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d37dc523554df3" /><Relationship Type="http://schemas.openxmlformats.org/officeDocument/2006/relationships/extended-properties" Target="/docProps/app.xml" Id="R11a896182cc5496f" /><Relationship Type="http://schemas.openxmlformats.org/officeDocument/2006/relationships/officeDocument" Target="/ppt/presentation.xml" Id="Rc468a511900747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816199b33d48d7"/>
  </p:sldMasterIdLst>
  <p:notesMasterIdLst>
    <p:notesMasterId xmlns:r="http://schemas.openxmlformats.org/officeDocument/2006/relationships" r:id="Rf4dbda3c785a4e90"/>
  </p:notesMasterIdLst>
  <p:sldIdLst>
    <p:sldId xmlns:r="http://schemas.openxmlformats.org/officeDocument/2006/relationships" id="256" r:id="R51de2bc3b1b641c6"/>
  </p:sldIdLst>
  <p:sldSz cx="12973050" cy="4343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f5b80e584a4b8d" /><Relationship Type="http://schemas.openxmlformats.org/officeDocument/2006/relationships/slideMaster" Target="/ppt/slideMasters/slideMaster1.xml" Id="R49816199b33d48d7" /><Relationship Type="http://schemas.openxmlformats.org/officeDocument/2006/relationships/notesMaster" Target="/ppt/notesMasters/notesMaster1.xml" Id="Rf4dbda3c785a4e90" /><Relationship Type="http://schemas.openxmlformats.org/officeDocument/2006/relationships/presProps" Target="/ppt/presProps.xml" Id="R0b4b1e71f9e44499" /><Relationship Type="http://schemas.openxmlformats.org/officeDocument/2006/relationships/tableStyles" Target="/ppt/tableStyles.xml" Id="R118825bb3be94e58" /><Relationship Type="http://schemas.openxmlformats.org/officeDocument/2006/relationships/slide" Target="/ppt/slides/slide1.xml" Id="R51de2bc3b1b641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65de45450841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c3f8b41a0e4e84" /><Relationship Type="http://schemas.openxmlformats.org/officeDocument/2006/relationships/notesMaster" Target="/ppt/notesMasters/notesMaster1.xml" Id="R497856a74eb14c97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素材ID：SEC-016</ns1:t>
            </ns1:r>
          </ns1:p>
          <ns1:p>
            <ns1:r>
              <ns1:t>论文：LOKI: Proactively Discovering Online Scam Websites by Mining Toxic Search Queries</ns1:t>
            </ns1:r>
          </ns1:p>
          <ns1:p>
            <ns1:r>
              <ns1:t>会议：NDSS 2026</ns1:t>
            </ns1:r>
          </ns1:p>
          <ns1:p>
            <ns1:r>
              <ns1:t>奖项：Best Paper Award</ns1:t>
            </ns1:r>
          </ns1:p>
          <ns1:p>
            <ns1:r>
              <ns1:t>图号：Figure 1，PDF第3页</ns1:t>
            </ns1:r>
          </ns1:p>
          <ns1:p>
            <ns1:r>
              <ns1:t>类型：研究流程</ns1:t>
            </ns1:r>
          </ns1:p>
          <ns1:p>
            <ns1:r>
              <ns1:t>借鉴点：从数据源、关键词推荐、过滤、查询、分类到反馈循环，用不同形状标示数据、工具与决策。</ns1:t>
            </ns1:r>
          </ns1:p>
          <ns1:p>
            <ns1:r>
              <ns1:t>论文URL：https://www.ndss-symposium.org/wp-content/uploads/2026-s184-paper.pdf</ns1:t>
            </ns1:r>
          </ns1:p>
          <ns1:p>
            <ns1:r>
              <ns1:t>官方获奖URL：https://www.ndss-symposium.org/ndss2026/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2f32e030d045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f1930fe64c4e74" /><Relationship Type="http://schemas.openxmlformats.org/officeDocument/2006/relationships/slideLayout" Target="/ppt/slideLayouts/slideLayout1.xml" Id="R4e27ac04d2634d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27ac04d2634d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d5777b8e04886" /><Relationship Type="http://schemas.openxmlformats.org/officeDocument/2006/relationships/image" Target="/ppt/media/image.png" Id="Rd91305b94f784010" /><Relationship Type="http://schemas.openxmlformats.org/officeDocument/2006/relationships/image" Target="/ppt/media/image2.png" Id="R5aabc52c7c7b47d5" /><Relationship Type="http://schemas.openxmlformats.org/officeDocument/2006/relationships/image" Target="/ppt/media/image3.png" Id="R017f3d91111d44bc" /><Relationship Type="http://schemas.openxmlformats.org/officeDocument/2006/relationships/image" Target="/ppt/media/image4.png" Id="Rcabb02ce32b54392" /><Relationship Type="http://schemas.openxmlformats.org/officeDocument/2006/relationships/image" Target="/ppt/media/image5.png" Id="Rde8f7ce5d25a4871" /><Relationship Type="http://schemas.openxmlformats.org/officeDocument/2006/relationships/image" Target="/ppt/media/image6.png" Id="R79dfb857b4e847bf" /><Relationship Type="http://schemas.openxmlformats.org/officeDocument/2006/relationships/image" Target="/ppt/media/image7.png" Id="R825c2207918b42a5" /><Relationship Type="http://schemas.openxmlformats.org/officeDocument/2006/relationships/image" Target="/ppt/media/image8.png" Id="R3386c9f802c54d7d" /><Relationship Type="http://schemas.openxmlformats.org/officeDocument/2006/relationships/notesSlide" Target="/ppt/notesSlides/notesSlide1.xml" Id="R8d7daba894c74f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B05B0-6D12-4FB4-BBF2-E21EF48F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" y="1302082"/>
            <a:ext cx="2121970" cy="244026"/>
          </a:xfrm>
          <a:custGeom xmlns:a="http://schemas.openxmlformats.org/drawingml/2006/main">
            <a:pathLst>
              <a:path w="2121970" h="244026">
                <a:moveTo>
                  <a:pt x="0" y="244026"/>
                </a:moveTo>
                <a:lnTo>
                  <a:pt x="0" y="0"/>
                </a:lnTo>
                <a:lnTo>
                  <a:pt x="2121970" y="0"/>
                </a:lnTo>
                <a:lnTo>
                  <a:pt x="2121970" y="244026"/>
                </a:lnTo>
              </a:path>
            </a:pathLst>
          </a:custGeom>
          <a:solidFill xmlns:a="http://schemas.openxmlformats.org/drawingml/2006/main">
            <a:srgbClr val="E3C8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370022-90A1-499E-A083-0F845444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" y="1302082"/>
            <a:ext cx="2121970" cy="244026"/>
          </a:xfrm>
          <a:custGeom xmlns:a="http://schemas.openxmlformats.org/drawingml/2006/main">
            <a:pathLst>
              <a:path w="2121970" h="244026" fill="none">
                <a:moveTo>
                  <a:pt x="0" y="244026"/>
                </a:moveTo>
                <a:lnTo>
                  <a:pt x="0" y="0"/>
                </a:lnTo>
                <a:lnTo>
                  <a:pt x="2121970" y="0"/>
                </a:lnTo>
                <a:lnTo>
                  <a:pt x="2121970" y="244026"/>
                </a:lnTo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B09500"/>
            </a:solidFill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F28A94-F948-4F00-8E62-2A362464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" y="1546108"/>
            <a:ext cx="2121970" cy="1877943"/>
          </a:xfrm>
          <a:custGeom xmlns:a="http://schemas.openxmlformats.org/drawingml/2006/main">
            <a:pathLst>
              <a:path w="2121970" h="1877943" fill="none">
                <a:moveTo>
                  <a:pt x="0" y="0"/>
                </a:moveTo>
                <a:lnTo>
                  <a:pt x="0" y="1877943"/>
                </a:lnTo>
                <a:lnTo>
                  <a:pt x="2121970" y="1877943"/>
                </a:lnTo>
                <a:lnTo>
                  <a:pt x="21219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B09500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9AF1C2-2726-4FD4-8415-F14D7BA1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" y="1546108"/>
            <a:ext cx="2121970" cy="10"/>
          </a:xfrm>
          <a:custGeom xmlns:a="http://schemas.openxmlformats.org/drawingml/2006/main">
            <a:pathLst>
              <a:path w="2121970" h="1" fill="none">
                <a:moveTo>
                  <a:pt x="0" y="0"/>
                </a:moveTo>
                <a:lnTo>
                  <a:pt x="21219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B09500"/>
            </a:solidFill>
            <a:miter/>
          </a:ln>
        </p:spPr>
      </p:sp>
      <p:sp>
        <p:nvSpPr>
          <p:cNvPr id="5" name="Text ScamDatasetSources">
            <a:extLst xmlns:a="http://schemas.openxmlformats.org/drawingml/2006/main">
              <a:ext uri="{FF2B5EF4-FFF2-40B4-BE49-F238E27FC236}">
                <a16:creationId xmlns:a16="http://schemas.microsoft.com/office/drawing/2014/main" id="{A6615733-4B94-488D-8566-6F10D991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71" y="1373781"/>
            <a:ext cx="1362009" cy="94494"/>
          </a:xfrm>
          <a:custGeom xmlns:a="http://schemas.openxmlformats.org/drawingml/2006/main">
            <a:pathLst>
              <a:path w="1362009" h="94494">
                <a:moveTo>
                  <a:pt x="0" y="63162"/>
                </a:moveTo>
                <a:lnTo>
                  <a:pt x="17904" y="61421"/>
                </a:lnTo>
                <a:cubicBezTo>
                  <a:pt x="18982" y="67453"/>
                  <a:pt x="21168" y="71883"/>
                  <a:pt x="24463" y="74711"/>
                </a:cubicBezTo>
                <a:cubicBezTo>
                  <a:pt x="27758" y="77539"/>
                  <a:pt x="32203" y="78952"/>
                  <a:pt x="37798" y="78952"/>
                </a:cubicBezTo>
                <a:cubicBezTo>
                  <a:pt x="43724" y="78952"/>
                  <a:pt x="48190" y="77695"/>
                  <a:pt x="51195" y="75179"/>
                </a:cubicBezTo>
                <a:cubicBezTo>
                  <a:pt x="54199" y="72664"/>
                  <a:pt x="55702" y="69722"/>
                  <a:pt x="55702" y="66354"/>
                </a:cubicBezTo>
                <a:cubicBezTo>
                  <a:pt x="55702" y="64192"/>
                  <a:pt x="55070" y="62353"/>
                  <a:pt x="53806" y="60836"/>
                </a:cubicBezTo>
                <a:cubicBezTo>
                  <a:pt x="52542" y="59318"/>
                  <a:pt x="50335" y="57998"/>
                  <a:pt x="47185" y="56875"/>
                </a:cubicBezTo>
                <a:cubicBezTo>
                  <a:pt x="45030" y="56128"/>
                  <a:pt x="40118" y="54799"/>
                  <a:pt x="32451" y="52889"/>
                </a:cubicBezTo>
                <a:cubicBezTo>
                  <a:pt x="22587" y="50438"/>
                  <a:pt x="15666" y="47427"/>
                  <a:pt x="11687" y="43855"/>
                </a:cubicBezTo>
                <a:cubicBezTo>
                  <a:pt x="6092" y="38830"/>
                  <a:pt x="3295" y="32704"/>
                  <a:pt x="3295" y="25479"/>
                </a:cubicBezTo>
                <a:cubicBezTo>
                  <a:pt x="3295" y="20828"/>
                  <a:pt x="4611" y="16478"/>
                  <a:pt x="7242" y="12430"/>
                </a:cubicBezTo>
                <a:cubicBezTo>
                  <a:pt x="9874" y="8380"/>
                  <a:pt x="13666" y="5296"/>
                  <a:pt x="18619" y="3178"/>
                </a:cubicBezTo>
                <a:cubicBezTo>
                  <a:pt x="23572" y="1059"/>
                  <a:pt x="29550" y="0"/>
                  <a:pt x="36554" y="0"/>
                </a:cubicBezTo>
                <a:cubicBezTo>
                  <a:pt x="47993" y="0"/>
                  <a:pt x="56603" y="2519"/>
                  <a:pt x="62385" y="7557"/>
                </a:cubicBezTo>
                <a:cubicBezTo>
                  <a:pt x="68166" y="12594"/>
                  <a:pt x="71202" y="19317"/>
                  <a:pt x="71492" y="27727"/>
                </a:cubicBezTo>
                <a:lnTo>
                  <a:pt x="53091" y="28473"/>
                </a:lnTo>
                <a:cubicBezTo>
                  <a:pt x="52303" y="23789"/>
                  <a:pt x="50614" y="20422"/>
                  <a:pt x="48024" y="18370"/>
                </a:cubicBezTo>
                <a:cubicBezTo>
                  <a:pt x="45434" y="16319"/>
                  <a:pt x="41548" y="15293"/>
                  <a:pt x="36368" y="15293"/>
                </a:cubicBezTo>
                <a:cubicBezTo>
                  <a:pt x="31021" y="15293"/>
                  <a:pt x="26835" y="16392"/>
                  <a:pt x="23810" y="18590"/>
                </a:cubicBezTo>
                <a:cubicBezTo>
                  <a:pt x="21862" y="19999"/>
                  <a:pt x="20888" y="21885"/>
                  <a:pt x="20888" y="24249"/>
                </a:cubicBezTo>
                <a:cubicBezTo>
                  <a:pt x="20888" y="26405"/>
                  <a:pt x="21800" y="28250"/>
                  <a:pt x="23623" y="29784"/>
                </a:cubicBezTo>
                <a:cubicBezTo>
                  <a:pt x="25944" y="31733"/>
                  <a:pt x="31581" y="33766"/>
                  <a:pt x="40533" y="35884"/>
                </a:cubicBezTo>
                <a:cubicBezTo>
                  <a:pt x="49485" y="38002"/>
                  <a:pt x="56106" y="40192"/>
                  <a:pt x="60395" y="42456"/>
                </a:cubicBezTo>
                <a:cubicBezTo>
                  <a:pt x="64685" y="44719"/>
                  <a:pt x="68042" y="47812"/>
                  <a:pt x="70466" y="51737"/>
                </a:cubicBezTo>
                <a:cubicBezTo>
                  <a:pt x="72891" y="55660"/>
                  <a:pt x="74103" y="60507"/>
                  <a:pt x="74103" y="66280"/>
                </a:cubicBezTo>
                <a:cubicBezTo>
                  <a:pt x="74103" y="71511"/>
                  <a:pt x="72653" y="76410"/>
                  <a:pt x="69751" y="80978"/>
                </a:cubicBezTo>
                <a:cubicBezTo>
                  <a:pt x="66850" y="85546"/>
                  <a:pt x="62747" y="88941"/>
                  <a:pt x="57442" y="91162"/>
                </a:cubicBezTo>
                <a:cubicBezTo>
                  <a:pt x="52137" y="93383"/>
                  <a:pt x="45527" y="94494"/>
                  <a:pt x="37611" y="94494"/>
                </a:cubicBezTo>
                <a:cubicBezTo>
                  <a:pt x="26089" y="94494"/>
                  <a:pt x="17241" y="91826"/>
                  <a:pt x="11066" y="86490"/>
                </a:cubicBezTo>
                <a:cubicBezTo>
                  <a:pt x="4890" y="81154"/>
                  <a:pt x="1202" y="73378"/>
                  <a:pt x="0" y="63162"/>
                </a:cubicBezTo>
                <a:close/>
                <a:moveTo>
                  <a:pt x="147026" y="46252"/>
                </a:moveTo>
                <a:lnTo>
                  <a:pt x="129806" y="49361"/>
                </a:lnTo>
                <a:cubicBezTo>
                  <a:pt x="129226" y="45941"/>
                  <a:pt x="127910" y="43367"/>
                  <a:pt x="125858" y="41636"/>
                </a:cubicBezTo>
                <a:cubicBezTo>
                  <a:pt x="123807" y="39906"/>
                  <a:pt x="121144" y="39041"/>
                  <a:pt x="117870" y="39041"/>
                </a:cubicBezTo>
                <a:cubicBezTo>
                  <a:pt x="113518" y="39041"/>
                  <a:pt x="110047" y="40539"/>
                  <a:pt x="107457" y="43534"/>
                </a:cubicBezTo>
                <a:cubicBezTo>
                  <a:pt x="104867" y="46530"/>
                  <a:pt x="103571" y="51540"/>
                  <a:pt x="103571" y="58563"/>
                </a:cubicBezTo>
                <a:cubicBezTo>
                  <a:pt x="103571" y="66373"/>
                  <a:pt x="104887" y="71890"/>
                  <a:pt x="107519" y="75113"/>
                </a:cubicBezTo>
                <a:cubicBezTo>
                  <a:pt x="110151" y="78336"/>
                  <a:pt x="113684" y="79947"/>
                  <a:pt x="118118" y="79947"/>
                </a:cubicBezTo>
                <a:cubicBezTo>
                  <a:pt x="121434" y="79947"/>
                  <a:pt x="124149" y="79004"/>
                  <a:pt x="126262" y="77118"/>
                </a:cubicBezTo>
                <a:cubicBezTo>
                  <a:pt x="128376" y="75233"/>
                  <a:pt x="129868" y="71989"/>
                  <a:pt x="130738" y="67389"/>
                </a:cubicBezTo>
                <a:lnTo>
                  <a:pt x="147896" y="70373"/>
                </a:lnTo>
                <a:cubicBezTo>
                  <a:pt x="146114" y="78248"/>
                  <a:pt x="142695" y="84195"/>
                  <a:pt x="137639" y="88215"/>
                </a:cubicBezTo>
                <a:cubicBezTo>
                  <a:pt x="132583" y="92235"/>
                  <a:pt x="125806" y="94245"/>
                  <a:pt x="117310" y="94245"/>
                </a:cubicBezTo>
                <a:cubicBezTo>
                  <a:pt x="107654" y="94245"/>
                  <a:pt x="99955" y="91199"/>
                  <a:pt x="94215" y="85107"/>
                </a:cubicBezTo>
                <a:cubicBezTo>
                  <a:pt x="88475" y="79014"/>
                  <a:pt x="85605" y="70580"/>
                  <a:pt x="85605" y="59805"/>
                </a:cubicBezTo>
                <a:cubicBezTo>
                  <a:pt x="85605" y="48905"/>
                  <a:pt x="88485" y="40419"/>
                  <a:pt x="94246" y="34347"/>
                </a:cubicBezTo>
                <a:cubicBezTo>
                  <a:pt x="100007" y="28276"/>
                  <a:pt x="107799" y="25240"/>
                  <a:pt x="117621" y="25240"/>
                </a:cubicBezTo>
                <a:cubicBezTo>
                  <a:pt x="125661" y="25240"/>
                  <a:pt x="132054" y="26970"/>
                  <a:pt x="136800" y="30431"/>
                </a:cubicBezTo>
                <a:cubicBezTo>
                  <a:pt x="141545" y="33891"/>
                  <a:pt x="144954" y="39165"/>
                  <a:pt x="147026" y="46252"/>
                </a:cubicBezTo>
                <a:close/>
                <a:moveTo>
                  <a:pt x="173303" y="47123"/>
                </a:moveTo>
                <a:lnTo>
                  <a:pt x="157451" y="44263"/>
                </a:lnTo>
                <a:cubicBezTo>
                  <a:pt x="159233" y="37796"/>
                  <a:pt x="162300" y="33009"/>
                  <a:pt x="166651" y="29902"/>
                </a:cubicBezTo>
                <a:cubicBezTo>
                  <a:pt x="171003" y="26794"/>
                  <a:pt x="177469" y="25240"/>
                  <a:pt x="186048" y="25240"/>
                </a:cubicBezTo>
                <a:cubicBezTo>
                  <a:pt x="193839" y="25240"/>
                  <a:pt x="199641" y="26162"/>
                  <a:pt x="203454" y="28006"/>
                </a:cubicBezTo>
                <a:cubicBezTo>
                  <a:pt x="207267" y="29851"/>
                  <a:pt x="209951" y="32192"/>
                  <a:pt x="211505" y="35031"/>
                </a:cubicBezTo>
                <a:cubicBezTo>
                  <a:pt x="213059" y="37870"/>
                  <a:pt x="213836" y="43082"/>
                  <a:pt x="213836" y="50666"/>
                </a:cubicBezTo>
                <a:lnTo>
                  <a:pt x="213650" y="71057"/>
                </a:lnTo>
                <a:cubicBezTo>
                  <a:pt x="213650" y="76859"/>
                  <a:pt x="213929" y="81138"/>
                  <a:pt x="214489" y="83894"/>
                </a:cubicBezTo>
                <a:cubicBezTo>
                  <a:pt x="215049" y="86651"/>
                  <a:pt x="216095" y="89603"/>
                  <a:pt x="217628" y="92753"/>
                </a:cubicBezTo>
                <a:lnTo>
                  <a:pt x="200346" y="92753"/>
                </a:lnTo>
                <a:cubicBezTo>
                  <a:pt x="199890" y="91593"/>
                  <a:pt x="199331" y="89873"/>
                  <a:pt x="198667" y="87593"/>
                </a:cubicBezTo>
                <a:cubicBezTo>
                  <a:pt x="198377" y="86557"/>
                  <a:pt x="198170" y="85873"/>
                  <a:pt x="198046" y="85542"/>
                </a:cubicBezTo>
                <a:cubicBezTo>
                  <a:pt x="195062" y="88443"/>
                  <a:pt x="191871" y="90619"/>
                  <a:pt x="188472" y="92069"/>
                </a:cubicBezTo>
                <a:cubicBezTo>
                  <a:pt x="185074" y="93520"/>
                  <a:pt x="181447" y="94245"/>
                  <a:pt x="177593" y="94245"/>
                </a:cubicBezTo>
                <a:cubicBezTo>
                  <a:pt x="170796" y="94245"/>
                  <a:pt x="165439" y="92409"/>
                  <a:pt x="161523" y="88736"/>
                </a:cubicBezTo>
                <a:cubicBezTo>
                  <a:pt x="157606" y="85063"/>
                  <a:pt x="155648" y="80420"/>
                  <a:pt x="155648" y="74806"/>
                </a:cubicBezTo>
                <a:cubicBezTo>
                  <a:pt x="155648" y="71092"/>
                  <a:pt x="156539" y="67780"/>
                  <a:pt x="158321" y="64871"/>
                </a:cubicBezTo>
                <a:cubicBezTo>
                  <a:pt x="160103" y="61961"/>
                  <a:pt x="162600" y="59732"/>
                  <a:pt x="165812" y="58184"/>
                </a:cubicBezTo>
                <a:cubicBezTo>
                  <a:pt x="169024" y="56637"/>
                  <a:pt x="173656" y="55285"/>
                  <a:pt x="179707" y="54130"/>
                </a:cubicBezTo>
                <a:cubicBezTo>
                  <a:pt x="187871" y="52603"/>
                  <a:pt x="193528" y="51179"/>
                  <a:pt x="196678" y="49858"/>
                </a:cubicBezTo>
                <a:lnTo>
                  <a:pt x="196678" y="48098"/>
                </a:lnTo>
                <a:cubicBezTo>
                  <a:pt x="196678" y="44703"/>
                  <a:pt x="195849" y="42283"/>
                  <a:pt x="194191" y="40838"/>
                </a:cubicBezTo>
                <a:cubicBezTo>
                  <a:pt x="192534" y="39391"/>
                  <a:pt x="189405" y="38668"/>
                  <a:pt x="184804" y="38668"/>
                </a:cubicBezTo>
                <a:cubicBezTo>
                  <a:pt x="181696" y="38668"/>
                  <a:pt x="179271" y="39293"/>
                  <a:pt x="177531" y="40545"/>
                </a:cubicBezTo>
                <a:cubicBezTo>
                  <a:pt x="175790" y="41794"/>
                  <a:pt x="174381" y="43987"/>
                  <a:pt x="173303" y="47123"/>
                </a:cubicBezTo>
                <a:moveTo>
                  <a:pt x="196678" y="61297"/>
                </a:moveTo>
                <a:cubicBezTo>
                  <a:pt x="194440" y="62034"/>
                  <a:pt x="190897" y="62914"/>
                  <a:pt x="186048" y="63939"/>
                </a:cubicBezTo>
                <a:cubicBezTo>
                  <a:pt x="181199" y="64962"/>
                  <a:pt x="178028" y="65965"/>
                  <a:pt x="176536" y="66948"/>
                </a:cubicBezTo>
                <a:cubicBezTo>
                  <a:pt x="174257" y="68545"/>
                  <a:pt x="173117" y="70572"/>
                  <a:pt x="173117" y="73029"/>
                </a:cubicBezTo>
                <a:cubicBezTo>
                  <a:pt x="173117" y="75446"/>
                  <a:pt x="174029" y="77535"/>
                  <a:pt x="175852" y="79296"/>
                </a:cubicBezTo>
                <a:cubicBezTo>
                  <a:pt x="177676" y="81056"/>
                  <a:pt x="179997" y="81936"/>
                  <a:pt x="182815" y="81936"/>
                </a:cubicBezTo>
                <a:cubicBezTo>
                  <a:pt x="185965" y="81936"/>
                  <a:pt x="188969" y="80912"/>
                  <a:pt x="191829" y="78865"/>
                </a:cubicBezTo>
                <a:cubicBezTo>
                  <a:pt x="193943" y="77309"/>
                  <a:pt x="195331" y="75405"/>
                  <a:pt x="195994" y="73151"/>
                </a:cubicBezTo>
                <a:cubicBezTo>
                  <a:pt x="196450" y="71677"/>
                  <a:pt x="196678" y="68873"/>
                  <a:pt x="196678" y="64737"/>
                </a:cubicBezTo>
                <a:lnTo>
                  <a:pt x="196678" y="61297"/>
                </a:lnTo>
                <a:close/>
                <a:moveTo>
                  <a:pt x="229732" y="26732"/>
                </a:moveTo>
                <a:lnTo>
                  <a:pt x="245833" y="26732"/>
                </a:lnTo>
                <a:lnTo>
                  <a:pt x="245833" y="35746"/>
                </a:lnTo>
                <a:cubicBezTo>
                  <a:pt x="251594" y="28742"/>
                  <a:pt x="258453" y="25240"/>
                  <a:pt x="266410" y="25240"/>
                </a:cubicBezTo>
                <a:cubicBezTo>
                  <a:pt x="270638" y="25240"/>
                  <a:pt x="274305" y="26114"/>
                  <a:pt x="277414" y="27862"/>
                </a:cubicBezTo>
                <a:cubicBezTo>
                  <a:pt x="280522" y="29611"/>
                  <a:pt x="283071" y="32255"/>
                  <a:pt x="285060" y="35795"/>
                </a:cubicBezTo>
                <a:cubicBezTo>
                  <a:pt x="287961" y="32255"/>
                  <a:pt x="291091" y="29611"/>
                  <a:pt x="294448" y="27862"/>
                </a:cubicBezTo>
                <a:cubicBezTo>
                  <a:pt x="297805" y="26114"/>
                  <a:pt x="301390" y="25240"/>
                  <a:pt x="305202" y="25240"/>
                </a:cubicBezTo>
                <a:cubicBezTo>
                  <a:pt x="310052" y="25240"/>
                  <a:pt x="314155" y="26224"/>
                  <a:pt x="317512" y="28193"/>
                </a:cubicBezTo>
                <a:cubicBezTo>
                  <a:pt x="320869" y="30161"/>
                  <a:pt x="323376" y="33052"/>
                  <a:pt x="325034" y="36865"/>
                </a:cubicBezTo>
                <a:cubicBezTo>
                  <a:pt x="326236" y="39683"/>
                  <a:pt x="326837" y="44242"/>
                  <a:pt x="326837" y="50542"/>
                </a:cubicBezTo>
                <a:lnTo>
                  <a:pt x="326837" y="92753"/>
                </a:lnTo>
                <a:lnTo>
                  <a:pt x="309368" y="92753"/>
                </a:lnTo>
                <a:lnTo>
                  <a:pt x="309368" y="55061"/>
                </a:lnTo>
                <a:cubicBezTo>
                  <a:pt x="309368" y="48520"/>
                  <a:pt x="308767" y="44298"/>
                  <a:pt x="307565" y="42394"/>
                </a:cubicBezTo>
                <a:cubicBezTo>
                  <a:pt x="305948" y="39910"/>
                  <a:pt x="303462" y="38668"/>
                  <a:pt x="300105" y="38668"/>
                </a:cubicBezTo>
                <a:cubicBezTo>
                  <a:pt x="297660" y="38668"/>
                  <a:pt x="295359" y="39413"/>
                  <a:pt x="293204" y="40904"/>
                </a:cubicBezTo>
                <a:cubicBezTo>
                  <a:pt x="291049" y="42393"/>
                  <a:pt x="289495" y="44577"/>
                  <a:pt x="288542" y="47455"/>
                </a:cubicBezTo>
                <a:cubicBezTo>
                  <a:pt x="287588" y="50331"/>
                  <a:pt x="287112" y="54875"/>
                  <a:pt x="287112" y="61085"/>
                </a:cubicBezTo>
                <a:lnTo>
                  <a:pt x="287112" y="92753"/>
                </a:lnTo>
                <a:lnTo>
                  <a:pt x="269643" y="92753"/>
                </a:lnTo>
                <a:lnTo>
                  <a:pt x="269643" y="56613"/>
                </a:lnTo>
                <a:cubicBezTo>
                  <a:pt x="269643" y="50197"/>
                  <a:pt x="269332" y="46057"/>
                  <a:pt x="268710" y="44195"/>
                </a:cubicBezTo>
                <a:cubicBezTo>
                  <a:pt x="268089" y="42331"/>
                  <a:pt x="267125" y="40944"/>
                  <a:pt x="265820" y="40034"/>
                </a:cubicBezTo>
                <a:cubicBezTo>
                  <a:pt x="264514" y="39123"/>
                  <a:pt x="262742" y="38668"/>
                  <a:pt x="260504" y="38668"/>
                </a:cubicBezTo>
                <a:cubicBezTo>
                  <a:pt x="257810" y="38668"/>
                  <a:pt x="255386" y="39393"/>
                  <a:pt x="253231" y="40842"/>
                </a:cubicBezTo>
                <a:cubicBezTo>
                  <a:pt x="251076" y="42290"/>
                  <a:pt x="249532" y="44380"/>
                  <a:pt x="248599" y="47113"/>
                </a:cubicBezTo>
                <a:cubicBezTo>
                  <a:pt x="247667" y="49846"/>
                  <a:pt x="247201" y="54379"/>
                  <a:pt x="247201" y="60712"/>
                </a:cubicBezTo>
                <a:lnTo>
                  <a:pt x="247201" y="92753"/>
                </a:lnTo>
                <a:lnTo>
                  <a:pt x="229732" y="92753"/>
                </a:lnTo>
                <a:lnTo>
                  <a:pt x="229732" y="26732"/>
                </a:lnTo>
                <a:close/>
                <a:moveTo>
                  <a:pt x="379680" y="1616"/>
                </a:moveTo>
                <a:lnTo>
                  <a:pt x="413312" y="1616"/>
                </a:lnTo>
                <a:cubicBezTo>
                  <a:pt x="420896" y="1616"/>
                  <a:pt x="426678" y="2197"/>
                  <a:pt x="430657" y="3357"/>
                </a:cubicBezTo>
                <a:cubicBezTo>
                  <a:pt x="436003" y="4932"/>
                  <a:pt x="440583" y="7729"/>
                  <a:pt x="444395" y="11750"/>
                </a:cubicBezTo>
                <a:cubicBezTo>
                  <a:pt x="448208" y="15770"/>
                  <a:pt x="451109" y="20691"/>
                  <a:pt x="453099" y="26514"/>
                </a:cubicBezTo>
                <a:cubicBezTo>
                  <a:pt x="455088" y="32337"/>
                  <a:pt x="456083" y="39518"/>
                  <a:pt x="456083" y="48055"/>
                </a:cubicBezTo>
                <a:cubicBezTo>
                  <a:pt x="456083" y="55557"/>
                  <a:pt x="455150" y="62022"/>
                  <a:pt x="453285" y="67451"/>
                </a:cubicBezTo>
                <a:cubicBezTo>
                  <a:pt x="451006" y="74082"/>
                  <a:pt x="447752" y="79450"/>
                  <a:pt x="443525" y="83553"/>
                </a:cubicBezTo>
                <a:cubicBezTo>
                  <a:pt x="440334" y="86661"/>
                  <a:pt x="436024" y="89085"/>
                  <a:pt x="430594" y="90826"/>
                </a:cubicBezTo>
                <a:cubicBezTo>
                  <a:pt x="426533" y="92111"/>
                  <a:pt x="421104" y="92753"/>
                  <a:pt x="414307" y="92753"/>
                </a:cubicBezTo>
                <a:lnTo>
                  <a:pt x="379680" y="92753"/>
                </a:lnTo>
                <a:lnTo>
                  <a:pt x="379680" y="1616"/>
                </a:lnTo>
                <a:moveTo>
                  <a:pt x="398081" y="17034"/>
                </a:moveTo>
                <a:lnTo>
                  <a:pt x="398081" y="77336"/>
                </a:lnTo>
                <a:lnTo>
                  <a:pt x="411820" y="77336"/>
                </a:lnTo>
                <a:cubicBezTo>
                  <a:pt x="416959" y="77336"/>
                  <a:pt x="420668" y="77046"/>
                  <a:pt x="422948" y="76465"/>
                </a:cubicBezTo>
                <a:cubicBezTo>
                  <a:pt x="425932" y="75721"/>
                  <a:pt x="428408" y="74459"/>
                  <a:pt x="430377" y="72679"/>
                </a:cubicBezTo>
                <a:cubicBezTo>
                  <a:pt x="432345" y="70898"/>
                  <a:pt x="433951" y="67969"/>
                  <a:pt x="435195" y="63890"/>
                </a:cubicBezTo>
                <a:cubicBezTo>
                  <a:pt x="436438" y="59812"/>
                  <a:pt x="437060" y="54254"/>
                  <a:pt x="437060" y="47216"/>
                </a:cubicBezTo>
                <a:cubicBezTo>
                  <a:pt x="437060" y="40178"/>
                  <a:pt x="436438" y="34775"/>
                  <a:pt x="435195" y="31008"/>
                </a:cubicBezTo>
                <a:cubicBezTo>
                  <a:pt x="433951" y="27240"/>
                  <a:pt x="432211" y="24301"/>
                  <a:pt x="429973" y="22190"/>
                </a:cubicBezTo>
                <a:cubicBezTo>
                  <a:pt x="427735" y="20077"/>
                  <a:pt x="424896" y="18649"/>
                  <a:pt x="421456" y="17904"/>
                </a:cubicBezTo>
                <a:cubicBezTo>
                  <a:pt x="418886" y="17324"/>
                  <a:pt x="413851" y="17034"/>
                  <a:pt x="406349" y="17034"/>
                </a:cubicBezTo>
                <a:lnTo>
                  <a:pt x="398081" y="17034"/>
                </a:lnTo>
                <a:close/>
                <a:moveTo>
                  <a:pt x="484596" y="47123"/>
                </a:moveTo>
                <a:lnTo>
                  <a:pt x="468744" y="44263"/>
                </a:lnTo>
                <a:cubicBezTo>
                  <a:pt x="470526" y="37796"/>
                  <a:pt x="473593" y="33009"/>
                  <a:pt x="477944" y="29902"/>
                </a:cubicBezTo>
                <a:cubicBezTo>
                  <a:pt x="482296" y="26794"/>
                  <a:pt x="488761" y="25240"/>
                  <a:pt x="497341" y="25240"/>
                </a:cubicBezTo>
                <a:cubicBezTo>
                  <a:pt x="505132" y="25240"/>
                  <a:pt x="510934" y="26162"/>
                  <a:pt x="514747" y="28006"/>
                </a:cubicBezTo>
                <a:cubicBezTo>
                  <a:pt x="518560" y="29851"/>
                  <a:pt x="521244" y="32192"/>
                  <a:pt x="522798" y="35031"/>
                </a:cubicBezTo>
                <a:cubicBezTo>
                  <a:pt x="524352" y="37870"/>
                  <a:pt x="525129" y="43082"/>
                  <a:pt x="525129" y="50666"/>
                </a:cubicBezTo>
                <a:lnTo>
                  <a:pt x="524943" y="71057"/>
                </a:lnTo>
                <a:cubicBezTo>
                  <a:pt x="524943" y="76859"/>
                  <a:pt x="525222" y="81138"/>
                  <a:pt x="525782" y="83894"/>
                </a:cubicBezTo>
                <a:cubicBezTo>
                  <a:pt x="526341" y="86651"/>
                  <a:pt x="527388" y="89603"/>
                  <a:pt x="528921" y="92753"/>
                </a:cubicBezTo>
                <a:lnTo>
                  <a:pt x="511639" y="92753"/>
                </a:lnTo>
                <a:cubicBezTo>
                  <a:pt x="511183" y="91593"/>
                  <a:pt x="510624" y="89873"/>
                  <a:pt x="509960" y="87593"/>
                </a:cubicBezTo>
                <a:cubicBezTo>
                  <a:pt x="509670" y="86557"/>
                  <a:pt x="509463" y="85873"/>
                  <a:pt x="509339" y="85542"/>
                </a:cubicBezTo>
                <a:cubicBezTo>
                  <a:pt x="506355" y="88443"/>
                  <a:pt x="503164" y="90619"/>
                  <a:pt x="499765" y="92069"/>
                </a:cubicBezTo>
                <a:cubicBezTo>
                  <a:pt x="496367" y="93520"/>
                  <a:pt x="492740" y="94245"/>
                  <a:pt x="488886" y="94245"/>
                </a:cubicBezTo>
                <a:cubicBezTo>
                  <a:pt x="482089" y="94245"/>
                  <a:pt x="476732" y="92409"/>
                  <a:pt x="472816" y="88736"/>
                </a:cubicBezTo>
                <a:cubicBezTo>
                  <a:pt x="468899" y="85063"/>
                  <a:pt x="466941" y="80420"/>
                  <a:pt x="466941" y="74806"/>
                </a:cubicBezTo>
                <a:cubicBezTo>
                  <a:pt x="466941" y="71092"/>
                  <a:pt x="467832" y="67780"/>
                  <a:pt x="469614" y="64871"/>
                </a:cubicBezTo>
                <a:cubicBezTo>
                  <a:pt x="471396" y="61961"/>
                  <a:pt x="473893" y="59732"/>
                  <a:pt x="477105" y="58184"/>
                </a:cubicBezTo>
                <a:cubicBezTo>
                  <a:pt x="480317" y="56637"/>
                  <a:pt x="484949" y="55285"/>
                  <a:pt x="490999" y="54130"/>
                </a:cubicBezTo>
                <a:cubicBezTo>
                  <a:pt x="499164" y="52603"/>
                  <a:pt x="504821" y="51179"/>
                  <a:pt x="507971" y="49858"/>
                </a:cubicBezTo>
                <a:lnTo>
                  <a:pt x="507971" y="48098"/>
                </a:lnTo>
                <a:cubicBezTo>
                  <a:pt x="507971" y="44703"/>
                  <a:pt x="507142" y="42283"/>
                  <a:pt x="505484" y="40838"/>
                </a:cubicBezTo>
                <a:cubicBezTo>
                  <a:pt x="503827" y="39391"/>
                  <a:pt x="500698" y="38668"/>
                  <a:pt x="496097" y="38668"/>
                </a:cubicBezTo>
                <a:cubicBezTo>
                  <a:pt x="492989" y="38668"/>
                  <a:pt x="490564" y="39293"/>
                  <a:pt x="488824" y="40545"/>
                </a:cubicBezTo>
                <a:cubicBezTo>
                  <a:pt x="487083" y="41794"/>
                  <a:pt x="485674" y="43987"/>
                  <a:pt x="484596" y="47123"/>
                </a:cubicBezTo>
                <a:moveTo>
                  <a:pt x="507971" y="61297"/>
                </a:moveTo>
                <a:cubicBezTo>
                  <a:pt x="505733" y="62034"/>
                  <a:pt x="502190" y="62914"/>
                  <a:pt x="497341" y="63939"/>
                </a:cubicBezTo>
                <a:cubicBezTo>
                  <a:pt x="492491" y="64962"/>
                  <a:pt x="489321" y="65965"/>
                  <a:pt x="487829" y="66948"/>
                </a:cubicBezTo>
                <a:cubicBezTo>
                  <a:pt x="485550" y="68545"/>
                  <a:pt x="484410" y="70572"/>
                  <a:pt x="484410" y="73029"/>
                </a:cubicBezTo>
                <a:cubicBezTo>
                  <a:pt x="484410" y="75446"/>
                  <a:pt x="485322" y="77535"/>
                  <a:pt x="487145" y="79296"/>
                </a:cubicBezTo>
                <a:cubicBezTo>
                  <a:pt x="488969" y="81056"/>
                  <a:pt x="491290" y="81936"/>
                  <a:pt x="494108" y="81936"/>
                </a:cubicBezTo>
                <a:cubicBezTo>
                  <a:pt x="497258" y="81936"/>
                  <a:pt x="500262" y="80912"/>
                  <a:pt x="503122" y="78865"/>
                </a:cubicBezTo>
                <a:cubicBezTo>
                  <a:pt x="505236" y="77309"/>
                  <a:pt x="506624" y="75405"/>
                  <a:pt x="507287" y="73151"/>
                </a:cubicBezTo>
                <a:cubicBezTo>
                  <a:pt x="507743" y="71677"/>
                  <a:pt x="507971" y="68873"/>
                  <a:pt x="507971" y="64737"/>
                </a:cubicBezTo>
                <a:lnTo>
                  <a:pt x="507971" y="61297"/>
                </a:lnTo>
                <a:close/>
                <a:moveTo>
                  <a:pt x="572605" y="26732"/>
                </a:moveTo>
                <a:lnTo>
                  <a:pt x="572605" y="40657"/>
                </a:lnTo>
                <a:lnTo>
                  <a:pt x="560669" y="40657"/>
                </a:lnTo>
                <a:lnTo>
                  <a:pt x="560669" y="67222"/>
                </a:lnTo>
                <a:cubicBezTo>
                  <a:pt x="560669" y="72602"/>
                  <a:pt x="560783" y="75737"/>
                  <a:pt x="561011" y="76627"/>
                </a:cubicBezTo>
                <a:cubicBezTo>
                  <a:pt x="561239" y="77515"/>
                  <a:pt x="561757" y="78250"/>
                  <a:pt x="562565" y="78830"/>
                </a:cubicBezTo>
                <a:cubicBezTo>
                  <a:pt x="563374" y="79409"/>
                  <a:pt x="564358" y="79698"/>
                  <a:pt x="565518" y="79698"/>
                </a:cubicBezTo>
                <a:cubicBezTo>
                  <a:pt x="567135" y="79698"/>
                  <a:pt x="569476" y="79139"/>
                  <a:pt x="572543" y="78020"/>
                </a:cubicBezTo>
                <a:lnTo>
                  <a:pt x="574035" y="91623"/>
                </a:lnTo>
                <a:cubicBezTo>
                  <a:pt x="569974" y="93371"/>
                  <a:pt x="565373" y="94245"/>
                  <a:pt x="560234" y="94245"/>
                </a:cubicBezTo>
                <a:cubicBezTo>
                  <a:pt x="557084" y="94245"/>
                  <a:pt x="554245" y="93717"/>
                  <a:pt x="551717" y="92660"/>
                </a:cubicBezTo>
                <a:cubicBezTo>
                  <a:pt x="549189" y="91603"/>
                  <a:pt x="547334" y="90236"/>
                  <a:pt x="546153" y="88557"/>
                </a:cubicBezTo>
                <a:cubicBezTo>
                  <a:pt x="544972" y="86878"/>
                  <a:pt x="544154" y="84609"/>
                  <a:pt x="543698" y="81750"/>
                </a:cubicBezTo>
                <a:cubicBezTo>
                  <a:pt x="543325" y="79719"/>
                  <a:pt x="543138" y="75616"/>
                  <a:pt x="543138" y="69441"/>
                </a:cubicBezTo>
                <a:lnTo>
                  <a:pt x="543138" y="40657"/>
                </a:lnTo>
                <a:lnTo>
                  <a:pt x="535119" y="40657"/>
                </a:lnTo>
                <a:lnTo>
                  <a:pt x="535119" y="26732"/>
                </a:lnTo>
                <a:lnTo>
                  <a:pt x="543138" y="26732"/>
                </a:lnTo>
                <a:lnTo>
                  <a:pt x="543138" y="13552"/>
                </a:lnTo>
                <a:lnTo>
                  <a:pt x="560669" y="3233"/>
                </a:lnTo>
                <a:lnTo>
                  <a:pt x="560669" y="26732"/>
                </a:lnTo>
                <a:lnTo>
                  <a:pt x="572605" y="26732"/>
                </a:lnTo>
                <a:close/>
                <a:moveTo>
                  <a:pt x="597782" y="47123"/>
                </a:moveTo>
                <a:lnTo>
                  <a:pt x="581930" y="44263"/>
                </a:lnTo>
                <a:cubicBezTo>
                  <a:pt x="583712" y="37796"/>
                  <a:pt x="586779" y="33009"/>
                  <a:pt x="591130" y="29902"/>
                </a:cubicBezTo>
                <a:cubicBezTo>
                  <a:pt x="595482" y="26794"/>
                  <a:pt x="601947" y="25240"/>
                  <a:pt x="610526" y="25240"/>
                </a:cubicBezTo>
                <a:cubicBezTo>
                  <a:pt x="618318" y="25240"/>
                  <a:pt x="624120" y="26162"/>
                  <a:pt x="627933" y="28006"/>
                </a:cubicBezTo>
                <a:cubicBezTo>
                  <a:pt x="631746" y="29851"/>
                  <a:pt x="634430" y="32192"/>
                  <a:pt x="635984" y="35031"/>
                </a:cubicBezTo>
                <a:cubicBezTo>
                  <a:pt x="637538" y="37870"/>
                  <a:pt x="638315" y="43082"/>
                  <a:pt x="638315" y="50666"/>
                </a:cubicBezTo>
                <a:lnTo>
                  <a:pt x="638129" y="71057"/>
                </a:lnTo>
                <a:cubicBezTo>
                  <a:pt x="638129" y="76859"/>
                  <a:pt x="638408" y="81138"/>
                  <a:pt x="638968" y="83894"/>
                </a:cubicBezTo>
                <a:cubicBezTo>
                  <a:pt x="639527" y="86651"/>
                  <a:pt x="640574" y="89603"/>
                  <a:pt x="642107" y="92753"/>
                </a:cubicBezTo>
                <a:lnTo>
                  <a:pt x="624825" y="92753"/>
                </a:lnTo>
                <a:cubicBezTo>
                  <a:pt x="624369" y="91593"/>
                  <a:pt x="623809" y="89873"/>
                  <a:pt x="623146" y="87593"/>
                </a:cubicBezTo>
                <a:cubicBezTo>
                  <a:pt x="622856" y="86557"/>
                  <a:pt x="622649" y="85873"/>
                  <a:pt x="622525" y="85542"/>
                </a:cubicBezTo>
                <a:cubicBezTo>
                  <a:pt x="619541" y="88443"/>
                  <a:pt x="616349" y="90619"/>
                  <a:pt x="612951" y="92069"/>
                </a:cubicBezTo>
                <a:cubicBezTo>
                  <a:pt x="609552" y="93520"/>
                  <a:pt x="605926" y="94245"/>
                  <a:pt x="602072" y="94245"/>
                </a:cubicBezTo>
                <a:cubicBezTo>
                  <a:pt x="595275" y="94245"/>
                  <a:pt x="589918" y="92409"/>
                  <a:pt x="586001" y="88736"/>
                </a:cubicBezTo>
                <a:cubicBezTo>
                  <a:pt x="582085" y="85063"/>
                  <a:pt x="580127" y="80420"/>
                  <a:pt x="580127" y="74806"/>
                </a:cubicBezTo>
                <a:cubicBezTo>
                  <a:pt x="580127" y="71092"/>
                  <a:pt x="581018" y="67780"/>
                  <a:pt x="582800" y="64871"/>
                </a:cubicBezTo>
                <a:cubicBezTo>
                  <a:pt x="584582" y="61961"/>
                  <a:pt x="587079" y="59732"/>
                  <a:pt x="590291" y="58184"/>
                </a:cubicBezTo>
                <a:cubicBezTo>
                  <a:pt x="593503" y="56637"/>
                  <a:pt x="598134" y="55285"/>
                  <a:pt x="604185" y="54130"/>
                </a:cubicBezTo>
                <a:cubicBezTo>
                  <a:pt x="612350" y="52603"/>
                  <a:pt x="618007" y="51179"/>
                  <a:pt x="621157" y="49858"/>
                </a:cubicBezTo>
                <a:lnTo>
                  <a:pt x="621157" y="48098"/>
                </a:lnTo>
                <a:cubicBezTo>
                  <a:pt x="621157" y="44703"/>
                  <a:pt x="620328" y="42283"/>
                  <a:pt x="618670" y="40838"/>
                </a:cubicBezTo>
                <a:cubicBezTo>
                  <a:pt x="617012" y="39391"/>
                  <a:pt x="613883" y="38668"/>
                  <a:pt x="609283" y="38668"/>
                </a:cubicBezTo>
                <a:cubicBezTo>
                  <a:pt x="606175" y="38668"/>
                  <a:pt x="603750" y="39293"/>
                  <a:pt x="602010" y="40545"/>
                </a:cubicBezTo>
                <a:cubicBezTo>
                  <a:pt x="600269" y="41794"/>
                  <a:pt x="598860" y="43987"/>
                  <a:pt x="597782" y="47123"/>
                </a:cubicBezTo>
                <a:moveTo>
                  <a:pt x="621157" y="61297"/>
                </a:moveTo>
                <a:cubicBezTo>
                  <a:pt x="618919" y="62034"/>
                  <a:pt x="615375" y="62914"/>
                  <a:pt x="610526" y="63939"/>
                </a:cubicBezTo>
                <a:cubicBezTo>
                  <a:pt x="605677" y="64962"/>
                  <a:pt x="602507" y="65965"/>
                  <a:pt x="601015" y="66948"/>
                </a:cubicBezTo>
                <a:cubicBezTo>
                  <a:pt x="598735" y="68545"/>
                  <a:pt x="597596" y="70572"/>
                  <a:pt x="597596" y="73029"/>
                </a:cubicBezTo>
                <a:cubicBezTo>
                  <a:pt x="597596" y="75446"/>
                  <a:pt x="598507" y="77535"/>
                  <a:pt x="600331" y="79296"/>
                </a:cubicBezTo>
                <a:cubicBezTo>
                  <a:pt x="602155" y="81056"/>
                  <a:pt x="604475" y="81936"/>
                  <a:pt x="607294" y="81936"/>
                </a:cubicBezTo>
                <a:cubicBezTo>
                  <a:pt x="610444" y="81936"/>
                  <a:pt x="613448" y="80912"/>
                  <a:pt x="616308" y="78865"/>
                </a:cubicBezTo>
                <a:cubicBezTo>
                  <a:pt x="618422" y="77309"/>
                  <a:pt x="619810" y="75405"/>
                  <a:pt x="620473" y="73151"/>
                </a:cubicBezTo>
                <a:cubicBezTo>
                  <a:pt x="620929" y="71677"/>
                  <a:pt x="621157" y="68873"/>
                  <a:pt x="621157" y="64737"/>
                </a:cubicBezTo>
                <a:lnTo>
                  <a:pt x="621157" y="61297"/>
                </a:lnTo>
                <a:close/>
                <a:moveTo>
                  <a:pt x="649361" y="73979"/>
                </a:moveTo>
                <a:lnTo>
                  <a:pt x="666892" y="71243"/>
                </a:lnTo>
                <a:cubicBezTo>
                  <a:pt x="667638" y="74621"/>
                  <a:pt x="669151" y="77186"/>
                  <a:pt x="671431" y="78937"/>
                </a:cubicBezTo>
                <a:cubicBezTo>
                  <a:pt x="673710" y="80688"/>
                  <a:pt x="676901" y="81563"/>
                  <a:pt x="681004" y="81563"/>
                </a:cubicBezTo>
                <a:cubicBezTo>
                  <a:pt x="685522" y="81563"/>
                  <a:pt x="688920" y="80736"/>
                  <a:pt x="691200" y="79080"/>
                </a:cubicBezTo>
                <a:cubicBezTo>
                  <a:pt x="692733" y="77921"/>
                  <a:pt x="693500" y="76369"/>
                  <a:pt x="693500" y="74424"/>
                </a:cubicBezTo>
                <a:cubicBezTo>
                  <a:pt x="693500" y="73099"/>
                  <a:pt x="693085" y="72002"/>
                  <a:pt x="692257" y="71133"/>
                </a:cubicBezTo>
                <a:cubicBezTo>
                  <a:pt x="691386" y="70305"/>
                  <a:pt x="689438" y="69540"/>
                  <a:pt x="686413" y="68836"/>
                </a:cubicBezTo>
                <a:cubicBezTo>
                  <a:pt x="672322" y="65733"/>
                  <a:pt x="663390" y="62898"/>
                  <a:pt x="659619" y="60331"/>
                </a:cubicBezTo>
                <a:cubicBezTo>
                  <a:pt x="654397" y="56770"/>
                  <a:pt x="651786" y="51821"/>
                  <a:pt x="651786" y="45487"/>
                </a:cubicBezTo>
                <a:cubicBezTo>
                  <a:pt x="651786" y="39773"/>
                  <a:pt x="654045" y="34970"/>
                  <a:pt x="658562" y="31078"/>
                </a:cubicBezTo>
                <a:cubicBezTo>
                  <a:pt x="663080" y="27186"/>
                  <a:pt x="670084" y="25240"/>
                  <a:pt x="679575" y="25240"/>
                </a:cubicBezTo>
                <a:cubicBezTo>
                  <a:pt x="688609" y="25240"/>
                  <a:pt x="695323" y="26706"/>
                  <a:pt x="699717" y="29638"/>
                </a:cubicBezTo>
                <a:cubicBezTo>
                  <a:pt x="704110" y="32570"/>
                  <a:pt x="707135" y="36907"/>
                  <a:pt x="708793" y="42647"/>
                </a:cubicBezTo>
                <a:lnTo>
                  <a:pt x="692319" y="45755"/>
                </a:lnTo>
                <a:cubicBezTo>
                  <a:pt x="691614" y="43185"/>
                  <a:pt x="690278" y="41217"/>
                  <a:pt x="688309" y="39849"/>
                </a:cubicBezTo>
                <a:cubicBezTo>
                  <a:pt x="686340" y="38481"/>
                  <a:pt x="683532" y="37798"/>
                  <a:pt x="679885" y="37798"/>
                </a:cubicBezTo>
                <a:cubicBezTo>
                  <a:pt x="675285" y="37798"/>
                  <a:pt x="671990" y="38439"/>
                  <a:pt x="670001" y="39723"/>
                </a:cubicBezTo>
                <a:cubicBezTo>
                  <a:pt x="668675" y="40632"/>
                  <a:pt x="668011" y="41811"/>
                  <a:pt x="668011" y="43261"/>
                </a:cubicBezTo>
                <a:cubicBezTo>
                  <a:pt x="668011" y="44501"/>
                  <a:pt x="668592" y="45556"/>
                  <a:pt x="669752" y="46425"/>
                </a:cubicBezTo>
                <a:cubicBezTo>
                  <a:pt x="671327" y="47584"/>
                  <a:pt x="676767" y="49219"/>
                  <a:pt x="686071" y="51331"/>
                </a:cubicBezTo>
                <a:cubicBezTo>
                  <a:pt x="695375" y="53442"/>
                  <a:pt x="701872" y="56031"/>
                  <a:pt x="705560" y="59100"/>
                </a:cubicBezTo>
                <a:cubicBezTo>
                  <a:pt x="709207" y="62210"/>
                  <a:pt x="711031" y="66544"/>
                  <a:pt x="711031" y="72100"/>
                </a:cubicBezTo>
                <a:cubicBezTo>
                  <a:pt x="711031" y="78155"/>
                  <a:pt x="708503" y="83360"/>
                  <a:pt x="703447" y="87714"/>
                </a:cubicBezTo>
                <a:cubicBezTo>
                  <a:pt x="698390" y="92068"/>
                  <a:pt x="690910" y="94245"/>
                  <a:pt x="681004" y="94245"/>
                </a:cubicBezTo>
                <a:cubicBezTo>
                  <a:pt x="672011" y="94245"/>
                  <a:pt x="664893" y="92428"/>
                  <a:pt x="659650" y="88792"/>
                </a:cubicBezTo>
                <a:cubicBezTo>
                  <a:pt x="654407" y="85155"/>
                  <a:pt x="650978" y="80218"/>
                  <a:pt x="649361" y="73979"/>
                </a:cubicBezTo>
                <a:close/>
                <a:moveTo>
                  <a:pt x="764538" y="71741"/>
                </a:moveTo>
                <a:lnTo>
                  <a:pt x="781944" y="74725"/>
                </a:lnTo>
                <a:cubicBezTo>
                  <a:pt x="779706" y="81087"/>
                  <a:pt x="776173" y="85930"/>
                  <a:pt x="771345" y="89256"/>
                </a:cubicBezTo>
                <a:cubicBezTo>
                  <a:pt x="766517" y="92582"/>
                  <a:pt x="760476" y="94245"/>
                  <a:pt x="753223" y="94245"/>
                </a:cubicBezTo>
                <a:cubicBezTo>
                  <a:pt x="741743" y="94245"/>
                  <a:pt x="733247" y="90495"/>
                  <a:pt x="727735" y="82993"/>
                </a:cubicBezTo>
                <a:cubicBezTo>
                  <a:pt x="723383" y="76984"/>
                  <a:pt x="721207" y="69399"/>
                  <a:pt x="721207" y="60240"/>
                </a:cubicBezTo>
                <a:cubicBezTo>
                  <a:pt x="721207" y="49298"/>
                  <a:pt x="724067" y="40730"/>
                  <a:pt x="729786" y="34534"/>
                </a:cubicBezTo>
                <a:cubicBezTo>
                  <a:pt x="735506" y="28338"/>
                  <a:pt x="742738" y="25240"/>
                  <a:pt x="751482" y="25240"/>
                </a:cubicBezTo>
                <a:cubicBezTo>
                  <a:pt x="761305" y="25240"/>
                  <a:pt x="769055" y="28483"/>
                  <a:pt x="774733" y="34969"/>
                </a:cubicBezTo>
                <a:cubicBezTo>
                  <a:pt x="780411" y="41455"/>
                  <a:pt x="783125" y="51391"/>
                  <a:pt x="782877" y="64778"/>
                </a:cubicBezTo>
                <a:lnTo>
                  <a:pt x="739111" y="64778"/>
                </a:lnTo>
                <a:cubicBezTo>
                  <a:pt x="739236" y="69959"/>
                  <a:pt x="740645" y="73989"/>
                  <a:pt x="743339" y="76870"/>
                </a:cubicBezTo>
                <a:cubicBezTo>
                  <a:pt x="746032" y="79750"/>
                  <a:pt x="749389" y="81190"/>
                  <a:pt x="753410" y="81190"/>
                </a:cubicBezTo>
                <a:cubicBezTo>
                  <a:pt x="756145" y="81190"/>
                  <a:pt x="758445" y="80444"/>
                  <a:pt x="760310" y="78952"/>
                </a:cubicBezTo>
                <a:cubicBezTo>
                  <a:pt x="762175" y="77460"/>
                  <a:pt x="763584" y="75056"/>
                  <a:pt x="764538" y="71741"/>
                </a:cubicBezTo>
                <a:moveTo>
                  <a:pt x="765532" y="54085"/>
                </a:moveTo>
                <a:cubicBezTo>
                  <a:pt x="765408" y="49050"/>
                  <a:pt x="764102" y="45221"/>
                  <a:pt x="761616" y="42600"/>
                </a:cubicBezTo>
                <a:cubicBezTo>
                  <a:pt x="759129" y="39979"/>
                  <a:pt x="756104" y="38668"/>
                  <a:pt x="752539" y="38668"/>
                </a:cubicBezTo>
                <a:cubicBezTo>
                  <a:pt x="748726" y="38668"/>
                  <a:pt x="745577" y="40050"/>
                  <a:pt x="743090" y="42816"/>
                </a:cubicBezTo>
                <a:cubicBezTo>
                  <a:pt x="740603" y="45582"/>
                  <a:pt x="739381" y="49339"/>
                  <a:pt x="739422" y="54085"/>
                </a:cubicBezTo>
                <a:lnTo>
                  <a:pt x="765532" y="54085"/>
                </a:lnTo>
                <a:close/>
                <a:moveTo>
                  <a:pt x="827369" y="26732"/>
                </a:moveTo>
                <a:lnTo>
                  <a:pt x="827369" y="40657"/>
                </a:lnTo>
                <a:lnTo>
                  <a:pt x="815433" y="40657"/>
                </a:lnTo>
                <a:lnTo>
                  <a:pt x="815433" y="67222"/>
                </a:lnTo>
                <a:cubicBezTo>
                  <a:pt x="815433" y="72602"/>
                  <a:pt x="815547" y="75737"/>
                  <a:pt x="815775" y="76627"/>
                </a:cubicBezTo>
                <a:cubicBezTo>
                  <a:pt x="816003" y="77515"/>
                  <a:pt x="816521" y="78250"/>
                  <a:pt x="817329" y="78830"/>
                </a:cubicBezTo>
                <a:cubicBezTo>
                  <a:pt x="818137" y="79409"/>
                  <a:pt x="819121" y="79698"/>
                  <a:pt x="820282" y="79698"/>
                </a:cubicBezTo>
                <a:cubicBezTo>
                  <a:pt x="821898" y="79698"/>
                  <a:pt x="824240" y="79139"/>
                  <a:pt x="827307" y="78020"/>
                </a:cubicBezTo>
                <a:lnTo>
                  <a:pt x="828799" y="91623"/>
                </a:lnTo>
                <a:cubicBezTo>
                  <a:pt x="824737" y="93371"/>
                  <a:pt x="820137" y="94245"/>
                  <a:pt x="814998" y="94245"/>
                </a:cubicBezTo>
                <a:cubicBezTo>
                  <a:pt x="811848" y="94245"/>
                  <a:pt x="809009" y="93717"/>
                  <a:pt x="806481" y="92660"/>
                </a:cubicBezTo>
                <a:cubicBezTo>
                  <a:pt x="803953" y="91603"/>
                  <a:pt x="802098" y="90236"/>
                  <a:pt x="800917" y="88557"/>
                </a:cubicBezTo>
                <a:cubicBezTo>
                  <a:pt x="799736" y="86878"/>
                  <a:pt x="798917" y="84609"/>
                  <a:pt x="798461" y="81750"/>
                </a:cubicBezTo>
                <a:cubicBezTo>
                  <a:pt x="798088" y="79719"/>
                  <a:pt x="797902" y="75616"/>
                  <a:pt x="797902" y="69441"/>
                </a:cubicBezTo>
                <a:lnTo>
                  <a:pt x="797902" y="40657"/>
                </a:lnTo>
                <a:lnTo>
                  <a:pt x="789882" y="40657"/>
                </a:lnTo>
                <a:lnTo>
                  <a:pt x="789882" y="26732"/>
                </a:lnTo>
                <a:lnTo>
                  <a:pt x="797902" y="26732"/>
                </a:lnTo>
                <a:lnTo>
                  <a:pt x="797902" y="13552"/>
                </a:lnTo>
                <a:lnTo>
                  <a:pt x="815433" y="3233"/>
                </a:lnTo>
                <a:lnTo>
                  <a:pt x="815433" y="26732"/>
                </a:lnTo>
                <a:lnTo>
                  <a:pt x="827369" y="26732"/>
                </a:lnTo>
                <a:close/>
                <a:moveTo>
                  <a:pt x="870347" y="63162"/>
                </a:moveTo>
                <a:lnTo>
                  <a:pt x="888251" y="61421"/>
                </a:lnTo>
                <a:cubicBezTo>
                  <a:pt x="889328" y="67453"/>
                  <a:pt x="891515" y="71883"/>
                  <a:pt x="894810" y="74711"/>
                </a:cubicBezTo>
                <a:cubicBezTo>
                  <a:pt x="898104" y="77539"/>
                  <a:pt x="902549" y="78952"/>
                  <a:pt x="908144" y="78952"/>
                </a:cubicBezTo>
                <a:cubicBezTo>
                  <a:pt x="914071" y="78952"/>
                  <a:pt x="918537" y="77695"/>
                  <a:pt x="921541" y="75179"/>
                </a:cubicBezTo>
                <a:cubicBezTo>
                  <a:pt x="924546" y="72664"/>
                  <a:pt x="926048" y="69722"/>
                  <a:pt x="926048" y="66354"/>
                </a:cubicBezTo>
                <a:cubicBezTo>
                  <a:pt x="926048" y="64192"/>
                  <a:pt x="925416" y="62353"/>
                  <a:pt x="924152" y="60836"/>
                </a:cubicBezTo>
                <a:cubicBezTo>
                  <a:pt x="922888" y="59318"/>
                  <a:pt x="920681" y="57998"/>
                  <a:pt x="917532" y="56875"/>
                </a:cubicBezTo>
                <a:cubicBezTo>
                  <a:pt x="915376" y="56128"/>
                  <a:pt x="910465" y="54799"/>
                  <a:pt x="902798" y="52889"/>
                </a:cubicBezTo>
                <a:cubicBezTo>
                  <a:pt x="892934" y="50438"/>
                  <a:pt x="886013" y="47427"/>
                  <a:pt x="882034" y="43855"/>
                </a:cubicBezTo>
                <a:cubicBezTo>
                  <a:pt x="876439" y="38830"/>
                  <a:pt x="873642" y="32704"/>
                  <a:pt x="873642" y="25479"/>
                </a:cubicBezTo>
                <a:cubicBezTo>
                  <a:pt x="873642" y="20828"/>
                  <a:pt x="874958" y="16478"/>
                  <a:pt x="877589" y="12430"/>
                </a:cubicBezTo>
                <a:cubicBezTo>
                  <a:pt x="880221" y="8380"/>
                  <a:pt x="884013" y="5296"/>
                  <a:pt x="888966" y="3178"/>
                </a:cubicBezTo>
                <a:cubicBezTo>
                  <a:pt x="893918" y="1059"/>
                  <a:pt x="899897" y="0"/>
                  <a:pt x="906901" y="0"/>
                </a:cubicBezTo>
                <a:cubicBezTo>
                  <a:pt x="918340" y="0"/>
                  <a:pt x="926950" y="2519"/>
                  <a:pt x="932731" y="7557"/>
                </a:cubicBezTo>
                <a:cubicBezTo>
                  <a:pt x="938513" y="12594"/>
                  <a:pt x="941549" y="19317"/>
                  <a:pt x="941839" y="27727"/>
                </a:cubicBezTo>
                <a:lnTo>
                  <a:pt x="923437" y="28473"/>
                </a:lnTo>
                <a:cubicBezTo>
                  <a:pt x="922650" y="23789"/>
                  <a:pt x="920961" y="20422"/>
                  <a:pt x="918371" y="18370"/>
                </a:cubicBezTo>
                <a:cubicBezTo>
                  <a:pt x="915781" y="16319"/>
                  <a:pt x="911895" y="15293"/>
                  <a:pt x="906715" y="15293"/>
                </a:cubicBezTo>
                <a:cubicBezTo>
                  <a:pt x="901368" y="15293"/>
                  <a:pt x="897182" y="16392"/>
                  <a:pt x="894157" y="18590"/>
                </a:cubicBezTo>
                <a:cubicBezTo>
                  <a:pt x="892209" y="19999"/>
                  <a:pt x="891235" y="21885"/>
                  <a:pt x="891235" y="24249"/>
                </a:cubicBezTo>
                <a:cubicBezTo>
                  <a:pt x="891235" y="26405"/>
                  <a:pt x="892147" y="28250"/>
                  <a:pt x="893970" y="29784"/>
                </a:cubicBezTo>
                <a:cubicBezTo>
                  <a:pt x="896291" y="31733"/>
                  <a:pt x="901928" y="33766"/>
                  <a:pt x="910880" y="35884"/>
                </a:cubicBezTo>
                <a:cubicBezTo>
                  <a:pt x="919832" y="38002"/>
                  <a:pt x="926453" y="40192"/>
                  <a:pt x="930742" y="42456"/>
                </a:cubicBezTo>
                <a:cubicBezTo>
                  <a:pt x="935032" y="44719"/>
                  <a:pt x="938389" y="47812"/>
                  <a:pt x="940813" y="51737"/>
                </a:cubicBezTo>
                <a:cubicBezTo>
                  <a:pt x="943238" y="55660"/>
                  <a:pt x="944450" y="60507"/>
                  <a:pt x="944450" y="66280"/>
                </a:cubicBezTo>
                <a:cubicBezTo>
                  <a:pt x="944450" y="71511"/>
                  <a:pt x="942999" y="76410"/>
                  <a:pt x="940098" y="80978"/>
                </a:cubicBezTo>
                <a:cubicBezTo>
                  <a:pt x="937197" y="85546"/>
                  <a:pt x="933094" y="88941"/>
                  <a:pt x="927789" y="91162"/>
                </a:cubicBezTo>
                <a:cubicBezTo>
                  <a:pt x="922484" y="93383"/>
                  <a:pt x="915874" y="94494"/>
                  <a:pt x="907958" y="94494"/>
                </a:cubicBezTo>
                <a:cubicBezTo>
                  <a:pt x="896436" y="94494"/>
                  <a:pt x="887588" y="91826"/>
                  <a:pt x="881413" y="86490"/>
                </a:cubicBezTo>
                <a:cubicBezTo>
                  <a:pt x="875237" y="81154"/>
                  <a:pt x="871549" y="73378"/>
                  <a:pt x="870347" y="63162"/>
                </a:cubicBezTo>
                <a:close/>
                <a:moveTo>
                  <a:pt x="955765" y="58810"/>
                </a:moveTo>
                <a:cubicBezTo>
                  <a:pt x="955765" y="53008"/>
                  <a:pt x="957195" y="47392"/>
                  <a:pt x="960055" y="41963"/>
                </a:cubicBezTo>
                <a:cubicBezTo>
                  <a:pt x="962915" y="36534"/>
                  <a:pt x="966966" y="32389"/>
                  <a:pt x="972209" y="29529"/>
                </a:cubicBezTo>
                <a:cubicBezTo>
                  <a:pt x="977451" y="26670"/>
                  <a:pt x="983305" y="25240"/>
                  <a:pt x="989771" y="25240"/>
                </a:cubicBezTo>
                <a:cubicBezTo>
                  <a:pt x="999759" y="25240"/>
                  <a:pt x="1007944" y="28483"/>
                  <a:pt x="1014327" y="34969"/>
                </a:cubicBezTo>
                <a:cubicBezTo>
                  <a:pt x="1020709" y="41455"/>
                  <a:pt x="1023900" y="49651"/>
                  <a:pt x="1023900" y="59556"/>
                </a:cubicBezTo>
                <a:cubicBezTo>
                  <a:pt x="1023900" y="69544"/>
                  <a:pt x="1020678" y="77823"/>
                  <a:pt x="1014233" y="84392"/>
                </a:cubicBezTo>
                <a:cubicBezTo>
                  <a:pt x="1007789" y="90961"/>
                  <a:pt x="999676" y="94245"/>
                  <a:pt x="989895" y="94245"/>
                </a:cubicBezTo>
                <a:cubicBezTo>
                  <a:pt x="983844" y="94245"/>
                  <a:pt x="978073" y="92878"/>
                  <a:pt x="972582" y="90142"/>
                </a:cubicBezTo>
                <a:cubicBezTo>
                  <a:pt x="967090" y="87407"/>
                  <a:pt x="962915" y="83397"/>
                  <a:pt x="960055" y="78113"/>
                </a:cubicBezTo>
                <a:cubicBezTo>
                  <a:pt x="957195" y="72829"/>
                  <a:pt x="955765" y="66394"/>
                  <a:pt x="955765" y="58810"/>
                </a:cubicBezTo>
                <a:moveTo>
                  <a:pt x="973669" y="59743"/>
                </a:moveTo>
                <a:cubicBezTo>
                  <a:pt x="973669" y="66270"/>
                  <a:pt x="975224" y="71269"/>
                  <a:pt x="978332" y="74740"/>
                </a:cubicBezTo>
                <a:cubicBezTo>
                  <a:pt x="981440" y="78211"/>
                  <a:pt x="985274" y="79947"/>
                  <a:pt x="989833" y="79947"/>
                </a:cubicBezTo>
                <a:cubicBezTo>
                  <a:pt x="994392" y="79947"/>
                  <a:pt x="998215" y="78211"/>
                  <a:pt x="1001303" y="74740"/>
                </a:cubicBezTo>
                <a:cubicBezTo>
                  <a:pt x="1004390" y="71269"/>
                  <a:pt x="1005934" y="66229"/>
                  <a:pt x="1005934" y="59618"/>
                </a:cubicBezTo>
                <a:cubicBezTo>
                  <a:pt x="1005934" y="53174"/>
                  <a:pt x="1004390" y="48216"/>
                  <a:pt x="1001303" y="44745"/>
                </a:cubicBezTo>
                <a:cubicBezTo>
                  <a:pt x="998215" y="41274"/>
                  <a:pt x="994392" y="39538"/>
                  <a:pt x="989833" y="39538"/>
                </a:cubicBezTo>
                <a:cubicBezTo>
                  <a:pt x="985274" y="39538"/>
                  <a:pt x="981440" y="41274"/>
                  <a:pt x="978332" y="44745"/>
                </a:cubicBezTo>
                <a:cubicBezTo>
                  <a:pt x="975224" y="48216"/>
                  <a:pt x="973669" y="53215"/>
                  <a:pt x="973669" y="59743"/>
                </a:cubicBezTo>
                <a:close/>
                <a:moveTo>
                  <a:pt x="1081052" y="92753"/>
                </a:moveTo>
                <a:lnTo>
                  <a:pt x="1081052" y="82869"/>
                </a:lnTo>
                <a:cubicBezTo>
                  <a:pt x="1078649" y="86392"/>
                  <a:pt x="1075489" y="89168"/>
                  <a:pt x="1071572" y="91199"/>
                </a:cubicBezTo>
                <a:cubicBezTo>
                  <a:pt x="1067655" y="93230"/>
                  <a:pt x="1063521" y="94245"/>
                  <a:pt x="1059170" y="94245"/>
                </a:cubicBezTo>
                <a:cubicBezTo>
                  <a:pt x="1054735" y="94245"/>
                  <a:pt x="1050756" y="93271"/>
                  <a:pt x="1047234" y="91323"/>
                </a:cubicBezTo>
                <a:cubicBezTo>
                  <a:pt x="1043711" y="89376"/>
                  <a:pt x="1041162" y="86640"/>
                  <a:pt x="1039587" y="83117"/>
                </a:cubicBezTo>
                <a:cubicBezTo>
                  <a:pt x="1038012" y="79595"/>
                  <a:pt x="1037225" y="74725"/>
                  <a:pt x="1037225" y="68508"/>
                </a:cubicBezTo>
                <a:lnTo>
                  <a:pt x="1037225" y="26732"/>
                </a:lnTo>
                <a:lnTo>
                  <a:pt x="1054694" y="26732"/>
                </a:lnTo>
                <a:lnTo>
                  <a:pt x="1054694" y="56999"/>
                </a:lnTo>
                <a:cubicBezTo>
                  <a:pt x="1054694" y="66262"/>
                  <a:pt x="1055015" y="71938"/>
                  <a:pt x="1055657" y="74025"/>
                </a:cubicBezTo>
                <a:cubicBezTo>
                  <a:pt x="1056300" y="76113"/>
                  <a:pt x="1057470" y="77767"/>
                  <a:pt x="1059170" y="78987"/>
                </a:cubicBezTo>
                <a:cubicBezTo>
                  <a:pt x="1060869" y="80207"/>
                  <a:pt x="1063024" y="80817"/>
                  <a:pt x="1065635" y="80817"/>
                </a:cubicBezTo>
                <a:cubicBezTo>
                  <a:pt x="1068619" y="80817"/>
                  <a:pt x="1071292" y="80001"/>
                  <a:pt x="1073655" y="78367"/>
                </a:cubicBezTo>
                <a:cubicBezTo>
                  <a:pt x="1076017" y="76734"/>
                  <a:pt x="1077633" y="74708"/>
                  <a:pt x="1078504" y="72289"/>
                </a:cubicBezTo>
                <a:cubicBezTo>
                  <a:pt x="1079374" y="69869"/>
                  <a:pt x="1079809" y="63946"/>
                  <a:pt x="1079809" y="54519"/>
                </a:cubicBezTo>
                <a:lnTo>
                  <a:pt x="1079809" y="26732"/>
                </a:lnTo>
                <a:lnTo>
                  <a:pt x="1097278" y="26732"/>
                </a:lnTo>
                <a:lnTo>
                  <a:pt x="1097278" y="92753"/>
                </a:lnTo>
                <a:lnTo>
                  <a:pt x="1081052" y="92753"/>
                </a:lnTo>
                <a:close/>
                <a:moveTo>
                  <a:pt x="1132112" y="92753"/>
                </a:moveTo>
                <a:lnTo>
                  <a:pt x="1114643" y="92753"/>
                </a:lnTo>
                <a:lnTo>
                  <a:pt x="1114643" y="26732"/>
                </a:lnTo>
                <a:lnTo>
                  <a:pt x="1130869" y="26732"/>
                </a:lnTo>
                <a:lnTo>
                  <a:pt x="1130869" y="36119"/>
                </a:lnTo>
                <a:cubicBezTo>
                  <a:pt x="1133645" y="31684"/>
                  <a:pt x="1136143" y="28763"/>
                  <a:pt x="1138360" y="27354"/>
                </a:cubicBezTo>
                <a:cubicBezTo>
                  <a:pt x="1140577" y="25944"/>
                  <a:pt x="1143095" y="25240"/>
                  <a:pt x="1145913" y="25240"/>
                </a:cubicBezTo>
                <a:cubicBezTo>
                  <a:pt x="1149892" y="25240"/>
                  <a:pt x="1153725" y="26338"/>
                  <a:pt x="1157414" y="28535"/>
                </a:cubicBezTo>
                <a:lnTo>
                  <a:pt x="1152005" y="43766"/>
                </a:lnTo>
                <a:cubicBezTo>
                  <a:pt x="1149063" y="41859"/>
                  <a:pt x="1146328" y="40906"/>
                  <a:pt x="1143799" y="40906"/>
                </a:cubicBezTo>
                <a:cubicBezTo>
                  <a:pt x="1141354" y="40906"/>
                  <a:pt x="1139282" y="41579"/>
                  <a:pt x="1137583" y="42926"/>
                </a:cubicBezTo>
                <a:cubicBezTo>
                  <a:pt x="1135884" y="44273"/>
                  <a:pt x="1134547" y="46708"/>
                  <a:pt x="1133573" y="50231"/>
                </a:cubicBezTo>
                <a:cubicBezTo>
                  <a:pt x="1132599" y="53754"/>
                  <a:pt x="1132112" y="61131"/>
                  <a:pt x="1132112" y="72362"/>
                </a:cubicBezTo>
                <a:lnTo>
                  <a:pt x="1132112" y="92753"/>
                </a:lnTo>
                <a:close/>
                <a:moveTo>
                  <a:pt x="1222482" y="46252"/>
                </a:moveTo>
                <a:lnTo>
                  <a:pt x="1205262" y="49361"/>
                </a:lnTo>
                <a:cubicBezTo>
                  <a:pt x="1204682" y="45941"/>
                  <a:pt x="1203366" y="43367"/>
                  <a:pt x="1201315" y="41636"/>
                </a:cubicBezTo>
                <a:cubicBezTo>
                  <a:pt x="1199263" y="39906"/>
                  <a:pt x="1196600" y="39041"/>
                  <a:pt x="1193326" y="39041"/>
                </a:cubicBezTo>
                <a:cubicBezTo>
                  <a:pt x="1188974" y="39041"/>
                  <a:pt x="1185503" y="40539"/>
                  <a:pt x="1182913" y="43534"/>
                </a:cubicBezTo>
                <a:cubicBezTo>
                  <a:pt x="1180323" y="46530"/>
                  <a:pt x="1179028" y="51540"/>
                  <a:pt x="1179028" y="58563"/>
                </a:cubicBezTo>
                <a:cubicBezTo>
                  <a:pt x="1179028" y="66373"/>
                  <a:pt x="1180344" y="71890"/>
                  <a:pt x="1182975" y="75113"/>
                </a:cubicBezTo>
                <a:cubicBezTo>
                  <a:pt x="1185607" y="78336"/>
                  <a:pt x="1189140" y="79947"/>
                  <a:pt x="1193575" y="79947"/>
                </a:cubicBezTo>
                <a:cubicBezTo>
                  <a:pt x="1196890" y="79947"/>
                  <a:pt x="1199605" y="79004"/>
                  <a:pt x="1201719" y="77118"/>
                </a:cubicBezTo>
                <a:cubicBezTo>
                  <a:pt x="1203832" y="75233"/>
                  <a:pt x="1205324" y="71989"/>
                  <a:pt x="1206195" y="67389"/>
                </a:cubicBezTo>
                <a:lnTo>
                  <a:pt x="1223353" y="70373"/>
                </a:lnTo>
                <a:cubicBezTo>
                  <a:pt x="1221571" y="78248"/>
                  <a:pt x="1218151" y="84195"/>
                  <a:pt x="1213095" y="88215"/>
                </a:cubicBezTo>
                <a:cubicBezTo>
                  <a:pt x="1208039" y="92235"/>
                  <a:pt x="1201263" y="94245"/>
                  <a:pt x="1192767" y="94245"/>
                </a:cubicBezTo>
                <a:cubicBezTo>
                  <a:pt x="1183110" y="94245"/>
                  <a:pt x="1175412" y="91199"/>
                  <a:pt x="1169671" y="85107"/>
                </a:cubicBezTo>
                <a:cubicBezTo>
                  <a:pt x="1163931" y="79014"/>
                  <a:pt x="1161061" y="70580"/>
                  <a:pt x="1161061" y="59805"/>
                </a:cubicBezTo>
                <a:cubicBezTo>
                  <a:pt x="1161061" y="48905"/>
                  <a:pt x="1163942" y="40419"/>
                  <a:pt x="1169703" y="34347"/>
                </a:cubicBezTo>
                <a:cubicBezTo>
                  <a:pt x="1175463" y="28276"/>
                  <a:pt x="1183255" y="25240"/>
                  <a:pt x="1193077" y="25240"/>
                </a:cubicBezTo>
                <a:cubicBezTo>
                  <a:pt x="1201118" y="25240"/>
                  <a:pt x="1207511" y="26970"/>
                  <a:pt x="1212256" y="30431"/>
                </a:cubicBezTo>
                <a:cubicBezTo>
                  <a:pt x="1217001" y="33891"/>
                  <a:pt x="1220410" y="39165"/>
                  <a:pt x="1222482" y="46252"/>
                </a:cubicBezTo>
                <a:close/>
                <a:moveTo>
                  <a:pt x="1273937" y="71741"/>
                </a:moveTo>
                <a:lnTo>
                  <a:pt x="1291344" y="74725"/>
                </a:lnTo>
                <a:cubicBezTo>
                  <a:pt x="1289106" y="81087"/>
                  <a:pt x="1285573" y="85930"/>
                  <a:pt x="1280745" y="89256"/>
                </a:cubicBezTo>
                <a:cubicBezTo>
                  <a:pt x="1275916" y="92582"/>
                  <a:pt x="1269876" y="94245"/>
                  <a:pt x="1262623" y="94245"/>
                </a:cubicBezTo>
                <a:cubicBezTo>
                  <a:pt x="1251143" y="94245"/>
                  <a:pt x="1242647" y="90495"/>
                  <a:pt x="1237134" y="82993"/>
                </a:cubicBezTo>
                <a:cubicBezTo>
                  <a:pt x="1232783" y="76984"/>
                  <a:pt x="1230607" y="69399"/>
                  <a:pt x="1230607" y="60240"/>
                </a:cubicBezTo>
                <a:cubicBezTo>
                  <a:pt x="1230607" y="49298"/>
                  <a:pt x="1233467" y="40730"/>
                  <a:pt x="1239186" y="34534"/>
                </a:cubicBezTo>
                <a:cubicBezTo>
                  <a:pt x="1244905" y="28338"/>
                  <a:pt x="1252137" y="25240"/>
                  <a:pt x="1260882" y="25240"/>
                </a:cubicBezTo>
                <a:cubicBezTo>
                  <a:pt x="1270705" y="25240"/>
                  <a:pt x="1278455" y="28483"/>
                  <a:pt x="1284133" y="34969"/>
                </a:cubicBezTo>
                <a:cubicBezTo>
                  <a:pt x="1289811" y="41455"/>
                  <a:pt x="1292525" y="51391"/>
                  <a:pt x="1292277" y="64778"/>
                </a:cubicBezTo>
                <a:lnTo>
                  <a:pt x="1248511" y="64778"/>
                </a:lnTo>
                <a:cubicBezTo>
                  <a:pt x="1248635" y="69959"/>
                  <a:pt x="1250044" y="73989"/>
                  <a:pt x="1252738" y="76870"/>
                </a:cubicBezTo>
                <a:cubicBezTo>
                  <a:pt x="1255432" y="79750"/>
                  <a:pt x="1258789" y="81190"/>
                  <a:pt x="1262809" y="81190"/>
                </a:cubicBezTo>
                <a:cubicBezTo>
                  <a:pt x="1265545" y="81190"/>
                  <a:pt x="1267845" y="80444"/>
                  <a:pt x="1269710" y="78952"/>
                </a:cubicBezTo>
                <a:cubicBezTo>
                  <a:pt x="1271575" y="77460"/>
                  <a:pt x="1272984" y="75056"/>
                  <a:pt x="1273937" y="71741"/>
                </a:cubicBezTo>
                <a:moveTo>
                  <a:pt x="1274932" y="54085"/>
                </a:moveTo>
                <a:cubicBezTo>
                  <a:pt x="1274808" y="49050"/>
                  <a:pt x="1273502" y="45221"/>
                  <a:pt x="1271015" y="42600"/>
                </a:cubicBezTo>
                <a:cubicBezTo>
                  <a:pt x="1268529" y="39979"/>
                  <a:pt x="1265503" y="38668"/>
                  <a:pt x="1261939" y="38668"/>
                </a:cubicBezTo>
                <a:cubicBezTo>
                  <a:pt x="1258126" y="38668"/>
                  <a:pt x="1254976" y="40050"/>
                  <a:pt x="1252490" y="42816"/>
                </a:cubicBezTo>
                <a:cubicBezTo>
                  <a:pt x="1250003" y="45582"/>
                  <a:pt x="1248780" y="49339"/>
                  <a:pt x="1248822" y="54085"/>
                </a:cubicBezTo>
                <a:lnTo>
                  <a:pt x="1274932" y="54085"/>
                </a:lnTo>
                <a:close/>
                <a:moveTo>
                  <a:pt x="1300339" y="73979"/>
                </a:moveTo>
                <a:lnTo>
                  <a:pt x="1317870" y="71243"/>
                </a:lnTo>
                <a:cubicBezTo>
                  <a:pt x="1318616" y="74621"/>
                  <a:pt x="1320129" y="77186"/>
                  <a:pt x="1322408" y="78937"/>
                </a:cubicBezTo>
                <a:cubicBezTo>
                  <a:pt x="1324688" y="80688"/>
                  <a:pt x="1327879" y="81563"/>
                  <a:pt x="1331982" y="81563"/>
                </a:cubicBezTo>
                <a:cubicBezTo>
                  <a:pt x="1336500" y="81563"/>
                  <a:pt x="1339898" y="80736"/>
                  <a:pt x="1342177" y="79080"/>
                </a:cubicBezTo>
                <a:cubicBezTo>
                  <a:pt x="1343711" y="77921"/>
                  <a:pt x="1344478" y="76369"/>
                  <a:pt x="1344478" y="74424"/>
                </a:cubicBezTo>
                <a:cubicBezTo>
                  <a:pt x="1344478" y="73099"/>
                  <a:pt x="1344063" y="72002"/>
                  <a:pt x="1343234" y="71133"/>
                </a:cubicBezTo>
                <a:cubicBezTo>
                  <a:pt x="1342364" y="70305"/>
                  <a:pt x="1340416" y="69540"/>
                  <a:pt x="1337391" y="68836"/>
                </a:cubicBezTo>
                <a:cubicBezTo>
                  <a:pt x="1323299" y="65733"/>
                  <a:pt x="1314368" y="62898"/>
                  <a:pt x="1310597" y="60331"/>
                </a:cubicBezTo>
                <a:cubicBezTo>
                  <a:pt x="1305375" y="56770"/>
                  <a:pt x="1302764" y="51821"/>
                  <a:pt x="1302764" y="45487"/>
                </a:cubicBezTo>
                <a:cubicBezTo>
                  <a:pt x="1302764" y="39773"/>
                  <a:pt x="1305022" y="34970"/>
                  <a:pt x="1309540" y="31078"/>
                </a:cubicBezTo>
                <a:cubicBezTo>
                  <a:pt x="1314057" y="27186"/>
                  <a:pt x="1321061" y="25240"/>
                  <a:pt x="1330552" y="25240"/>
                </a:cubicBezTo>
                <a:cubicBezTo>
                  <a:pt x="1339587" y="25240"/>
                  <a:pt x="1346301" y="26706"/>
                  <a:pt x="1350694" y="29638"/>
                </a:cubicBezTo>
                <a:cubicBezTo>
                  <a:pt x="1355087" y="32570"/>
                  <a:pt x="1358113" y="36907"/>
                  <a:pt x="1359771" y="42647"/>
                </a:cubicBezTo>
                <a:lnTo>
                  <a:pt x="1343296" y="45755"/>
                </a:lnTo>
                <a:cubicBezTo>
                  <a:pt x="1342592" y="43185"/>
                  <a:pt x="1341255" y="41217"/>
                  <a:pt x="1339287" y="39849"/>
                </a:cubicBezTo>
                <a:cubicBezTo>
                  <a:pt x="1337318" y="38481"/>
                  <a:pt x="1334510" y="37798"/>
                  <a:pt x="1330863" y="37798"/>
                </a:cubicBezTo>
                <a:cubicBezTo>
                  <a:pt x="1326263" y="37798"/>
                  <a:pt x="1322968" y="38439"/>
                  <a:pt x="1320978" y="39723"/>
                </a:cubicBezTo>
                <a:cubicBezTo>
                  <a:pt x="1319652" y="40632"/>
                  <a:pt x="1318989" y="41811"/>
                  <a:pt x="1318989" y="43261"/>
                </a:cubicBezTo>
                <a:cubicBezTo>
                  <a:pt x="1318989" y="44501"/>
                  <a:pt x="1319569" y="45556"/>
                  <a:pt x="1320730" y="46425"/>
                </a:cubicBezTo>
                <a:cubicBezTo>
                  <a:pt x="1322305" y="47584"/>
                  <a:pt x="1327744" y="49219"/>
                  <a:pt x="1337049" y="51331"/>
                </a:cubicBezTo>
                <a:cubicBezTo>
                  <a:pt x="1346353" y="53442"/>
                  <a:pt x="1352849" y="56031"/>
                  <a:pt x="1356538" y="59100"/>
                </a:cubicBezTo>
                <a:cubicBezTo>
                  <a:pt x="1360185" y="62210"/>
                  <a:pt x="1362009" y="66544"/>
                  <a:pt x="1362009" y="72100"/>
                </a:cubicBezTo>
                <a:cubicBezTo>
                  <a:pt x="1362009" y="78155"/>
                  <a:pt x="1359481" y="83360"/>
                  <a:pt x="1354424" y="87714"/>
                </a:cubicBezTo>
                <a:cubicBezTo>
                  <a:pt x="1349368" y="92068"/>
                  <a:pt x="1341887" y="94245"/>
                  <a:pt x="1331982" y="94245"/>
                </a:cubicBezTo>
                <a:cubicBezTo>
                  <a:pt x="1322989" y="94245"/>
                  <a:pt x="1315870" y="92428"/>
                  <a:pt x="1310628" y="88792"/>
                </a:cubicBezTo>
                <a:cubicBezTo>
                  <a:pt x="1305385" y="85155"/>
                  <a:pt x="1301955" y="80218"/>
                  <a:pt x="1300339" y="739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C585B9-A558-4CEF-BBC9-796E43DD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80" y="1726476"/>
            <a:ext cx="1909773" cy="318295"/>
          </a:xfrm>
          <a:custGeom xmlns:a="http://schemas.openxmlformats.org/drawingml/2006/main">
            <a:pathLst>
              <a:path w="1909773" h="318295">
                <a:moveTo>
                  <a:pt x="0" y="0"/>
                </a:moveTo>
                <a:lnTo>
                  <a:pt x="1909773" y="0"/>
                </a:lnTo>
                <a:lnTo>
                  <a:pt x="1909773" y="318295"/>
                </a:lnTo>
                <a:lnTo>
                  <a:pt x="0" y="3182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1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ED5287-2529-47A0-8987-0A545A2A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80" y="1726476"/>
            <a:ext cx="1909773" cy="318295"/>
          </a:xfrm>
          <a:custGeom xmlns:a="http://schemas.openxmlformats.org/drawingml/2006/main">
            <a:pathLst>
              <a:path w="1909773" h="318295" fill="none">
                <a:moveTo>
                  <a:pt x="0" y="0"/>
                </a:moveTo>
                <a:lnTo>
                  <a:pt x="1909773" y="0"/>
                </a:lnTo>
                <a:lnTo>
                  <a:pt x="1909773" y="318295"/>
                </a:lnTo>
                <a:lnTo>
                  <a:pt x="0" y="31829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B20000"/>
            </a:solidFill>
            <a:miter/>
          </a:ln>
        </p:spPr>
      </p:sp>
      <p:sp>
        <p:nvSpPr>
          <p:cNvPr id="8" name="Text /r/Scams">
            <a:extLst xmlns:a="http://schemas.openxmlformats.org/drawingml/2006/main">
              <a:ext uri="{FF2B5EF4-FFF2-40B4-BE49-F238E27FC236}">
                <a16:creationId xmlns:a16="http://schemas.microsoft.com/office/drawing/2014/main" id="{A6BE2BEB-38A5-45CD-B38B-9B8993B7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97" y="1830004"/>
            <a:ext cx="524841" cy="94494"/>
          </a:xfrm>
          <a:custGeom xmlns:a="http://schemas.openxmlformats.org/drawingml/2006/main">
            <a:pathLst>
              <a:path w="524841" h="94494">
                <a:moveTo>
                  <a:pt x="0" y="94370"/>
                </a:moveTo>
                <a:lnTo>
                  <a:pt x="22567" y="0"/>
                </a:lnTo>
                <a:lnTo>
                  <a:pt x="35684" y="0"/>
                </a:lnTo>
                <a:lnTo>
                  <a:pt x="12869" y="94370"/>
                </a:lnTo>
                <a:lnTo>
                  <a:pt x="0" y="94370"/>
                </a:lnTo>
                <a:close/>
                <a:moveTo>
                  <a:pt x="61442" y="92753"/>
                </a:moveTo>
                <a:lnTo>
                  <a:pt x="43974" y="92753"/>
                </a:lnTo>
                <a:lnTo>
                  <a:pt x="43974" y="26732"/>
                </a:lnTo>
                <a:lnTo>
                  <a:pt x="60199" y="26732"/>
                </a:lnTo>
                <a:lnTo>
                  <a:pt x="60199" y="36119"/>
                </a:lnTo>
                <a:cubicBezTo>
                  <a:pt x="62976" y="31684"/>
                  <a:pt x="65473" y="28763"/>
                  <a:pt x="67690" y="27354"/>
                </a:cubicBezTo>
                <a:cubicBezTo>
                  <a:pt x="69908" y="25944"/>
                  <a:pt x="72425" y="25240"/>
                  <a:pt x="75244" y="25240"/>
                </a:cubicBezTo>
                <a:cubicBezTo>
                  <a:pt x="79222" y="25240"/>
                  <a:pt x="83056" y="26338"/>
                  <a:pt x="86744" y="28535"/>
                </a:cubicBezTo>
                <a:lnTo>
                  <a:pt x="81336" y="43766"/>
                </a:lnTo>
                <a:cubicBezTo>
                  <a:pt x="78393" y="41859"/>
                  <a:pt x="75658" y="40906"/>
                  <a:pt x="73130" y="40906"/>
                </a:cubicBezTo>
                <a:cubicBezTo>
                  <a:pt x="70685" y="40906"/>
                  <a:pt x="68612" y="41579"/>
                  <a:pt x="66913" y="42926"/>
                </a:cubicBezTo>
                <a:cubicBezTo>
                  <a:pt x="65214" y="44273"/>
                  <a:pt x="63877" y="46708"/>
                  <a:pt x="62903" y="50231"/>
                </a:cubicBezTo>
                <a:cubicBezTo>
                  <a:pt x="61929" y="53754"/>
                  <a:pt x="61442" y="61131"/>
                  <a:pt x="61442" y="72362"/>
                </a:cubicBezTo>
                <a:lnTo>
                  <a:pt x="61442" y="92753"/>
                </a:lnTo>
                <a:close/>
                <a:moveTo>
                  <a:pt x="84921" y="94370"/>
                </a:moveTo>
                <a:lnTo>
                  <a:pt x="107488" y="0"/>
                </a:lnTo>
                <a:lnTo>
                  <a:pt x="120605" y="0"/>
                </a:lnTo>
                <a:lnTo>
                  <a:pt x="97790" y="94370"/>
                </a:lnTo>
                <a:lnTo>
                  <a:pt x="84921" y="94370"/>
                </a:lnTo>
                <a:close/>
                <a:moveTo>
                  <a:pt x="125103" y="63162"/>
                </a:moveTo>
                <a:lnTo>
                  <a:pt x="143007" y="61421"/>
                </a:lnTo>
                <a:cubicBezTo>
                  <a:pt x="144084" y="67453"/>
                  <a:pt x="146270" y="71883"/>
                  <a:pt x="149565" y="74711"/>
                </a:cubicBezTo>
                <a:cubicBezTo>
                  <a:pt x="152860" y="77539"/>
                  <a:pt x="157305" y="78952"/>
                  <a:pt x="162900" y="78952"/>
                </a:cubicBezTo>
                <a:cubicBezTo>
                  <a:pt x="168827" y="78952"/>
                  <a:pt x="173292" y="77695"/>
                  <a:pt x="176297" y="75179"/>
                </a:cubicBezTo>
                <a:cubicBezTo>
                  <a:pt x="179302" y="72664"/>
                  <a:pt x="180804" y="69722"/>
                  <a:pt x="180804" y="66354"/>
                </a:cubicBezTo>
                <a:cubicBezTo>
                  <a:pt x="180804" y="64192"/>
                  <a:pt x="180172" y="62353"/>
                  <a:pt x="178908" y="60836"/>
                </a:cubicBezTo>
                <a:cubicBezTo>
                  <a:pt x="177644" y="59318"/>
                  <a:pt x="175437" y="57998"/>
                  <a:pt x="172287" y="56875"/>
                </a:cubicBezTo>
                <a:cubicBezTo>
                  <a:pt x="170132" y="56128"/>
                  <a:pt x="165221" y="54799"/>
                  <a:pt x="157554" y="52889"/>
                </a:cubicBezTo>
                <a:cubicBezTo>
                  <a:pt x="147690" y="50438"/>
                  <a:pt x="140769" y="47427"/>
                  <a:pt x="136790" y="43855"/>
                </a:cubicBezTo>
                <a:cubicBezTo>
                  <a:pt x="131195" y="38830"/>
                  <a:pt x="128397" y="32704"/>
                  <a:pt x="128397" y="25479"/>
                </a:cubicBezTo>
                <a:cubicBezTo>
                  <a:pt x="128397" y="20828"/>
                  <a:pt x="129713" y="16478"/>
                  <a:pt x="132345" y="12430"/>
                </a:cubicBezTo>
                <a:cubicBezTo>
                  <a:pt x="134977" y="8380"/>
                  <a:pt x="138769" y="5296"/>
                  <a:pt x="143722" y="3178"/>
                </a:cubicBezTo>
                <a:cubicBezTo>
                  <a:pt x="148674" y="1059"/>
                  <a:pt x="154653" y="0"/>
                  <a:pt x="161657" y="0"/>
                </a:cubicBezTo>
                <a:cubicBezTo>
                  <a:pt x="173095" y="0"/>
                  <a:pt x="181706" y="2519"/>
                  <a:pt x="187487" y="7557"/>
                </a:cubicBezTo>
                <a:cubicBezTo>
                  <a:pt x="193269" y="12594"/>
                  <a:pt x="196305" y="19317"/>
                  <a:pt x="196595" y="27727"/>
                </a:cubicBezTo>
                <a:lnTo>
                  <a:pt x="178193" y="28473"/>
                </a:lnTo>
                <a:cubicBezTo>
                  <a:pt x="177406" y="23789"/>
                  <a:pt x="175717" y="20422"/>
                  <a:pt x="173127" y="18370"/>
                </a:cubicBezTo>
                <a:cubicBezTo>
                  <a:pt x="170536" y="16319"/>
                  <a:pt x="166651" y="15293"/>
                  <a:pt x="161470" y="15293"/>
                </a:cubicBezTo>
                <a:cubicBezTo>
                  <a:pt x="156124" y="15293"/>
                  <a:pt x="151938" y="16392"/>
                  <a:pt x="148912" y="18590"/>
                </a:cubicBezTo>
                <a:cubicBezTo>
                  <a:pt x="146965" y="19999"/>
                  <a:pt x="145991" y="21885"/>
                  <a:pt x="145991" y="24249"/>
                </a:cubicBezTo>
                <a:cubicBezTo>
                  <a:pt x="145991" y="26405"/>
                  <a:pt x="146902" y="28250"/>
                  <a:pt x="148726" y="29784"/>
                </a:cubicBezTo>
                <a:cubicBezTo>
                  <a:pt x="151047" y="31733"/>
                  <a:pt x="156683" y="33766"/>
                  <a:pt x="165635" y="35884"/>
                </a:cubicBezTo>
                <a:cubicBezTo>
                  <a:pt x="174587" y="38002"/>
                  <a:pt x="181208" y="40192"/>
                  <a:pt x="185498" y="42456"/>
                </a:cubicBezTo>
                <a:cubicBezTo>
                  <a:pt x="189787" y="44719"/>
                  <a:pt x="193144" y="47812"/>
                  <a:pt x="195569" y="51737"/>
                </a:cubicBezTo>
                <a:cubicBezTo>
                  <a:pt x="197993" y="55660"/>
                  <a:pt x="199206" y="60507"/>
                  <a:pt x="199206" y="66280"/>
                </a:cubicBezTo>
                <a:cubicBezTo>
                  <a:pt x="199206" y="71511"/>
                  <a:pt x="197755" y="76410"/>
                  <a:pt x="194854" y="80978"/>
                </a:cubicBezTo>
                <a:cubicBezTo>
                  <a:pt x="191953" y="85546"/>
                  <a:pt x="187850" y="88941"/>
                  <a:pt x="182545" y="91162"/>
                </a:cubicBezTo>
                <a:cubicBezTo>
                  <a:pt x="177240" y="93383"/>
                  <a:pt x="170630" y="94494"/>
                  <a:pt x="162714" y="94494"/>
                </a:cubicBezTo>
                <a:cubicBezTo>
                  <a:pt x="151192" y="94494"/>
                  <a:pt x="142344" y="91826"/>
                  <a:pt x="136168" y="86490"/>
                </a:cubicBezTo>
                <a:cubicBezTo>
                  <a:pt x="129993" y="81154"/>
                  <a:pt x="126304" y="73378"/>
                  <a:pt x="125103" y="63162"/>
                </a:cubicBezTo>
                <a:close/>
                <a:moveTo>
                  <a:pt x="272129" y="46252"/>
                </a:moveTo>
                <a:lnTo>
                  <a:pt x="254908" y="49361"/>
                </a:lnTo>
                <a:cubicBezTo>
                  <a:pt x="254328" y="45941"/>
                  <a:pt x="253012" y="43367"/>
                  <a:pt x="250961" y="41636"/>
                </a:cubicBezTo>
                <a:cubicBezTo>
                  <a:pt x="248909" y="39906"/>
                  <a:pt x="246246" y="39041"/>
                  <a:pt x="242972" y="39041"/>
                </a:cubicBezTo>
                <a:cubicBezTo>
                  <a:pt x="238621" y="39041"/>
                  <a:pt x="235150" y="40539"/>
                  <a:pt x="232559" y="43534"/>
                </a:cubicBezTo>
                <a:cubicBezTo>
                  <a:pt x="229969" y="46530"/>
                  <a:pt x="228674" y="51540"/>
                  <a:pt x="228674" y="58563"/>
                </a:cubicBezTo>
                <a:cubicBezTo>
                  <a:pt x="228674" y="66373"/>
                  <a:pt x="229990" y="71890"/>
                  <a:pt x="232621" y="75113"/>
                </a:cubicBezTo>
                <a:cubicBezTo>
                  <a:pt x="235253" y="78336"/>
                  <a:pt x="238786" y="79947"/>
                  <a:pt x="243221" y="79947"/>
                </a:cubicBezTo>
                <a:cubicBezTo>
                  <a:pt x="246536" y="79947"/>
                  <a:pt x="249251" y="79004"/>
                  <a:pt x="251365" y="77118"/>
                </a:cubicBezTo>
                <a:cubicBezTo>
                  <a:pt x="253478" y="75233"/>
                  <a:pt x="254970" y="71989"/>
                  <a:pt x="255841" y="67389"/>
                </a:cubicBezTo>
                <a:lnTo>
                  <a:pt x="272999" y="70373"/>
                </a:lnTo>
                <a:cubicBezTo>
                  <a:pt x="271217" y="78248"/>
                  <a:pt x="267798" y="84195"/>
                  <a:pt x="262741" y="88215"/>
                </a:cubicBezTo>
                <a:cubicBezTo>
                  <a:pt x="257685" y="92235"/>
                  <a:pt x="250909" y="94245"/>
                  <a:pt x="242413" y="94245"/>
                </a:cubicBezTo>
                <a:cubicBezTo>
                  <a:pt x="232756" y="94245"/>
                  <a:pt x="225058" y="91199"/>
                  <a:pt x="219318" y="85107"/>
                </a:cubicBezTo>
                <a:cubicBezTo>
                  <a:pt x="213578" y="79014"/>
                  <a:pt x="210708" y="70580"/>
                  <a:pt x="210708" y="59805"/>
                </a:cubicBezTo>
                <a:cubicBezTo>
                  <a:pt x="210708" y="48905"/>
                  <a:pt x="213588" y="40419"/>
                  <a:pt x="219349" y="34347"/>
                </a:cubicBezTo>
                <a:cubicBezTo>
                  <a:pt x="225110" y="28276"/>
                  <a:pt x="232901" y="25240"/>
                  <a:pt x="242724" y="25240"/>
                </a:cubicBezTo>
                <a:cubicBezTo>
                  <a:pt x="250764" y="25240"/>
                  <a:pt x="257157" y="26970"/>
                  <a:pt x="261902" y="30431"/>
                </a:cubicBezTo>
                <a:cubicBezTo>
                  <a:pt x="266648" y="33891"/>
                  <a:pt x="270056" y="39165"/>
                  <a:pt x="272129" y="46252"/>
                </a:cubicBezTo>
                <a:close/>
                <a:moveTo>
                  <a:pt x="298406" y="47123"/>
                </a:moveTo>
                <a:lnTo>
                  <a:pt x="282553" y="44263"/>
                </a:lnTo>
                <a:cubicBezTo>
                  <a:pt x="284335" y="37796"/>
                  <a:pt x="287402" y="33009"/>
                  <a:pt x="291754" y="29902"/>
                </a:cubicBezTo>
                <a:cubicBezTo>
                  <a:pt x="296106" y="26794"/>
                  <a:pt x="302571" y="25240"/>
                  <a:pt x="311150" y="25240"/>
                </a:cubicBezTo>
                <a:cubicBezTo>
                  <a:pt x="318942" y="25240"/>
                  <a:pt x="324744" y="26162"/>
                  <a:pt x="328557" y="28006"/>
                </a:cubicBezTo>
                <a:cubicBezTo>
                  <a:pt x="332370" y="29851"/>
                  <a:pt x="335053" y="32192"/>
                  <a:pt x="336608" y="35031"/>
                </a:cubicBezTo>
                <a:cubicBezTo>
                  <a:pt x="338162" y="37870"/>
                  <a:pt x="338939" y="43082"/>
                  <a:pt x="338939" y="50666"/>
                </a:cubicBezTo>
                <a:lnTo>
                  <a:pt x="338752" y="71057"/>
                </a:lnTo>
                <a:cubicBezTo>
                  <a:pt x="338752" y="76859"/>
                  <a:pt x="339032" y="81138"/>
                  <a:pt x="339592" y="83894"/>
                </a:cubicBezTo>
                <a:cubicBezTo>
                  <a:pt x="340151" y="86651"/>
                  <a:pt x="341198" y="89603"/>
                  <a:pt x="342731" y="92753"/>
                </a:cubicBezTo>
                <a:lnTo>
                  <a:pt x="325449" y="92753"/>
                </a:lnTo>
                <a:cubicBezTo>
                  <a:pt x="324993" y="91593"/>
                  <a:pt x="324433" y="89873"/>
                  <a:pt x="323770" y="87593"/>
                </a:cubicBezTo>
                <a:cubicBezTo>
                  <a:pt x="323480" y="86557"/>
                  <a:pt x="323273" y="85873"/>
                  <a:pt x="323148" y="85542"/>
                </a:cubicBezTo>
                <a:cubicBezTo>
                  <a:pt x="320164" y="88443"/>
                  <a:pt x="316973" y="90619"/>
                  <a:pt x="313575" y="92069"/>
                </a:cubicBezTo>
                <a:cubicBezTo>
                  <a:pt x="310176" y="93520"/>
                  <a:pt x="306550" y="94245"/>
                  <a:pt x="302695" y="94245"/>
                </a:cubicBezTo>
                <a:cubicBezTo>
                  <a:pt x="295899" y="94245"/>
                  <a:pt x="290542" y="92409"/>
                  <a:pt x="286625" y="88736"/>
                </a:cubicBezTo>
                <a:cubicBezTo>
                  <a:pt x="282709" y="85063"/>
                  <a:pt x="280751" y="80420"/>
                  <a:pt x="280751" y="74806"/>
                </a:cubicBezTo>
                <a:cubicBezTo>
                  <a:pt x="280751" y="71092"/>
                  <a:pt x="281642" y="67780"/>
                  <a:pt x="283424" y="64871"/>
                </a:cubicBezTo>
                <a:cubicBezTo>
                  <a:pt x="285206" y="61961"/>
                  <a:pt x="287703" y="59732"/>
                  <a:pt x="290915" y="58184"/>
                </a:cubicBezTo>
                <a:cubicBezTo>
                  <a:pt x="294127" y="56637"/>
                  <a:pt x="298758" y="55285"/>
                  <a:pt x="304809" y="54130"/>
                </a:cubicBezTo>
                <a:cubicBezTo>
                  <a:pt x="312974" y="52603"/>
                  <a:pt x="318631" y="51179"/>
                  <a:pt x="321781" y="49858"/>
                </a:cubicBezTo>
                <a:lnTo>
                  <a:pt x="321781" y="48098"/>
                </a:lnTo>
                <a:cubicBezTo>
                  <a:pt x="321781" y="44703"/>
                  <a:pt x="320952" y="42283"/>
                  <a:pt x="319294" y="40838"/>
                </a:cubicBezTo>
                <a:cubicBezTo>
                  <a:pt x="317636" y="39391"/>
                  <a:pt x="314507" y="38668"/>
                  <a:pt x="309907" y="38668"/>
                </a:cubicBezTo>
                <a:cubicBezTo>
                  <a:pt x="306799" y="38668"/>
                  <a:pt x="304374" y="39293"/>
                  <a:pt x="302633" y="40545"/>
                </a:cubicBezTo>
                <a:cubicBezTo>
                  <a:pt x="300893" y="41794"/>
                  <a:pt x="299484" y="43987"/>
                  <a:pt x="298406" y="47123"/>
                </a:cubicBezTo>
                <a:moveTo>
                  <a:pt x="321781" y="61297"/>
                </a:moveTo>
                <a:cubicBezTo>
                  <a:pt x="319543" y="62034"/>
                  <a:pt x="315999" y="62914"/>
                  <a:pt x="311150" y="63939"/>
                </a:cubicBezTo>
                <a:cubicBezTo>
                  <a:pt x="306301" y="64962"/>
                  <a:pt x="303131" y="65965"/>
                  <a:pt x="301639" y="66948"/>
                </a:cubicBezTo>
                <a:cubicBezTo>
                  <a:pt x="299359" y="68545"/>
                  <a:pt x="298219" y="70572"/>
                  <a:pt x="298219" y="73029"/>
                </a:cubicBezTo>
                <a:cubicBezTo>
                  <a:pt x="298219" y="75446"/>
                  <a:pt x="299131" y="77535"/>
                  <a:pt x="300955" y="79296"/>
                </a:cubicBezTo>
                <a:cubicBezTo>
                  <a:pt x="302778" y="81056"/>
                  <a:pt x="305099" y="81936"/>
                  <a:pt x="307918" y="81936"/>
                </a:cubicBezTo>
                <a:cubicBezTo>
                  <a:pt x="311067" y="81936"/>
                  <a:pt x="314072" y="80912"/>
                  <a:pt x="316932" y="78865"/>
                </a:cubicBezTo>
                <a:cubicBezTo>
                  <a:pt x="319045" y="77309"/>
                  <a:pt x="320434" y="75405"/>
                  <a:pt x="321097" y="73151"/>
                </a:cubicBezTo>
                <a:cubicBezTo>
                  <a:pt x="321553" y="71677"/>
                  <a:pt x="321781" y="68873"/>
                  <a:pt x="321781" y="64737"/>
                </a:cubicBezTo>
                <a:lnTo>
                  <a:pt x="321781" y="61297"/>
                </a:lnTo>
                <a:close/>
                <a:moveTo>
                  <a:pt x="354834" y="26732"/>
                </a:moveTo>
                <a:lnTo>
                  <a:pt x="370935" y="26732"/>
                </a:lnTo>
                <a:lnTo>
                  <a:pt x="370935" y="35746"/>
                </a:lnTo>
                <a:cubicBezTo>
                  <a:pt x="376696" y="28742"/>
                  <a:pt x="383555" y="25240"/>
                  <a:pt x="391513" y="25240"/>
                </a:cubicBezTo>
                <a:cubicBezTo>
                  <a:pt x="395740" y="25240"/>
                  <a:pt x="399408" y="26114"/>
                  <a:pt x="402516" y="27862"/>
                </a:cubicBezTo>
                <a:cubicBezTo>
                  <a:pt x="405625" y="29611"/>
                  <a:pt x="408174" y="32255"/>
                  <a:pt x="410163" y="35795"/>
                </a:cubicBezTo>
                <a:cubicBezTo>
                  <a:pt x="413064" y="32255"/>
                  <a:pt x="416193" y="29611"/>
                  <a:pt x="419550" y="27862"/>
                </a:cubicBezTo>
                <a:cubicBezTo>
                  <a:pt x="422907" y="26114"/>
                  <a:pt x="426492" y="25240"/>
                  <a:pt x="430305" y="25240"/>
                </a:cubicBezTo>
                <a:cubicBezTo>
                  <a:pt x="435154" y="25240"/>
                  <a:pt x="439257" y="26224"/>
                  <a:pt x="442614" y="28193"/>
                </a:cubicBezTo>
                <a:cubicBezTo>
                  <a:pt x="445971" y="30161"/>
                  <a:pt x="448478" y="33052"/>
                  <a:pt x="450136" y="36865"/>
                </a:cubicBezTo>
                <a:cubicBezTo>
                  <a:pt x="451338" y="39683"/>
                  <a:pt x="451939" y="44242"/>
                  <a:pt x="451939" y="50542"/>
                </a:cubicBezTo>
                <a:lnTo>
                  <a:pt x="451939" y="92753"/>
                </a:lnTo>
                <a:lnTo>
                  <a:pt x="434470" y="92753"/>
                </a:lnTo>
                <a:lnTo>
                  <a:pt x="434470" y="55061"/>
                </a:lnTo>
                <a:cubicBezTo>
                  <a:pt x="434470" y="48520"/>
                  <a:pt x="433869" y="44298"/>
                  <a:pt x="432667" y="42394"/>
                </a:cubicBezTo>
                <a:cubicBezTo>
                  <a:pt x="431051" y="39910"/>
                  <a:pt x="428564" y="38668"/>
                  <a:pt x="425207" y="38668"/>
                </a:cubicBezTo>
                <a:cubicBezTo>
                  <a:pt x="422762" y="38668"/>
                  <a:pt x="420462" y="39413"/>
                  <a:pt x="418307" y="40904"/>
                </a:cubicBezTo>
                <a:cubicBezTo>
                  <a:pt x="416152" y="42393"/>
                  <a:pt x="414597" y="44577"/>
                  <a:pt x="413644" y="47455"/>
                </a:cubicBezTo>
                <a:cubicBezTo>
                  <a:pt x="412691" y="50331"/>
                  <a:pt x="412214" y="54875"/>
                  <a:pt x="412214" y="61085"/>
                </a:cubicBezTo>
                <a:lnTo>
                  <a:pt x="412214" y="92753"/>
                </a:lnTo>
                <a:lnTo>
                  <a:pt x="394745" y="92753"/>
                </a:lnTo>
                <a:lnTo>
                  <a:pt x="394745" y="56613"/>
                </a:lnTo>
                <a:cubicBezTo>
                  <a:pt x="394745" y="50197"/>
                  <a:pt x="394435" y="46057"/>
                  <a:pt x="393813" y="44195"/>
                </a:cubicBezTo>
                <a:cubicBezTo>
                  <a:pt x="393191" y="42331"/>
                  <a:pt x="392228" y="40944"/>
                  <a:pt x="390922" y="40034"/>
                </a:cubicBezTo>
                <a:cubicBezTo>
                  <a:pt x="389617" y="39123"/>
                  <a:pt x="387845" y="38668"/>
                  <a:pt x="385607" y="38668"/>
                </a:cubicBezTo>
                <a:cubicBezTo>
                  <a:pt x="382913" y="38668"/>
                  <a:pt x="380488" y="39393"/>
                  <a:pt x="378333" y="40842"/>
                </a:cubicBezTo>
                <a:cubicBezTo>
                  <a:pt x="376178" y="42290"/>
                  <a:pt x="374634" y="44380"/>
                  <a:pt x="373702" y="47113"/>
                </a:cubicBezTo>
                <a:cubicBezTo>
                  <a:pt x="372769" y="49846"/>
                  <a:pt x="372303" y="54379"/>
                  <a:pt x="372303" y="60712"/>
                </a:cubicBezTo>
                <a:lnTo>
                  <a:pt x="372303" y="92753"/>
                </a:lnTo>
                <a:lnTo>
                  <a:pt x="354834" y="92753"/>
                </a:lnTo>
                <a:lnTo>
                  <a:pt x="354834" y="26732"/>
                </a:lnTo>
                <a:close/>
                <a:moveTo>
                  <a:pt x="463171" y="73979"/>
                </a:moveTo>
                <a:lnTo>
                  <a:pt x="480702" y="71243"/>
                </a:lnTo>
                <a:cubicBezTo>
                  <a:pt x="481448" y="74621"/>
                  <a:pt x="482961" y="77186"/>
                  <a:pt x="485240" y="78937"/>
                </a:cubicBezTo>
                <a:cubicBezTo>
                  <a:pt x="487520" y="80688"/>
                  <a:pt x="490711" y="81563"/>
                  <a:pt x="494814" y="81563"/>
                </a:cubicBezTo>
                <a:cubicBezTo>
                  <a:pt x="499332" y="81563"/>
                  <a:pt x="502730" y="80736"/>
                  <a:pt x="505009" y="79080"/>
                </a:cubicBezTo>
                <a:cubicBezTo>
                  <a:pt x="506543" y="77921"/>
                  <a:pt x="507310" y="76369"/>
                  <a:pt x="507310" y="74424"/>
                </a:cubicBezTo>
                <a:cubicBezTo>
                  <a:pt x="507310" y="73099"/>
                  <a:pt x="506895" y="72002"/>
                  <a:pt x="506066" y="71133"/>
                </a:cubicBezTo>
                <a:cubicBezTo>
                  <a:pt x="505196" y="70305"/>
                  <a:pt x="503248" y="69540"/>
                  <a:pt x="500223" y="68836"/>
                </a:cubicBezTo>
                <a:cubicBezTo>
                  <a:pt x="486131" y="65733"/>
                  <a:pt x="477200" y="62898"/>
                  <a:pt x="473429" y="60331"/>
                </a:cubicBezTo>
                <a:cubicBezTo>
                  <a:pt x="468207" y="56770"/>
                  <a:pt x="465596" y="51821"/>
                  <a:pt x="465596" y="45487"/>
                </a:cubicBezTo>
                <a:cubicBezTo>
                  <a:pt x="465596" y="39773"/>
                  <a:pt x="467854" y="34970"/>
                  <a:pt x="472372" y="31078"/>
                </a:cubicBezTo>
                <a:cubicBezTo>
                  <a:pt x="476889" y="27186"/>
                  <a:pt x="483893" y="25240"/>
                  <a:pt x="493384" y="25240"/>
                </a:cubicBezTo>
                <a:cubicBezTo>
                  <a:pt x="502419" y="25240"/>
                  <a:pt x="509133" y="26706"/>
                  <a:pt x="513526" y="29638"/>
                </a:cubicBezTo>
                <a:cubicBezTo>
                  <a:pt x="517919" y="32570"/>
                  <a:pt x="520945" y="36907"/>
                  <a:pt x="522603" y="42647"/>
                </a:cubicBezTo>
                <a:lnTo>
                  <a:pt x="506128" y="45755"/>
                </a:lnTo>
                <a:cubicBezTo>
                  <a:pt x="505424" y="43185"/>
                  <a:pt x="504087" y="41217"/>
                  <a:pt x="502119" y="39849"/>
                </a:cubicBezTo>
                <a:cubicBezTo>
                  <a:pt x="500150" y="38481"/>
                  <a:pt x="497342" y="37798"/>
                  <a:pt x="493695" y="37798"/>
                </a:cubicBezTo>
                <a:cubicBezTo>
                  <a:pt x="489095" y="37798"/>
                  <a:pt x="485800" y="38439"/>
                  <a:pt x="483810" y="39723"/>
                </a:cubicBezTo>
                <a:cubicBezTo>
                  <a:pt x="482484" y="40632"/>
                  <a:pt x="481821" y="41811"/>
                  <a:pt x="481821" y="43261"/>
                </a:cubicBezTo>
                <a:cubicBezTo>
                  <a:pt x="481821" y="44501"/>
                  <a:pt x="482401" y="45556"/>
                  <a:pt x="483562" y="46425"/>
                </a:cubicBezTo>
                <a:cubicBezTo>
                  <a:pt x="485137" y="47584"/>
                  <a:pt x="490576" y="49219"/>
                  <a:pt x="499881" y="51331"/>
                </a:cubicBezTo>
                <a:cubicBezTo>
                  <a:pt x="509185" y="53442"/>
                  <a:pt x="515681" y="56031"/>
                  <a:pt x="519370" y="59100"/>
                </a:cubicBezTo>
                <a:cubicBezTo>
                  <a:pt x="523017" y="62210"/>
                  <a:pt x="524841" y="66544"/>
                  <a:pt x="524841" y="72100"/>
                </a:cubicBezTo>
                <a:cubicBezTo>
                  <a:pt x="524841" y="78155"/>
                  <a:pt x="522313" y="83360"/>
                  <a:pt x="517256" y="87714"/>
                </a:cubicBezTo>
                <a:cubicBezTo>
                  <a:pt x="512200" y="92068"/>
                  <a:pt x="504719" y="94245"/>
                  <a:pt x="494814" y="94245"/>
                </a:cubicBezTo>
                <a:cubicBezTo>
                  <a:pt x="485821" y="94245"/>
                  <a:pt x="478702" y="92428"/>
                  <a:pt x="473460" y="88792"/>
                </a:cubicBezTo>
                <a:cubicBezTo>
                  <a:pt x="468217" y="85155"/>
                  <a:pt x="464787" y="80218"/>
                  <a:pt x="463171" y="7397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E90CB4-C942-4EEC-B4AE-C44E8423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80" y="2150869"/>
            <a:ext cx="1909773" cy="318295"/>
          </a:xfrm>
          <a:custGeom xmlns:a="http://schemas.openxmlformats.org/drawingml/2006/main">
            <a:pathLst>
              <a:path w="1909773" h="318295">
                <a:moveTo>
                  <a:pt x="0" y="0"/>
                </a:moveTo>
                <a:lnTo>
                  <a:pt x="1909773" y="0"/>
                </a:lnTo>
                <a:lnTo>
                  <a:pt x="1909773" y="318295"/>
                </a:lnTo>
                <a:lnTo>
                  <a:pt x="0" y="3182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1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6D0FEC-2102-4774-BA65-D70F9DED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80" y="2150869"/>
            <a:ext cx="1909773" cy="318295"/>
          </a:xfrm>
          <a:custGeom xmlns:a="http://schemas.openxmlformats.org/drawingml/2006/main">
            <a:pathLst>
              <a:path w="1909773" h="318295" fill="none">
                <a:moveTo>
                  <a:pt x="0" y="0"/>
                </a:moveTo>
                <a:lnTo>
                  <a:pt x="1909773" y="0"/>
                </a:lnTo>
                <a:lnTo>
                  <a:pt x="1909773" y="318295"/>
                </a:lnTo>
                <a:lnTo>
                  <a:pt x="0" y="31829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B20000"/>
            </a:solidFill>
            <a:miter/>
          </a:ln>
        </p:spPr>
      </p:sp>
      <p:sp>
        <p:nvSpPr>
          <p:cNvPr id="11" name="Text Scam.Directory">
            <a:extLst xmlns:a="http://schemas.openxmlformats.org/drawingml/2006/main">
              <a:ext uri="{FF2B5EF4-FFF2-40B4-BE49-F238E27FC236}">
                <a16:creationId xmlns:a16="http://schemas.microsoft.com/office/drawing/2014/main" id="{4BB325BA-74D4-4C75-80BB-4D0EB93D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796" y="2254398"/>
            <a:ext cx="927374" cy="119609"/>
          </a:xfrm>
          <a:custGeom xmlns:a="http://schemas.openxmlformats.org/drawingml/2006/main">
            <a:pathLst>
              <a:path w="927374" h="119609">
                <a:moveTo>
                  <a:pt x="471541" y="17780"/>
                </a:moveTo>
                <a:lnTo>
                  <a:pt x="489010" y="17780"/>
                </a:lnTo>
                <a:lnTo>
                  <a:pt x="489010" y="1616"/>
                </a:lnTo>
                <a:lnTo>
                  <a:pt x="471541" y="1616"/>
                </a:lnTo>
                <a:lnTo>
                  <a:pt x="471541" y="17780"/>
                </a:lnTo>
                <a:close/>
                <a:moveTo>
                  <a:pt x="415977" y="92740"/>
                </a:moveTo>
                <a:lnTo>
                  <a:pt x="416791" y="92723"/>
                </a:lnTo>
                <a:lnTo>
                  <a:pt x="417591" y="92700"/>
                </a:lnTo>
                <a:lnTo>
                  <a:pt x="418377" y="92670"/>
                </a:lnTo>
                <a:lnTo>
                  <a:pt x="419148" y="92633"/>
                </a:lnTo>
                <a:lnTo>
                  <a:pt x="419905" y="92589"/>
                </a:lnTo>
                <a:lnTo>
                  <a:pt x="420648" y="92539"/>
                </a:lnTo>
                <a:lnTo>
                  <a:pt x="421376" y="92482"/>
                </a:lnTo>
                <a:lnTo>
                  <a:pt x="422090" y="92419"/>
                </a:lnTo>
                <a:lnTo>
                  <a:pt x="422790" y="92348"/>
                </a:lnTo>
                <a:lnTo>
                  <a:pt x="423476" y="92271"/>
                </a:lnTo>
                <a:lnTo>
                  <a:pt x="424148" y="92188"/>
                </a:lnTo>
                <a:lnTo>
                  <a:pt x="424805" y="92097"/>
                </a:lnTo>
                <a:lnTo>
                  <a:pt x="425448" y="92000"/>
                </a:lnTo>
                <a:lnTo>
                  <a:pt x="426077" y="91897"/>
                </a:lnTo>
                <a:lnTo>
                  <a:pt x="426691" y="91786"/>
                </a:lnTo>
                <a:lnTo>
                  <a:pt x="427292" y="91669"/>
                </a:lnTo>
                <a:lnTo>
                  <a:pt x="427878" y="91545"/>
                </a:lnTo>
                <a:lnTo>
                  <a:pt x="428450" y="91415"/>
                </a:lnTo>
                <a:lnTo>
                  <a:pt x="429007" y="91278"/>
                </a:lnTo>
                <a:lnTo>
                  <a:pt x="429551" y="91134"/>
                </a:lnTo>
                <a:lnTo>
                  <a:pt x="430080" y="90983"/>
                </a:lnTo>
                <a:lnTo>
                  <a:pt x="430594" y="90826"/>
                </a:lnTo>
                <a:lnTo>
                  <a:pt x="431267" y="90605"/>
                </a:lnTo>
                <a:lnTo>
                  <a:pt x="431928" y="90377"/>
                </a:lnTo>
                <a:lnTo>
                  <a:pt x="432578" y="90141"/>
                </a:lnTo>
                <a:lnTo>
                  <a:pt x="433216" y="89899"/>
                </a:lnTo>
                <a:lnTo>
                  <a:pt x="433842" y="89649"/>
                </a:lnTo>
                <a:lnTo>
                  <a:pt x="434457" y="89392"/>
                </a:lnTo>
                <a:lnTo>
                  <a:pt x="435059" y="89128"/>
                </a:lnTo>
                <a:lnTo>
                  <a:pt x="435651" y="88857"/>
                </a:lnTo>
                <a:lnTo>
                  <a:pt x="436230" y="88579"/>
                </a:lnTo>
                <a:lnTo>
                  <a:pt x="436798" y="88294"/>
                </a:lnTo>
                <a:lnTo>
                  <a:pt x="437354" y="88002"/>
                </a:lnTo>
                <a:lnTo>
                  <a:pt x="437899" y="87702"/>
                </a:lnTo>
                <a:lnTo>
                  <a:pt x="438432" y="87396"/>
                </a:lnTo>
                <a:lnTo>
                  <a:pt x="438953" y="87082"/>
                </a:lnTo>
                <a:lnTo>
                  <a:pt x="439463" y="86761"/>
                </a:lnTo>
                <a:lnTo>
                  <a:pt x="439961" y="86433"/>
                </a:lnTo>
                <a:lnTo>
                  <a:pt x="440447" y="86098"/>
                </a:lnTo>
                <a:lnTo>
                  <a:pt x="440922" y="85756"/>
                </a:lnTo>
                <a:lnTo>
                  <a:pt x="441385" y="85406"/>
                </a:lnTo>
                <a:lnTo>
                  <a:pt x="441836" y="85050"/>
                </a:lnTo>
                <a:lnTo>
                  <a:pt x="442276" y="84686"/>
                </a:lnTo>
                <a:lnTo>
                  <a:pt x="442704" y="84315"/>
                </a:lnTo>
                <a:lnTo>
                  <a:pt x="443120" y="83938"/>
                </a:lnTo>
                <a:lnTo>
                  <a:pt x="443525" y="83553"/>
                </a:lnTo>
                <a:lnTo>
                  <a:pt x="444048" y="83033"/>
                </a:lnTo>
                <a:lnTo>
                  <a:pt x="444562" y="82500"/>
                </a:lnTo>
                <a:lnTo>
                  <a:pt x="445065" y="81955"/>
                </a:lnTo>
                <a:lnTo>
                  <a:pt x="445558" y="81396"/>
                </a:lnTo>
                <a:lnTo>
                  <a:pt x="446040" y="80824"/>
                </a:lnTo>
                <a:lnTo>
                  <a:pt x="446513" y="80238"/>
                </a:lnTo>
                <a:lnTo>
                  <a:pt x="446976" y="79640"/>
                </a:lnTo>
                <a:lnTo>
                  <a:pt x="447428" y="79028"/>
                </a:lnTo>
                <a:lnTo>
                  <a:pt x="447870" y="78403"/>
                </a:lnTo>
                <a:lnTo>
                  <a:pt x="448302" y="77765"/>
                </a:lnTo>
                <a:lnTo>
                  <a:pt x="448724" y="77114"/>
                </a:lnTo>
                <a:lnTo>
                  <a:pt x="449136" y="76450"/>
                </a:lnTo>
                <a:lnTo>
                  <a:pt x="449537" y="75772"/>
                </a:lnTo>
                <a:lnTo>
                  <a:pt x="449929" y="75082"/>
                </a:lnTo>
                <a:lnTo>
                  <a:pt x="450310" y="74378"/>
                </a:lnTo>
                <a:lnTo>
                  <a:pt x="450681" y="73661"/>
                </a:lnTo>
                <a:lnTo>
                  <a:pt x="451042" y="72931"/>
                </a:lnTo>
                <a:lnTo>
                  <a:pt x="451393" y="72188"/>
                </a:lnTo>
                <a:lnTo>
                  <a:pt x="451734" y="71431"/>
                </a:lnTo>
                <a:lnTo>
                  <a:pt x="452064" y="70662"/>
                </a:lnTo>
                <a:lnTo>
                  <a:pt x="452385" y="69879"/>
                </a:lnTo>
                <a:lnTo>
                  <a:pt x="452695" y="69083"/>
                </a:lnTo>
                <a:lnTo>
                  <a:pt x="452995" y="68274"/>
                </a:lnTo>
                <a:lnTo>
                  <a:pt x="453285" y="67451"/>
                </a:lnTo>
                <a:lnTo>
                  <a:pt x="453514" y="66767"/>
                </a:lnTo>
                <a:lnTo>
                  <a:pt x="453732" y="66072"/>
                </a:lnTo>
                <a:lnTo>
                  <a:pt x="453941" y="65367"/>
                </a:lnTo>
                <a:lnTo>
                  <a:pt x="454140" y="64650"/>
                </a:lnTo>
                <a:lnTo>
                  <a:pt x="454330" y="63923"/>
                </a:lnTo>
                <a:lnTo>
                  <a:pt x="454509" y="63185"/>
                </a:lnTo>
                <a:lnTo>
                  <a:pt x="454679" y="62436"/>
                </a:lnTo>
                <a:lnTo>
                  <a:pt x="454840" y="61677"/>
                </a:lnTo>
                <a:lnTo>
                  <a:pt x="454990" y="60906"/>
                </a:lnTo>
                <a:lnTo>
                  <a:pt x="455131" y="60125"/>
                </a:lnTo>
                <a:lnTo>
                  <a:pt x="455262" y="59333"/>
                </a:lnTo>
                <a:lnTo>
                  <a:pt x="455384" y="58530"/>
                </a:lnTo>
                <a:lnTo>
                  <a:pt x="455495" y="57717"/>
                </a:lnTo>
                <a:lnTo>
                  <a:pt x="455597" y="56892"/>
                </a:lnTo>
                <a:lnTo>
                  <a:pt x="455689" y="56057"/>
                </a:lnTo>
                <a:lnTo>
                  <a:pt x="455772" y="55211"/>
                </a:lnTo>
                <a:lnTo>
                  <a:pt x="455845" y="54355"/>
                </a:lnTo>
                <a:lnTo>
                  <a:pt x="455908" y="53487"/>
                </a:lnTo>
                <a:lnTo>
                  <a:pt x="455961" y="52609"/>
                </a:lnTo>
                <a:lnTo>
                  <a:pt x="456005" y="51720"/>
                </a:lnTo>
                <a:lnTo>
                  <a:pt x="456039" y="50820"/>
                </a:lnTo>
                <a:lnTo>
                  <a:pt x="456063" y="49909"/>
                </a:lnTo>
                <a:lnTo>
                  <a:pt x="456078" y="48987"/>
                </a:lnTo>
                <a:lnTo>
                  <a:pt x="456083" y="48055"/>
                </a:lnTo>
                <a:lnTo>
                  <a:pt x="456078" y="46995"/>
                </a:lnTo>
                <a:lnTo>
                  <a:pt x="456062" y="45949"/>
                </a:lnTo>
                <a:lnTo>
                  <a:pt x="456036" y="44917"/>
                </a:lnTo>
                <a:lnTo>
                  <a:pt x="456000" y="43899"/>
                </a:lnTo>
                <a:lnTo>
                  <a:pt x="455953" y="42896"/>
                </a:lnTo>
                <a:lnTo>
                  <a:pt x="455896" y="41906"/>
                </a:lnTo>
                <a:lnTo>
                  <a:pt x="455829" y="40931"/>
                </a:lnTo>
                <a:lnTo>
                  <a:pt x="455751" y="39970"/>
                </a:lnTo>
                <a:lnTo>
                  <a:pt x="455663" y="39023"/>
                </a:lnTo>
                <a:lnTo>
                  <a:pt x="455565" y="38090"/>
                </a:lnTo>
                <a:lnTo>
                  <a:pt x="455456" y="37171"/>
                </a:lnTo>
                <a:lnTo>
                  <a:pt x="455337" y="36267"/>
                </a:lnTo>
                <a:lnTo>
                  <a:pt x="455207" y="35376"/>
                </a:lnTo>
                <a:lnTo>
                  <a:pt x="455067" y="34500"/>
                </a:lnTo>
                <a:lnTo>
                  <a:pt x="454917" y="33638"/>
                </a:lnTo>
                <a:lnTo>
                  <a:pt x="454757" y="32790"/>
                </a:lnTo>
                <a:lnTo>
                  <a:pt x="454586" y="31956"/>
                </a:lnTo>
                <a:lnTo>
                  <a:pt x="454404" y="31136"/>
                </a:lnTo>
                <a:lnTo>
                  <a:pt x="454213" y="30330"/>
                </a:lnTo>
                <a:lnTo>
                  <a:pt x="454011" y="29539"/>
                </a:lnTo>
                <a:lnTo>
                  <a:pt x="453798" y="28761"/>
                </a:lnTo>
                <a:lnTo>
                  <a:pt x="453575" y="27998"/>
                </a:lnTo>
                <a:lnTo>
                  <a:pt x="453342" y="27249"/>
                </a:lnTo>
                <a:lnTo>
                  <a:pt x="453099" y="26514"/>
                </a:lnTo>
                <a:lnTo>
                  <a:pt x="452845" y="25791"/>
                </a:lnTo>
                <a:lnTo>
                  <a:pt x="452583" y="25077"/>
                </a:lnTo>
                <a:lnTo>
                  <a:pt x="452310" y="24373"/>
                </a:lnTo>
                <a:lnTo>
                  <a:pt x="452028" y="23678"/>
                </a:lnTo>
                <a:lnTo>
                  <a:pt x="451737" y="22992"/>
                </a:lnTo>
                <a:lnTo>
                  <a:pt x="451436" y="22316"/>
                </a:lnTo>
                <a:lnTo>
                  <a:pt x="451126" y="21649"/>
                </a:lnTo>
                <a:lnTo>
                  <a:pt x="450806" y="20992"/>
                </a:lnTo>
                <a:lnTo>
                  <a:pt x="450476" y="20344"/>
                </a:lnTo>
                <a:lnTo>
                  <a:pt x="450137" y="19705"/>
                </a:lnTo>
                <a:lnTo>
                  <a:pt x="449789" y="19076"/>
                </a:lnTo>
                <a:lnTo>
                  <a:pt x="449431" y="18456"/>
                </a:lnTo>
                <a:lnTo>
                  <a:pt x="449064" y="17845"/>
                </a:lnTo>
                <a:lnTo>
                  <a:pt x="448687" y="17244"/>
                </a:lnTo>
                <a:lnTo>
                  <a:pt x="448300" y="16653"/>
                </a:lnTo>
                <a:lnTo>
                  <a:pt x="447904" y="16070"/>
                </a:lnTo>
                <a:lnTo>
                  <a:pt x="447499" y="15497"/>
                </a:lnTo>
                <a:lnTo>
                  <a:pt x="447084" y="14934"/>
                </a:lnTo>
                <a:lnTo>
                  <a:pt x="446660" y="14380"/>
                </a:lnTo>
                <a:lnTo>
                  <a:pt x="446226" y="13835"/>
                </a:lnTo>
                <a:lnTo>
                  <a:pt x="445783" y="13299"/>
                </a:lnTo>
                <a:lnTo>
                  <a:pt x="445330" y="12773"/>
                </a:lnTo>
                <a:lnTo>
                  <a:pt x="444867" y="12257"/>
                </a:lnTo>
                <a:lnTo>
                  <a:pt x="444395" y="11750"/>
                </a:lnTo>
                <a:lnTo>
                  <a:pt x="443915" y="11253"/>
                </a:lnTo>
                <a:lnTo>
                  <a:pt x="443426" y="10770"/>
                </a:lnTo>
                <a:lnTo>
                  <a:pt x="442930" y="10299"/>
                </a:lnTo>
                <a:lnTo>
                  <a:pt x="442425" y="9841"/>
                </a:lnTo>
                <a:lnTo>
                  <a:pt x="441913" y="9396"/>
                </a:lnTo>
                <a:lnTo>
                  <a:pt x="441392" y="8964"/>
                </a:lnTo>
                <a:lnTo>
                  <a:pt x="440864" y="8544"/>
                </a:lnTo>
                <a:lnTo>
                  <a:pt x="440327" y="8137"/>
                </a:lnTo>
                <a:lnTo>
                  <a:pt x="439782" y="7743"/>
                </a:lnTo>
                <a:lnTo>
                  <a:pt x="439230" y="7361"/>
                </a:lnTo>
                <a:lnTo>
                  <a:pt x="438670" y="6992"/>
                </a:lnTo>
                <a:lnTo>
                  <a:pt x="438101" y="6636"/>
                </a:lnTo>
                <a:lnTo>
                  <a:pt x="437525" y="6293"/>
                </a:lnTo>
                <a:lnTo>
                  <a:pt x="436940" y="5962"/>
                </a:lnTo>
                <a:lnTo>
                  <a:pt x="436348" y="5645"/>
                </a:lnTo>
                <a:lnTo>
                  <a:pt x="435747" y="5339"/>
                </a:lnTo>
                <a:lnTo>
                  <a:pt x="435139" y="5047"/>
                </a:lnTo>
                <a:lnTo>
                  <a:pt x="434523" y="4767"/>
                </a:lnTo>
                <a:lnTo>
                  <a:pt x="433898" y="4501"/>
                </a:lnTo>
                <a:lnTo>
                  <a:pt x="433266" y="4246"/>
                </a:lnTo>
                <a:lnTo>
                  <a:pt x="432626" y="4005"/>
                </a:lnTo>
                <a:lnTo>
                  <a:pt x="431977" y="3776"/>
                </a:lnTo>
                <a:lnTo>
                  <a:pt x="431321" y="3560"/>
                </a:lnTo>
                <a:lnTo>
                  <a:pt x="430657" y="3357"/>
                </a:lnTo>
                <a:lnTo>
                  <a:pt x="430150" y="3215"/>
                </a:lnTo>
                <a:lnTo>
                  <a:pt x="429624" y="3079"/>
                </a:lnTo>
                <a:lnTo>
                  <a:pt x="429080" y="2949"/>
                </a:lnTo>
                <a:lnTo>
                  <a:pt x="428517" y="2825"/>
                </a:lnTo>
                <a:lnTo>
                  <a:pt x="427935" y="2707"/>
                </a:lnTo>
                <a:lnTo>
                  <a:pt x="427335" y="2595"/>
                </a:lnTo>
                <a:lnTo>
                  <a:pt x="426715" y="2490"/>
                </a:lnTo>
                <a:lnTo>
                  <a:pt x="426077" y="2390"/>
                </a:lnTo>
                <a:lnTo>
                  <a:pt x="425420" y="2296"/>
                </a:lnTo>
                <a:lnTo>
                  <a:pt x="424744" y="2209"/>
                </a:lnTo>
                <a:lnTo>
                  <a:pt x="424050" y="2127"/>
                </a:lnTo>
                <a:lnTo>
                  <a:pt x="423336" y="2052"/>
                </a:lnTo>
                <a:lnTo>
                  <a:pt x="422604" y="1982"/>
                </a:lnTo>
                <a:lnTo>
                  <a:pt x="421853" y="1919"/>
                </a:lnTo>
                <a:lnTo>
                  <a:pt x="421084" y="1861"/>
                </a:lnTo>
                <a:lnTo>
                  <a:pt x="420295" y="1810"/>
                </a:lnTo>
                <a:lnTo>
                  <a:pt x="419488" y="1764"/>
                </a:lnTo>
                <a:lnTo>
                  <a:pt x="418662" y="1725"/>
                </a:lnTo>
                <a:lnTo>
                  <a:pt x="417817" y="1692"/>
                </a:lnTo>
                <a:lnTo>
                  <a:pt x="416954" y="1665"/>
                </a:lnTo>
                <a:lnTo>
                  <a:pt x="416072" y="1644"/>
                </a:lnTo>
                <a:lnTo>
                  <a:pt x="415170" y="1628"/>
                </a:lnTo>
                <a:lnTo>
                  <a:pt x="414251" y="1619"/>
                </a:lnTo>
                <a:lnTo>
                  <a:pt x="413312" y="1616"/>
                </a:lnTo>
                <a:lnTo>
                  <a:pt x="379680" y="1616"/>
                </a:lnTo>
                <a:lnTo>
                  <a:pt x="379680" y="92753"/>
                </a:lnTo>
                <a:lnTo>
                  <a:pt x="414307" y="92753"/>
                </a:lnTo>
                <a:lnTo>
                  <a:pt x="415149" y="92750"/>
                </a:lnTo>
                <a:lnTo>
                  <a:pt x="415977" y="92740"/>
                </a:lnTo>
                <a:close/>
                <a:moveTo>
                  <a:pt x="409047" y="17047"/>
                </a:moveTo>
                <a:lnTo>
                  <a:pt x="409894" y="17058"/>
                </a:lnTo>
                <a:lnTo>
                  <a:pt x="410717" y="17072"/>
                </a:lnTo>
                <a:lnTo>
                  <a:pt x="411513" y="17088"/>
                </a:lnTo>
                <a:lnTo>
                  <a:pt x="412284" y="17108"/>
                </a:lnTo>
                <a:lnTo>
                  <a:pt x="413029" y="17130"/>
                </a:lnTo>
                <a:lnTo>
                  <a:pt x="413748" y="17156"/>
                </a:lnTo>
                <a:lnTo>
                  <a:pt x="414442" y="17185"/>
                </a:lnTo>
                <a:lnTo>
                  <a:pt x="415110" y="17217"/>
                </a:lnTo>
                <a:lnTo>
                  <a:pt x="415752" y="17251"/>
                </a:lnTo>
                <a:lnTo>
                  <a:pt x="416369" y="17289"/>
                </a:lnTo>
                <a:lnTo>
                  <a:pt x="416960" y="17330"/>
                </a:lnTo>
                <a:lnTo>
                  <a:pt x="417525" y="17374"/>
                </a:lnTo>
                <a:lnTo>
                  <a:pt x="418064" y="17421"/>
                </a:lnTo>
                <a:lnTo>
                  <a:pt x="418578" y="17470"/>
                </a:lnTo>
                <a:lnTo>
                  <a:pt x="419066" y="17523"/>
                </a:lnTo>
                <a:lnTo>
                  <a:pt x="419529" y="17579"/>
                </a:lnTo>
                <a:lnTo>
                  <a:pt x="419966" y="17638"/>
                </a:lnTo>
                <a:lnTo>
                  <a:pt x="420377" y="17700"/>
                </a:lnTo>
                <a:lnTo>
                  <a:pt x="420762" y="17765"/>
                </a:lnTo>
                <a:lnTo>
                  <a:pt x="421122" y="17833"/>
                </a:lnTo>
                <a:lnTo>
                  <a:pt x="421456" y="17904"/>
                </a:lnTo>
                <a:lnTo>
                  <a:pt x="421883" y="18001"/>
                </a:lnTo>
                <a:lnTo>
                  <a:pt x="422303" y="18105"/>
                </a:lnTo>
                <a:lnTo>
                  <a:pt x="422718" y="18215"/>
                </a:lnTo>
                <a:lnTo>
                  <a:pt x="423126" y="18333"/>
                </a:lnTo>
                <a:lnTo>
                  <a:pt x="423528" y="18459"/>
                </a:lnTo>
                <a:lnTo>
                  <a:pt x="423923" y="18591"/>
                </a:lnTo>
                <a:lnTo>
                  <a:pt x="424312" y="18730"/>
                </a:lnTo>
                <a:lnTo>
                  <a:pt x="424695" y="18877"/>
                </a:lnTo>
                <a:lnTo>
                  <a:pt x="425072" y="19030"/>
                </a:lnTo>
                <a:lnTo>
                  <a:pt x="425443" y="19191"/>
                </a:lnTo>
                <a:lnTo>
                  <a:pt x="425807" y="19359"/>
                </a:lnTo>
                <a:lnTo>
                  <a:pt x="426165" y="19534"/>
                </a:lnTo>
                <a:lnTo>
                  <a:pt x="426517" y="19716"/>
                </a:lnTo>
                <a:lnTo>
                  <a:pt x="426862" y="19905"/>
                </a:lnTo>
                <a:lnTo>
                  <a:pt x="427201" y="20102"/>
                </a:lnTo>
                <a:lnTo>
                  <a:pt x="427534" y="20305"/>
                </a:lnTo>
                <a:lnTo>
                  <a:pt x="427861" y="20516"/>
                </a:lnTo>
                <a:lnTo>
                  <a:pt x="428182" y="20734"/>
                </a:lnTo>
                <a:lnTo>
                  <a:pt x="428496" y="20959"/>
                </a:lnTo>
                <a:lnTo>
                  <a:pt x="428804" y="21191"/>
                </a:lnTo>
                <a:lnTo>
                  <a:pt x="429105" y="21430"/>
                </a:lnTo>
                <a:lnTo>
                  <a:pt x="429401" y="21676"/>
                </a:lnTo>
                <a:lnTo>
                  <a:pt x="429690" y="21929"/>
                </a:lnTo>
                <a:lnTo>
                  <a:pt x="429973" y="22190"/>
                </a:lnTo>
                <a:lnTo>
                  <a:pt x="430250" y="22458"/>
                </a:lnTo>
                <a:lnTo>
                  <a:pt x="430522" y="22735"/>
                </a:lnTo>
                <a:lnTo>
                  <a:pt x="430789" y="23020"/>
                </a:lnTo>
                <a:lnTo>
                  <a:pt x="431050" y="23314"/>
                </a:lnTo>
                <a:lnTo>
                  <a:pt x="431307" y="23617"/>
                </a:lnTo>
                <a:lnTo>
                  <a:pt x="431558" y="23928"/>
                </a:lnTo>
                <a:lnTo>
                  <a:pt x="431804" y="24248"/>
                </a:lnTo>
                <a:lnTo>
                  <a:pt x="432045" y="24577"/>
                </a:lnTo>
                <a:lnTo>
                  <a:pt x="432281" y="24914"/>
                </a:lnTo>
                <a:lnTo>
                  <a:pt x="432511" y="25260"/>
                </a:lnTo>
                <a:lnTo>
                  <a:pt x="432737" y="25614"/>
                </a:lnTo>
                <a:lnTo>
                  <a:pt x="432957" y="25978"/>
                </a:lnTo>
                <a:lnTo>
                  <a:pt x="433172" y="26349"/>
                </a:lnTo>
                <a:lnTo>
                  <a:pt x="433382" y="26730"/>
                </a:lnTo>
                <a:lnTo>
                  <a:pt x="433586" y="27119"/>
                </a:lnTo>
                <a:lnTo>
                  <a:pt x="433786" y="27516"/>
                </a:lnTo>
                <a:lnTo>
                  <a:pt x="433980" y="27923"/>
                </a:lnTo>
                <a:lnTo>
                  <a:pt x="434169" y="28337"/>
                </a:lnTo>
                <a:lnTo>
                  <a:pt x="434353" y="28761"/>
                </a:lnTo>
                <a:lnTo>
                  <a:pt x="434532" y="29193"/>
                </a:lnTo>
                <a:lnTo>
                  <a:pt x="434705" y="29634"/>
                </a:lnTo>
                <a:lnTo>
                  <a:pt x="434874" y="30083"/>
                </a:lnTo>
                <a:lnTo>
                  <a:pt x="435037" y="30541"/>
                </a:lnTo>
                <a:lnTo>
                  <a:pt x="435195" y="31008"/>
                </a:lnTo>
                <a:lnTo>
                  <a:pt x="435347" y="31487"/>
                </a:lnTo>
                <a:lnTo>
                  <a:pt x="435493" y="31984"/>
                </a:lnTo>
                <a:lnTo>
                  <a:pt x="435632" y="32497"/>
                </a:lnTo>
                <a:lnTo>
                  <a:pt x="435765" y="33028"/>
                </a:lnTo>
                <a:lnTo>
                  <a:pt x="435891" y="33575"/>
                </a:lnTo>
                <a:lnTo>
                  <a:pt x="436011" y="34140"/>
                </a:lnTo>
                <a:lnTo>
                  <a:pt x="436124" y="34722"/>
                </a:lnTo>
                <a:lnTo>
                  <a:pt x="436231" y="35320"/>
                </a:lnTo>
                <a:lnTo>
                  <a:pt x="436331" y="35936"/>
                </a:lnTo>
                <a:lnTo>
                  <a:pt x="436425" y="36569"/>
                </a:lnTo>
                <a:lnTo>
                  <a:pt x="436513" y="37219"/>
                </a:lnTo>
                <a:lnTo>
                  <a:pt x="436594" y="37885"/>
                </a:lnTo>
                <a:lnTo>
                  <a:pt x="436668" y="38569"/>
                </a:lnTo>
                <a:lnTo>
                  <a:pt x="436736" y="39270"/>
                </a:lnTo>
                <a:lnTo>
                  <a:pt x="436797" y="39988"/>
                </a:lnTo>
                <a:lnTo>
                  <a:pt x="436853" y="40723"/>
                </a:lnTo>
                <a:lnTo>
                  <a:pt x="436901" y="41475"/>
                </a:lnTo>
                <a:lnTo>
                  <a:pt x="436943" y="42244"/>
                </a:lnTo>
                <a:lnTo>
                  <a:pt x="436979" y="43030"/>
                </a:lnTo>
                <a:lnTo>
                  <a:pt x="437008" y="43833"/>
                </a:lnTo>
                <a:lnTo>
                  <a:pt x="437031" y="44653"/>
                </a:lnTo>
                <a:lnTo>
                  <a:pt x="437047" y="45490"/>
                </a:lnTo>
                <a:lnTo>
                  <a:pt x="437057" y="46345"/>
                </a:lnTo>
                <a:lnTo>
                  <a:pt x="437060" y="47216"/>
                </a:lnTo>
                <a:lnTo>
                  <a:pt x="437057" y="48088"/>
                </a:lnTo>
                <a:lnTo>
                  <a:pt x="437047" y="48945"/>
                </a:lnTo>
                <a:lnTo>
                  <a:pt x="437031" y="49786"/>
                </a:lnTo>
                <a:lnTo>
                  <a:pt x="437008" y="50611"/>
                </a:lnTo>
                <a:lnTo>
                  <a:pt x="436979" y="51422"/>
                </a:lnTo>
                <a:lnTo>
                  <a:pt x="436943" y="52217"/>
                </a:lnTo>
                <a:lnTo>
                  <a:pt x="436901" y="52996"/>
                </a:lnTo>
                <a:lnTo>
                  <a:pt x="436853" y="53760"/>
                </a:lnTo>
                <a:lnTo>
                  <a:pt x="436797" y="54509"/>
                </a:lnTo>
                <a:lnTo>
                  <a:pt x="436736" y="55242"/>
                </a:lnTo>
                <a:lnTo>
                  <a:pt x="436668" y="55960"/>
                </a:lnTo>
                <a:lnTo>
                  <a:pt x="436594" y="56663"/>
                </a:lnTo>
                <a:lnTo>
                  <a:pt x="436513" y="57350"/>
                </a:lnTo>
                <a:lnTo>
                  <a:pt x="436425" y="58022"/>
                </a:lnTo>
                <a:lnTo>
                  <a:pt x="436331" y="58678"/>
                </a:lnTo>
                <a:lnTo>
                  <a:pt x="436231" y="59319"/>
                </a:lnTo>
                <a:lnTo>
                  <a:pt x="436124" y="59944"/>
                </a:lnTo>
                <a:lnTo>
                  <a:pt x="436011" y="60554"/>
                </a:lnTo>
                <a:lnTo>
                  <a:pt x="435891" y="61149"/>
                </a:lnTo>
                <a:lnTo>
                  <a:pt x="435765" y="61728"/>
                </a:lnTo>
                <a:lnTo>
                  <a:pt x="435632" y="62291"/>
                </a:lnTo>
                <a:lnTo>
                  <a:pt x="435493" y="62840"/>
                </a:lnTo>
                <a:lnTo>
                  <a:pt x="435347" y="63373"/>
                </a:lnTo>
                <a:lnTo>
                  <a:pt x="435195" y="63890"/>
                </a:lnTo>
                <a:lnTo>
                  <a:pt x="435037" y="64394"/>
                </a:lnTo>
                <a:lnTo>
                  <a:pt x="434876" y="64886"/>
                </a:lnTo>
                <a:lnTo>
                  <a:pt x="434712" y="65366"/>
                </a:lnTo>
                <a:lnTo>
                  <a:pt x="434543" y="65834"/>
                </a:lnTo>
                <a:lnTo>
                  <a:pt x="434370" y="66290"/>
                </a:lnTo>
                <a:lnTo>
                  <a:pt x="434194" y="66734"/>
                </a:lnTo>
                <a:lnTo>
                  <a:pt x="434014" y="67166"/>
                </a:lnTo>
                <a:lnTo>
                  <a:pt x="433831" y="67586"/>
                </a:lnTo>
                <a:lnTo>
                  <a:pt x="433643" y="67994"/>
                </a:lnTo>
                <a:lnTo>
                  <a:pt x="433452" y="68390"/>
                </a:lnTo>
                <a:lnTo>
                  <a:pt x="433257" y="68774"/>
                </a:lnTo>
                <a:lnTo>
                  <a:pt x="433058" y="69146"/>
                </a:lnTo>
                <a:lnTo>
                  <a:pt x="432855" y="69507"/>
                </a:lnTo>
                <a:lnTo>
                  <a:pt x="432649" y="69855"/>
                </a:lnTo>
                <a:lnTo>
                  <a:pt x="432439" y="70191"/>
                </a:lnTo>
                <a:lnTo>
                  <a:pt x="432225" y="70515"/>
                </a:lnTo>
                <a:lnTo>
                  <a:pt x="432007" y="70828"/>
                </a:lnTo>
                <a:lnTo>
                  <a:pt x="431785" y="71128"/>
                </a:lnTo>
                <a:lnTo>
                  <a:pt x="431560" y="71417"/>
                </a:lnTo>
                <a:lnTo>
                  <a:pt x="431331" y="71693"/>
                </a:lnTo>
                <a:lnTo>
                  <a:pt x="431098" y="71957"/>
                </a:lnTo>
                <a:lnTo>
                  <a:pt x="430861" y="72210"/>
                </a:lnTo>
                <a:lnTo>
                  <a:pt x="430621" y="72451"/>
                </a:lnTo>
                <a:lnTo>
                  <a:pt x="430377" y="72679"/>
                </a:lnTo>
                <a:lnTo>
                  <a:pt x="430128" y="72899"/>
                </a:lnTo>
                <a:lnTo>
                  <a:pt x="429874" y="73113"/>
                </a:lnTo>
                <a:lnTo>
                  <a:pt x="429615" y="73322"/>
                </a:lnTo>
                <a:lnTo>
                  <a:pt x="429350" y="73526"/>
                </a:lnTo>
                <a:lnTo>
                  <a:pt x="429080" y="73724"/>
                </a:lnTo>
                <a:lnTo>
                  <a:pt x="428805" y="73917"/>
                </a:lnTo>
                <a:lnTo>
                  <a:pt x="428525" y="74104"/>
                </a:lnTo>
                <a:lnTo>
                  <a:pt x="428239" y="74286"/>
                </a:lnTo>
                <a:lnTo>
                  <a:pt x="427948" y="74463"/>
                </a:lnTo>
                <a:lnTo>
                  <a:pt x="427652" y="74634"/>
                </a:lnTo>
                <a:lnTo>
                  <a:pt x="427350" y="74800"/>
                </a:lnTo>
                <a:lnTo>
                  <a:pt x="427043" y="74960"/>
                </a:lnTo>
                <a:lnTo>
                  <a:pt x="426731" y="75115"/>
                </a:lnTo>
                <a:lnTo>
                  <a:pt x="426413" y="75265"/>
                </a:lnTo>
                <a:lnTo>
                  <a:pt x="426091" y="75409"/>
                </a:lnTo>
                <a:lnTo>
                  <a:pt x="425763" y="75548"/>
                </a:lnTo>
                <a:lnTo>
                  <a:pt x="425429" y="75682"/>
                </a:lnTo>
                <a:lnTo>
                  <a:pt x="425091" y="75810"/>
                </a:lnTo>
                <a:lnTo>
                  <a:pt x="424747" y="75933"/>
                </a:lnTo>
                <a:lnTo>
                  <a:pt x="424398" y="76050"/>
                </a:lnTo>
                <a:lnTo>
                  <a:pt x="424043" y="76162"/>
                </a:lnTo>
                <a:lnTo>
                  <a:pt x="423683" y="76269"/>
                </a:lnTo>
                <a:lnTo>
                  <a:pt x="423318" y="76370"/>
                </a:lnTo>
                <a:lnTo>
                  <a:pt x="422948" y="76465"/>
                </a:lnTo>
                <a:lnTo>
                  <a:pt x="422655" y="76537"/>
                </a:lnTo>
                <a:lnTo>
                  <a:pt x="422348" y="76605"/>
                </a:lnTo>
                <a:lnTo>
                  <a:pt x="422026" y="76669"/>
                </a:lnTo>
                <a:lnTo>
                  <a:pt x="421689" y="76731"/>
                </a:lnTo>
                <a:lnTo>
                  <a:pt x="421337" y="76790"/>
                </a:lnTo>
                <a:lnTo>
                  <a:pt x="420970" y="76846"/>
                </a:lnTo>
                <a:lnTo>
                  <a:pt x="420588" y="76899"/>
                </a:lnTo>
                <a:lnTo>
                  <a:pt x="420192" y="76949"/>
                </a:lnTo>
                <a:lnTo>
                  <a:pt x="419780" y="76996"/>
                </a:lnTo>
                <a:lnTo>
                  <a:pt x="419354" y="77040"/>
                </a:lnTo>
                <a:lnTo>
                  <a:pt x="418912" y="77080"/>
                </a:lnTo>
                <a:lnTo>
                  <a:pt x="418456" y="77118"/>
                </a:lnTo>
                <a:lnTo>
                  <a:pt x="417985" y="77153"/>
                </a:lnTo>
                <a:lnTo>
                  <a:pt x="417499" y="77185"/>
                </a:lnTo>
                <a:lnTo>
                  <a:pt x="416998" y="77213"/>
                </a:lnTo>
                <a:lnTo>
                  <a:pt x="416482" y="77239"/>
                </a:lnTo>
                <a:lnTo>
                  <a:pt x="415952" y="77262"/>
                </a:lnTo>
                <a:lnTo>
                  <a:pt x="415406" y="77281"/>
                </a:lnTo>
                <a:lnTo>
                  <a:pt x="414846" y="77298"/>
                </a:lnTo>
                <a:lnTo>
                  <a:pt x="414270" y="77312"/>
                </a:lnTo>
                <a:lnTo>
                  <a:pt x="413680" y="77322"/>
                </a:lnTo>
                <a:lnTo>
                  <a:pt x="413075" y="77330"/>
                </a:lnTo>
                <a:lnTo>
                  <a:pt x="412455" y="77334"/>
                </a:lnTo>
                <a:lnTo>
                  <a:pt x="411820" y="77336"/>
                </a:lnTo>
                <a:lnTo>
                  <a:pt x="398081" y="77336"/>
                </a:lnTo>
                <a:lnTo>
                  <a:pt x="398081" y="17034"/>
                </a:lnTo>
                <a:lnTo>
                  <a:pt x="406349" y="17034"/>
                </a:lnTo>
                <a:lnTo>
                  <a:pt x="407274" y="17035"/>
                </a:lnTo>
                <a:lnTo>
                  <a:pt x="408173" y="17040"/>
                </a:lnTo>
                <a:lnTo>
                  <a:pt x="409047" y="17047"/>
                </a:lnTo>
                <a:close/>
                <a:moveTo>
                  <a:pt x="808" y="68066"/>
                </a:moveTo>
                <a:lnTo>
                  <a:pt x="1075" y="69229"/>
                </a:lnTo>
                <a:lnTo>
                  <a:pt x="1368" y="70366"/>
                </a:lnTo>
                <a:lnTo>
                  <a:pt x="1686" y="71478"/>
                </a:lnTo>
                <a:lnTo>
                  <a:pt x="2031" y="72565"/>
                </a:lnTo>
                <a:lnTo>
                  <a:pt x="2401" y="73625"/>
                </a:lnTo>
                <a:lnTo>
                  <a:pt x="2798" y="74661"/>
                </a:lnTo>
                <a:lnTo>
                  <a:pt x="3220" y="75671"/>
                </a:lnTo>
                <a:lnTo>
                  <a:pt x="3668" y="76656"/>
                </a:lnTo>
                <a:lnTo>
                  <a:pt x="4142" y="77615"/>
                </a:lnTo>
                <a:lnTo>
                  <a:pt x="4642" y="78549"/>
                </a:lnTo>
                <a:lnTo>
                  <a:pt x="5168" y="79458"/>
                </a:lnTo>
                <a:lnTo>
                  <a:pt x="5719" y="80341"/>
                </a:lnTo>
                <a:lnTo>
                  <a:pt x="6297" y="81198"/>
                </a:lnTo>
                <a:lnTo>
                  <a:pt x="6901" y="82030"/>
                </a:lnTo>
                <a:lnTo>
                  <a:pt x="7530" y="82837"/>
                </a:lnTo>
                <a:lnTo>
                  <a:pt x="8185" y="83619"/>
                </a:lnTo>
                <a:lnTo>
                  <a:pt x="8867" y="84375"/>
                </a:lnTo>
                <a:lnTo>
                  <a:pt x="9574" y="85105"/>
                </a:lnTo>
                <a:lnTo>
                  <a:pt x="10307" y="85810"/>
                </a:lnTo>
                <a:lnTo>
                  <a:pt x="11066" y="86490"/>
                </a:lnTo>
                <a:lnTo>
                  <a:pt x="11852" y="87143"/>
                </a:lnTo>
                <a:lnTo>
                  <a:pt x="12665" y="87768"/>
                </a:lnTo>
                <a:lnTo>
                  <a:pt x="13507" y="88366"/>
                </a:lnTo>
                <a:lnTo>
                  <a:pt x="14376" y="88936"/>
                </a:lnTo>
                <a:lnTo>
                  <a:pt x="15273" y="89478"/>
                </a:lnTo>
                <a:lnTo>
                  <a:pt x="16198" y="89992"/>
                </a:lnTo>
                <a:lnTo>
                  <a:pt x="17151" y="90478"/>
                </a:lnTo>
                <a:lnTo>
                  <a:pt x="18132" y="90937"/>
                </a:lnTo>
                <a:lnTo>
                  <a:pt x="19141" y="91367"/>
                </a:lnTo>
                <a:lnTo>
                  <a:pt x="20177" y="91770"/>
                </a:lnTo>
                <a:lnTo>
                  <a:pt x="21241" y="92146"/>
                </a:lnTo>
                <a:lnTo>
                  <a:pt x="22334" y="92493"/>
                </a:lnTo>
                <a:lnTo>
                  <a:pt x="23454" y="92813"/>
                </a:lnTo>
                <a:lnTo>
                  <a:pt x="24601" y="93104"/>
                </a:lnTo>
                <a:lnTo>
                  <a:pt x="25777" y="93368"/>
                </a:lnTo>
                <a:lnTo>
                  <a:pt x="26981" y="93605"/>
                </a:lnTo>
                <a:lnTo>
                  <a:pt x="28212" y="93813"/>
                </a:lnTo>
                <a:lnTo>
                  <a:pt x="29471" y="93994"/>
                </a:lnTo>
                <a:lnTo>
                  <a:pt x="30758" y="94147"/>
                </a:lnTo>
                <a:lnTo>
                  <a:pt x="32073" y="94272"/>
                </a:lnTo>
                <a:lnTo>
                  <a:pt x="33416" y="94369"/>
                </a:lnTo>
                <a:lnTo>
                  <a:pt x="34786" y="94438"/>
                </a:lnTo>
                <a:lnTo>
                  <a:pt x="36185" y="94480"/>
                </a:lnTo>
                <a:lnTo>
                  <a:pt x="37611" y="94494"/>
                </a:lnTo>
                <a:lnTo>
                  <a:pt x="38594" y="94488"/>
                </a:lnTo>
                <a:lnTo>
                  <a:pt x="39563" y="94471"/>
                </a:lnTo>
                <a:lnTo>
                  <a:pt x="40518" y="94442"/>
                </a:lnTo>
                <a:lnTo>
                  <a:pt x="41460" y="94401"/>
                </a:lnTo>
                <a:lnTo>
                  <a:pt x="42389" y="94349"/>
                </a:lnTo>
                <a:lnTo>
                  <a:pt x="43303" y="94286"/>
                </a:lnTo>
                <a:lnTo>
                  <a:pt x="44204" y="94211"/>
                </a:lnTo>
                <a:lnTo>
                  <a:pt x="45092" y="94124"/>
                </a:lnTo>
                <a:lnTo>
                  <a:pt x="45966" y="94025"/>
                </a:lnTo>
                <a:lnTo>
                  <a:pt x="46826" y="93916"/>
                </a:lnTo>
                <a:lnTo>
                  <a:pt x="47673" y="93794"/>
                </a:lnTo>
                <a:lnTo>
                  <a:pt x="48506" y="93661"/>
                </a:lnTo>
                <a:lnTo>
                  <a:pt x="49325" y="93516"/>
                </a:lnTo>
                <a:lnTo>
                  <a:pt x="50131" y="93360"/>
                </a:lnTo>
                <a:lnTo>
                  <a:pt x="50924" y="93192"/>
                </a:lnTo>
                <a:lnTo>
                  <a:pt x="51702" y="93013"/>
                </a:lnTo>
                <a:lnTo>
                  <a:pt x="52467" y="92822"/>
                </a:lnTo>
                <a:lnTo>
                  <a:pt x="53219" y="92620"/>
                </a:lnTo>
                <a:lnTo>
                  <a:pt x="53957" y="92406"/>
                </a:lnTo>
                <a:lnTo>
                  <a:pt x="54681" y="92180"/>
                </a:lnTo>
                <a:lnTo>
                  <a:pt x="55392" y="91943"/>
                </a:lnTo>
                <a:lnTo>
                  <a:pt x="56089" y="91694"/>
                </a:lnTo>
                <a:lnTo>
                  <a:pt x="56772" y="91434"/>
                </a:lnTo>
                <a:lnTo>
                  <a:pt x="57442" y="91162"/>
                </a:lnTo>
                <a:lnTo>
                  <a:pt x="58099" y="90878"/>
                </a:lnTo>
                <a:lnTo>
                  <a:pt x="58744" y="90582"/>
                </a:lnTo>
                <a:lnTo>
                  <a:pt x="59375" y="90274"/>
                </a:lnTo>
                <a:lnTo>
                  <a:pt x="59995" y="89954"/>
                </a:lnTo>
                <a:lnTo>
                  <a:pt x="60601" y="89621"/>
                </a:lnTo>
                <a:lnTo>
                  <a:pt x="61196" y="89276"/>
                </a:lnTo>
                <a:lnTo>
                  <a:pt x="61777" y="88919"/>
                </a:lnTo>
                <a:lnTo>
                  <a:pt x="62347" y="88550"/>
                </a:lnTo>
                <a:lnTo>
                  <a:pt x="62903" y="88168"/>
                </a:lnTo>
                <a:lnTo>
                  <a:pt x="63448" y="87775"/>
                </a:lnTo>
                <a:lnTo>
                  <a:pt x="63979" y="87369"/>
                </a:lnTo>
                <a:lnTo>
                  <a:pt x="64498" y="86950"/>
                </a:lnTo>
                <a:lnTo>
                  <a:pt x="65005" y="86520"/>
                </a:lnTo>
                <a:lnTo>
                  <a:pt x="65499" y="86077"/>
                </a:lnTo>
                <a:lnTo>
                  <a:pt x="65981" y="85622"/>
                </a:lnTo>
                <a:lnTo>
                  <a:pt x="66450" y="85155"/>
                </a:lnTo>
                <a:lnTo>
                  <a:pt x="66906" y="84676"/>
                </a:lnTo>
                <a:lnTo>
                  <a:pt x="67350" y="84184"/>
                </a:lnTo>
                <a:lnTo>
                  <a:pt x="67782" y="83681"/>
                </a:lnTo>
                <a:lnTo>
                  <a:pt x="68201" y="83165"/>
                </a:lnTo>
                <a:lnTo>
                  <a:pt x="68607" y="82636"/>
                </a:lnTo>
                <a:lnTo>
                  <a:pt x="69001" y="82096"/>
                </a:lnTo>
                <a:lnTo>
                  <a:pt x="69383" y="81543"/>
                </a:lnTo>
                <a:lnTo>
                  <a:pt x="69751" y="80978"/>
                </a:lnTo>
                <a:lnTo>
                  <a:pt x="70107" y="80406"/>
                </a:lnTo>
                <a:lnTo>
                  <a:pt x="70447" y="79830"/>
                </a:lnTo>
                <a:lnTo>
                  <a:pt x="70771" y="79250"/>
                </a:lnTo>
                <a:lnTo>
                  <a:pt x="71081" y="78667"/>
                </a:lnTo>
                <a:lnTo>
                  <a:pt x="71376" y="78080"/>
                </a:lnTo>
                <a:lnTo>
                  <a:pt x="71655" y="77490"/>
                </a:lnTo>
                <a:lnTo>
                  <a:pt x="71920" y="76897"/>
                </a:lnTo>
                <a:lnTo>
                  <a:pt x="72169" y="76300"/>
                </a:lnTo>
                <a:lnTo>
                  <a:pt x="72403" y="75700"/>
                </a:lnTo>
                <a:lnTo>
                  <a:pt x="72622" y="75096"/>
                </a:lnTo>
                <a:lnTo>
                  <a:pt x="72826" y="74489"/>
                </a:lnTo>
                <a:lnTo>
                  <a:pt x="73015" y="73878"/>
                </a:lnTo>
                <a:lnTo>
                  <a:pt x="73189" y="73264"/>
                </a:lnTo>
                <a:lnTo>
                  <a:pt x="73348" y="72646"/>
                </a:lnTo>
                <a:lnTo>
                  <a:pt x="73491" y="72025"/>
                </a:lnTo>
                <a:lnTo>
                  <a:pt x="73620" y="71400"/>
                </a:lnTo>
                <a:lnTo>
                  <a:pt x="73733" y="70772"/>
                </a:lnTo>
                <a:lnTo>
                  <a:pt x="73831" y="70141"/>
                </a:lnTo>
                <a:lnTo>
                  <a:pt x="73914" y="69506"/>
                </a:lnTo>
                <a:lnTo>
                  <a:pt x="73982" y="68868"/>
                </a:lnTo>
                <a:lnTo>
                  <a:pt x="74035" y="68226"/>
                </a:lnTo>
                <a:lnTo>
                  <a:pt x="74073" y="67581"/>
                </a:lnTo>
                <a:lnTo>
                  <a:pt x="74096" y="66932"/>
                </a:lnTo>
                <a:lnTo>
                  <a:pt x="74103" y="66280"/>
                </a:lnTo>
                <a:lnTo>
                  <a:pt x="74097" y="65563"/>
                </a:lnTo>
                <a:lnTo>
                  <a:pt x="74078" y="64856"/>
                </a:lnTo>
                <a:lnTo>
                  <a:pt x="74046" y="64158"/>
                </a:lnTo>
                <a:lnTo>
                  <a:pt x="74002" y="63471"/>
                </a:lnTo>
                <a:lnTo>
                  <a:pt x="73945" y="62792"/>
                </a:lnTo>
                <a:lnTo>
                  <a:pt x="73876" y="62124"/>
                </a:lnTo>
                <a:lnTo>
                  <a:pt x="73794" y="61465"/>
                </a:lnTo>
                <a:lnTo>
                  <a:pt x="73699" y="60816"/>
                </a:lnTo>
                <a:lnTo>
                  <a:pt x="73592" y="60176"/>
                </a:lnTo>
                <a:lnTo>
                  <a:pt x="73472" y="59546"/>
                </a:lnTo>
                <a:lnTo>
                  <a:pt x="73339" y="58925"/>
                </a:lnTo>
                <a:lnTo>
                  <a:pt x="73194" y="58315"/>
                </a:lnTo>
                <a:lnTo>
                  <a:pt x="73036" y="57714"/>
                </a:lnTo>
                <a:lnTo>
                  <a:pt x="72866" y="57122"/>
                </a:lnTo>
                <a:lnTo>
                  <a:pt x="72683" y="56540"/>
                </a:lnTo>
                <a:lnTo>
                  <a:pt x="72487" y="55968"/>
                </a:lnTo>
                <a:lnTo>
                  <a:pt x="72278" y="55405"/>
                </a:lnTo>
                <a:lnTo>
                  <a:pt x="72057" y="54852"/>
                </a:lnTo>
                <a:lnTo>
                  <a:pt x="71824" y="54309"/>
                </a:lnTo>
                <a:lnTo>
                  <a:pt x="71578" y="53775"/>
                </a:lnTo>
                <a:lnTo>
                  <a:pt x="71319" y="53251"/>
                </a:lnTo>
                <a:lnTo>
                  <a:pt x="71047" y="52737"/>
                </a:lnTo>
                <a:lnTo>
                  <a:pt x="70763" y="52232"/>
                </a:lnTo>
                <a:lnTo>
                  <a:pt x="70466" y="51737"/>
                </a:lnTo>
                <a:lnTo>
                  <a:pt x="70158" y="51250"/>
                </a:lnTo>
                <a:lnTo>
                  <a:pt x="69841" y="50773"/>
                </a:lnTo>
                <a:lnTo>
                  <a:pt x="69513" y="50304"/>
                </a:lnTo>
                <a:lnTo>
                  <a:pt x="69176" y="49844"/>
                </a:lnTo>
                <a:lnTo>
                  <a:pt x="68830" y="49392"/>
                </a:lnTo>
                <a:lnTo>
                  <a:pt x="68473" y="48949"/>
                </a:lnTo>
                <a:lnTo>
                  <a:pt x="68107" y="48515"/>
                </a:lnTo>
                <a:lnTo>
                  <a:pt x="67731" y="48089"/>
                </a:lnTo>
                <a:lnTo>
                  <a:pt x="67345" y="47672"/>
                </a:lnTo>
                <a:lnTo>
                  <a:pt x="66950" y="47264"/>
                </a:lnTo>
                <a:lnTo>
                  <a:pt x="66545" y="46864"/>
                </a:lnTo>
                <a:lnTo>
                  <a:pt x="66130" y="46473"/>
                </a:lnTo>
                <a:lnTo>
                  <a:pt x="65706" y="46091"/>
                </a:lnTo>
                <a:lnTo>
                  <a:pt x="65272" y="45717"/>
                </a:lnTo>
                <a:lnTo>
                  <a:pt x="64828" y="45352"/>
                </a:lnTo>
                <a:lnTo>
                  <a:pt x="64374" y="44996"/>
                </a:lnTo>
                <a:lnTo>
                  <a:pt x="63911" y="44648"/>
                </a:lnTo>
                <a:lnTo>
                  <a:pt x="63438" y="44309"/>
                </a:lnTo>
                <a:lnTo>
                  <a:pt x="62955" y="43979"/>
                </a:lnTo>
                <a:lnTo>
                  <a:pt x="62462" y="43657"/>
                </a:lnTo>
                <a:lnTo>
                  <a:pt x="61960" y="43344"/>
                </a:lnTo>
                <a:lnTo>
                  <a:pt x="61448" y="43039"/>
                </a:lnTo>
                <a:lnTo>
                  <a:pt x="60927" y="42743"/>
                </a:lnTo>
                <a:lnTo>
                  <a:pt x="60395" y="42456"/>
                </a:lnTo>
                <a:lnTo>
                  <a:pt x="59847" y="42174"/>
                </a:lnTo>
                <a:lnTo>
                  <a:pt x="59274" y="41892"/>
                </a:lnTo>
                <a:lnTo>
                  <a:pt x="58677" y="41611"/>
                </a:lnTo>
                <a:lnTo>
                  <a:pt x="58056" y="41330"/>
                </a:lnTo>
                <a:lnTo>
                  <a:pt x="57411" y="41051"/>
                </a:lnTo>
                <a:lnTo>
                  <a:pt x="56741" y="40772"/>
                </a:lnTo>
                <a:lnTo>
                  <a:pt x="56047" y="40494"/>
                </a:lnTo>
                <a:lnTo>
                  <a:pt x="55329" y="40217"/>
                </a:lnTo>
                <a:lnTo>
                  <a:pt x="54586" y="39940"/>
                </a:lnTo>
                <a:lnTo>
                  <a:pt x="53819" y="39664"/>
                </a:lnTo>
                <a:lnTo>
                  <a:pt x="53028" y="39389"/>
                </a:lnTo>
                <a:lnTo>
                  <a:pt x="52213" y="39115"/>
                </a:lnTo>
                <a:lnTo>
                  <a:pt x="51373" y="38842"/>
                </a:lnTo>
                <a:lnTo>
                  <a:pt x="50509" y="38569"/>
                </a:lnTo>
                <a:lnTo>
                  <a:pt x="49620" y="38297"/>
                </a:lnTo>
                <a:lnTo>
                  <a:pt x="48708" y="38026"/>
                </a:lnTo>
                <a:lnTo>
                  <a:pt x="47771" y="37756"/>
                </a:lnTo>
                <a:lnTo>
                  <a:pt x="46810" y="37486"/>
                </a:lnTo>
                <a:lnTo>
                  <a:pt x="45824" y="37217"/>
                </a:lnTo>
                <a:lnTo>
                  <a:pt x="44815" y="36949"/>
                </a:lnTo>
                <a:lnTo>
                  <a:pt x="43781" y="36682"/>
                </a:lnTo>
                <a:lnTo>
                  <a:pt x="42722" y="36415"/>
                </a:lnTo>
                <a:lnTo>
                  <a:pt x="41640" y="36149"/>
                </a:lnTo>
                <a:lnTo>
                  <a:pt x="40533" y="35884"/>
                </a:lnTo>
                <a:lnTo>
                  <a:pt x="39431" y="35620"/>
                </a:lnTo>
                <a:lnTo>
                  <a:pt x="38364" y="35356"/>
                </a:lnTo>
                <a:lnTo>
                  <a:pt x="37331" y="35094"/>
                </a:lnTo>
                <a:lnTo>
                  <a:pt x="36333" y="34832"/>
                </a:lnTo>
                <a:lnTo>
                  <a:pt x="35370" y="34571"/>
                </a:lnTo>
                <a:lnTo>
                  <a:pt x="34441" y="34312"/>
                </a:lnTo>
                <a:lnTo>
                  <a:pt x="33546" y="34053"/>
                </a:lnTo>
                <a:lnTo>
                  <a:pt x="32686" y="33794"/>
                </a:lnTo>
                <a:lnTo>
                  <a:pt x="31861" y="33537"/>
                </a:lnTo>
                <a:lnTo>
                  <a:pt x="31070" y="33281"/>
                </a:lnTo>
                <a:lnTo>
                  <a:pt x="30313" y="33025"/>
                </a:lnTo>
                <a:lnTo>
                  <a:pt x="29592" y="32771"/>
                </a:lnTo>
                <a:lnTo>
                  <a:pt x="28904" y="32517"/>
                </a:lnTo>
                <a:lnTo>
                  <a:pt x="28251" y="32264"/>
                </a:lnTo>
                <a:lnTo>
                  <a:pt x="27633" y="32012"/>
                </a:lnTo>
                <a:lnTo>
                  <a:pt x="27050" y="31761"/>
                </a:lnTo>
                <a:lnTo>
                  <a:pt x="26500" y="31511"/>
                </a:lnTo>
                <a:lnTo>
                  <a:pt x="25986" y="31262"/>
                </a:lnTo>
                <a:lnTo>
                  <a:pt x="25506" y="31013"/>
                </a:lnTo>
                <a:lnTo>
                  <a:pt x="25060" y="30765"/>
                </a:lnTo>
                <a:lnTo>
                  <a:pt x="24649" y="30519"/>
                </a:lnTo>
                <a:lnTo>
                  <a:pt x="24273" y="30273"/>
                </a:lnTo>
                <a:lnTo>
                  <a:pt x="23931" y="30028"/>
                </a:lnTo>
                <a:lnTo>
                  <a:pt x="23623" y="29784"/>
                </a:lnTo>
                <a:lnTo>
                  <a:pt x="23400" y="29591"/>
                </a:lnTo>
                <a:lnTo>
                  <a:pt x="23187" y="29394"/>
                </a:lnTo>
                <a:lnTo>
                  <a:pt x="22982" y="29194"/>
                </a:lnTo>
                <a:lnTo>
                  <a:pt x="22788" y="28991"/>
                </a:lnTo>
                <a:lnTo>
                  <a:pt x="22602" y="28785"/>
                </a:lnTo>
                <a:lnTo>
                  <a:pt x="22427" y="28575"/>
                </a:lnTo>
                <a:lnTo>
                  <a:pt x="22261" y="28363"/>
                </a:lnTo>
                <a:lnTo>
                  <a:pt x="22104" y="28147"/>
                </a:lnTo>
                <a:lnTo>
                  <a:pt x="21957" y="27927"/>
                </a:lnTo>
                <a:lnTo>
                  <a:pt x="21819" y="27705"/>
                </a:lnTo>
                <a:lnTo>
                  <a:pt x="21691" y="27479"/>
                </a:lnTo>
                <a:lnTo>
                  <a:pt x="21572" y="27250"/>
                </a:lnTo>
                <a:lnTo>
                  <a:pt x="21463" y="27018"/>
                </a:lnTo>
                <a:lnTo>
                  <a:pt x="21363" y="26782"/>
                </a:lnTo>
                <a:lnTo>
                  <a:pt x="21273" y="26544"/>
                </a:lnTo>
                <a:lnTo>
                  <a:pt x="21192" y="26302"/>
                </a:lnTo>
                <a:lnTo>
                  <a:pt x="21121" y="26056"/>
                </a:lnTo>
                <a:lnTo>
                  <a:pt x="21059" y="25808"/>
                </a:lnTo>
                <a:lnTo>
                  <a:pt x="21007" y="25556"/>
                </a:lnTo>
                <a:lnTo>
                  <a:pt x="20964" y="25301"/>
                </a:lnTo>
                <a:lnTo>
                  <a:pt x="20931" y="25043"/>
                </a:lnTo>
                <a:lnTo>
                  <a:pt x="20907" y="24782"/>
                </a:lnTo>
                <a:lnTo>
                  <a:pt x="20893" y="24517"/>
                </a:lnTo>
                <a:lnTo>
                  <a:pt x="20888" y="24249"/>
                </a:lnTo>
                <a:lnTo>
                  <a:pt x="20893" y="23956"/>
                </a:lnTo>
                <a:lnTo>
                  <a:pt x="20908" y="23668"/>
                </a:lnTo>
                <a:lnTo>
                  <a:pt x="20934" y="23385"/>
                </a:lnTo>
                <a:lnTo>
                  <a:pt x="20969" y="23107"/>
                </a:lnTo>
                <a:lnTo>
                  <a:pt x="21015" y="22834"/>
                </a:lnTo>
                <a:lnTo>
                  <a:pt x="21071" y="22566"/>
                </a:lnTo>
                <a:lnTo>
                  <a:pt x="21137" y="22303"/>
                </a:lnTo>
                <a:lnTo>
                  <a:pt x="21213" y="22044"/>
                </a:lnTo>
                <a:lnTo>
                  <a:pt x="21299" y="21791"/>
                </a:lnTo>
                <a:lnTo>
                  <a:pt x="21395" y="21543"/>
                </a:lnTo>
                <a:lnTo>
                  <a:pt x="21502" y="21300"/>
                </a:lnTo>
                <a:lnTo>
                  <a:pt x="21619" y="21062"/>
                </a:lnTo>
                <a:lnTo>
                  <a:pt x="21745" y="20828"/>
                </a:lnTo>
                <a:lnTo>
                  <a:pt x="21882" y="20600"/>
                </a:lnTo>
                <a:lnTo>
                  <a:pt x="22029" y="20376"/>
                </a:lnTo>
                <a:lnTo>
                  <a:pt x="22187" y="20158"/>
                </a:lnTo>
                <a:lnTo>
                  <a:pt x="22354" y="19945"/>
                </a:lnTo>
                <a:lnTo>
                  <a:pt x="22532" y="19736"/>
                </a:lnTo>
                <a:lnTo>
                  <a:pt x="22719" y="19533"/>
                </a:lnTo>
                <a:lnTo>
                  <a:pt x="22917" y="19334"/>
                </a:lnTo>
                <a:lnTo>
                  <a:pt x="23125" y="19141"/>
                </a:lnTo>
                <a:lnTo>
                  <a:pt x="23343" y="18952"/>
                </a:lnTo>
                <a:lnTo>
                  <a:pt x="23572" y="18769"/>
                </a:lnTo>
                <a:lnTo>
                  <a:pt x="23810" y="18590"/>
                </a:lnTo>
                <a:lnTo>
                  <a:pt x="24194" y="18321"/>
                </a:lnTo>
                <a:lnTo>
                  <a:pt x="24591" y="18063"/>
                </a:lnTo>
                <a:lnTo>
                  <a:pt x="24999" y="17817"/>
                </a:lnTo>
                <a:lnTo>
                  <a:pt x="25419" y="17583"/>
                </a:lnTo>
                <a:lnTo>
                  <a:pt x="25852" y="17359"/>
                </a:lnTo>
                <a:lnTo>
                  <a:pt x="26297" y="17148"/>
                </a:lnTo>
                <a:lnTo>
                  <a:pt x="26753" y="16947"/>
                </a:lnTo>
                <a:lnTo>
                  <a:pt x="27222" y="16758"/>
                </a:lnTo>
                <a:lnTo>
                  <a:pt x="27703" y="16581"/>
                </a:lnTo>
                <a:lnTo>
                  <a:pt x="28196" y="16415"/>
                </a:lnTo>
                <a:lnTo>
                  <a:pt x="28701" y="16260"/>
                </a:lnTo>
                <a:lnTo>
                  <a:pt x="29219" y="16117"/>
                </a:lnTo>
                <a:lnTo>
                  <a:pt x="29748" y="15986"/>
                </a:lnTo>
                <a:lnTo>
                  <a:pt x="30289" y="15865"/>
                </a:lnTo>
                <a:lnTo>
                  <a:pt x="30843" y="15757"/>
                </a:lnTo>
                <a:lnTo>
                  <a:pt x="31408" y="15659"/>
                </a:lnTo>
                <a:lnTo>
                  <a:pt x="31986" y="15574"/>
                </a:lnTo>
                <a:lnTo>
                  <a:pt x="32576" y="15499"/>
                </a:lnTo>
                <a:lnTo>
                  <a:pt x="33177" y="15436"/>
                </a:lnTo>
                <a:lnTo>
                  <a:pt x="33791" y="15385"/>
                </a:lnTo>
                <a:lnTo>
                  <a:pt x="34417" y="15345"/>
                </a:lnTo>
                <a:lnTo>
                  <a:pt x="35055" y="15316"/>
                </a:lnTo>
                <a:lnTo>
                  <a:pt x="35705" y="15299"/>
                </a:lnTo>
                <a:lnTo>
                  <a:pt x="36368" y="15293"/>
                </a:lnTo>
                <a:lnTo>
                  <a:pt x="37009" y="15298"/>
                </a:lnTo>
                <a:lnTo>
                  <a:pt x="37636" y="15314"/>
                </a:lnTo>
                <a:lnTo>
                  <a:pt x="38250" y="15341"/>
                </a:lnTo>
                <a:lnTo>
                  <a:pt x="38850" y="15379"/>
                </a:lnTo>
                <a:lnTo>
                  <a:pt x="39437" y="15427"/>
                </a:lnTo>
                <a:lnTo>
                  <a:pt x="40010" y="15485"/>
                </a:lnTo>
                <a:lnTo>
                  <a:pt x="40570" y="15555"/>
                </a:lnTo>
                <a:lnTo>
                  <a:pt x="41117" y="15635"/>
                </a:lnTo>
                <a:lnTo>
                  <a:pt x="41650" y="15726"/>
                </a:lnTo>
                <a:lnTo>
                  <a:pt x="42169" y="15827"/>
                </a:lnTo>
                <a:lnTo>
                  <a:pt x="42675" y="15940"/>
                </a:lnTo>
                <a:lnTo>
                  <a:pt x="43167" y="16062"/>
                </a:lnTo>
                <a:lnTo>
                  <a:pt x="43646" y="16196"/>
                </a:lnTo>
                <a:lnTo>
                  <a:pt x="44112" y="16340"/>
                </a:lnTo>
                <a:lnTo>
                  <a:pt x="44564" y="16495"/>
                </a:lnTo>
                <a:lnTo>
                  <a:pt x="45002" y="16661"/>
                </a:lnTo>
                <a:lnTo>
                  <a:pt x="45427" y="16837"/>
                </a:lnTo>
                <a:lnTo>
                  <a:pt x="45839" y="17024"/>
                </a:lnTo>
                <a:lnTo>
                  <a:pt x="46236" y="17222"/>
                </a:lnTo>
                <a:lnTo>
                  <a:pt x="46621" y="17430"/>
                </a:lnTo>
                <a:lnTo>
                  <a:pt x="46992" y="17649"/>
                </a:lnTo>
                <a:lnTo>
                  <a:pt x="47350" y="17879"/>
                </a:lnTo>
                <a:lnTo>
                  <a:pt x="47694" y="18119"/>
                </a:lnTo>
                <a:lnTo>
                  <a:pt x="48024" y="18370"/>
                </a:lnTo>
                <a:lnTo>
                  <a:pt x="48343" y="18634"/>
                </a:lnTo>
                <a:lnTo>
                  <a:pt x="48653" y="18911"/>
                </a:lnTo>
                <a:lnTo>
                  <a:pt x="48953" y="19201"/>
                </a:lnTo>
                <a:lnTo>
                  <a:pt x="49244" y="19506"/>
                </a:lnTo>
                <a:lnTo>
                  <a:pt x="49526" y="19824"/>
                </a:lnTo>
                <a:lnTo>
                  <a:pt x="49798" y="20156"/>
                </a:lnTo>
                <a:lnTo>
                  <a:pt x="50061" y="20501"/>
                </a:lnTo>
                <a:lnTo>
                  <a:pt x="50314" y="20861"/>
                </a:lnTo>
                <a:lnTo>
                  <a:pt x="50558" y="21233"/>
                </a:lnTo>
                <a:lnTo>
                  <a:pt x="50792" y="21620"/>
                </a:lnTo>
                <a:lnTo>
                  <a:pt x="51018" y="22020"/>
                </a:lnTo>
                <a:lnTo>
                  <a:pt x="51233" y="22435"/>
                </a:lnTo>
                <a:lnTo>
                  <a:pt x="51440" y="22862"/>
                </a:lnTo>
                <a:lnTo>
                  <a:pt x="51637" y="23304"/>
                </a:lnTo>
                <a:lnTo>
                  <a:pt x="51825" y="23759"/>
                </a:lnTo>
                <a:lnTo>
                  <a:pt x="52003" y="24228"/>
                </a:lnTo>
                <a:lnTo>
                  <a:pt x="52172" y="24710"/>
                </a:lnTo>
                <a:lnTo>
                  <a:pt x="52331" y="25207"/>
                </a:lnTo>
                <a:lnTo>
                  <a:pt x="52481" y="25717"/>
                </a:lnTo>
                <a:lnTo>
                  <a:pt x="52622" y="26241"/>
                </a:lnTo>
                <a:lnTo>
                  <a:pt x="52753" y="26778"/>
                </a:lnTo>
                <a:lnTo>
                  <a:pt x="52875" y="27329"/>
                </a:lnTo>
                <a:lnTo>
                  <a:pt x="52988" y="27894"/>
                </a:lnTo>
                <a:lnTo>
                  <a:pt x="53091" y="28473"/>
                </a:lnTo>
                <a:lnTo>
                  <a:pt x="71492" y="27727"/>
                </a:lnTo>
                <a:lnTo>
                  <a:pt x="71442" y="26684"/>
                </a:lnTo>
                <a:lnTo>
                  <a:pt x="71362" y="25659"/>
                </a:lnTo>
                <a:lnTo>
                  <a:pt x="71255" y="24652"/>
                </a:lnTo>
                <a:lnTo>
                  <a:pt x="71118" y="23662"/>
                </a:lnTo>
                <a:lnTo>
                  <a:pt x="70953" y="22690"/>
                </a:lnTo>
                <a:lnTo>
                  <a:pt x="70760" y="21736"/>
                </a:lnTo>
                <a:lnTo>
                  <a:pt x="70538" y="20799"/>
                </a:lnTo>
                <a:lnTo>
                  <a:pt x="70287" y="19879"/>
                </a:lnTo>
                <a:lnTo>
                  <a:pt x="70007" y="18977"/>
                </a:lnTo>
                <a:lnTo>
                  <a:pt x="69699" y="18093"/>
                </a:lnTo>
                <a:lnTo>
                  <a:pt x="69363" y="17226"/>
                </a:lnTo>
                <a:lnTo>
                  <a:pt x="68998" y="16377"/>
                </a:lnTo>
                <a:lnTo>
                  <a:pt x="68604" y="15546"/>
                </a:lnTo>
                <a:lnTo>
                  <a:pt x="68182" y="14731"/>
                </a:lnTo>
                <a:lnTo>
                  <a:pt x="67731" y="13935"/>
                </a:lnTo>
                <a:lnTo>
                  <a:pt x="67251" y="13156"/>
                </a:lnTo>
                <a:lnTo>
                  <a:pt x="66743" y="12395"/>
                </a:lnTo>
                <a:lnTo>
                  <a:pt x="66206" y="11651"/>
                </a:lnTo>
                <a:lnTo>
                  <a:pt x="65641" y="10925"/>
                </a:lnTo>
                <a:lnTo>
                  <a:pt x="65047" y="10216"/>
                </a:lnTo>
                <a:lnTo>
                  <a:pt x="64424" y="9525"/>
                </a:lnTo>
                <a:lnTo>
                  <a:pt x="63773" y="8852"/>
                </a:lnTo>
                <a:lnTo>
                  <a:pt x="63093" y="8196"/>
                </a:lnTo>
                <a:lnTo>
                  <a:pt x="62385" y="7557"/>
                </a:lnTo>
                <a:lnTo>
                  <a:pt x="61647" y="6941"/>
                </a:lnTo>
                <a:lnTo>
                  <a:pt x="60880" y="6350"/>
                </a:lnTo>
                <a:lnTo>
                  <a:pt x="60084" y="5786"/>
                </a:lnTo>
                <a:lnTo>
                  <a:pt x="59258" y="5248"/>
                </a:lnTo>
                <a:lnTo>
                  <a:pt x="58403" y="4736"/>
                </a:lnTo>
                <a:lnTo>
                  <a:pt x="57518" y="4251"/>
                </a:lnTo>
                <a:lnTo>
                  <a:pt x="56604" y="3792"/>
                </a:lnTo>
                <a:lnTo>
                  <a:pt x="55660" y="3359"/>
                </a:lnTo>
                <a:lnTo>
                  <a:pt x="54687" y="2952"/>
                </a:lnTo>
                <a:lnTo>
                  <a:pt x="53685" y="2572"/>
                </a:lnTo>
                <a:lnTo>
                  <a:pt x="52652" y="2217"/>
                </a:lnTo>
                <a:lnTo>
                  <a:pt x="51591" y="1889"/>
                </a:lnTo>
                <a:lnTo>
                  <a:pt x="50500" y="1588"/>
                </a:lnTo>
                <a:lnTo>
                  <a:pt x="49379" y="1312"/>
                </a:lnTo>
                <a:lnTo>
                  <a:pt x="48230" y="1063"/>
                </a:lnTo>
                <a:lnTo>
                  <a:pt x="47050" y="840"/>
                </a:lnTo>
                <a:lnTo>
                  <a:pt x="45841" y="643"/>
                </a:lnTo>
                <a:lnTo>
                  <a:pt x="44603" y="472"/>
                </a:lnTo>
                <a:lnTo>
                  <a:pt x="43335" y="328"/>
                </a:lnTo>
                <a:lnTo>
                  <a:pt x="42038" y="210"/>
                </a:lnTo>
                <a:lnTo>
                  <a:pt x="40711" y="118"/>
                </a:lnTo>
                <a:lnTo>
                  <a:pt x="39355" y="52"/>
                </a:lnTo>
                <a:lnTo>
                  <a:pt x="37969" y="13"/>
                </a:lnTo>
                <a:lnTo>
                  <a:pt x="36554" y="0"/>
                </a:lnTo>
                <a:lnTo>
                  <a:pt x="35684" y="6"/>
                </a:lnTo>
                <a:lnTo>
                  <a:pt x="34825" y="22"/>
                </a:lnTo>
                <a:lnTo>
                  <a:pt x="33976" y="50"/>
                </a:lnTo>
                <a:lnTo>
                  <a:pt x="33138" y="88"/>
                </a:lnTo>
                <a:lnTo>
                  <a:pt x="32310" y="138"/>
                </a:lnTo>
                <a:lnTo>
                  <a:pt x="31493" y="199"/>
                </a:lnTo>
                <a:lnTo>
                  <a:pt x="30687" y="270"/>
                </a:lnTo>
                <a:lnTo>
                  <a:pt x="29892" y="353"/>
                </a:lnTo>
                <a:lnTo>
                  <a:pt x="29107" y="447"/>
                </a:lnTo>
                <a:lnTo>
                  <a:pt x="28333" y="552"/>
                </a:lnTo>
                <a:lnTo>
                  <a:pt x="27570" y="668"/>
                </a:lnTo>
                <a:lnTo>
                  <a:pt x="26817" y="795"/>
                </a:lnTo>
                <a:lnTo>
                  <a:pt x="26075" y="933"/>
                </a:lnTo>
                <a:lnTo>
                  <a:pt x="25344" y="1081"/>
                </a:lnTo>
                <a:lnTo>
                  <a:pt x="24624" y="1242"/>
                </a:lnTo>
                <a:lnTo>
                  <a:pt x="23914" y="1413"/>
                </a:lnTo>
                <a:lnTo>
                  <a:pt x="23214" y="1595"/>
                </a:lnTo>
                <a:lnTo>
                  <a:pt x="22526" y="1788"/>
                </a:lnTo>
                <a:lnTo>
                  <a:pt x="21848" y="1992"/>
                </a:lnTo>
                <a:lnTo>
                  <a:pt x="21181" y="2207"/>
                </a:lnTo>
                <a:lnTo>
                  <a:pt x="20524" y="2433"/>
                </a:lnTo>
                <a:lnTo>
                  <a:pt x="19879" y="2671"/>
                </a:lnTo>
                <a:lnTo>
                  <a:pt x="19243" y="2919"/>
                </a:lnTo>
                <a:lnTo>
                  <a:pt x="18619" y="3178"/>
                </a:lnTo>
                <a:lnTo>
                  <a:pt x="18006" y="3448"/>
                </a:lnTo>
                <a:lnTo>
                  <a:pt x="17405" y="3728"/>
                </a:lnTo>
                <a:lnTo>
                  <a:pt x="16816" y="4018"/>
                </a:lnTo>
                <a:lnTo>
                  <a:pt x="16239" y="4318"/>
                </a:lnTo>
                <a:lnTo>
                  <a:pt x="15675" y="4628"/>
                </a:lnTo>
                <a:lnTo>
                  <a:pt x="15122" y="4948"/>
                </a:lnTo>
                <a:lnTo>
                  <a:pt x="14582" y="5278"/>
                </a:lnTo>
                <a:lnTo>
                  <a:pt x="14053" y="5618"/>
                </a:lnTo>
                <a:lnTo>
                  <a:pt x="13537" y="5968"/>
                </a:lnTo>
                <a:lnTo>
                  <a:pt x="13033" y="6328"/>
                </a:lnTo>
                <a:lnTo>
                  <a:pt x="12540" y="6699"/>
                </a:lnTo>
                <a:lnTo>
                  <a:pt x="12060" y="7079"/>
                </a:lnTo>
                <a:lnTo>
                  <a:pt x="11592" y="7470"/>
                </a:lnTo>
                <a:lnTo>
                  <a:pt x="11137" y="7870"/>
                </a:lnTo>
                <a:lnTo>
                  <a:pt x="10693" y="8281"/>
                </a:lnTo>
                <a:lnTo>
                  <a:pt x="10261" y="8702"/>
                </a:lnTo>
                <a:lnTo>
                  <a:pt x="9841" y="9132"/>
                </a:lnTo>
                <a:lnTo>
                  <a:pt x="9434" y="9573"/>
                </a:lnTo>
                <a:lnTo>
                  <a:pt x="9038" y="10024"/>
                </a:lnTo>
                <a:lnTo>
                  <a:pt x="8655" y="10485"/>
                </a:lnTo>
                <a:lnTo>
                  <a:pt x="8284" y="10956"/>
                </a:lnTo>
                <a:lnTo>
                  <a:pt x="7925" y="11437"/>
                </a:lnTo>
                <a:lnTo>
                  <a:pt x="7577" y="11928"/>
                </a:lnTo>
                <a:lnTo>
                  <a:pt x="7242" y="12430"/>
                </a:lnTo>
                <a:lnTo>
                  <a:pt x="6920" y="12937"/>
                </a:lnTo>
                <a:lnTo>
                  <a:pt x="6612" y="13448"/>
                </a:lnTo>
                <a:lnTo>
                  <a:pt x="6317" y="13962"/>
                </a:lnTo>
                <a:lnTo>
                  <a:pt x="6036" y="14479"/>
                </a:lnTo>
                <a:lnTo>
                  <a:pt x="5769" y="14999"/>
                </a:lnTo>
                <a:lnTo>
                  <a:pt x="5515" y="15522"/>
                </a:lnTo>
                <a:lnTo>
                  <a:pt x="5276" y="16049"/>
                </a:lnTo>
                <a:lnTo>
                  <a:pt x="5049" y="16579"/>
                </a:lnTo>
                <a:lnTo>
                  <a:pt x="4837" y="17111"/>
                </a:lnTo>
                <a:lnTo>
                  <a:pt x="4638" y="17647"/>
                </a:lnTo>
                <a:lnTo>
                  <a:pt x="4453" y="18186"/>
                </a:lnTo>
                <a:lnTo>
                  <a:pt x="4282" y="18728"/>
                </a:lnTo>
                <a:lnTo>
                  <a:pt x="4124" y="19274"/>
                </a:lnTo>
                <a:lnTo>
                  <a:pt x="3980" y="19822"/>
                </a:lnTo>
                <a:lnTo>
                  <a:pt x="3850" y="20374"/>
                </a:lnTo>
                <a:lnTo>
                  <a:pt x="3733" y="20928"/>
                </a:lnTo>
                <a:lnTo>
                  <a:pt x="3631" y="21486"/>
                </a:lnTo>
                <a:lnTo>
                  <a:pt x="3542" y="22047"/>
                </a:lnTo>
                <a:lnTo>
                  <a:pt x="3466" y="22611"/>
                </a:lnTo>
                <a:lnTo>
                  <a:pt x="3405" y="23178"/>
                </a:lnTo>
                <a:lnTo>
                  <a:pt x="3357" y="23749"/>
                </a:lnTo>
                <a:lnTo>
                  <a:pt x="3322" y="24322"/>
                </a:lnTo>
                <a:lnTo>
                  <a:pt x="3302" y="24899"/>
                </a:lnTo>
                <a:lnTo>
                  <a:pt x="3295" y="25479"/>
                </a:lnTo>
                <a:lnTo>
                  <a:pt x="3309" y="26376"/>
                </a:lnTo>
                <a:lnTo>
                  <a:pt x="3353" y="27262"/>
                </a:lnTo>
                <a:lnTo>
                  <a:pt x="3426" y="28137"/>
                </a:lnTo>
                <a:lnTo>
                  <a:pt x="3528" y="29000"/>
                </a:lnTo>
                <a:lnTo>
                  <a:pt x="3659" y="29852"/>
                </a:lnTo>
                <a:lnTo>
                  <a:pt x="3819" y="30692"/>
                </a:lnTo>
                <a:lnTo>
                  <a:pt x="4009" y="31520"/>
                </a:lnTo>
                <a:lnTo>
                  <a:pt x="4227" y="32338"/>
                </a:lnTo>
                <a:lnTo>
                  <a:pt x="4475" y="33143"/>
                </a:lnTo>
                <a:lnTo>
                  <a:pt x="4752" y="33938"/>
                </a:lnTo>
                <a:lnTo>
                  <a:pt x="5058" y="34721"/>
                </a:lnTo>
                <a:lnTo>
                  <a:pt x="5393" y="35492"/>
                </a:lnTo>
                <a:lnTo>
                  <a:pt x="5757" y="36252"/>
                </a:lnTo>
                <a:lnTo>
                  <a:pt x="6151" y="37000"/>
                </a:lnTo>
                <a:lnTo>
                  <a:pt x="6573" y="37738"/>
                </a:lnTo>
                <a:lnTo>
                  <a:pt x="7025" y="38463"/>
                </a:lnTo>
                <a:lnTo>
                  <a:pt x="7506" y="39177"/>
                </a:lnTo>
                <a:lnTo>
                  <a:pt x="8016" y="39880"/>
                </a:lnTo>
                <a:lnTo>
                  <a:pt x="8555" y="40571"/>
                </a:lnTo>
                <a:lnTo>
                  <a:pt x="9123" y="41251"/>
                </a:lnTo>
                <a:lnTo>
                  <a:pt x="9720" y="41919"/>
                </a:lnTo>
                <a:lnTo>
                  <a:pt x="10347" y="42576"/>
                </a:lnTo>
                <a:lnTo>
                  <a:pt x="11003" y="43221"/>
                </a:lnTo>
                <a:lnTo>
                  <a:pt x="11687" y="43855"/>
                </a:lnTo>
                <a:lnTo>
                  <a:pt x="12200" y="44299"/>
                </a:lnTo>
                <a:lnTo>
                  <a:pt x="12743" y="44736"/>
                </a:lnTo>
                <a:lnTo>
                  <a:pt x="13317" y="45168"/>
                </a:lnTo>
                <a:lnTo>
                  <a:pt x="13922" y="45594"/>
                </a:lnTo>
                <a:lnTo>
                  <a:pt x="14557" y="46014"/>
                </a:lnTo>
                <a:lnTo>
                  <a:pt x="15223" y="46429"/>
                </a:lnTo>
                <a:lnTo>
                  <a:pt x="15920" y="46837"/>
                </a:lnTo>
                <a:lnTo>
                  <a:pt x="16647" y="47240"/>
                </a:lnTo>
                <a:lnTo>
                  <a:pt x="17405" y="47637"/>
                </a:lnTo>
                <a:lnTo>
                  <a:pt x="18193" y="48028"/>
                </a:lnTo>
                <a:lnTo>
                  <a:pt x="19013" y="48413"/>
                </a:lnTo>
                <a:lnTo>
                  <a:pt x="19862" y="48792"/>
                </a:lnTo>
                <a:lnTo>
                  <a:pt x="20743" y="49166"/>
                </a:lnTo>
                <a:lnTo>
                  <a:pt x="21654" y="49534"/>
                </a:lnTo>
                <a:lnTo>
                  <a:pt x="22596" y="49895"/>
                </a:lnTo>
                <a:lnTo>
                  <a:pt x="23568" y="50251"/>
                </a:lnTo>
                <a:lnTo>
                  <a:pt x="24571" y="50601"/>
                </a:lnTo>
                <a:lnTo>
                  <a:pt x="25605" y="50946"/>
                </a:lnTo>
                <a:lnTo>
                  <a:pt x="26669" y="51284"/>
                </a:lnTo>
                <a:lnTo>
                  <a:pt x="27765" y="51617"/>
                </a:lnTo>
                <a:lnTo>
                  <a:pt x="28890" y="51943"/>
                </a:lnTo>
                <a:lnTo>
                  <a:pt x="30047" y="52264"/>
                </a:lnTo>
                <a:lnTo>
                  <a:pt x="31234" y="52579"/>
                </a:lnTo>
                <a:lnTo>
                  <a:pt x="32451" y="52889"/>
                </a:lnTo>
                <a:lnTo>
                  <a:pt x="33395" y="53124"/>
                </a:lnTo>
                <a:lnTo>
                  <a:pt x="34311" y="53354"/>
                </a:lnTo>
                <a:lnTo>
                  <a:pt x="35197" y="53578"/>
                </a:lnTo>
                <a:lnTo>
                  <a:pt x="36055" y="53795"/>
                </a:lnTo>
                <a:lnTo>
                  <a:pt x="36884" y="54007"/>
                </a:lnTo>
                <a:lnTo>
                  <a:pt x="37685" y="54212"/>
                </a:lnTo>
                <a:lnTo>
                  <a:pt x="38457" y="54412"/>
                </a:lnTo>
                <a:lnTo>
                  <a:pt x="39200" y="54605"/>
                </a:lnTo>
                <a:lnTo>
                  <a:pt x="39914" y="54792"/>
                </a:lnTo>
                <a:lnTo>
                  <a:pt x="40600" y="54974"/>
                </a:lnTo>
                <a:lnTo>
                  <a:pt x="41257" y="55149"/>
                </a:lnTo>
                <a:lnTo>
                  <a:pt x="41885" y="55318"/>
                </a:lnTo>
                <a:lnTo>
                  <a:pt x="42485" y="55481"/>
                </a:lnTo>
                <a:lnTo>
                  <a:pt x="43055" y="55638"/>
                </a:lnTo>
                <a:lnTo>
                  <a:pt x="43598" y="55789"/>
                </a:lnTo>
                <a:lnTo>
                  <a:pt x="44111" y="55934"/>
                </a:lnTo>
                <a:lnTo>
                  <a:pt x="44596" y="56073"/>
                </a:lnTo>
                <a:lnTo>
                  <a:pt x="45052" y="56206"/>
                </a:lnTo>
                <a:lnTo>
                  <a:pt x="45479" y="56332"/>
                </a:lnTo>
                <a:lnTo>
                  <a:pt x="45878" y="56453"/>
                </a:lnTo>
                <a:lnTo>
                  <a:pt x="46247" y="56568"/>
                </a:lnTo>
                <a:lnTo>
                  <a:pt x="46589" y="56676"/>
                </a:lnTo>
                <a:lnTo>
                  <a:pt x="46901" y="56779"/>
                </a:lnTo>
                <a:lnTo>
                  <a:pt x="47185" y="56875"/>
                </a:lnTo>
                <a:lnTo>
                  <a:pt x="47574" y="57016"/>
                </a:lnTo>
                <a:lnTo>
                  <a:pt x="47953" y="57160"/>
                </a:lnTo>
                <a:lnTo>
                  <a:pt x="48322" y="57305"/>
                </a:lnTo>
                <a:lnTo>
                  <a:pt x="48681" y="57453"/>
                </a:lnTo>
                <a:lnTo>
                  <a:pt x="49031" y="57603"/>
                </a:lnTo>
                <a:lnTo>
                  <a:pt x="49370" y="57754"/>
                </a:lnTo>
                <a:lnTo>
                  <a:pt x="49700" y="57908"/>
                </a:lnTo>
                <a:lnTo>
                  <a:pt x="50020" y="58064"/>
                </a:lnTo>
                <a:lnTo>
                  <a:pt x="50331" y="58222"/>
                </a:lnTo>
                <a:lnTo>
                  <a:pt x="50631" y="58382"/>
                </a:lnTo>
                <a:lnTo>
                  <a:pt x="50922" y="58544"/>
                </a:lnTo>
                <a:lnTo>
                  <a:pt x="51202" y="58708"/>
                </a:lnTo>
                <a:lnTo>
                  <a:pt x="51473" y="58874"/>
                </a:lnTo>
                <a:lnTo>
                  <a:pt x="51734" y="59042"/>
                </a:lnTo>
                <a:lnTo>
                  <a:pt x="51986" y="59212"/>
                </a:lnTo>
                <a:lnTo>
                  <a:pt x="52227" y="59384"/>
                </a:lnTo>
                <a:lnTo>
                  <a:pt x="52459" y="59559"/>
                </a:lnTo>
                <a:lnTo>
                  <a:pt x="52681" y="59735"/>
                </a:lnTo>
                <a:lnTo>
                  <a:pt x="52893" y="59913"/>
                </a:lnTo>
                <a:lnTo>
                  <a:pt x="53095" y="60094"/>
                </a:lnTo>
                <a:lnTo>
                  <a:pt x="53287" y="60276"/>
                </a:lnTo>
                <a:lnTo>
                  <a:pt x="53470" y="60461"/>
                </a:lnTo>
                <a:lnTo>
                  <a:pt x="53643" y="60648"/>
                </a:lnTo>
                <a:lnTo>
                  <a:pt x="53806" y="60836"/>
                </a:lnTo>
                <a:lnTo>
                  <a:pt x="53960" y="61028"/>
                </a:lnTo>
                <a:lnTo>
                  <a:pt x="54108" y="61222"/>
                </a:lnTo>
                <a:lnTo>
                  <a:pt x="54250" y="61420"/>
                </a:lnTo>
                <a:lnTo>
                  <a:pt x="54385" y="61621"/>
                </a:lnTo>
                <a:lnTo>
                  <a:pt x="54513" y="61826"/>
                </a:lnTo>
                <a:lnTo>
                  <a:pt x="54635" y="62034"/>
                </a:lnTo>
                <a:lnTo>
                  <a:pt x="54750" y="62246"/>
                </a:lnTo>
                <a:lnTo>
                  <a:pt x="54859" y="62460"/>
                </a:lnTo>
                <a:lnTo>
                  <a:pt x="54961" y="62679"/>
                </a:lnTo>
                <a:lnTo>
                  <a:pt x="55056" y="62900"/>
                </a:lnTo>
                <a:lnTo>
                  <a:pt x="55145" y="63125"/>
                </a:lnTo>
                <a:lnTo>
                  <a:pt x="55228" y="63353"/>
                </a:lnTo>
                <a:lnTo>
                  <a:pt x="55303" y="63585"/>
                </a:lnTo>
                <a:lnTo>
                  <a:pt x="55373" y="63820"/>
                </a:lnTo>
                <a:lnTo>
                  <a:pt x="55435" y="64058"/>
                </a:lnTo>
                <a:lnTo>
                  <a:pt x="55491" y="64300"/>
                </a:lnTo>
                <a:lnTo>
                  <a:pt x="55540" y="64545"/>
                </a:lnTo>
                <a:lnTo>
                  <a:pt x="55583" y="64793"/>
                </a:lnTo>
                <a:lnTo>
                  <a:pt x="55619" y="65045"/>
                </a:lnTo>
                <a:lnTo>
                  <a:pt x="55649" y="65300"/>
                </a:lnTo>
                <a:lnTo>
                  <a:pt x="55672" y="65558"/>
                </a:lnTo>
                <a:lnTo>
                  <a:pt x="55689" y="65820"/>
                </a:lnTo>
                <a:lnTo>
                  <a:pt x="55698" y="66085"/>
                </a:lnTo>
                <a:lnTo>
                  <a:pt x="55702" y="66354"/>
                </a:lnTo>
                <a:lnTo>
                  <a:pt x="55694" y="66772"/>
                </a:lnTo>
                <a:lnTo>
                  <a:pt x="55670" y="67187"/>
                </a:lnTo>
                <a:lnTo>
                  <a:pt x="55631" y="67597"/>
                </a:lnTo>
                <a:lnTo>
                  <a:pt x="55577" y="68002"/>
                </a:lnTo>
                <a:lnTo>
                  <a:pt x="55506" y="68403"/>
                </a:lnTo>
                <a:lnTo>
                  <a:pt x="55420" y="68800"/>
                </a:lnTo>
                <a:lnTo>
                  <a:pt x="55318" y="69192"/>
                </a:lnTo>
                <a:lnTo>
                  <a:pt x="55201" y="69580"/>
                </a:lnTo>
                <a:lnTo>
                  <a:pt x="55068" y="69963"/>
                </a:lnTo>
                <a:lnTo>
                  <a:pt x="54919" y="70342"/>
                </a:lnTo>
                <a:lnTo>
                  <a:pt x="54755" y="70717"/>
                </a:lnTo>
                <a:lnTo>
                  <a:pt x="54575" y="71087"/>
                </a:lnTo>
                <a:lnTo>
                  <a:pt x="54379" y="71452"/>
                </a:lnTo>
                <a:lnTo>
                  <a:pt x="54168" y="71813"/>
                </a:lnTo>
                <a:lnTo>
                  <a:pt x="53941" y="72170"/>
                </a:lnTo>
                <a:lnTo>
                  <a:pt x="53699" y="72522"/>
                </a:lnTo>
                <a:lnTo>
                  <a:pt x="53440" y="72870"/>
                </a:lnTo>
                <a:lnTo>
                  <a:pt x="53166" y="73213"/>
                </a:lnTo>
                <a:lnTo>
                  <a:pt x="52877" y="73552"/>
                </a:lnTo>
                <a:lnTo>
                  <a:pt x="52572" y="73886"/>
                </a:lnTo>
                <a:lnTo>
                  <a:pt x="52251" y="74216"/>
                </a:lnTo>
                <a:lnTo>
                  <a:pt x="51914" y="74542"/>
                </a:lnTo>
                <a:lnTo>
                  <a:pt x="51562" y="74863"/>
                </a:lnTo>
                <a:lnTo>
                  <a:pt x="51195" y="75179"/>
                </a:lnTo>
                <a:lnTo>
                  <a:pt x="50811" y="75487"/>
                </a:lnTo>
                <a:lnTo>
                  <a:pt x="50413" y="75782"/>
                </a:lnTo>
                <a:lnTo>
                  <a:pt x="49999" y="76064"/>
                </a:lnTo>
                <a:lnTo>
                  <a:pt x="49570" y="76332"/>
                </a:lnTo>
                <a:lnTo>
                  <a:pt x="49126" y="76588"/>
                </a:lnTo>
                <a:lnTo>
                  <a:pt x="48667" y="76830"/>
                </a:lnTo>
                <a:lnTo>
                  <a:pt x="48193" y="77059"/>
                </a:lnTo>
                <a:lnTo>
                  <a:pt x="47703" y="77275"/>
                </a:lnTo>
                <a:lnTo>
                  <a:pt x="47198" y="77478"/>
                </a:lnTo>
                <a:lnTo>
                  <a:pt x="46678" y="77668"/>
                </a:lnTo>
                <a:lnTo>
                  <a:pt x="46142" y="77845"/>
                </a:lnTo>
                <a:lnTo>
                  <a:pt x="45592" y="78009"/>
                </a:lnTo>
                <a:lnTo>
                  <a:pt x="45026" y="78160"/>
                </a:lnTo>
                <a:lnTo>
                  <a:pt x="44445" y="78297"/>
                </a:lnTo>
                <a:lnTo>
                  <a:pt x="43849" y="78422"/>
                </a:lnTo>
                <a:lnTo>
                  <a:pt x="43237" y="78533"/>
                </a:lnTo>
                <a:lnTo>
                  <a:pt x="42611" y="78631"/>
                </a:lnTo>
                <a:lnTo>
                  <a:pt x="41969" y="78716"/>
                </a:lnTo>
                <a:lnTo>
                  <a:pt x="41311" y="78788"/>
                </a:lnTo>
                <a:lnTo>
                  <a:pt x="40639" y="78847"/>
                </a:lnTo>
                <a:lnTo>
                  <a:pt x="39952" y="78893"/>
                </a:lnTo>
                <a:lnTo>
                  <a:pt x="39249" y="78926"/>
                </a:lnTo>
                <a:lnTo>
                  <a:pt x="38531" y="78946"/>
                </a:lnTo>
                <a:lnTo>
                  <a:pt x="37798" y="78952"/>
                </a:lnTo>
                <a:lnTo>
                  <a:pt x="37104" y="78945"/>
                </a:lnTo>
                <a:lnTo>
                  <a:pt x="36423" y="78923"/>
                </a:lnTo>
                <a:lnTo>
                  <a:pt x="35753" y="78886"/>
                </a:lnTo>
                <a:lnTo>
                  <a:pt x="35096" y="78834"/>
                </a:lnTo>
                <a:lnTo>
                  <a:pt x="34450" y="78768"/>
                </a:lnTo>
                <a:lnTo>
                  <a:pt x="33817" y="78687"/>
                </a:lnTo>
                <a:lnTo>
                  <a:pt x="33195" y="78591"/>
                </a:lnTo>
                <a:lnTo>
                  <a:pt x="32586" y="78481"/>
                </a:lnTo>
                <a:lnTo>
                  <a:pt x="31988" y="78356"/>
                </a:lnTo>
                <a:lnTo>
                  <a:pt x="31403" y="78216"/>
                </a:lnTo>
                <a:lnTo>
                  <a:pt x="30829" y="78061"/>
                </a:lnTo>
                <a:lnTo>
                  <a:pt x="30268" y="77892"/>
                </a:lnTo>
                <a:lnTo>
                  <a:pt x="29718" y="77708"/>
                </a:lnTo>
                <a:lnTo>
                  <a:pt x="29180" y="77509"/>
                </a:lnTo>
                <a:lnTo>
                  <a:pt x="28655" y="77296"/>
                </a:lnTo>
                <a:lnTo>
                  <a:pt x="28141" y="77067"/>
                </a:lnTo>
                <a:lnTo>
                  <a:pt x="27639" y="76824"/>
                </a:lnTo>
                <a:lnTo>
                  <a:pt x="27150" y="76567"/>
                </a:lnTo>
                <a:lnTo>
                  <a:pt x="26672" y="76294"/>
                </a:lnTo>
                <a:lnTo>
                  <a:pt x="26206" y="76007"/>
                </a:lnTo>
                <a:lnTo>
                  <a:pt x="25752" y="75705"/>
                </a:lnTo>
                <a:lnTo>
                  <a:pt x="25310" y="75389"/>
                </a:lnTo>
                <a:lnTo>
                  <a:pt x="24881" y="75057"/>
                </a:lnTo>
                <a:lnTo>
                  <a:pt x="24463" y="74711"/>
                </a:lnTo>
                <a:lnTo>
                  <a:pt x="24057" y="74349"/>
                </a:lnTo>
                <a:lnTo>
                  <a:pt x="23662" y="73971"/>
                </a:lnTo>
                <a:lnTo>
                  <a:pt x="23279" y="73575"/>
                </a:lnTo>
                <a:lnTo>
                  <a:pt x="22908" y="73163"/>
                </a:lnTo>
                <a:lnTo>
                  <a:pt x="22548" y="72735"/>
                </a:lnTo>
                <a:lnTo>
                  <a:pt x="22199" y="72289"/>
                </a:lnTo>
                <a:lnTo>
                  <a:pt x="21863" y="71827"/>
                </a:lnTo>
                <a:lnTo>
                  <a:pt x="21537" y="71349"/>
                </a:lnTo>
                <a:lnTo>
                  <a:pt x="21224" y="70853"/>
                </a:lnTo>
                <a:lnTo>
                  <a:pt x="20922" y="70341"/>
                </a:lnTo>
                <a:lnTo>
                  <a:pt x="20631" y="69813"/>
                </a:lnTo>
                <a:lnTo>
                  <a:pt x="20352" y="69267"/>
                </a:lnTo>
                <a:lnTo>
                  <a:pt x="20084" y="68705"/>
                </a:lnTo>
                <a:lnTo>
                  <a:pt x="19828" y="68126"/>
                </a:lnTo>
                <a:lnTo>
                  <a:pt x="19584" y="67531"/>
                </a:lnTo>
                <a:lnTo>
                  <a:pt x="19351" y="66919"/>
                </a:lnTo>
                <a:lnTo>
                  <a:pt x="19130" y="66290"/>
                </a:lnTo>
                <a:lnTo>
                  <a:pt x="18920" y="65644"/>
                </a:lnTo>
                <a:lnTo>
                  <a:pt x="18722" y="64982"/>
                </a:lnTo>
                <a:lnTo>
                  <a:pt x="18535" y="64303"/>
                </a:lnTo>
                <a:lnTo>
                  <a:pt x="18360" y="63608"/>
                </a:lnTo>
                <a:lnTo>
                  <a:pt x="18197" y="62896"/>
                </a:lnTo>
                <a:lnTo>
                  <a:pt x="18045" y="62167"/>
                </a:lnTo>
                <a:lnTo>
                  <a:pt x="17904" y="61421"/>
                </a:lnTo>
                <a:lnTo>
                  <a:pt x="0" y="63162"/>
                </a:lnTo>
                <a:lnTo>
                  <a:pt x="163" y="64426"/>
                </a:lnTo>
                <a:lnTo>
                  <a:pt x="352" y="65665"/>
                </a:lnTo>
                <a:lnTo>
                  <a:pt x="567" y="66878"/>
                </a:lnTo>
                <a:lnTo>
                  <a:pt x="808" y="68066"/>
                </a:lnTo>
                <a:close/>
                <a:moveTo>
                  <a:pt x="247203" y="59930"/>
                </a:moveTo>
                <a:lnTo>
                  <a:pt x="247210" y="59166"/>
                </a:lnTo>
                <a:lnTo>
                  <a:pt x="247222" y="58421"/>
                </a:lnTo>
                <a:lnTo>
                  <a:pt x="247239" y="57695"/>
                </a:lnTo>
                <a:lnTo>
                  <a:pt x="247261" y="56988"/>
                </a:lnTo>
                <a:lnTo>
                  <a:pt x="247288" y="56300"/>
                </a:lnTo>
                <a:lnTo>
                  <a:pt x="247320" y="55630"/>
                </a:lnTo>
                <a:lnTo>
                  <a:pt x="247356" y="54979"/>
                </a:lnTo>
                <a:lnTo>
                  <a:pt x="247397" y="54347"/>
                </a:lnTo>
                <a:lnTo>
                  <a:pt x="247443" y="53733"/>
                </a:lnTo>
                <a:lnTo>
                  <a:pt x="247494" y="53138"/>
                </a:lnTo>
                <a:lnTo>
                  <a:pt x="247550" y="52562"/>
                </a:lnTo>
                <a:lnTo>
                  <a:pt x="247611" y="52005"/>
                </a:lnTo>
                <a:lnTo>
                  <a:pt x="247677" y="51467"/>
                </a:lnTo>
                <a:lnTo>
                  <a:pt x="247747" y="50947"/>
                </a:lnTo>
                <a:lnTo>
                  <a:pt x="247822" y="50446"/>
                </a:lnTo>
                <a:lnTo>
                  <a:pt x="247902" y="49964"/>
                </a:lnTo>
                <a:lnTo>
                  <a:pt x="247987" y="49500"/>
                </a:lnTo>
                <a:lnTo>
                  <a:pt x="248077" y="49055"/>
                </a:lnTo>
                <a:lnTo>
                  <a:pt x="248172" y="48629"/>
                </a:lnTo>
                <a:lnTo>
                  <a:pt x="248271" y="48222"/>
                </a:lnTo>
                <a:lnTo>
                  <a:pt x="248376" y="47834"/>
                </a:lnTo>
                <a:lnTo>
                  <a:pt x="248485" y="47464"/>
                </a:lnTo>
                <a:lnTo>
                  <a:pt x="248599" y="47113"/>
                </a:lnTo>
                <a:lnTo>
                  <a:pt x="248719" y="46775"/>
                </a:lnTo>
                <a:lnTo>
                  <a:pt x="248845" y="46443"/>
                </a:lnTo>
                <a:lnTo>
                  <a:pt x="248978" y="46118"/>
                </a:lnTo>
                <a:lnTo>
                  <a:pt x="249117" y="45800"/>
                </a:lnTo>
                <a:lnTo>
                  <a:pt x="249262" y="45489"/>
                </a:lnTo>
                <a:lnTo>
                  <a:pt x="249413" y="45184"/>
                </a:lnTo>
                <a:lnTo>
                  <a:pt x="249571" y="44886"/>
                </a:lnTo>
                <a:lnTo>
                  <a:pt x="249736" y="44594"/>
                </a:lnTo>
                <a:lnTo>
                  <a:pt x="249906" y="44310"/>
                </a:lnTo>
                <a:lnTo>
                  <a:pt x="250083" y="44032"/>
                </a:lnTo>
                <a:lnTo>
                  <a:pt x="250267" y="43760"/>
                </a:lnTo>
                <a:lnTo>
                  <a:pt x="250457" y="43496"/>
                </a:lnTo>
                <a:lnTo>
                  <a:pt x="250653" y="43238"/>
                </a:lnTo>
                <a:lnTo>
                  <a:pt x="250855" y="42986"/>
                </a:lnTo>
                <a:lnTo>
                  <a:pt x="251064" y="42742"/>
                </a:lnTo>
                <a:lnTo>
                  <a:pt x="251279" y="42504"/>
                </a:lnTo>
                <a:lnTo>
                  <a:pt x="251501" y="42273"/>
                </a:lnTo>
                <a:lnTo>
                  <a:pt x="251729" y="42048"/>
                </a:lnTo>
                <a:lnTo>
                  <a:pt x="251963" y="41830"/>
                </a:lnTo>
                <a:lnTo>
                  <a:pt x="252204" y="41619"/>
                </a:lnTo>
                <a:lnTo>
                  <a:pt x="252451" y="41415"/>
                </a:lnTo>
                <a:lnTo>
                  <a:pt x="252705" y="41217"/>
                </a:lnTo>
                <a:lnTo>
                  <a:pt x="252965" y="41026"/>
                </a:lnTo>
                <a:lnTo>
                  <a:pt x="253231" y="40842"/>
                </a:lnTo>
                <a:lnTo>
                  <a:pt x="253502" y="40664"/>
                </a:lnTo>
                <a:lnTo>
                  <a:pt x="253775" y="40495"/>
                </a:lnTo>
                <a:lnTo>
                  <a:pt x="254052" y="40332"/>
                </a:lnTo>
                <a:lnTo>
                  <a:pt x="254331" y="40178"/>
                </a:lnTo>
                <a:lnTo>
                  <a:pt x="254613" y="40030"/>
                </a:lnTo>
                <a:lnTo>
                  <a:pt x="254898" y="39891"/>
                </a:lnTo>
                <a:lnTo>
                  <a:pt x="255185" y="39759"/>
                </a:lnTo>
                <a:lnTo>
                  <a:pt x="255476" y="39634"/>
                </a:lnTo>
                <a:lnTo>
                  <a:pt x="255769" y="39517"/>
                </a:lnTo>
                <a:lnTo>
                  <a:pt x="256065" y="39408"/>
                </a:lnTo>
                <a:lnTo>
                  <a:pt x="256364" y="39306"/>
                </a:lnTo>
                <a:lnTo>
                  <a:pt x="256666" y="39211"/>
                </a:lnTo>
                <a:lnTo>
                  <a:pt x="256970" y="39125"/>
                </a:lnTo>
                <a:lnTo>
                  <a:pt x="257277" y="39045"/>
                </a:lnTo>
                <a:lnTo>
                  <a:pt x="257587" y="38974"/>
                </a:lnTo>
                <a:lnTo>
                  <a:pt x="257900" y="38909"/>
                </a:lnTo>
                <a:lnTo>
                  <a:pt x="258216" y="38853"/>
                </a:lnTo>
                <a:lnTo>
                  <a:pt x="258534" y="38804"/>
                </a:lnTo>
                <a:lnTo>
                  <a:pt x="258856" y="38762"/>
                </a:lnTo>
                <a:lnTo>
                  <a:pt x="259180" y="38728"/>
                </a:lnTo>
                <a:lnTo>
                  <a:pt x="259507" y="38702"/>
                </a:lnTo>
                <a:lnTo>
                  <a:pt x="259836" y="38683"/>
                </a:lnTo>
                <a:lnTo>
                  <a:pt x="260169" y="38672"/>
                </a:lnTo>
                <a:lnTo>
                  <a:pt x="260504" y="38668"/>
                </a:lnTo>
                <a:lnTo>
                  <a:pt x="260782" y="38670"/>
                </a:lnTo>
                <a:lnTo>
                  <a:pt x="261054" y="38677"/>
                </a:lnTo>
                <a:lnTo>
                  <a:pt x="261322" y="38689"/>
                </a:lnTo>
                <a:lnTo>
                  <a:pt x="261584" y="38706"/>
                </a:lnTo>
                <a:lnTo>
                  <a:pt x="261842" y="38727"/>
                </a:lnTo>
                <a:lnTo>
                  <a:pt x="262095" y="38753"/>
                </a:lnTo>
                <a:lnTo>
                  <a:pt x="262344" y="38784"/>
                </a:lnTo>
                <a:lnTo>
                  <a:pt x="262587" y="38820"/>
                </a:lnTo>
                <a:lnTo>
                  <a:pt x="262825" y="38860"/>
                </a:lnTo>
                <a:lnTo>
                  <a:pt x="263059" y="38905"/>
                </a:lnTo>
                <a:lnTo>
                  <a:pt x="263288" y="38955"/>
                </a:lnTo>
                <a:lnTo>
                  <a:pt x="263512" y="39009"/>
                </a:lnTo>
                <a:lnTo>
                  <a:pt x="263731" y="39069"/>
                </a:lnTo>
                <a:lnTo>
                  <a:pt x="263945" y="39133"/>
                </a:lnTo>
                <a:lnTo>
                  <a:pt x="264154" y="39201"/>
                </a:lnTo>
                <a:lnTo>
                  <a:pt x="264359" y="39275"/>
                </a:lnTo>
                <a:lnTo>
                  <a:pt x="264558" y="39353"/>
                </a:lnTo>
                <a:lnTo>
                  <a:pt x="264753" y="39436"/>
                </a:lnTo>
                <a:lnTo>
                  <a:pt x="264943" y="39524"/>
                </a:lnTo>
                <a:lnTo>
                  <a:pt x="265128" y="39616"/>
                </a:lnTo>
                <a:lnTo>
                  <a:pt x="265308" y="39714"/>
                </a:lnTo>
                <a:lnTo>
                  <a:pt x="265484" y="39816"/>
                </a:lnTo>
                <a:lnTo>
                  <a:pt x="265654" y="39922"/>
                </a:lnTo>
                <a:lnTo>
                  <a:pt x="265820" y="40034"/>
                </a:lnTo>
                <a:lnTo>
                  <a:pt x="265981" y="40150"/>
                </a:lnTo>
                <a:lnTo>
                  <a:pt x="266139" y="40271"/>
                </a:lnTo>
                <a:lnTo>
                  <a:pt x="266293" y="40397"/>
                </a:lnTo>
                <a:lnTo>
                  <a:pt x="266444" y="40529"/>
                </a:lnTo>
                <a:lnTo>
                  <a:pt x="266591" y="40665"/>
                </a:lnTo>
                <a:lnTo>
                  <a:pt x="266735" y="40806"/>
                </a:lnTo>
                <a:lnTo>
                  <a:pt x="266875" y="40952"/>
                </a:lnTo>
                <a:lnTo>
                  <a:pt x="267011" y="41103"/>
                </a:lnTo>
                <a:lnTo>
                  <a:pt x="267144" y="41259"/>
                </a:lnTo>
                <a:lnTo>
                  <a:pt x="267273" y="41420"/>
                </a:lnTo>
                <a:lnTo>
                  <a:pt x="267399" y="41586"/>
                </a:lnTo>
                <a:lnTo>
                  <a:pt x="267521" y="41757"/>
                </a:lnTo>
                <a:lnTo>
                  <a:pt x="267640" y="41933"/>
                </a:lnTo>
                <a:lnTo>
                  <a:pt x="267755" y="42114"/>
                </a:lnTo>
                <a:lnTo>
                  <a:pt x="267867" y="42299"/>
                </a:lnTo>
                <a:lnTo>
                  <a:pt x="267975" y="42490"/>
                </a:lnTo>
                <a:lnTo>
                  <a:pt x="268079" y="42686"/>
                </a:lnTo>
                <a:lnTo>
                  <a:pt x="268180" y="42887"/>
                </a:lnTo>
                <a:lnTo>
                  <a:pt x="268277" y="43092"/>
                </a:lnTo>
                <a:lnTo>
                  <a:pt x="268371" y="43303"/>
                </a:lnTo>
                <a:lnTo>
                  <a:pt x="268461" y="43518"/>
                </a:lnTo>
                <a:lnTo>
                  <a:pt x="268548" y="43739"/>
                </a:lnTo>
                <a:lnTo>
                  <a:pt x="268631" y="43964"/>
                </a:lnTo>
                <a:lnTo>
                  <a:pt x="268710" y="44195"/>
                </a:lnTo>
                <a:lnTo>
                  <a:pt x="268786" y="44440"/>
                </a:lnTo>
                <a:lnTo>
                  <a:pt x="268859" y="44708"/>
                </a:lnTo>
                <a:lnTo>
                  <a:pt x="268929" y="45000"/>
                </a:lnTo>
                <a:lnTo>
                  <a:pt x="268995" y="45316"/>
                </a:lnTo>
                <a:lnTo>
                  <a:pt x="269058" y="45655"/>
                </a:lnTo>
                <a:lnTo>
                  <a:pt x="269118" y="46019"/>
                </a:lnTo>
                <a:lnTo>
                  <a:pt x="269175" y="46406"/>
                </a:lnTo>
                <a:lnTo>
                  <a:pt x="269228" y="46816"/>
                </a:lnTo>
                <a:lnTo>
                  <a:pt x="269279" y="47251"/>
                </a:lnTo>
                <a:lnTo>
                  <a:pt x="269326" y="47709"/>
                </a:lnTo>
                <a:lnTo>
                  <a:pt x="269369" y="48191"/>
                </a:lnTo>
                <a:lnTo>
                  <a:pt x="269410" y="48696"/>
                </a:lnTo>
                <a:lnTo>
                  <a:pt x="269447" y="49226"/>
                </a:lnTo>
                <a:lnTo>
                  <a:pt x="269481" y="49779"/>
                </a:lnTo>
                <a:lnTo>
                  <a:pt x="269512" y="50355"/>
                </a:lnTo>
                <a:lnTo>
                  <a:pt x="269539" y="50956"/>
                </a:lnTo>
                <a:lnTo>
                  <a:pt x="269564" y="51580"/>
                </a:lnTo>
                <a:lnTo>
                  <a:pt x="269585" y="52228"/>
                </a:lnTo>
                <a:lnTo>
                  <a:pt x="269602" y="52899"/>
                </a:lnTo>
                <a:lnTo>
                  <a:pt x="269617" y="53594"/>
                </a:lnTo>
                <a:lnTo>
                  <a:pt x="269628" y="54313"/>
                </a:lnTo>
                <a:lnTo>
                  <a:pt x="269636" y="55056"/>
                </a:lnTo>
                <a:lnTo>
                  <a:pt x="269641" y="55823"/>
                </a:lnTo>
                <a:lnTo>
                  <a:pt x="269643" y="56613"/>
                </a:lnTo>
                <a:lnTo>
                  <a:pt x="269643" y="92753"/>
                </a:lnTo>
                <a:lnTo>
                  <a:pt x="287112" y="92753"/>
                </a:lnTo>
                <a:lnTo>
                  <a:pt x="287112" y="61085"/>
                </a:lnTo>
                <a:lnTo>
                  <a:pt x="287114" y="60317"/>
                </a:lnTo>
                <a:lnTo>
                  <a:pt x="287122" y="59567"/>
                </a:lnTo>
                <a:lnTo>
                  <a:pt x="287134" y="58834"/>
                </a:lnTo>
                <a:lnTo>
                  <a:pt x="287152" y="58119"/>
                </a:lnTo>
                <a:lnTo>
                  <a:pt x="287174" y="57421"/>
                </a:lnTo>
                <a:lnTo>
                  <a:pt x="287201" y="56740"/>
                </a:lnTo>
                <a:lnTo>
                  <a:pt x="287233" y="56076"/>
                </a:lnTo>
                <a:lnTo>
                  <a:pt x="287271" y="55430"/>
                </a:lnTo>
                <a:lnTo>
                  <a:pt x="287313" y="54802"/>
                </a:lnTo>
                <a:lnTo>
                  <a:pt x="287360" y="54190"/>
                </a:lnTo>
                <a:lnTo>
                  <a:pt x="287412" y="53596"/>
                </a:lnTo>
                <a:lnTo>
                  <a:pt x="287469" y="53020"/>
                </a:lnTo>
                <a:lnTo>
                  <a:pt x="287531" y="52461"/>
                </a:lnTo>
                <a:lnTo>
                  <a:pt x="287598" y="51919"/>
                </a:lnTo>
                <a:lnTo>
                  <a:pt x="287670" y="51394"/>
                </a:lnTo>
                <a:lnTo>
                  <a:pt x="287747" y="50887"/>
                </a:lnTo>
                <a:lnTo>
                  <a:pt x="287829" y="50397"/>
                </a:lnTo>
                <a:lnTo>
                  <a:pt x="287916" y="49925"/>
                </a:lnTo>
                <a:lnTo>
                  <a:pt x="288008" y="49470"/>
                </a:lnTo>
                <a:lnTo>
                  <a:pt x="288105" y="49032"/>
                </a:lnTo>
                <a:lnTo>
                  <a:pt x="288207" y="48612"/>
                </a:lnTo>
                <a:lnTo>
                  <a:pt x="288313" y="48209"/>
                </a:lnTo>
                <a:lnTo>
                  <a:pt x="288425" y="47823"/>
                </a:lnTo>
                <a:lnTo>
                  <a:pt x="288542" y="47455"/>
                </a:lnTo>
                <a:lnTo>
                  <a:pt x="288664" y="47099"/>
                </a:lnTo>
                <a:lnTo>
                  <a:pt x="288793" y="46750"/>
                </a:lnTo>
                <a:lnTo>
                  <a:pt x="288927" y="46408"/>
                </a:lnTo>
                <a:lnTo>
                  <a:pt x="289068" y="46074"/>
                </a:lnTo>
                <a:lnTo>
                  <a:pt x="289216" y="45747"/>
                </a:lnTo>
                <a:lnTo>
                  <a:pt x="289369" y="45427"/>
                </a:lnTo>
                <a:lnTo>
                  <a:pt x="289529" y="45114"/>
                </a:lnTo>
                <a:lnTo>
                  <a:pt x="289695" y="44808"/>
                </a:lnTo>
                <a:lnTo>
                  <a:pt x="289868" y="44510"/>
                </a:lnTo>
                <a:lnTo>
                  <a:pt x="290046" y="44219"/>
                </a:lnTo>
                <a:lnTo>
                  <a:pt x="290231" y="43935"/>
                </a:lnTo>
                <a:lnTo>
                  <a:pt x="290422" y="43659"/>
                </a:lnTo>
                <a:lnTo>
                  <a:pt x="290620" y="43389"/>
                </a:lnTo>
                <a:lnTo>
                  <a:pt x="290823" y="43127"/>
                </a:lnTo>
                <a:lnTo>
                  <a:pt x="291033" y="42872"/>
                </a:lnTo>
                <a:lnTo>
                  <a:pt x="291249" y="42625"/>
                </a:lnTo>
                <a:lnTo>
                  <a:pt x="291472" y="42384"/>
                </a:lnTo>
                <a:lnTo>
                  <a:pt x="291701" y="42151"/>
                </a:lnTo>
                <a:lnTo>
                  <a:pt x="291936" y="41925"/>
                </a:lnTo>
                <a:lnTo>
                  <a:pt x="292177" y="41707"/>
                </a:lnTo>
                <a:lnTo>
                  <a:pt x="292424" y="41495"/>
                </a:lnTo>
                <a:lnTo>
                  <a:pt x="292678" y="41291"/>
                </a:lnTo>
                <a:lnTo>
                  <a:pt x="292938" y="41094"/>
                </a:lnTo>
                <a:lnTo>
                  <a:pt x="293204" y="40904"/>
                </a:lnTo>
                <a:lnTo>
                  <a:pt x="293474" y="40722"/>
                </a:lnTo>
                <a:lnTo>
                  <a:pt x="293746" y="40547"/>
                </a:lnTo>
                <a:lnTo>
                  <a:pt x="294019" y="40380"/>
                </a:lnTo>
                <a:lnTo>
                  <a:pt x="294294" y="40221"/>
                </a:lnTo>
                <a:lnTo>
                  <a:pt x="294570" y="40069"/>
                </a:lnTo>
                <a:lnTo>
                  <a:pt x="294848" y="39926"/>
                </a:lnTo>
                <a:lnTo>
                  <a:pt x="295127" y="39790"/>
                </a:lnTo>
                <a:lnTo>
                  <a:pt x="295408" y="39662"/>
                </a:lnTo>
                <a:lnTo>
                  <a:pt x="295690" y="39541"/>
                </a:lnTo>
                <a:lnTo>
                  <a:pt x="295974" y="39429"/>
                </a:lnTo>
                <a:lnTo>
                  <a:pt x="296259" y="39324"/>
                </a:lnTo>
                <a:lnTo>
                  <a:pt x="296546" y="39227"/>
                </a:lnTo>
                <a:lnTo>
                  <a:pt x="296834" y="39138"/>
                </a:lnTo>
                <a:lnTo>
                  <a:pt x="297124" y="39056"/>
                </a:lnTo>
                <a:lnTo>
                  <a:pt x="297415" y="38982"/>
                </a:lnTo>
                <a:lnTo>
                  <a:pt x="297708" y="38916"/>
                </a:lnTo>
                <a:lnTo>
                  <a:pt x="298002" y="38858"/>
                </a:lnTo>
                <a:lnTo>
                  <a:pt x="298298" y="38808"/>
                </a:lnTo>
                <a:lnTo>
                  <a:pt x="298595" y="38765"/>
                </a:lnTo>
                <a:lnTo>
                  <a:pt x="298894" y="38730"/>
                </a:lnTo>
                <a:lnTo>
                  <a:pt x="299195" y="38703"/>
                </a:lnTo>
                <a:lnTo>
                  <a:pt x="299496" y="38683"/>
                </a:lnTo>
                <a:lnTo>
                  <a:pt x="299800" y="38672"/>
                </a:lnTo>
                <a:lnTo>
                  <a:pt x="300105" y="38668"/>
                </a:lnTo>
                <a:lnTo>
                  <a:pt x="300520" y="38674"/>
                </a:lnTo>
                <a:lnTo>
                  <a:pt x="300926" y="38694"/>
                </a:lnTo>
                <a:lnTo>
                  <a:pt x="301323" y="38726"/>
                </a:lnTo>
                <a:lnTo>
                  <a:pt x="301711" y="38771"/>
                </a:lnTo>
                <a:lnTo>
                  <a:pt x="302090" y="38830"/>
                </a:lnTo>
                <a:lnTo>
                  <a:pt x="302459" y="38901"/>
                </a:lnTo>
                <a:lnTo>
                  <a:pt x="302820" y="38985"/>
                </a:lnTo>
                <a:lnTo>
                  <a:pt x="303172" y="39082"/>
                </a:lnTo>
                <a:lnTo>
                  <a:pt x="303514" y="39192"/>
                </a:lnTo>
                <a:lnTo>
                  <a:pt x="303848" y="39315"/>
                </a:lnTo>
                <a:lnTo>
                  <a:pt x="304172" y="39451"/>
                </a:lnTo>
                <a:lnTo>
                  <a:pt x="304488" y="39599"/>
                </a:lnTo>
                <a:lnTo>
                  <a:pt x="304794" y="39761"/>
                </a:lnTo>
                <a:lnTo>
                  <a:pt x="305091" y="39936"/>
                </a:lnTo>
                <a:lnTo>
                  <a:pt x="305379" y="40123"/>
                </a:lnTo>
                <a:lnTo>
                  <a:pt x="305658" y="40324"/>
                </a:lnTo>
                <a:lnTo>
                  <a:pt x="305928" y="40537"/>
                </a:lnTo>
                <a:lnTo>
                  <a:pt x="306189" y="40764"/>
                </a:lnTo>
                <a:lnTo>
                  <a:pt x="306441" y="41003"/>
                </a:lnTo>
                <a:lnTo>
                  <a:pt x="306684" y="41256"/>
                </a:lnTo>
                <a:lnTo>
                  <a:pt x="306918" y="41521"/>
                </a:lnTo>
                <a:lnTo>
                  <a:pt x="307143" y="41799"/>
                </a:lnTo>
                <a:lnTo>
                  <a:pt x="307358" y="42090"/>
                </a:lnTo>
                <a:lnTo>
                  <a:pt x="307565" y="42394"/>
                </a:lnTo>
                <a:lnTo>
                  <a:pt x="307712" y="42644"/>
                </a:lnTo>
                <a:lnTo>
                  <a:pt x="307853" y="42918"/>
                </a:lnTo>
                <a:lnTo>
                  <a:pt x="307987" y="43217"/>
                </a:lnTo>
                <a:lnTo>
                  <a:pt x="308116" y="43539"/>
                </a:lnTo>
                <a:lnTo>
                  <a:pt x="308238" y="43886"/>
                </a:lnTo>
                <a:lnTo>
                  <a:pt x="308354" y="44257"/>
                </a:lnTo>
                <a:lnTo>
                  <a:pt x="308463" y="44652"/>
                </a:lnTo>
                <a:lnTo>
                  <a:pt x="308566" y="45071"/>
                </a:lnTo>
                <a:lnTo>
                  <a:pt x="308663" y="45514"/>
                </a:lnTo>
                <a:lnTo>
                  <a:pt x="308754" y="45981"/>
                </a:lnTo>
                <a:lnTo>
                  <a:pt x="308839" y="46473"/>
                </a:lnTo>
                <a:lnTo>
                  <a:pt x="308917" y="46989"/>
                </a:lnTo>
                <a:lnTo>
                  <a:pt x="308989" y="47528"/>
                </a:lnTo>
                <a:lnTo>
                  <a:pt x="309055" y="48092"/>
                </a:lnTo>
                <a:lnTo>
                  <a:pt x="309114" y="48681"/>
                </a:lnTo>
                <a:lnTo>
                  <a:pt x="309167" y="49293"/>
                </a:lnTo>
                <a:lnTo>
                  <a:pt x="309214" y="49929"/>
                </a:lnTo>
                <a:lnTo>
                  <a:pt x="309255" y="50590"/>
                </a:lnTo>
                <a:lnTo>
                  <a:pt x="309289" y="51275"/>
                </a:lnTo>
                <a:lnTo>
                  <a:pt x="309318" y="51984"/>
                </a:lnTo>
                <a:lnTo>
                  <a:pt x="309339" y="52717"/>
                </a:lnTo>
                <a:lnTo>
                  <a:pt x="309355" y="53474"/>
                </a:lnTo>
                <a:lnTo>
                  <a:pt x="309365" y="54255"/>
                </a:lnTo>
                <a:lnTo>
                  <a:pt x="309368" y="55061"/>
                </a:lnTo>
                <a:lnTo>
                  <a:pt x="309368" y="92753"/>
                </a:lnTo>
                <a:lnTo>
                  <a:pt x="326837" y="92753"/>
                </a:lnTo>
                <a:lnTo>
                  <a:pt x="326837" y="50542"/>
                </a:lnTo>
                <a:lnTo>
                  <a:pt x="326833" y="49763"/>
                </a:lnTo>
                <a:lnTo>
                  <a:pt x="326824" y="49003"/>
                </a:lnTo>
                <a:lnTo>
                  <a:pt x="326808" y="48261"/>
                </a:lnTo>
                <a:lnTo>
                  <a:pt x="326787" y="47537"/>
                </a:lnTo>
                <a:lnTo>
                  <a:pt x="326758" y="46831"/>
                </a:lnTo>
                <a:lnTo>
                  <a:pt x="326724" y="46144"/>
                </a:lnTo>
                <a:lnTo>
                  <a:pt x="326683" y="45474"/>
                </a:lnTo>
                <a:lnTo>
                  <a:pt x="326636" y="44822"/>
                </a:lnTo>
                <a:lnTo>
                  <a:pt x="326583" y="44189"/>
                </a:lnTo>
                <a:lnTo>
                  <a:pt x="326524" y="43574"/>
                </a:lnTo>
                <a:lnTo>
                  <a:pt x="326458" y="42977"/>
                </a:lnTo>
                <a:lnTo>
                  <a:pt x="326386" y="42398"/>
                </a:lnTo>
                <a:lnTo>
                  <a:pt x="326308" y="41837"/>
                </a:lnTo>
                <a:lnTo>
                  <a:pt x="326223" y="41294"/>
                </a:lnTo>
                <a:lnTo>
                  <a:pt x="326132" y="40770"/>
                </a:lnTo>
                <a:lnTo>
                  <a:pt x="326035" y="40264"/>
                </a:lnTo>
                <a:lnTo>
                  <a:pt x="325932" y="39775"/>
                </a:lnTo>
                <a:lnTo>
                  <a:pt x="325822" y="39305"/>
                </a:lnTo>
                <a:lnTo>
                  <a:pt x="325707" y="38853"/>
                </a:lnTo>
                <a:lnTo>
                  <a:pt x="325585" y="38419"/>
                </a:lnTo>
                <a:lnTo>
                  <a:pt x="325456" y="38004"/>
                </a:lnTo>
                <a:lnTo>
                  <a:pt x="325322" y="37606"/>
                </a:lnTo>
                <a:lnTo>
                  <a:pt x="325181" y="37226"/>
                </a:lnTo>
                <a:lnTo>
                  <a:pt x="325034" y="36865"/>
                </a:lnTo>
                <a:lnTo>
                  <a:pt x="324822" y="36393"/>
                </a:lnTo>
                <a:lnTo>
                  <a:pt x="324602" y="35931"/>
                </a:lnTo>
                <a:lnTo>
                  <a:pt x="324372" y="35478"/>
                </a:lnTo>
                <a:lnTo>
                  <a:pt x="324134" y="35035"/>
                </a:lnTo>
                <a:lnTo>
                  <a:pt x="323887" y="34602"/>
                </a:lnTo>
                <a:lnTo>
                  <a:pt x="323631" y="34178"/>
                </a:lnTo>
                <a:lnTo>
                  <a:pt x="323366" y="33764"/>
                </a:lnTo>
                <a:lnTo>
                  <a:pt x="323093" y="33360"/>
                </a:lnTo>
                <a:lnTo>
                  <a:pt x="322810" y="32965"/>
                </a:lnTo>
                <a:lnTo>
                  <a:pt x="322519" y="32579"/>
                </a:lnTo>
                <a:lnTo>
                  <a:pt x="322219" y="32203"/>
                </a:lnTo>
                <a:lnTo>
                  <a:pt x="321910" y="31837"/>
                </a:lnTo>
                <a:lnTo>
                  <a:pt x="321592" y="31481"/>
                </a:lnTo>
                <a:lnTo>
                  <a:pt x="321265" y="31134"/>
                </a:lnTo>
                <a:lnTo>
                  <a:pt x="320930" y="30796"/>
                </a:lnTo>
                <a:lnTo>
                  <a:pt x="320585" y="30469"/>
                </a:lnTo>
                <a:lnTo>
                  <a:pt x="320232" y="30151"/>
                </a:lnTo>
                <a:lnTo>
                  <a:pt x="319870" y="29842"/>
                </a:lnTo>
                <a:lnTo>
                  <a:pt x="319499" y="29543"/>
                </a:lnTo>
                <a:lnTo>
                  <a:pt x="319119" y="29254"/>
                </a:lnTo>
                <a:lnTo>
                  <a:pt x="318731" y="28974"/>
                </a:lnTo>
                <a:lnTo>
                  <a:pt x="318333" y="28704"/>
                </a:lnTo>
                <a:lnTo>
                  <a:pt x="317927" y="28444"/>
                </a:lnTo>
                <a:lnTo>
                  <a:pt x="317512" y="28193"/>
                </a:lnTo>
                <a:lnTo>
                  <a:pt x="317088" y="27952"/>
                </a:lnTo>
                <a:lnTo>
                  <a:pt x="316657" y="27721"/>
                </a:lnTo>
                <a:lnTo>
                  <a:pt x="316218" y="27501"/>
                </a:lnTo>
                <a:lnTo>
                  <a:pt x="315771" y="27290"/>
                </a:lnTo>
                <a:lnTo>
                  <a:pt x="315316" y="27091"/>
                </a:lnTo>
                <a:lnTo>
                  <a:pt x="314854" y="26901"/>
                </a:lnTo>
                <a:lnTo>
                  <a:pt x="314384" y="26721"/>
                </a:lnTo>
                <a:lnTo>
                  <a:pt x="313906" y="26552"/>
                </a:lnTo>
                <a:lnTo>
                  <a:pt x="313420" y="26393"/>
                </a:lnTo>
                <a:lnTo>
                  <a:pt x="312927" y="26245"/>
                </a:lnTo>
                <a:lnTo>
                  <a:pt x="312425" y="26106"/>
                </a:lnTo>
                <a:lnTo>
                  <a:pt x="311916" y="25978"/>
                </a:lnTo>
                <a:lnTo>
                  <a:pt x="311400" y="25860"/>
                </a:lnTo>
                <a:lnTo>
                  <a:pt x="310875" y="25752"/>
                </a:lnTo>
                <a:lnTo>
                  <a:pt x="310343" y="25655"/>
                </a:lnTo>
                <a:lnTo>
                  <a:pt x="309803" y="25568"/>
                </a:lnTo>
                <a:lnTo>
                  <a:pt x="309255" y="25491"/>
                </a:lnTo>
                <a:lnTo>
                  <a:pt x="308699" y="25424"/>
                </a:lnTo>
                <a:lnTo>
                  <a:pt x="308136" y="25368"/>
                </a:lnTo>
                <a:lnTo>
                  <a:pt x="307565" y="25322"/>
                </a:lnTo>
                <a:lnTo>
                  <a:pt x="306986" y="25286"/>
                </a:lnTo>
                <a:lnTo>
                  <a:pt x="306399" y="25260"/>
                </a:lnTo>
                <a:lnTo>
                  <a:pt x="305805" y="25245"/>
                </a:lnTo>
                <a:lnTo>
                  <a:pt x="305202" y="25240"/>
                </a:lnTo>
                <a:lnTo>
                  <a:pt x="304727" y="25244"/>
                </a:lnTo>
                <a:lnTo>
                  <a:pt x="304254" y="25258"/>
                </a:lnTo>
                <a:lnTo>
                  <a:pt x="303783" y="25281"/>
                </a:lnTo>
                <a:lnTo>
                  <a:pt x="303315" y="25313"/>
                </a:lnTo>
                <a:lnTo>
                  <a:pt x="302849" y="25354"/>
                </a:lnTo>
                <a:lnTo>
                  <a:pt x="302386" y="25404"/>
                </a:lnTo>
                <a:lnTo>
                  <a:pt x="301924" y="25463"/>
                </a:lnTo>
                <a:lnTo>
                  <a:pt x="301466" y="25531"/>
                </a:lnTo>
                <a:lnTo>
                  <a:pt x="301009" y="25609"/>
                </a:lnTo>
                <a:lnTo>
                  <a:pt x="300555" y="25695"/>
                </a:lnTo>
                <a:lnTo>
                  <a:pt x="300103" y="25791"/>
                </a:lnTo>
                <a:lnTo>
                  <a:pt x="299654" y="25895"/>
                </a:lnTo>
                <a:lnTo>
                  <a:pt x="299207" y="26009"/>
                </a:lnTo>
                <a:lnTo>
                  <a:pt x="298763" y="26132"/>
                </a:lnTo>
                <a:lnTo>
                  <a:pt x="298320" y="26264"/>
                </a:lnTo>
                <a:lnTo>
                  <a:pt x="297881" y="26405"/>
                </a:lnTo>
                <a:lnTo>
                  <a:pt x="297443" y="26556"/>
                </a:lnTo>
                <a:lnTo>
                  <a:pt x="297008" y="26715"/>
                </a:lnTo>
                <a:lnTo>
                  <a:pt x="296575" y="26884"/>
                </a:lnTo>
                <a:lnTo>
                  <a:pt x="296145" y="27061"/>
                </a:lnTo>
                <a:lnTo>
                  <a:pt x="295717" y="27248"/>
                </a:lnTo>
                <a:lnTo>
                  <a:pt x="295292" y="27444"/>
                </a:lnTo>
                <a:lnTo>
                  <a:pt x="294868" y="27648"/>
                </a:lnTo>
                <a:lnTo>
                  <a:pt x="294448" y="27862"/>
                </a:lnTo>
                <a:lnTo>
                  <a:pt x="294029" y="28086"/>
                </a:lnTo>
                <a:lnTo>
                  <a:pt x="293613" y="28318"/>
                </a:lnTo>
                <a:lnTo>
                  <a:pt x="293199" y="28560"/>
                </a:lnTo>
                <a:lnTo>
                  <a:pt x="292788" y="28811"/>
                </a:lnTo>
                <a:lnTo>
                  <a:pt x="292379" y="29072"/>
                </a:lnTo>
                <a:lnTo>
                  <a:pt x="291973" y="29342"/>
                </a:lnTo>
                <a:lnTo>
                  <a:pt x="291568" y="29621"/>
                </a:lnTo>
                <a:lnTo>
                  <a:pt x="291167" y="29909"/>
                </a:lnTo>
                <a:lnTo>
                  <a:pt x="290767" y="30207"/>
                </a:lnTo>
                <a:lnTo>
                  <a:pt x="290370" y="30515"/>
                </a:lnTo>
                <a:lnTo>
                  <a:pt x="289975" y="30831"/>
                </a:lnTo>
                <a:lnTo>
                  <a:pt x="289583" y="31157"/>
                </a:lnTo>
                <a:lnTo>
                  <a:pt x="289193" y="31492"/>
                </a:lnTo>
                <a:lnTo>
                  <a:pt x="288805" y="31837"/>
                </a:lnTo>
                <a:lnTo>
                  <a:pt x="288420" y="32190"/>
                </a:lnTo>
                <a:lnTo>
                  <a:pt x="288037" y="32554"/>
                </a:lnTo>
                <a:lnTo>
                  <a:pt x="287657" y="32926"/>
                </a:lnTo>
                <a:lnTo>
                  <a:pt x="287279" y="33308"/>
                </a:lnTo>
                <a:lnTo>
                  <a:pt x="286903" y="33699"/>
                </a:lnTo>
                <a:lnTo>
                  <a:pt x="286530" y="34099"/>
                </a:lnTo>
                <a:lnTo>
                  <a:pt x="286159" y="34509"/>
                </a:lnTo>
                <a:lnTo>
                  <a:pt x="285790" y="34928"/>
                </a:lnTo>
                <a:lnTo>
                  <a:pt x="285424" y="35357"/>
                </a:lnTo>
                <a:lnTo>
                  <a:pt x="285060" y="35795"/>
                </a:lnTo>
                <a:lnTo>
                  <a:pt x="284809" y="35357"/>
                </a:lnTo>
                <a:lnTo>
                  <a:pt x="284551" y="34928"/>
                </a:lnTo>
                <a:lnTo>
                  <a:pt x="284288" y="34509"/>
                </a:lnTo>
                <a:lnTo>
                  <a:pt x="284019" y="34099"/>
                </a:lnTo>
                <a:lnTo>
                  <a:pt x="283744" y="33699"/>
                </a:lnTo>
                <a:lnTo>
                  <a:pt x="283463" y="33308"/>
                </a:lnTo>
                <a:lnTo>
                  <a:pt x="283177" y="32926"/>
                </a:lnTo>
                <a:lnTo>
                  <a:pt x="282884" y="32554"/>
                </a:lnTo>
                <a:lnTo>
                  <a:pt x="282586" y="32190"/>
                </a:lnTo>
                <a:lnTo>
                  <a:pt x="282282" y="31837"/>
                </a:lnTo>
                <a:lnTo>
                  <a:pt x="281972" y="31492"/>
                </a:lnTo>
                <a:lnTo>
                  <a:pt x="281657" y="31157"/>
                </a:lnTo>
                <a:lnTo>
                  <a:pt x="281335" y="30831"/>
                </a:lnTo>
                <a:lnTo>
                  <a:pt x="281008" y="30515"/>
                </a:lnTo>
                <a:lnTo>
                  <a:pt x="280675" y="30207"/>
                </a:lnTo>
                <a:lnTo>
                  <a:pt x="280336" y="29909"/>
                </a:lnTo>
                <a:lnTo>
                  <a:pt x="279991" y="29621"/>
                </a:lnTo>
                <a:lnTo>
                  <a:pt x="279640" y="29342"/>
                </a:lnTo>
                <a:lnTo>
                  <a:pt x="279284" y="29072"/>
                </a:lnTo>
                <a:lnTo>
                  <a:pt x="278921" y="28811"/>
                </a:lnTo>
                <a:lnTo>
                  <a:pt x="278553" y="28560"/>
                </a:lnTo>
                <a:lnTo>
                  <a:pt x="278179" y="28318"/>
                </a:lnTo>
                <a:lnTo>
                  <a:pt x="277799" y="28086"/>
                </a:lnTo>
                <a:lnTo>
                  <a:pt x="277414" y="27862"/>
                </a:lnTo>
                <a:lnTo>
                  <a:pt x="277022" y="27648"/>
                </a:lnTo>
                <a:lnTo>
                  <a:pt x="276625" y="27444"/>
                </a:lnTo>
                <a:lnTo>
                  <a:pt x="276222" y="27248"/>
                </a:lnTo>
                <a:lnTo>
                  <a:pt x="275813" y="27061"/>
                </a:lnTo>
                <a:lnTo>
                  <a:pt x="275398" y="26884"/>
                </a:lnTo>
                <a:lnTo>
                  <a:pt x="274978" y="26715"/>
                </a:lnTo>
                <a:lnTo>
                  <a:pt x="274551" y="26556"/>
                </a:lnTo>
                <a:lnTo>
                  <a:pt x="274119" y="26405"/>
                </a:lnTo>
                <a:lnTo>
                  <a:pt x="273681" y="26264"/>
                </a:lnTo>
                <a:lnTo>
                  <a:pt x="273237" y="26132"/>
                </a:lnTo>
                <a:lnTo>
                  <a:pt x="272787" y="26009"/>
                </a:lnTo>
                <a:lnTo>
                  <a:pt x="272332" y="25895"/>
                </a:lnTo>
                <a:lnTo>
                  <a:pt x="271870" y="25791"/>
                </a:lnTo>
                <a:lnTo>
                  <a:pt x="271403" y="25695"/>
                </a:lnTo>
                <a:lnTo>
                  <a:pt x="270930" y="25609"/>
                </a:lnTo>
                <a:lnTo>
                  <a:pt x="270451" y="25531"/>
                </a:lnTo>
                <a:lnTo>
                  <a:pt x="269966" y="25463"/>
                </a:lnTo>
                <a:lnTo>
                  <a:pt x="269476" y="25404"/>
                </a:lnTo>
                <a:lnTo>
                  <a:pt x="268979" y="25354"/>
                </a:lnTo>
                <a:lnTo>
                  <a:pt x="268477" y="25313"/>
                </a:lnTo>
                <a:lnTo>
                  <a:pt x="267969" y="25281"/>
                </a:lnTo>
                <a:lnTo>
                  <a:pt x="267455" y="25258"/>
                </a:lnTo>
                <a:lnTo>
                  <a:pt x="266936" y="25244"/>
                </a:lnTo>
                <a:lnTo>
                  <a:pt x="266410" y="25240"/>
                </a:lnTo>
                <a:lnTo>
                  <a:pt x="265421" y="25258"/>
                </a:lnTo>
                <a:lnTo>
                  <a:pt x="264444" y="25313"/>
                </a:lnTo>
                <a:lnTo>
                  <a:pt x="263478" y="25404"/>
                </a:lnTo>
                <a:lnTo>
                  <a:pt x="262523" y="25532"/>
                </a:lnTo>
                <a:lnTo>
                  <a:pt x="261580" y="25696"/>
                </a:lnTo>
                <a:lnTo>
                  <a:pt x="260648" y="25896"/>
                </a:lnTo>
                <a:lnTo>
                  <a:pt x="259728" y="26134"/>
                </a:lnTo>
                <a:lnTo>
                  <a:pt x="258819" y="26407"/>
                </a:lnTo>
                <a:lnTo>
                  <a:pt x="257921" y="26717"/>
                </a:lnTo>
                <a:lnTo>
                  <a:pt x="257035" y="27064"/>
                </a:lnTo>
                <a:lnTo>
                  <a:pt x="256161" y="27447"/>
                </a:lnTo>
                <a:lnTo>
                  <a:pt x="255298" y="27866"/>
                </a:lnTo>
                <a:lnTo>
                  <a:pt x="254446" y="28322"/>
                </a:lnTo>
                <a:lnTo>
                  <a:pt x="253606" y="28815"/>
                </a:lnTo>
                <a:lnTo>
                  <a:pt x="252777" y="29344"/>
                </a:lnTo>
                <a:lnTo>
                  <a:pt x="251960" y="29909"/>
                </a:lnTo>
                <a:lnTo>
                  <a:pt x="251154" y="30511"/>
                </a:lnTo>
                <a:lnTo>
                  <a:pt x="250359" y="31150"/>
                </a:lnTo>
                <a:lnTo>
                  <a:pt x="249576" y="31824"/>
                </a:lnTo>
                <a:lnTo>
                  <a:pt x="248805" y="32536"/>
                </a:lnTo>
                <a:lnTo>
                  <a:pt x="248045" y="33284"/>
                </a:lnTo>
                <a:lnTo>
                  <a:pt x="247296" y="34068"/>
                </a:lnTo>
                <a:lnTo>
                  <a:pt x="246559" y="34889"/>
                </a:lnTo>
                <a:lnTo>
                  <a:pt x="245833" y="35746"/>
                </a:lnTo>
                <a:lnTo>
                  <a:pt x="245833" y="26732"/>
                </a:lnTo>
                <a:lnTo>
                  <a:pt x="229732" y="26732"/>
                </a:lnTo>
                <a:lnTo>
                  <a:pt x="229732" y="92753"/>
                </a:lnTo>
                <a:lnTo>
                  <a:pt x="247201" y="92753"/>
                </a:lnTo>
                <a:lnTo>
                  <a:pt x="247201" y="60712"/>
                </a:lnTo>
                <a:lnTo>
                  <a:pt x="247203" y="59930"/>
                </a:lnTo>
                <a:close/>
                <a:moveTo>
                  <a:pt x="145879" y="42860"/>
                </a:moveTo>
                <a:lnTo>
                  <a:pt x="145557" y="42059"/>
                </a:lnTo>
                <a:lnTo>
                  <a:pt x="145221" y="41277"/>
                </a:lnTo>
                <a:lnTo>
                  <a:pt x="144872" y="40514"/>
                </a:lnTo>
                <a:lnTo>
                  <a:pt x="144508" y="39770"/>
                </a:lnTo>
                <a:lnTo>
                  <a:pt x="144131" y="39044"/>
                </a:lnTo>
                <a:lnTo>
                  <a:pt x="143740" y="38338"/>
                </a:lnTo>
                <a:lnTo>
                  <a:pt x="143334" y="37650"/>
                </a:lnTo>
                <a:lnTo>
                  <a:pt x="142915" y="36982"/>
                </a:lnTo>
                <a:lnTo>
                  <a:pt x="142482" y="36332"/>
                </a:lnTo>
                <a:lnTo>
                  <a:pt x="142035" y="35701"/>
                </a:lnTo>
                <a:lnTo>
                  <a:pt x="141574" y="35089"/>
                </a:lnTo>
                <a:lnTo>
                  <a:pt x="141100" y="34496"/>
                </a:lnTo>
                <a:lnTo>
                  <a:pt x="140611" y="33922"/>
                </a:lnTo>
                <a:lnTo>
                  <a:pt x="140108" y="33366"/>
                </a:lnTo>
                <a:lnTo>
                  <a:pt x="139591" y="32830"/>
                </a:lnTo>
                <a:lnTo>
                  <a:pt x="139061" y="32312"/>
                </a:lnTo>
                <a:lnTo>
                  <a:pt x="138517" y="31814"/>
                </a:lnTo>
                <a:lnTo>
                  <a:pt x="137958" y="31334"/>
                </a:lnTo>
                <a:lnTo>
                  <a:pt x="137386" y="30873"/>
                </a:lnTo>
                <a:lnTo>
                  <a:pt x="136800" y="30431"/>
                </a:lnTo>
                <a:lnTo>
                  <a:pt x="136198" y="30007"/>
                </a:lnTo>
                <a:lnTo>
                  <a:pt x="135579" y="29602"/>
                </a:lnTo>
                <a:lnTo>
                  <a:pt x="134943" y="29214"/>
                </a:lnTo>
                <a:lnTo>
                  <a:pt x="134290" y="28845"/>
                </a:lnTo>
                <a:lnTo>
                  <a:pt x="133619" y="28493"/>
                </a:lnTo>
                <a:lnTo>
                  <a:pt x="132932" y="28160"/>
                </a:lnTo>
                <a:lnTo>
                  <a:pt x="132227" y="27844"/>
                </a:lnTo>
                <a:lnTo>
                  <a:pt x="131505" y="27547"/>
                </a:lnTo>
                <a:lnTo>
                  <a:pt x="130766" y="27268"/>
                </a:lnTo>
                <a:lnTo>
                  <a:pt x="130010" y="27006"/>
                </a:lnTo>
                <a:lnTo>
                  <a:pt x="129236" y="26763"/>
                </a:lnTo>
                <a:lnTo>
                  <a:pt x="128446" y="26538"/>
                </a:lnTo>
                <a:lnTo>
                  <a:pt x="127638" y="26330"/>
                </a:lnTo>
                <a:lnTo>
                  <a:pt x="126813" y="26141"/>
                </a:lnTo>
                <a:lnTo>
                  <a:pt x="125971" y="25970"/>
                </a:lnTo>
                <a:lnTo>
                  <a:pt x="125112" y="25817"/>
                </a:lnTo>
                <a:lnTo>
                  <a:pt x="124236" y="25681"/>
                </a:lnTo>
                <a:lnTo>
                  <a:pt x="123342" y="25564"/>
                </a:lnTo>
                <a:lnTo>
                  <a:pt x="122432" y="25465"/>
                </a:lnTo>
                <a:lnTo>
                  <a:pt x="121504" y="25384"/>
                </a:lnTo>
                <a:lnTo>
                  <a:pt x="120559" y="25321"/>
                </a:lnTo>
                <a:lnTo>
                  <a:pt x="119597" y="25276"/>
                </a:lnTo>
                <a:lnTo>
                  <a:pt x="118618" y="25249"/>
                </a:lnTo>
                <a:lnTo>
                  <a:pt x="117621" y="25240"/>
                </a:lnTo>
                <a:lnTo>
                  <a:pt x="116404" y="25256"/>
                </a:lnTo>
                <a:lnTo>
                  <a:pt x="115208" y="25303"/>
                </a:lnTo>
                <a:lnTo>
                  <a:pt x="114033" y="25382"/>
                </a:lnTo>
                <a:lnTo>
                  <a:pt x="112879" y="25493"/>
                </a:lnTo>
                <a:lnTo>
                  <a:pt x="111747" y="25635"/>
                </a:lnTo>
                <a:lnTo>
                  <a:pt x="110635" y="25809"/>
                </a:lnTo>
                <a:lnTo>
                  <a:pt x="109545" y="26015"/>
                </a:lnTo>
                <a:lnTo>
                  <a:pt x="108476" y="26252"/>
                </a:lnTo>
                <a:lnTo>
                  <a:pt x="107428" y="26521"/>
                </a:lnTo>
                <a:lnTo>
                  <a:pt x="106401" y="26821"/>
                </a:lnTo>
                <a:lnTo>
                  <a:pt x="105395" y="27153"/>
                </a:lnTo>
                <a:lnTo>
                  <a:pt x="104411" y="27517"/>
                </a:lnTo>
                <a:lnTo>
                  <a:pt x="103447" y="27912"/>
                </a:lnTo>
                <a:lnTo>
                  <a:pt x="102505" y="28339"/>
                </a:lnTo>
                <a:lnTo>
                  <a:pt x="101584" y="28797"/>
                </a:lnTo>
                <a:lnTo>
                  <a:pt x="100684" y="29288"/>
                </a:lnTo>
                <a:lnTo>
                  <a:pt x="99805" y="29809"/>
                </a:lnTo>
                <a:lnTo>
                  <a:pt x="98948" y="30363"/>
                </a:lnTo>
                <a:lnTo>
                  <a:pt x="98111" y="30948"/>
                </a:lnTo>
                <a:lnTo>
                  <a:pt x="97296" y="31564"/>
                </a:lnTo>
                <a:lnTo>
                  <a:pt x="96502" y="32213"/>
                </a:lnTo>
                <a:lnTo>
                  <a:pt x="95729" y="32893"/>
                </a:lnTo>
                <a:lnTo>
                  <a:pt x="94977" y="33604"/>
                </a:lnTo>
                <a:lnTo>
                  <a:pt x="94246" y="34347"/>
                </a:lnTo>
                <a:lnTo>
                  <a:pt x="93541" y="35119"/>
                </a:lnTo>
                <a:lnTo>
                  <a:pt x="92866" y="35916"/>
                </a:lnTo>
                <a:lnTo>
                  <a:pt x="92221" y="36737"/>
                </a:lnTo>
                <a:lnTo>
                  <a:pt x="91606" y="37584"/>
                </a:lnTo>
                <a:lnTo>
                  <a:pt x="91021" y="38456"/>
                </a:lnTo>
                <a:lnTo>
                  <a:pt x="90466" y="39354"/>
                </a:lnTo>
                <a:lnTo>
                  <a:pt x="89941" y="40276"/>
                </a:lnTo>
                <a:lnTo>
                  <a:pt x="89446" y="41224"/>
                </a:lnTo>
                <a:lnTo>
                  <a:pt x="88981" y="42196"/>
                </a:lnTo>
                <a:lnTo>
                  <a:pt x="88545" y="43194"/>
                </a:lnTo>
                <a:lnTo>
                  <a:pt x="88140" y="44217"/>
                </a:lnTo>
                <a:lnTo>
                  <a:pt x="87765" y="45265"/>
                </a:lnTo>
                <a:lnTo>
                  <a:pt x="87420" y="46339"/>
                </a:lnTo>
                <a:lnTo>
                  <a:pt x="87105" y="47437"/>
                </a:lnTo>
                <a:lnTo>
                  <a:pt x="86820" y="48561"/>
                </a:lnTo>
                <a:lnTo>
                  <a:pt x="86565" y="49709"/>
                </a:lnTo>
                <a:lnTo>
                  <a:pt x="86340" y="50883"/>
                </a:lnTo>
                <a:lnTo>
                  <a:pt x="86145" y="52082"/>
                </a:lnTo>
                <a:lnTo>
                  <a:pt x="85980" y="53307"/>
                </a:lnTo>
                <a:lnTo>
                  <a:pt x="85845" y="54556"/>
                </a:lnTo>
                <a:lnTo>
                  <a:pt x="85740" y="55830"/>
                </a:lnTo>
                <a:lnTo>
                  <a:pt x="85665" y="57130"/>
                </a:lnTo>
                <a:lnTo>
                  <a:pt x="85620" y="58455"/>
                </a:lnTo>
                <a:lnTo>
                  <a:pt x="85605" y="59805"/>
                </a:lnTo>
                <a:lnTo>
                  <a:pt x="85620" y="61139"/>
                </a:lnTo>
                <a:lnTo>
                  <a:pt x="85665" y="62450"/>
                </a:lnTo>
                <a:lnTo>
                  <a:pt x="85740" y="63736"/>
                </a:lnTo>
                <a:lnTo>
                  <a:pt x="85844" y="64997"/>
                </a:lnTo>
                <a:lnTo>
                  <a:pt x="85979" y="66235"/>
                </a:lnTo>
                <a:lnTo>
                  <a:pt x="86143" y="67447"/>
                </a:lnTo>
                <a:lnTo>
                  <a:pt x="86338" y="68636"/>
                </a:lnTo>
                <a:lnTo>
                  <a:pt x="86562" y="69800"/>
                </a:lnTo>
                <a:lnTo>
                  <a:pt x="86816" y="70939"/>
                </a:lnTo>
                <a:lnTo>
                  <a:pt x="87100" y="72055"/>
                </a:lnTo>
                <a:lnTo>
                  <a:pt x="87414" y="73145"/>
                </a:lnTo>
                <a:lnTo>
                  <a:pt x="87758" y="74212"/>
                </a:lnTo>
                <a:lnTo>
                  <a:pt x="88131" y="75254"/>
                </a:lnTo>
                <a:lnTo>
                  <a:pt x="88535" y="76272"/>
                </a:lnTo>
                <a:lnTo>
                  <a:pt x="88968" y="77265"/>
                </a:lnTo>
                <a:lnTo>
                  <a:pt x="89432" y="78234"/>
                </a:lnTo>
                <a:lnTo>
                  <a:pt x="89925" y="79178"/>
                </a:lnTo>
                <a:lnTo>
                  <a:pt x="90448" y="80098"/>
                </a:lnTo>
                <a:lnTo>
                  <a:pt x="91001" y="80994"/>
                </a:lnTo>
                <a:lnTo>
                  <a:pt x="91584" y="81865"/>
                </a:lnTo>
                <a:lnTo>
                  <a:pt x="92197" y="82712"/>
                </a:lnTo>
                <a:lnTo>
                  <a:pt x="92840" y="83535"/>
                </a:lnTo>
                <a:lnTo>
                  <a:pt x="93513" y="84333"/>
                </a:lnTo>
                <a:lnTo>
                  <a:pt x="94215" y="85107"/>
                </a:lnTo>
                <a:lnTo>
                  <a:pt x="94943" y="85852"/>
                </a:lnTo>
                <a:lnTo>
                  <a:pt x="95691" y="86566"/>
                </a:lnTo>
                <a:lnTo>
                  <a:pt x="96460" y="87249"/>
                </a:lnTo>
                <a:lnTo>
                  <a:pt x="97248" y="87899"/>
                </a:lnTo>
                <a:lnTo>
                  <a:pt x="98058" y="88518"/>
                </a:lnTo>
                <a:lnTo>
                  <a:pt x="98887" y="89105"/>
                </a:lnTo>
                <a:lnTo>
                  <a:pt x="99738" y="89660"/>
                </a:lnTo>
                <a:lnTo>
                  <a:pt x="100608" y="90184"/>
                </a:lnTo>
                <a:lnTo>
                  <a:pt x="101499" y="90676"/>
                </a:lnTo>
                <a:lnTo>
                  <a:pt x="102410" y="91136"/>
                </a:lnTo>
                <a:lnTo>
                  <a:pt x="103342" y="91564"/>
                </a:lnTo>
                <a:lnTo>
                  <a:pt x="104294" y="91961"/>
                </a:lnTo>
                <a:lnTo>
                  <a:pt x="105267" y="92326"/>
                </a:lnTo>
                <a:lnTo>
                  <a:pt x="106259" y="92659"/>
                </a:lnTo>
                <a:lnTo>
                  <a:pt x="107273" y="92960"/>
                </a:lnTo>
                <a:lnTo>
                  <a:pt x="108306" y="93230"/>
                </a:lnTo>
                <a:lnTo>
                  <a:pt x="109360" y="93468"/>
                </a:lnTo>
                <a:lnTo>
                  <a:pt x="110435" y="93674"/>
                </a:lnTo>
                <a:lnTo>
                  <a:pt x="111530" y="93849"/>
                </a:lnTo>
                <a:lnTo>
                  <a:pt x="112645" y="93991"/>
                </a:lnTo>
                <a:lnTo>
                  <a:pt x="113781" y="94102"/>
                </a:lnTo>
                <a:lnTo>
                  <a:pt x="114937" y="94182"/>
                </a:lnTo>
                <a:lnTo>
                  <a:pt x="116113" y="94229"/>
                </a:lnTo>
                <a:lnTo>
                  <a:pt x="117310" y="94245"/>
                </a:lnTo>
                <a:lnTo>
                  <a:pt x="118363" y="94235"/>
                </a:lnTo>
                <a:lnTo>
                  <a:pt x="119398" y="94203"/>
                </a:lnTo>
                <a:lnTo>
                  <a:pt x="120416" y="94151"/>
                </a:lnTo>
                <a:lnTo>
                  <a:pt x="121415" y="94078"/>
                </a:lnTo>
                <a:lnTo>
                  <a:pt x="122396" y="93984"/>
                </a:lnTo>
                <a:lnTo>
                  <a:pt x="123360" y="93868"/>
                </a:lnTo>
                <a:lnTo>
                  <a:pt x="124305" y="93732"/>
                </a:lnTo>
                <a:lnTo>
                  <a:pt x="125233" y="93575"/>
                </a:lnTo>
                <a:lnTo>
                  <a:pt x="126143" y="93397"/>
                </a:lnTo>
                <a:lnTo>
                  <a:pt x="127035" y="93198"/>
                </a:lnTo>
                <a:lnTo>
                  <a:pt x="127909" y="92979"/>
                </a:lnTo>
                <a:lnTo>
                  <a:pt x="128765" y="92738"/>
                </a:lnTo>
                <a:lnTo>
                  <a:pt x="129603" y="92476"/>
                </a:lnTo>
                <a:lnTo>
                  <a:pt x="130423" y="92193"/>
                </a:lnTo>
                <a:lnTo>
                  <a:pt x="131225" y="91890"/>
                </a:lnTo>
                <a:lnTo>
                  <a:pt x="132009" y="91565"/>
                </a:lnTo>
                <a:lnTo>
                  <a:pt x="132776" y="91220"/>
                </a:lnTo>
                <a:lnTo>
                  <a:pt x="133524" y="90853"/>
                </a:lnTo>
                <a:lnTo>
                  <a:pt x="134255" y="90466"/>
                </a:lnTo>
                <a:lnTo>
                  <a:pt x="134967" y="90058"/>
                </a:lnTo>
                <a:lnTo>
                  <a:pt x="135662" y="89628"/>
                </a:lnTo>
                <a:lnTo>
                  <a:pt x="136339" y="89178"/>
                </a:lnTo>
                <a:lnTo>
                  <a:pt x="136998" y="88707"/>
                </a:lnTo>
                <a:lnTo>
                  <a:pt x="137639" y="88215"/>
                </a:lnTo>
                <a:lnTo>
                  <a:pt x="138262" y="87703"/>
                </a:lnTo>
                <a:lnTo>
                  <a:pt x="138869" y="87170"/>
                </a:lnTo>
                <a:lnTo>
                  <a:pt x="139458" y="86617"/>
                </a:lnTo>
                <a:lnTo>
                  <a:pt x="140031" y="86044"/>
                </a:lnTo>
                <a:lnTo>
                  <a:pt x="140586" y="85452"/>
                </a:lnTo>
                <a:lnTo>
                  <a:pt x="141124" y="84839"/>
                </a:lnTo>
                <a:lnTo>
                  <a:pt x="141645" y="84206"/>
                </a:lnTo>
                <a:lnTo>
                  <a:pt x="142149" y="83553"/>
                </a:lnTo>
                <a:lnTo>
                  <a:pt x="142637" y="82879"/>
                </a:lnTo>
                <a:lnTo>
                  <a:pt x="143107" y="82186"/>
                </a:lnTo>
                <a:lnTo>
                  <a:pt x="143560" y="81473"/>
                </a:lnTo>
                <a:lnTo>
                  <a:pt x="143995" y="80739"/>
                </a:lnTo>
                <a:lnTo>
                  <a:pt x="144414" y="79986"/>
                </a:lnTo>
                <a:lnTo>
                  <a:pt x="144816" y="79213"/>
                </a:lnTo>
                <a:lnTo>
                  <a:pt x="145201" y="78419"/>
                </a:lnTo>
                <a:lnTo>
                  <a:pt x="145569" y="77605"/>
                </a:lnTo>
                <a:lnTo>
                  <a:pt x="145919" y="76771"/>
                </a:lnTo>
                <a:lnTo>
                  <a:pt x="146253" y="75918"/>
                </a:lnTo>
                <a:lnTo>
                  <a:pt x="146569" y="75044"/>
                </a:lnTo>
                <a:lnTo>
                  <a:pt x="146869" y="74150"/>
                </a:lnTo>
                <a:lnTo>
                  <a:pt x="147151" y="73236"/>
                </a:lnTo>
                <a:lnTo>
                  <a:pt x="147417" y="72302"/>
                </a:lnTo>
                <a:lnTo>
                  <a:pt x="147665" y="71347"/>
                </a:lnTo>
                <a:lnTo>
                  <a:pt x="147896" y="70373"/>
                </a:lnTo>
                <a:lnTo>
                  <a:pt x="130738" y="67389"/>
                </a:lnTo>
                <a:lnTo>
                  <a:pt x="130626" y="67957"/>
                </a:lnTo>
                <a:lnTo>
                  <a:pt x="130508" y="68511"/>
                </a:lnTo>
                <a:lnTo>
                  <a:pt x="130383" y="69051"/>
                </a:lnTo>
                <a:lnTo>
                  <a:pt x="130251" y="69576"/>
                </a:lnTo>
                <a:lnTo>
                  <a:pt x="130113" y="70088"/>
                </a:lnTo>
                <a:lnTo>
                  <a:pt x="129969" y="70585"/>
                </a:lnTo>
                <a:lnTo>
                  <a:pt x="129818" y="71068"/>
                </a:lnTo>
                <a:lnTo>
                  <a:pt x="129661" y="71537"/>
                </a:lnTo>
                <a:lnTo>
                  <a:pt x="129497" y="71992"/>
                </a:lnTo>
                <a:lnTo>
                  <a:pt x="129327" y="72433"/>
                </a:lnTo>
                <a:lnTo>
                  <a:pt x="129150" y="72859"/>
                </a:lnTo>
                <a:lnTo>
                  <a:pt x="128967" y="73272"/>
                </a:lnTo>
                <a:lnTo>
                  <a:pt x="128777" y="73670"/>
                </a:lnTo>
                <a:lnTo>
                  <a:pt x="128581" y="74054"/>
                </a:lnTo>
                <a:lnTo>
                  <a:pt x="128378" y="74424"/>
                </a:lnTo>
                <a:lnTo>
                  <a:pt x="128169" y="74780"/>
                </a:lnTo>
                <a:lnTo>
                  <a:pt x="127953" y="75122"/>
                </a:lnTo>
                <a:lnTo>
                  <a:pt x="127731" y="75449"/>
                </a:lnTo>
                <a:lnTo>
                  <a:pt x="127502" y="75763"/>
                </a:lnTo>
                <a:lnTo>
                  <a:pt x="127267" y="76062"/>
                </a:lnTo>
                <a:lnTo>
                  <a:pt x="127026" y="76347"/>
                </a:lnTo>
                <a:lnTo>
                  <a:pt x="126778" y="76619"/>
                </a:lnTo>
                <a:lnTo>
                  <a:pt x="126523" y="76875"/>
                </a:lnTo>
                <a:lnTo>
                  <a:pt x="126262" y="77118"/>
                </a:lnTo>
                <a:lnTo>
                  <a:pt x="125995" y="77349"/>
                </a:lnTo>
                <a:lnTo>
                  <a:pt x="125721" y="77570"/>
                </a:lnTo>
                <a:lnTo>
                  <a:pt x="125442" y="77781"/>
                </a:lnTo>
                <a:lnTo>
                  <a:pt x="125155" y="77983"/>
                </a:lnTo>
                <a:lnTo>
                  <a:pt x="124863" y="78174"/>
                </a:lnTo>
                <a:lnTo>
                  <a:pt x="124564" y="78356"/>
                </a:lnTo>
                <a:lnTo>
                  <a:pt x="124259" y="78528"/>
                </a:lnTo>
                <a:lnTo>
                  <a:pt x="123948" y="78690"/>
                </a:lnTo>
                <a:lnTo>
                  <a:pt x="123631" y="78842"/>
                </a:lnTo>
                <a:lnTo>
                  <a:pt x="123307" y="78984"/>
                </a:lnTo>
                <a:lnTo>
                  <a:pt x="122977" y="79117"/>
                </a:lnTo>
                <a:lnTo>
                  <a:pt x="122641" y="79240"/>
                </a:lnTo>
                <a:lnTo>
                  <a:pt x="122299" y="79353"/>
                </a:lnTo>
                <a:lnTo>
                  <a:pt x="121950" y="79456"/>
                </a:lnTo>
                <a:lnTo>
                  <a:pt x="121595" y="79549"/>
                </a:lnTo>
                <a:lnTo>
                  <a:pt x="121234" y="79633"/>
                </a:lnTo>
                <a:lnTo>
                  <a:pt x="120866" y="79706"/>
                </a:lnTo>
                <a:lnTo>
                  <a:pt x="120492" y="79770"/>
                </a:lnTo>
                <a:lnTo>
                  <a:pt x="120112" y="79824"/>
                </a:lnTo>
                <a:lnTo>
                  <a:pt x="119726" y="79868"/>
                </a:lnTo>
                <a:lnTo>
                  <a:pt x="119334" y="79903"/>
                </a:lnTo>
                <a:lnTo>
                  <a:pt x="118935" y="79927"/>
                </a:lnTo>
                <a:lnTo>
                  <a:pt x="118530" y="79942"/>
                </a:lnTo>
                <a:lnTo>
                  <a:pt x="118118" y="79947"/>
                </a:lnTo>
                <a:lnTo>
                  <a:pt x="117569" y="79938"/>
                </a:lnTo>
                <a:lnTo>
                  <a:pt x="117029" y="79913"/>
                </a:lnTo>
                <a:lnTo>
                  <a:pt x="116498" y="79871"/>
                </a:lnTo>
                <a:lnTo>
                  <a:pt x="115976" y="79813"/>
                </a:lnTo>
                <a:lnTo>
                  <a:pt x="115464" y="79737"/>
                </a:lnTo>
                <a:lnTo>
                  <a:pt x="114962" y="79645"/>
                </a:lnTo>
                <a:lnTo>
                  <a:pt x="114468" y="79536"/>
                </a:lnTo>
                <a:lnTo>
                  <a:pt x="113984" y="79410"/>
                </a:lnTo>
                <a:lnTo>
                  <a:pt x="113510" y="79267"/>
                </a:lnTo>
                <a:lnTo>
                  <a:pt x="113045" y="79108"/>
                </a:lnTo>
                <a:lnTo>
                  <a:pt x="112589" y="78931"/>
                </a:lnTo>
                <a:lnTo>
                  <a:pt x="112143" y="78738"/>
                </a:lnTo>
                <a:lnTo>
                  <a:pt x="111706" y="78529"/>
                </a:lnTo>
                <a:lnTo>
                  <a:pt x="111278" y="78302"/>
                </a:lnTo>
                <a:lnTo>
                  <a:pt x="110860" y="78059"/>
                </a:lnTo>
                <a:lnTo>
                  <a:pt x="110451" y="77799"/>
                </a:lnTo>
                <a:lnTo>
                  <a:pt x="110052" y="77522"/>
                </a:lnTo>
                <a:lnTo>
                  <a:pt x="109662" y="77228"/>
                </a:lnTo>
                <a:lnTo>
                  <a:pt x="109281" y="76918"/>
                </a:lnTo>
                <a:lnTo>
                  <a:pt x="108910" y="76590"/>
                </a:lnTo>
                <a:lnTo>
                  <a:pt x="108548" y="76246"/>
                </a:lnTo>
                <a:lnTo>
                  <a:pt x="108196" y="75885"/>
                </a:lnTo>
                <a:lnTo>
                  <a:pt x="107853" y="75508"/>
                </a:lnTo>
                <a:lnTo>
                  <a:pt x="107519" y="75113"/>
                </a:lnTo>
                <a:lnTo>
                  <a:pt x="107197" y="74698"/>
                </a:lnTo>
                <a:lnTo>
                  <a:pt x="106888" y="74260"/>
                </a:lnTo>
                <a:lnTo>
                  <a:pt x="106594" y="73797"/>
                </a:lnTo>
                <a:lnTo>
                  <a:pt x="106313" y="73310"/>
                </a:lnTo>
                <a:lnTo>
                  <a:pt x="106045" y="72800"/>
                </a:lnTo>
                <a:lnTo>
                  <a:pt x="105792" y="72266"/>
                </a:lnTo>
                <a:lnTo>
                  <a:pt x="105552" y="71707"/>
                </a:lnTo>
                <a:lnTo>
                  <a:pt x="105326" y="71125"/>
                </a:lnTo>
                <a:lnTo>
                  <a:pt x="105113" y="70519"/>
                </a:lnTo>
                <a:lnTo>
                  <a:pt x="104915" y="69890"/>
                </a:lnTo>
                <a:lnTo>
                  <a:pt x="104730" y="69236"/>
                </a:lnTo>
                <a:lnTo>
                  <a:pt x="104558" y="68558"/>
                </a:lnTo>
                <a:lnTo>
                  <a:pt x="104401" y="67857"/>
                </a:lnTo>
                <a:lnTo>
                  <a:pt x="104257" y="67131"/>
                </a:lnTo>
                <a:lnTo>
                  <a:pt x="104126" y="66382"/>
                </a:lnTo>
                <a:lnTo>
                  <a:pt x="104010" y="65609"/>
                </a:lnTo>
                <a:lnTo>
                  <a:pt x="103907" y="64812"/>
                </a:lnTo>
                <a:lnTo>
                  <a:pt x="103818" y="63991"/>
                </a:lnTo>
                <a:lnTo>
                  <a:pt x="103743" y="63146"/>
                </a:lnTo>
                <a:lnTo>
                  <a:pt x="103681" y="62277"/>
                </a:lnTo>
                <a:lnTo>
                  <a:pt x="103633" y="61384"/>
                </a:lnTo>
                <a:lnTo>
                  <a:pt x="103599" y="60468"/>
                </a:lnTo>
                <a:lnTo>
                  <a:pt x="103578" y="59528"/>
                </a:lnTo>
                <a:lnTo>
                  <a:pt x="103571" y="58563"/>
                </a:lnTo>
                <a:lnTo>
                  <a:pt x="103578" y="57696"/>
                </a:lnTo>
                <a:lnTo>
                  <a:pt x="103598" y="56849"/>
                </a:lnTo>
                <a:lnTo>
                  <a:pt x="103632" y="56024"/>
                </a:lnTo>
                <a:lnTo>
                  <a:pt x="103679" y="55219"/>
                </a:lnTo>
                <a:lnTo>
                  <a:pt x="103740" y="54436"/>
                </a:lnTo>
                <a:lnTo>
                  <a:pt x="103814" y="53673"/>
                </a:lnTo>
                <a:lnTo>
                  <a:pt x="103902" y="52932"/>
                </a:lnTo>
                <a:lnTo>
                  <a:pt x="104003" y="52211"/>
                </a:lnTo>
                <a:lnTo>
                  <a:pt x="104118" y="51511"/>
                </a:lnTo>
                <a:lnTo>
                  <a:pt x="104246" y="50833"/>
                </a:lnTo>
                <a:lnTo>
                  <a:pt x="104388" y="50175"/>
                </a:lnTo>
                <a:lnTo>
                  <a:pt x="104543" y="49538"/>
                </a:lnTo>
                <a:lnTo>
                  <a:pt x="104711" y="48923"/>
                </a:lnTo>
                <a:lnTo>
                  <a:pt x="104893" y="48328"/>
                </a:lnTo>
                <a:lnTo>
                  <a:pt x="105089" y="47754"/>
                </a:lnTo>
                <a:lnTo>
                  <a:pt x="105298" y="47201"/>
                </a:lnTo>
                <a:lnTo>
                  <a:pt x="105521" y="46670"/>
                </a:lnTo>
                <a:lnTo>
                  <a:pt x="105757" y="46159"/>
                </a:lnTo>
                <a:lnTo>
                  <a:pt x="106006" y="45669"/>
                </a:lnTo>
                <a:lnTo>
                  <a:pt x="106270" y="45200"/>
                </a:lnTo>
                <a:lnTo>
                  <a:pt x="106546" y="44752"/>
                </a:lnTo>
                <a:lnTo>
                  <a:pt x="106836" y="44325"/>
                </a:lnTo>
                <a:lnTo>
                  <a:pt x="107140" y="43919"/>
                </a:lnTo>
                <a:lnTo>
                  <a:pt x="107457" y="43534"/>
                </a:lnTo>
                <a:lnTo>
                  <a:pt x="107785" y="43168"/>
                </a:lnTo>
                <a:lnTo>
                  <a:pt x="108123" y="42817"/>
                </a:lnTo>
                <a:lnTo>
                  <a:pt x="108469" y="42481"/>
                </a:lnTo>
                <a:lnTo>
                  <a:pt x="108825" y="42161"/>
                </a:lnTo>
                <a:lnTo>
                  <a:pt x="109190" y="41857"/>
                </a:lnTo>
                <a:lnTo>
                  <a:pt x="109565" y="41569"/>
                </a:lnTo>
                <a:lnTo>
                  <a:pt x="109948" y="41295"/>
                </a:lnTo>
                <a:lnTo>
                  <a:pt x="110341" y="41038"/>
                </a:lnTo>
                <a:lnTo>
                  <a:pt x="110742" y="40796"/>
                </a:lnTo>
                <a:lnTo>
                  <a:pt x="111153" y="40570"/>
                </a:lnTo>
                <a:lnTo>
                  <a:pt x="111573" y="40359"/>
                </a:lnTo>
                <a:lnTo>
                  <a:pt x="112003" y="40164"/>
                </a:lnTo>
                <a:lnTo>
                  <a:pt x="112441" y="39985"/>
                </a:lnTo>
                <a:lnTo>
                  <a:pt x="112889" y="39821"/>
                </a:lnTo>
                <a:lnTo>
                  <a:pt x="113346" y="39673"/>
                </a:lnTo>
                <a:lnTo>
                  <a:pt x="113812" y="39540"/>
                </a:lnTo>
                <a:lnTo>
                  <a:pt x="114287" y="39423"/>
                </a:lnTo>
                <a:lnTo>
                  <a:pt x="114771" y="39322"/>
                </a:lnTo>
                <a:lnTo>
                  <a:pt x="115265" y="39236"/>
                </a:lnTo>
                <a:lnTo>
                  <a:pt x="115767" y="39166"/>
                </a:lnTo>
                <a:lnTo>
                  <a:pt x="116279" y="39111"/>
                </a:lnTo>
                <a:lnTo>
                  <a:pt x="116800" y="39072"/>
                </a:lnTo>
                <a:lnTo>
                  <a:pt x="117330" y="39049"/>
                </a:lnTo>
                <a:lnTo>
                  <a:pt x="117870" y="39041"/>
                </a:lnTo>
                <a:lnTo>
                  <a:pt x="118276" y="39045"/>
                </a:lnTo>
                <a:lnTo>
                  <a:pt x="118676" y="39059"/>
                </a:lnTo>
                <a:lnTo>
                  <a:pt x="119069" y="39081"/>
                </a:lnTo>
                <a:lnTo>
                  <a:pt x="119456" y="39113"/>
                </a:lnTo>
                <a:lnTo>
                  <a:pt x="119837" y="39154"/>
                </a:lnTo>
                <a:lnTo>
                  <a:pt x="120211" y="39203"/>
                </a:lnTo>
                <a:lnTo>
                  <a:pt x="120579" y="39262"/>
                </a:lnTo>
                <a:lnTo>
                  <a:pt x="120940" y="39329"/>
                </a:lnTo>
                <a:lnTo>
                  <a:pt x="121295" y="39406"/>
                </a:lnTo>
                <a:lnTo>
                  <a:pt x="121644" y="39492"/>
                </a:lnTo>
                <a:lnTo>
                  <a:pt x="121986" y="39586"/>
                </a:lnTo>
                <a:lnTo>
                  <a:pt x="122322" y="39690"/>
                </a:lnTo>
                <a:lnTo>
                  <a:pt x="122652" y="39802"/>
                </a:lnTo>
                <a:lnTo>
                  <a:pt x="122975" y="39924"/>
                </a:lnTo>
                <a:lnTo>
                  <a:pt x="123292" y="40055"/>
                </a:lnTo>
                <a:lnTo>
                  <a:pt x="123603" y="40194"/>
                </a:lnTo>
                <a:lnTo>
                  <a:pt x="123907" y="40343"/>
                </a:lnTo>
                <a:lnTo>
                  <a:pt x="124205" y="40501"/>
                </a:lnTo>
                <a:lnTo>
                  <a:pt x="124496" y="40668"/>
                </a:lnTo>
                <a:lnTo>
                  <a:pt x="124782" y="40843"/>
                </a:lnTo>
                <a:lnTo>
                  <a:pt x="125060" y="41028"/>
                </a:lnTo>
                <a:lnTo>
                  <a:pt x="125333" y="41222"/>
                </a:lnTo>
                <a:lnTo>
                  <a:pt x="125599" y="41425"/>
                </a:lnTo>
                <a:lnTo>
                  <a:pt x="125858" y="41636"/>
                </a:lnTo>
                <a:lnTo>
                  <a:pt x="126111" y="41857"/>
                </a:lnTo>
                <a:lnTo>
                  <a:pt x="126356" y="42087"/>
                </a:lnTo>
                <a:lnTo>
                  <a:pt x="126593" y="42325"/>
                </a:lnTo>
                <a:lnTo>
                  <a:pt x="126823" y="42572"/>
                </a:lnTo>
                <a:lnTo>
                  <a:pt x="127045" y="42828"/>
                </a:lnTo>
                <a:lnTo>
                  <a:pt x="127259" y="43092"/>
                </a:lnTo>
                <a:lnTo>
                  <a:pt x="127466" y="43366"/>
                </a:lnTo>
                <a:lnTo>
                  <a:pt x="127665" y="43648"/>
                </a:lnTo>
                <a:lnTo>
                  <a:pt x="127856" y="43939"/>
                </a:lnTo>
                <a:lnTo>
                  <a:pt x="128039" y="44239"/>
                </a:lnTo>
                <a:lnTo>
                  <a:pt x="128215" y="44548"/>
                </a:lnTo>
                <a:lnTo>
                  <a:pt x="128384" y="44865"/>
                </a:lnTo>
                <a:lnTo>
                  <a:pt x="128544" y="45191"/>
                </a:lnTo>
                <a:lnTo>
                  <a:pt x="128697" y="45526"/>
                </a:lnTo>
                <a:lnTo>
                  <a:pt x="128843" y="45870"/>
                </a:lnTo>
                <a:lnTo>
                  <a:pt x="128980" y="46223"/>
                </a:lnTo>
                <a:lnTo>
                  <a:pt x="129110" y="46584"/>
                </a:lnTo>
                <a:lnTo>
                  <a:pt x="129233" y="46955"/>
                </a:lnTo>
                <a:lnTo>
                  <a:pt x="129347" y="47334"/>
                </a:lnTo>
                <a:lnTo>
                  <a:pt x="129454" y="47721"/>
                </a:lnTo>
                <a:lnTo>
                  <a:pt x="129554" y="48118"/>
                </a:lnTo>
                <a:lnTo>
                  <a:pt x="129645" y="48523"/>
                </a:lnTo>
                <a:lnTo>
                  <a:pt x="129729" y="48938"/>
                </a:lnTo>
                <a:lnTo>
                  <a:pt x="129806" y="49361"/>
                </a:lnTo>
                <a:lnTo>
                  <a:pt x="147026" y="46252"/>
                </a:lnTo>
                <a:lnTo>
                  <a:pt x="146760" y="45376"/>
                </a:lnTo>
                <a:lnTo>
                  <a:pt x="146480" y="44518"/>
                </a:lnTo>
                <a:lnTo>
                  <a:pt x="146186" y="43680"/>
                </a:lnTo>
                <a:lnTo>
                  <a:pt x="145879" y="42860"/>
                </a:lnTo>
                <a:close/>
                <a:moveTo>
                  <a:pt x="173870" y="45633"/>
                </a:moveTo>
                <a:lnTo>
                  <a:pt x="174020" y="45286"/>
                </a:lnTo>
                <a:lnTo>
                  <a:pt x="174174" y="44948"/>
                </a:lnTo>
                <a:lnTo>
                  <a:pt x="174331" y="44620"/>
                </a:lnTo>
                <a:lnTo>
                  <a:pt x="174491" y="44301"/>
                </a:lnTo>
                <a:lnTo>
                  <a:pt x="174655" y="43993"/>
                </a:lnTo>
                <a:lnTo>
                  <a:pt x="174823" y="43694"/>
                </a:lnTo>
                <a:lnTo>
                  <a:pt x="174994" y="43405"/>
                </a:lnTo>
                <a:lnTo>
                  <a:pt x="175168" y="43126"/>
                </a:lnTo>
                <a:lnTo>
                  <a:pt x="175346" y="42857"/>
                </a:lnTo>
                <a:lnTo>
                  <a:pt x="175528" y="42598"/>
                </a:lnTo>
                <a:lnTo>
                  <a:pt x="175712" y="42348"/>
                </a:lnTo>
                <a:lnTo>
                  <a:pt x="175901" y="42109"/>
                </a:lnTo>
                <a:lnTo>
                  <a:pt x="176092" y="41879"/>
                </a:lnTo>
                <a:lnTo>
                  <a:pt x="176287" y="41659"/>
                </a:lnTo>
                <a:lnTo>
                  <a:pt x="176486" y="41448"/>
                </a:lnTo>
                <a:lnTo>
                  <a:pt x="176688" y="41248"/>
                </a:lnTo>
                <a:lnTo>
                  <a:pt x="176893" y="41057"/>
                </a:lnTo>
                <a:lnTo>
                  <a:pt x="177102" y="40877"/>
                </a:lnTo>
                <a:lnTo>
                  <a:pt x="177315" y="40706"/>
                </a:lnTo>
                <a:lnTo>
                  <a:pt x="177531" y="40545"/>
                </a:lnTo>
                <a:lnTo>
                  <a:pt x="177752" y="40391"/>
                </a:lnTo>
                <a:lnTo>
                  <a:pt x="177980" y="40245"/>
                </a:lnTo>
                <a:lnTo>
                  <a:pt x="178215" y="40105"/>
                </a:lnTo>
                <a:lnTo>
                  <a:pt x="178458" y="39971"/>
                </a:lnTo>
                <a:lnTo>
                  <a:pt x="178708" y="39844"/>
                </a:lnTo>
                <a:lnTo>
                  <a:pt x="178964" y="39724"/>
                </a:lnTo>
                <a:lnTo>
                  <a:pt x="179228" y="39610"/>
                </a:lnTo>
                <a:lnTo>
                  <a:pt x="179499" y="39502"/>
                </a:lnTo>
                <a:lnTo>
                  <a:pt x="179777" y="39401"/>
                </a:lnTo>
                <a:lnTo>
                  <a:pt x="180063" y="39307"/>
                </a:lnTo>
                <a:lnTo>
                  <a:pt x="180355" y="39219"/>
                </a:lnTo>
                <a:lnTo>
                  <a:pt x="180655" y="39137"/>
                </a:lnTo>
                <a:lnTo>
                  <a:pt x="180961" y="39062"/>
                </a:lnTo>
                <a:lnTo>
                  <a:pt x="181275" y="38994"/>
                </a:lnTo>
                <a:lnTo>
                  <a:pt x="181596" y="38932"/>
                </a:lnTo>
                <a:lnTo>
                  <a:pt x="181924" y="38876"/>
                </a:lnTo>
                <a:lnTo>
                  <a:pt x="182259" y="38828"/>
                </a:lnTo>
                <a:lnTo>
                  <a:pt x="182601" y="38785"/>
                </a:lnTo>
                <a:lnTo>
                  <a:pt x="182951" y="38749"/>
                </a:lnTo>
                <a:lnTo>
                  <a:pt x="183307" y="38720"/>
                </a:lnTo>
                <a:lnTo>
                  <a:pt x="183671" y="38697"/>
                </a:lnTo>
                <a:lnTo>
                  <a:pt x="184041" y="38681"/>
                </a:lnTo>
                <a:lnTo>
                  <a:pt x="184419" y="38671"/>
                </a:lnTo>
                <a:lnTo>
                  <a:pt x="184804" y="38668"/>
                </a:lnTo>
                <a:lnTo>
                  <a:pt x="185372" y="38672"/>
                </a:lnTo>
                <a:lnTo>
                  <a:pt x="185924" y="38683"/>
                </a:lnTo>
                <a:lnTo>
                  <a:pt x="186460" y="38702"/>
                </a:lnTo>
                <a:lnTo>
                  <a:pt x="186982" y="38728"/>
                </a:lnTo>
                <a:lnTo>
                  <a:pt x="187488" y="38762"/>
                </a:lnTo>
                <a:lnTo>
                  <a:pt x="187979" y="38804"/>
                </a:lnTo>
                <a:lnTo>
                  <a:pt x="188454" y="38853"/>
                </a:lnTo>
                <a:lnTo>
                  <a:pt x="188914" y="38909"/>
                </a:lnTo>
                <a:lnTo>
                  <a:pt x="189359" y="38973"/>
                </a:lnTo>
                <a:lnTo>
                  <a:pt x="189788" y="39045"/>
                </a:lnTo>
                <a:lnTo>
                  <a:pt x="190203" y="39124"/>
                </a:lnTo>
                <a:lnTo>
                  <a:pt x="190601" y="39210"/>
                </a:lnTo>
                <a:lnTo>
                  <a:pt x="190985" y="39305"/>
                </a:lnTo>
                <a:lnTo>
                  <a:pt x="191353" y="39406"/>
                </a:lnTo>
                <a:lnTo>
                  <a:pt x="191706" y="39516"/>
                </a:lnTo>
                <a:lnTo>
                  <a:pt x="192043" y="39632"/>
                </a:lnTo>
                <a:lnTo>
                  <a:pt x="192365" y="39757"/>
                </a:lnTo>
                <a:lnTo>
                  <a:pt x="192672" y="39889"/>
                </a:lnTo>
                <a:lnTo>
                  <a:pt x="192964" y="40028"/>
                </a:lnTo>
                <a:lnTo>
                  <a:pt x="193240" y="40175"/>
                </a:lnTo>
                <a:lnTo>
                  <a:pt x="193501" y="40329"/>
                </a:lnTo>
                <a:lnTo>
                  <a:pt x="193746" y="40491"/>
                </a:lnTo>
                <a:lnTo>
                  <a:pt x="193977" y="40661"/>
                </a:lnTo>
                <a:lnTo>
                  <a:pt x="194191" y="40838"/>
                </a:lnTo>
                <a:lnTo>
                  <a:pt x="194394" y="41024"/>
                </a:lnTo>
                <a:lnTo>
                  <a:pt x="194589" y="41220"/>
                </a:lnTo>
                <a:lnTo>
                  <a:pt x="194774" y="41426"/>
                </a:lnTo>
                <a:lnTo>
                  <a:pt x="194951" y="41642"/>
                </a:lnTo>
                <a:lnTo>
                  <a:pt x="195120" y="41868"/>
                </a:lnTo>
                <a:lnTo>
                  <a:pt x="195279" y="42105"/>
                </a:lnTo>
                <a:lnTo>
                  <a:pt x="195430" y="42351"/>
                </a:lnTo>
                <a:lnTo>
                  <a:pt x="195573" y="42608"/>
                </a:lnTo>
                <a:lnTo>
                  <a:pt x="195707" y="42875"/>
                </a:lnTo>
                <a:lnTo>
                  <a:pt x="195832" y="43152"/>
                </a:lnTo>
                <a:lnTo>
                  <a:pt x="195949" y="43440"/>
                </a:lnTo>
                <a:lnTo>
                  <a:pt x="196056" y="43737"/>
                </a:lnTo>
                <a:lnTo>
                  <a:pt x="196156" y="44045"/>
                </a:lnTo>
                <a:lnTo>
                  <a:pt x="196246" y="44362"/>
                </a:lnTo>
                <a:lnTo>
                  <a:pt x="196328" y="44690"/>
                </a:lnTo>
                <a:lnTo>
                  <a:pt x="196402" y="45028"/>
                </a:lnTo>
                <a:lnTo>
                  <a:pt x="196467" y="45376"/>
                </a:lnTo>
                <a:lnTo>
                  <a:pt x="196523" y="45735"/>
                </a:lnTo>
                <a:lnTo>
                  <a:pt x="196570" y="46103"/>
                </a:lnTo>
                <a:lnTo>
                  <a:pt x="196609" y="46482"/>
                </a:lnTo>
                <a:lnTo>
                  <a:pt x="196639" y="46871"/>
                </a:lnTo>
                <a:lnTo>
                  <a:pt x="196661" y="47270"/>
                </a:lnTo>
                <a:lnTo>
                  <a:pt x="196674" y="47679"/>
                </a:lnTo>
                <a:lnTo>
                  <a:pt x="196678" y="48098"/>
                </a:lnTo>
                <a:lnTo>
                  <a:pt x="196678" y="49858"/>
                </a:lnTo>
                <a:lnTo>
                  <a:pt x="196271" y="50024"/>
                </a:lnTo>
                <a:lnTo>
                  <a:pt x="195838" y="50190"/>
                </a:lnTo>
                <a:lnTo>
                  <a:pt x="195379" y="50358"/>
                </a:lnTo>
                <a:lnTo>
                  <a:pt x="194894" y="50527"/>
                </a:lnTo>
                <a:lnTo>
                  <a:pt x="194383" y="50697"/>
                </a:lnTo>
                <a:lnTo>
                  <a:pt x="193846" y="50868"/>
                </a:lnTo>
                <a:lnTo>
                  <a:pt x="193282" y="51040"/>
                </a:lnTo>
                <a:lnTo>
                  <a:pt x="192693" y="51213"/>
                </a:lnTo>
                <a:lnTo>
                  <a:pt x="192077" y="51388"/>
                </a:lnTo>
                <a:lnTo>
                  <a:pt x="191435" y="51563"/>
                </a:lnTo>
                <a:lnTo>
                  <a:pt x="190767" y="51739"/>
                </a:lnTo>
                <a:lnTo>
                  <a:pt x="190073" y="51917"/>
                </a:lnTo>
                <a:lnTo>
                  <a:pt x="189353" y="52095"/>
                </a:lnTo>
                <a:lnTo>
                  <a:pt x="188606" y="52275"/>
                </a:lnTo>
                <a:lnTo>
                  <a:pt x="187834" y="52456"/>
                </a:lnTo>
                <a:lnTo>
                  <a:pt x="187035" y="52637"/>
                </a:lnTo>
                <a:lnTo>
                  <a:pt x="186211" y="52820"/>
                </a:lnTo>
                <a:lnTo>
                  <a:pt x="185360" y="53004"/>
                </a:lnTo>
                <a:lnTo>
                  <a:pt x="184483" y="53189"/>
                </a:lnTo>
                <a:lnTo>
                  <a:pt x="183580" y="53375"/>
                </a:lnTo>
                <a:lnTo>
                  <a:pt x="182651" y="53562"/>
                </a:lnTo>
                <a:lnTo>
                  <a:pt x="181695" y="53750"/>
                </a:lnTo>
                <a:lnTo>
                  <a:pt x="180714" y="53940"/>
                </a:lnTo>
                <a:lnTo>
                  <a:pt x="179707" y="54130"/>
                </a:lnTo>
                <a:lnTo>
                  <a:pt x="178958" y="54275"/>
                </a:lnTo>
                <a:lnTo>
                  <a:pt x="178223" y="54423"/>
                </a:lnTo>
                <a:lnTo>
                  <a:pt x="177504" y="54572"/>
                </a:lnTo>
                <a:lnTo>
                  <a:pt x="176799" y="54724"/>
                </a:lnTo>
                <a:lnTo>
                  <a:pt x="176110" y="54878"/>
                </a:lnTo>
                <a:lnTo>
                  <a:pt x="175434" y="55033"/>
                </a:lnTo>
                <a:lnTo>
                  <a:pt x="174774" y="55191"/>
                </a:lnTo>
                <a:lnTo>
                  <a:pt x="174129" y="55351"/>
                </a:lnTo>
                <a:lnTo>
                  <a:pt x="173498" y="55512"/>
                </a:lnTo>
                <a:lnTo>
                  <a:pt x="172882" y="55676"/>
                </a:lnTo>
                <a:lnTo>
                  <a:pt x="172281" y="55842"/>
                </a:lnTo>
                <a:lnTo>
                  <a:pt x="171695" y="56010"/>
                </a:lnTo>
                <a:lnTo>
                  <a:pt x="171123" y="56180"/>
                </a:lnTo>
                <a:lnTo>
                  <a:pt x="170566" y="56352"/>
                </a:lnTo>
                <a:lnTo>
                  <a:pt x="170024" y="56526"/>
                </a:lnTo>
                <a:lnTo>
                  <a:pt x="169497" y="56702"/>
                </a:lnTo>
                <a:lnTo>
                  <a:pt x="168985" y="56880"/>
                </a:lnTo>
                <a:lnTo>
                  <a:pt x="168487" y="57061"/>
                </a:lnTo>
                <a:lnTo>
                  <a:pt x="168004" y="57243"/>
                </a:lnTo>
                <a:lnTo>
                  <a:pt x="167536" y="57427"/>
                </a:lnTo>
                <a:lnTo>
                  <a:pt x="167083" y="57613"/>
                </a:lnTo>
                <a:lnTo>
                  <a:pt x="166645" y="57802"/>
                </a:lnTo>
                <a:lnTo>
                  <a:pt x="166221" y="57992"/>
                </a:lnTo>
                <a:lnTo>
                  <a:pt x="165812" y="58184"/>
                </a:lnTo>
                <a:lnTo>
                  <a:pt x="165414" y="58382"/>
                </a:lnTo>
                <a:lnTo>
                  <a:pt x="165024" y="58586"/>
                </a:lnTo>
                <a:lnTo>
                  <a:pt x="164641" y="58797"/>
                </a:lnTo>
                <a:lnTo>
                  <a:pt x="164266" y="59015"/>
                </a:lnTo>
                <a:lnTo>
                  <a:pt x="163898" y="59241"/>
                </a:lnTo>
                <a:lnTo>
                  <a:pt x="163537" y="59473"/>
                </a:lnTo>
                <a:lnTo>
                  <a:pt x="163184" y="59713"/>
                </a:lnTo>
                <a:lnTo>
                  <a:pt x="162839" y="59959"/>
                </a:lnTo>
                <a:lnTo>
                  <a:pt x="162500" y="60213"/>
                </a:lnTo>
                <a:lnTo>
                  <a:pt x="162170" y="60474"/>
                </a:lnTo>
                <a:lnTo>
                  <a:pt x="161846" y="60742"/>
                </a:lnTo>
                <a:lnTo>
                  <a:pt x="161530" y="61017"/>
                </a:lnTo>
                <a:lnTo>
                  <a:pt x="161222" y="61299"/>
                </a:lnTo>
                <a:lnTo>
                  <a:pt x="160921" y="61588"/>
                </a:lnTo>
                <a:lnTo>
                  <a:pt x="160628" y="61885"/>
                </a:lnTo>
                <a:lnTo>
                  <a:pt x="160341" y="62188"/>
                </a:lnTo>
                <a:lnTo>
                  <a:pt x="160063" y="62499"/>
                </a:lnTo>
                <a:lnTo>
                  <a:pt x="159792" y="62816"/>
                </a:lnTo>
                <a:lnTo>
                  <a:pt x="159528" y="63141"/>
                </a:lnTo>
                <a:lnTo>
                  <a:pt x="159272" y="63473"/>
                </a:lnTo>
                <a:lnTo>
                  <a:pt x="159023" y="63812"/>
                </a:lnTo>
                <a:lnTo>
                  <a:pt x="158781" y="64158"/>
                </a:lnTo>
                <a:lnTo>
                  <a:pt x="158548" y="64511"/>
                </a:lnTo>
                <a:lnTo>
                  <a:pt x="158321" y="64871"/>
                </a:lnTo>
                <a:lnTo>
                  <a:pt x="158103" y="65237"/>
                </a:lnTo>
                <a:lnTo>
                  <a:pt x="157894" y="65607"/>
                </a:lnTo>
                <a:lnTo>
                  <a:pt x="157695" y="65981"/>
                </a:lnTo>
                <a:lnTo>
                  <a:pt x="157504" y="66359"/>
                </a:lnTo>
                <a:lnTo>
                  <a:pt x="157323" y="66742"/>
                </a:lnTo>
                <a:lnTo>
                  <a:pt x="157152" y="67129"/>
                </a:lnTo>
                <a:lnTo>
                  <a:pt x="156989" y="67519"/>
                </a:lnTo>
                <a:lnTo>
                  <a:pt x="156836" y="67915"/>
                </a:lnTo>
                <a:lnTo>
                  <a:pt x="156692" y="68314"/>
                </a:lnTo>
                <a:lnTo>
                  <a:pt x="156557" y="68717"/>
                </a:lnTo>
                <a:lnTo>
                  <a:pt x="156432" y="69125"/>
                </a:lnTo>
                <a:lnTo>
                  <a:pt x="156316" y="69537"/>
                </a:lnTo>
                <a:lnTo>
                  <a:pt x="156209" y="69953"/>
                </a:lnTo>
                <a:lnTo>
                  <a:pt x="156112" y="70373"/>
                </a:lnTo>
                <a:lnTo>
                  <a:pt x="156024" y="70798"/>
                </a:lnTo>
                <a:lnTo>
                  <a:pt x="155945" y="71226"/>
                </a:lnTo>
                <a:lnTo>
                  <a:pt x="155875" y="71659"/>
                </a:lnTo>
                <a:lnTo>
                  <a:pt x="155815" y="72096"/>
                </a:lnTo>
                <a:lnTo>
                  <a:pt x="155764" y="72537"/>
                </a:lnTo>
                <a:lnTo>
                  <a:pt x="155722" y="72983"/>
                </a:lnTo>
                <a:lnTo>
                  <a:pt x="155690" y="73432"/>
                </a:lnTo>
                <a:lnTo>
                  <a:pt x="155666" y="73886"/>
                </a:lnTo>
                <a:lnTo>
                  <a:pt x="155653" y="74344"/>
                </a:lnTo>
                <a:lnTo>
                  <a:pt x="155648" y="74806"/>
                </a:lnTo>
                <a:lnTo>
                  <a:pt x="155658" y="75503"/>
                </a:lnTo>
                <a:lnTo>
                  <a:pt x="155689" y="76189"/>
                </a:lnTo>
                <a:lnTo>
                  <a:pt x="155740" y="76866"/>
                </a:lnTo>
                <a:lnTo>
                  <a:pt x="155811" y="77532"/>
                </a:lnTo>
                <a:lnTo>
                  <a:pt x="155903" y="78188"/>
                </a:lnTo>
                <a:lnTo>
                  <a:pt x="156015" y="78834"/>
                </a:lnTo>
                <a:lnTo>
                  <a:pt x="156148" y="79470"/>
                </a:lnTo>
                <a:lnTo>
                  <a:pt x="156301" y="80096"/>
                </a:lnTo>
                <a:lnTo>
                  <a:pt x="156474" y="80712"/>
                </a:lnTo>
                <a:lnTo>
                  <a:pt x="156668" y="81318"/>
                </a:lnTo>
                <a:lnTo>
                  <a:pt x="156882" y="81913"/>
                </a:lnTo>
                <a:lnTo>
                  <a:pt x="157117" y="82499"/>
                </a:lnTo>
                <a:lnTo>
                  <a:pt x="157372" y="83074"/>
                </a:lnTo>
                <a:lnTo>
                  <a:pt x="157647" y="83639"/>
                </a:lnTo>
                <a:lnTo>
                  <a:pt x="157943" y="84194"/>
                </a:lnTo>
                <a:lnTo>
                  <a:pt x="158259" y="84739"/>
                </a:lnTo>
                <a:lnTo>
                  <a:pt x="158595" y="85274"/>
                </a:lnTo>
                <a:lnTo>
                  <a:pt x="158952" y="85799"/>
                </a:lnTo>
                <a:lnTo>
                  <a:pt x="159330" y="86314"/>
                </a:lnTo>
                <a:lnTo>
                  <a:pt x="159728" y="86818"/>
                </a:lnTo>
                <a:lnTo>
                  <a:pt x="160146" y="87313"/>
                </a:lnTo>
                <a:lnTo>
                  <a:pt x="160584" y="87797"/>
                </a:lnTo>
                <a:lnTo>
                  <a:pt x="161043" y="88272"/>
                </a:lnTo>
                <a:lnTo>
                  <a:pt x="161523" y="88736"/>
                </a:lnTo>
                <a:lnTo>
                  <a:pt x="162020" y="89185"/>
                </a:lnTo>
                <a:lnTo>
                  <a:pt x="162532" y="89616"/>
                </a:lnTo>
                <a:lnTo>
                  <a:pt x="163059" y="90027"/>
                </a:lnTo>
                <a:lnTo>
                  <a:pt x="163601" y="90419"/>
                </a:lnTo>
                <a:lnTo>
                  <a:pt x="164158" y="90792"/>
                </a:lnTo>
                <a:lnTo>
                  <a:pt x="164730" y="91146"/>
                </a:lnTo>
                <a:lnTo>
                  <a:pt x="165317" y="91481"/>
                </a:lnTo>
                <a:lnTo>
                  <a:pt x="165919" y="91797"/>
                </a:lnTo>
                <a:lnTo>
                  <a:pt x="166536" y="92093"/>
                </a:lnTo>
                <a:lnTo>
                  <a:pt x="167168" y="92371"/>
                </a:lnTo>
                <a:lnTo>
                  <a:pt x="167816" y="92629"/>
                </a:lnTo>
                <a:lnTo>
                  <a:pt x="168478" y="92868"/>
                </a:lnTo>
                <a:lnTo>
                  <a:pt x="169155" y="93088"/>
                </a:lnTo>
                <a:lnTo>
                  <a:pt x="169847" y="93289"/>
                </a:lnTo>
                <a:lnTo>
                  <a:pt x="170554" y="93471"/>
                </a:lnTo>
                <a:lnTo>
                  <a:pt x="171276" y="93633"/>
                </a:lnTo>
                <a:lnTo>
                  <a:pt x="172013" y="93777"/>
                </a:lnTo>
                <a:lnTo>
                  <a:pt x="172765" y="93901"/>
                </a:lnTo>
                <a:lnTo>
                  <a:pt x="173532" y="94006"/>
                </a:lnTo>
                <a:lnTo>
                  <a:pt x="174314" y="94092"/>
                </a:lnTo>
                <a:lnTo>
                  <a:pt x="175112" y="94159"/>
                </a:lnTo>
                <a:lnTo>
                  <a:pt x="175924" y="94207"/>
                </a:lnTo>
                <a:lnTo>
                  <a:pt x="176751" y="94236"/>
                </a:lnTo>
                <a:lnTo>
                  <a:pt x="177593" y="94245"/>
                </a:lnTo>
                <a:lnTo>
                  <a:pt x="178073" y="94242"/>
                </a:lnTo>
                <a:lnTo>
                  <a:pt x="178552" y="94230"/>
                </a:lnTo>
                <a:lnTo>
                  <a:pt x="179028" y="94211"/>
                </a:lnTo>
                <a:lnTo>
                  <a:pt x="179501" y="94185"/>
                </a:lnTo>
                <a:lnTo>
                  <a:pt x="179972" y="94151"/>
                </a:lnTo>
                <a:lnTo>
                  <a:pt x="180441" y="94109"/>
                </a:lnTo>
                <a:lnTo>
                  <a:pt x="180907" y="94060"/>
                </a:lnTo>
                <a:lnTo>
                  <a:pt x="181371" y="94004"/>
                </a:lnTo>
                <a:lnTo>
                  <a:pt x="181833" y="93939"/>
                </a:lnTo>
                <a:lnTo>
                  <a:pt x="182292" y="93868"/>
                </a:lnTo>
                <a:lnTo>
                  <a:pt x="182749" y="93788"/>
                </a:lnTo>
                <a:lnTo>
                  <a:pt x="183203" y="93701"/>
                </a:lnTo>
                <a:lnTo>
                  <a:pt x="183656" y="93607"/>
                </a:lnTo>
                <a:lnTo>
                  <a:pt x="184105" y="93505"/>
                </a:lnTo>
                <a:lnTo>
                  <a:pt x="184553" y="93395"/>
                </a:lnTo>
                <a:lnTo>
                  <a:pt x="184998" y="93278"/>
                </a:lnTo>
                <a:lnTo>
                  <a:pt x="185440" y="93154"/>
                </a:lnTo>
                <a:lnTo>
                  <a:pt x="185880" y="93021"/>
                </a:lnTo>
                <a:lnTo>
                  <a:pt x="186318" y="92882"/>
                </a:lnTo>
                <a:lnTo>
                  <a:pt x="186754" y="92734"/>
                </a:lnTo>
                <a:lnTo>
                  <a:pt x="187187" y="92579"/>
                </a:lnTo>
                <a:lnTo>
                  <a:pt x="187618" y="92417"/>
                </a:lnTo>
                <a:lnTo>
                  <a:pt x="188046" y="92247"/>
                </a:lnTo>
                <a:lnTo>
                  <a:pt x="188472" y="92069"/>
                </a:lnTo>
                <a:lnTo>
                  <a:pt x="188896" y="91884"/>
                </a:lnTo>
                <a:lnTo>
                  <a:pt x="189317" y="91692"/>
                </a:lnTo>
                <a:lnTo>
                  <a:pt x="189737" y="91491"/>
                </a:lnTo>
                <a:lnTo>
                  <a:pt x="190154" y="91284"/>
                </a:lnTo>
                <a:lnTo>
                  <a:pt x="190569" y="91068"/>
                </a:lnTo>
                <a:lnTo>
                  <a:pt x="190982" y="90846"/>
                </a:lnTo>
                <a:lnTo>
                  <a:pt x="191393" y="90615"/>
                </a:lnTo>
                <a:lnTo>
                  <a:pt x="191801" y="90377"/>
                </a:lnTo>
                <a:lnTo>
                  <a:pt x="192208" y="90132"/>
                </a:lnTo>
                <a:lnTo>
                  <a:pt x="192612" y="89878"/>
                </a:lnTo>
                <a:lnTo>
                  <a:pt x="193014" y="89618"/>
                </a:lnTo>
                <a:lnTo>
                  <a:pt x="193414" y="89350"/>
                </a:lnTo>
                <a:lnTo>
                  <a:pt x="193812" y="89074"/>
                </a:lnTo>
                <a:lnTo>
                  <a:pt x="194208" y="88791"/>
                </a:lnTo>
                <a:lnTo>
                  <a:pt x="194601" y="88500"/>
                </a:lnTo>
                <a:lnTo>
                  <a:pt x="194993" y="88201"/>
                </a:lnTo>
                <a:lnTo>
                  <a:pt x="195382" y="87895"/>
                </a:lnTo>
                <a:lnTo>
                  <a:pt x="195769" y="87582"/>
                </a:lnTo>
                <a:lnTo>
                  <a:pt x="196154" y="87261"/>
                </a:lnTo>
                <a:lnTo>
                  <a:pt x="196537" y="86932"/>
                </a:lnTo>
                <a:lnTo>
                  <a:pt x="196917" y="86596"/>
                </a:lnTo>
                <a:lnTo>
                  <a:pt x="197295" y="86252"/>
                </a:lnTo>
                <a:lnTo>
                  <a:pt x="197672" y="85901"/>
                </a:lnTo>
                <a:lnTo>
                  <a:pt x="198046" y="85542"/>
                </a:lnTo>
                <a:lnTo>
                  <a:pt x="198062" y="85585"/>
                </a:lnTo>
                <a:lnTo>
                  <a:pt x="198079" y="85632"/>
                </a:lnTo>
                <a:lnTo>
                  <a:pt x="198096" y="85683"/>
                </a:lnTo>
                <a:lnTo>
                  <a:pt x="198115" y="85737"/>
                </a:lnTo>
                <a:lnTo>
                  <a:pt x="198134" y="85795"/>
                </a:lnTo>
                <a:lnTo>
                  <a:pt x="198155" y="85857"/>
                </a:lnTo>
                <a:lnTo>
                  <a:pt x="198176" y="85922"/>
                </a:lnTo>
                <a:lnTo>
                  <a:pt x="198198" y="85991"/>
                </a:lnTo>
                <a:lnTo>
                  <a:pt x="198221" y="86064"/>
                </a:lnTo>
                <a:lnTo>
                  <a:pt x="198244" y="86140"/>
                </a:lnTo>
                <a:lnTo>
                  <a:pt x="198269" y="86220"/>
                </a:lnTo>
                <a:lnTo>
                  <a:pt x="198294" y="86303"/>
                </a:lnTo>
                <a:lnTo>
                  <a:pt x="198321" y="86391"/>
                </a:lnTo>
                <a:lnTo>
                  <a:pt x="198348" y="86482"/>
                </a:lnTo>
                <a:lnTo>
                  <a:pt x="198376" y="86576"/>
                </a:lnTo>
                <a:lnTo>
                  <a:pt x="198405" y="86675"/>
                </a:lnTo>
                <a:lnTo>
                  <a:pt x="198435" y="86777"/>
                </a:lnTo>
                <a:lnTo>
                  <a:pt x="198465" y="86882"/>
                </a:lnTo>
                <a:lnTo>
                  <a:pt x="198497" y="86992"/>
                </a:lnTo>
                <a:lnTo>
                  <a:pt x="198529" y="87105"/>
                </a:lnTo>
                <a:lnTo>
                  <a:pt x="198563" y="87221"/>
                </a:lnTo>
                <a:lnTo>
                  <a:pt x="198597" y="87342"/>
                </a:lnTo>
                <a:lnTo>
                  <a:pt x="198632" y="87466"/>
                </a:lnTo>
                <a:lnTo>
                  <a:pt x="198667" y="87593"/>
                </a:lnTo>
                <a:lnTo>
                  <a:pt x="198750" y="87875"/>
                </a:lnTo>
                <a:lnTo>
                  <a:pt x="198831" y="88152"/>
                </a:lnTo>
                <a:lnTo>
                  <a:pt x="198911" y="88422"/>
                </a:lnTo>
                <a:lnTo>
                  <a:pt x="198990" y="88687"/>
                </a:lnTo>
                <a:lnTo>
                  <a:pt x="199068" y="88945"/>
                </a:lnTo>
                <a:lnTo>
                  <a:pt x="199145" y="89198"/>
                </a:lnTo>
                <a:lnTo>
                  <a:pt x="199221" y="89445"/>
                </a:lnTo>
                <a:lnTo>
                  <a:pt x="199296" y="89686"/>
                </a:lnTo>
                <a:lnTo>
                  <a:pt x="199370" y="89922"/>
                </a:lnTo>
                <a:lnTo>
                  <a:pt x="199442" y="90151"/>
                </a:lnTo>
                <a:lnTo>
                  <a:pt x="199514" y="90375"/>
                </a:lnTo>
                <a:lnTo>
                  <a:pt x="199584" y="90593"/>
                </a:lnTo>
                <a:lnTo>
                  <a:pt x="199654" y="90805"/>
                </a:lnTo>
                <a:lnTo>
                  <a:pt x="199722" y="91011"/>
                </a:lnTo>
                <a:lnTo>
                  <a:pt x="199789" y="91212"/>
                </a:lnTo>
                <a:lnTo>
                  <a:pt x="199856" y="91406"/>
                </a:lnTo>
                <a:lnTo>
                  <a:pt x="199921" y="91595"/>
                </a:lnTo>
                <a:lnTo>
                  <a:pt x="199985" y="91778"/>
                </a:lnTo>
                <a:lnTo>
                  <a:pt x="200048" y="91955"/>
                </a:lnTo>
                <a:lnTo>
                  <a:pt x="200109" y="92126"/>
                </a:lnTo>
                <a:lnTo>
                  <a:pt x="200170" y="92292"/>
                </a:lnTo>
                <a:lnTo>
                  <a:pt x="200230" y="92452"/>
                </a:lnTo>
                <a:lnTo>
                  <a:pt x="200288" y="92605"/>
                </a:lnTo>
                <a:lnTo>
                  <a:pt x="200346" y="92753"/>
                </a:lnTo>
                <a:lnTo>
                  <a:pt x="217628" y="92753"/>
                </a:lnTo>
                <a:lnTo>
                  <a:pt x="217439" y="92361"/>
                </a:lnTo>
                <a:lnTo>
                  <a:pt x="217255" y="91970"/>
                </a:lnTo>
                <a:lnTo>
                  <a:pt x="217076" y="91581"/>
                </a:lnTo>
                <a:lnTo>
                  <a:pt x="216902" y="91195"/>
                </a:lnTo>
                <a:lnTo>
                  <a:pt x="216733" y="90810"/>
                </a:lnTo>
                <a:lnTo>
                  <a:pt x="216570" y="90428"/>
                </a:lnTo>
                <a:lnTo>
                  <a:pt x="216411" y="90047"/>
                </a:lnTo>
                <a:lnTo>
                  <a:pt x="216257" y="89669"/>
                </a:lnTo>
                <a:lnTo>
                  <a:pt x="216109" y="89293"/>
                </a:lnTo>
                <a:lnTo>
                  <a:pt x="215965" y="88919"/>
                </a:lnTo>
                <a:lnTo>
                  <a:pt x="215827" y="88546"/>
                </a:lnTo>
                <a:lnTo>
                  <a:pt x="215693" y="88176"/>
                </a:lnTo>
                <a:lnTo>
                  <a:pt x="215565" y="87808"/>
                </a:lnTo>
                <a:lnTo>
                  <a:pt x="215442" y="87442"/>
                </a:lnTo>
                <a:lnTo>
                  <a:pt x="215324" y="87078"/>
                </a:lnTo>
                <a:lnTo>
                  <a:pt x="215211" y="86716"/>
                </a:lnTo>
                <a:lnTo>
                  <a:pt x="215103" y="86356"/>
                </a:lnTo>
                <a:lnTo>
                  <a:pt x="215000" y="85998"/>
                </a:lnTo>
                <a:lnTo>
                  <a:pt x="214902" y="85643"/>
                </a:lnTo>
                <a:lnTo>
                  <a:pt x="214809" y="85289"/>
                </a:lnTo>
                <a:lnTo>
                  <a:pt x="214722" y="84937"/>
                </a:lnTo>
                <a:lnTo>
                  <a:pt x="214639" y="84588"/>
                </a:lnTo>
                <a:lnTo>
                  <a:pt x="214561" y="84240"/>
                </a:lnTo>
                <a:lnTo>
                  <a:pt x="214489" y="83894"/>
                </a:lnTo>
                <a:lnTo>
                  <a:pt x="214421" y="83542"/>
                </a:lnTo>
                <a:lnTo>
                  <a:pt x="214355" y="83174"/>
                </a:lnTo>
                <a:lnTo>
                  <a:pt x="214292" y="82790"/>
                </a:lnTo>
                <a:lnTo>
                  <a:pt x="214233" y="82390"/>
                </a:lnTo>
                <a:lnTo>
                  <a:pt x="214176" y="81974"/>
                </a:lnTo>
                <a:lnTo>
                  <a:pt x="214122" y="81542"/>
                </a:lnTo>
                <a:lnTo>
                  <a:pt x="214071" y="81094"/>
                </a:lnTo>
                <a:lnTo>
                  <a:pt x="214023" y="80631"/>
                </a:lnTo>
                <a:lnTo>
                  <a:pt x="213978" y="80151"/>
                </a:lnTo>
                <a:lnTo>
                  <a:pt x="213935" y="79656"/>
                </a:lnTo>
                <a:lnTo>
                  <a:pt x="213896" y="79145"/>
                </a:lnTo>
                <a:lnTo>
                  <a:pt x="213860" y="78618"/>
                </a:lnTo>
                <a:lnTo>
                  <a:pt x="213826" y="78075"/>
                </a:lnTo>
                <a:lnTo>
                  <a:pt x="213795" y="77517"/>
                </a:lnTo>
                <a:lnTo>
                  <a:pt x="213768" y="76942"/>
                </a:lnTo>
                <a:lnTo>
                  <a:pt x="213743" y="76352"/>
                </a:lnTo>
                <a:lnTo>
                  <a:pt x="213721" y="75745"/>
                </a:lnTo>
                <a:lnTo>
                  <a:pt x="213702" y="75123"/>
                </a:lnTo>
                <a:lnTo>
                  <a:pt x="213686" y="74485"/>
                </a:lnTo>
                <a:lnTo>
                  <a:pt x="213673" y="73831"/>
                </a:lnTo>
                <a:lnTo>
                  <a:pt x="213663" y="73161"/>
                </a:lnTo>
                <a:lnTo>
                  <a:pt x="213656" y="72476"/>
                </a:lnTo>
                <a:lnTo>
                  <a:pt x="213651" y="71774"/>
                </a:lnTo>
                <a:lnTo>
                  <a:pt x="213650" y="71057"/>
                </a:lnTo>
                <a:lnTo>
                  <a:pt x="213836" y="50666"/>
                </a:lnTo>
                <a:lnTo>
                  <a:pt x="213832" y="49730"/>
                </a:lnTo>
                <a:lnTo>
                  <a:pt x="213820" y="48819"/>
                </a:lnTo>
                <a:lnTo>
                  <a:pt x="213800" y="47933"/>
                </a:lnTo>
                <a:lnTo>
                  <a:pt x="213771" y="47072"/>
                </a:lnTo>
                <a:lnTo>
                  <a:pt x="213735" y="46235"/>
                </a:lnTo>
                <a:lnTo>
                  <a:pt x="213691" y="45423"/>
                </a:lnTo>
                <a:lnTo>
                  <a:pt x="213638" y="44635"/>
                </a:lnTo>
                <a:lnTo>
                  <a:pt x="213577" y="43873"/>
                </a:lnTo>
                <a:lnTo>
                  <a:pt x="213508" y="43135"/>
                </a:lnTo>
                <a:lnTo>
                  <a:pt x="213432" y="42421"/>
                </a:lnTo>
                <a:lnTo>
                  <a:pt x="213347" y="41733"/>
                </a:lnTo>
                <a:lnTo>
                  <a:pt x="213253" y="41069"/>
                </a:lnTo>
                <a:lnTo>
                  <a:pt x="213152" y="40430"/>
                </a:lnTo>
                <a:lnTo>
                  <a:pt x="213043" y="39816"/>
                </a:lnTo>
                <a:lnTo>
                  <a:pt x="212926" y="39226"/>
                </a:lnTo>
                <a:lnTo>
                  <a:pt x="212800" y="38661"/>
                </a:lnTo>
                <a:lnTo>
                  <a:pt x="212667" y="38121"/>
                </a:lnTo>
                <a:lnTo>
                  <a:pt x="212525" y="37605"/>
                </a:lnTo>
                <a:lnTo>
                  <a:pt x="212375" y="37114"/>
                </a:lnTo>
                <a:lnTo>
                  <a:pt x="212217" y="36648"/>
                </a:lnTo>
                <a:lnTo>
                  <a:pt x="212051" y="36207"/>
                </a:lnTo>
                <a:lnTo>
                  <a:pt x="211877" y="35790"/>
                </a:lnTo>
                <a:lnTo>
                  <a:pt x="211695" y="35398"/>
                </a:lnTo>
                <a:lnTo>
                  <a:pt x="211505" y="35031"/>
                </a:lnTo>
                <a:lnTo>
                  <a:pt x="211305" y="34679"/>
                </a:lnTo>
                <a:lnTo>
                  <a:pt x="211093" y="34332"/>
                </a:lnTo>
                <a:lnTo>
                  <a:pt x="210869" y="33990"/>
                </a:lnTo>
                <a:lnTo>
                  <a:pt x="210634" y="33653"/>
                </a:lnTo>
                <a:lnTo>
                  <a:pt x="210387" y="33322"/>
                </a:lnTo>
                <a:lnTo>
                  <a:pt x="210128" y="32995"/>
                </a:lnTo>
                <a:lnTo>
                  <a:pt x="209857" y="32674"/>
                </a:lnTo>
                <a:lnTo>
                  <a:pt x="209574" y="32358"/>
                </a:lnTo>
                <a:lnTo>
                  <a:pt x="209280" y="32047"/>
                </a:lnTo>
                <a:lnTo>
                  <a:pt x="208974" y="31741"/>
                </a:lnTo>
                <a:lnTo>
                  <a:pt x="208656" y="31441"/>
                </a:lnTo>
                <a:lnTo>
                  <a:pt x="208327" y="31146"/>
                </a:lnTo>
                <a:lnTo>
                  <a:pt x="207985" y="30856"/>
                </a:lnTo>
                <a:lnTo>
                  <a:pt x="207632" y="30571"/>
                </a:lnTo>
                <a:lnTo>
                  <a:pt x="207267" y="30291"/>
                </a:lnTo>
                <a:lnTo>
                  <a:pt x="206891" y="30016"/>
                </a:lnTo>
                <a:lnTo>
                  <a:pt x="206502" y="29747"/>
                </a:lnTo>
                <a:lnTo>
                  <a:pt x="206102" y="29483"/>
                </a:lnTo>
                <a:lnTo>
                  <a:pt x="205690" y="29224"/>
                </a:lnTo>
                <a:lnTo>
                  <a:pt x="205267" y="28970"/>
                </a:lnTo>
                <a:lnTo>
                  <a:pt x="204831" y="28721"/>
                </a:lnTo>
                <a:lnTo>
                  <a:pt x="204384" y="28478"/>
                </a:lnTo>
                <a:lnTo>
                  <a:pt x="203925" y="28239"/>
                </a:lnTo>
                <a:lnTo>
                  <a:pt x="203454" y="28006"/>
                </a:lnTo>
                <a:lnTo>
                  <a:pt x="202967" y="27781"/>
                </a:lnTo>
                <a:lnTo>
                  <a:pt x="202460" y="27564"/>
                </a:lnTo>
                <a:lnTo>
                  <a:pt x="201931" y="27358"/>
                </a:lnTo>
                <a:lnTo>
                  <a:pt x="201382" y="27161"/>
                </a:lnTo>
                <a:lnTo>
                  <a:pt x="200812" y="26974"/>
                </a:lnTo>
                <a:lnTo>
                  <a:pt x="200222" y="26796"/>
                </a:lnTo>
                <a:lnTo>
                  <a:pt x="199610" y="26628"/>
                </a:lnTo>
                <a:lnTo>
                  <a:pt x="198978" y="26469"/>
                </a:lnTo>
                <a:lnTo>
                  <a:pt x="198326" y="26320"/>
                </a:lnTo>
                <a:lnTo>
                  <a:pt x="197652" y="26181"/>
                </a:lnTo>
                <a:lnTo>
                  <a:pt x="196958" y="26052"/>
                </a:lnTo>
                <a:lnTo>
                  <a:pt x="196243" y="25931"/>
                </a:lnTo>
                <a:lnTo>
                  <a:pt x="195507" y="25821"/>
                </a:lnTo>
                <a:lnTo>
                  <a:pt x="194751" y="25720"/>
                </a:lnTo>
                <a:lnTo>
                  <a:pt x="193974" y="25629"/>
                </a:lnTo>
                <a:lnTo>
                  <a:pt x="193176" y="25547"/>
                </a:lnTo>
                <a:lnTo>
                  <a:pt x="192358" y="25475"/>
                </a:lnTo>
                <a:lnTo>
                  <a:pt x="191518" y="25413"/>
                </a:lnTo>
                <a:lnTo>
                  <a:pt x="190658" y="25360"/>
                </a:lnTo>
                <a:lnTo>
                  <a:pt x="189778" y="25317"/>
                </a:lnTo>
                <a:lnTo>
                  <a:pt x="188876" y="25283"/>
                </a:lnTo>
                <a:lnTo>
                  <a:pt x="187954" y="25259"/>
                </a:lnTo>
                <a:lnTo>
                  <a:pt x="187011" y="25245"/>
                </a:lnTo>
                <a:lnTo>
                  <a:pt x="186048" y="25240"/>
                </a:lnTo>
                <a:lnTo>
                  <a:pt x="184986" y="25248"/>
                </a:lnTo>
                <a:lnTo>
                  <a:pt x="183947" y="25272"/>
                </a:lnTo>
                <a:lnTo>
                  <a:pt x="182929" y="25313"/>
                </a:lnTo>
                <a:lnTo>
                  <a:pt x="181934" y="25369"/>
                </a:lnTo>
                <a:lnTo>
                  <a:pt x="180961" y="25442"/>
                </a:lnTo>
                <a:lnTo>
                  <a:pt x="180010" y="25531"/>
                </a:lnTo>
                <a:lnTo>
                  <a:pt x="179080" y="25636"/>
                </a:lnTo>
                <a:lnTo>
                  <a:pt x="178173" y="25758"/>
                </a:lnTo>
                <a:lnTo>
                  <a:pt x="177288" y="25895"/>
                </a:lnTo>
                <a:lnTo>
                  <a:pt x="176425" y="26049"/>
                </a:lnTo>
                <a:lnTo>
                  <a:pt x="175583" y="26219"/>
                </a:lnTo>
                <a:lnTo>
                  <a:pt x="174764" y="26405"/>
                </a:lnTo>
                <a:lnTo>
                  <a:pt x="173967" y="26608"/>
                </a:lnTo>
                <a:lnTo>
                  <a:pt x="173192" y="26826"/>
                </a:lnTo>
                <a:lnTo>
                  <a:pt x="172439" y="27061"/>
                </a:lnTo>
                <a:lnTo>
                  <a:pt x="171708" y="27312"/>
                </a:lnTo>
                <a:lnTo>
                  <a:pt x="170999" y="27579"/>
                </a:lnTo>
                <a:lnTo>
                  <a:pt x="170312" y="27863"/>
                </a:lnTo>
                <a:lnTo>
                  <a:pt x="169646" y="28162"/>
                </a:lnTo>
                <a:lnTo>
                  <a:pt x="169003" y="28478"/>
                </a:lnTo>
                <a:lnTo>
                  <a:pt x="168382" y="28810"/>
                </a:lnTo>
                <a:lnTo>
                  <a:pt x="167783" y="29158"/>
                </a:lnTo>
                <a:lnTo>
                  <a:pt x="167206" y="29522"/>
                </a:lnTo>
                <a:lnTo>
                  <a:pt x="166651" y="29902"/>
                </a:lnTo>
                <a:lnTo>
                  <a:pt x="166114" y="30299"/>
                </a:lnTo>
                <a:lnTo>
                  <a:pt x="165590" y="30714"/>
                </a:lnTo>
                <a:lnTo>
                  <a:pt x="165080" y="31146"/>
                </a:lnTo>
                <a:lnTo>
                  <a:pt x="164583" y="31596"/>
                </a:lnTo>
                <a:lnTo>
                  <a:pt x="164099" y="32063"/>
                </a:lnTo>
                <a:lnTo>
                  <a:pt x="163629" y="32548"/>
                </a:lnTo>
                <a:lnTo>
                  <a:pt x="163172" y="33050"/>
                </a:lnTo>
                <a:lnTo>
                  <a:pt x="162728" y="33569"/>
                </a:lnTo>
                <a:lnTo>
                  <a:pt x="162298" y="34106"/>
                </a:lnTo>
                <a:lnTo>
                  <a:pt x="161881" y="34661"/>
                </a:lnTo>
                <a:lnTo>
                  <a:pt x="161478" y="35233"/>
                </a:lnTo>
                <a:lnTo>
                  <a:pt x="161087" y="35823"/>
                </a:lnTo>
                <a:lnTo>
                  <a:pt x="160711" y="36430"/>
                </a:lnTo>
                <a:lnTo>
                  <a:pt x="160348" y="37055"/>
                </a:lnTo>
                <a:lnTo>
                  <a:pt x="159998" y="37697"/>
                </a:lnTo>
                <a:lnTo>
                  <a:pt x="159661" y="38356"/>
                </a:lnTo>
                <a:lnTo>
                  <a:pt x="159338" y="39033"/>
                </a:lnTo>
                <a:lnTo>
                  <a:pt x="159028" y="39728"/>
                </a:lnTo>
                <a:lnTo>
                  <a:pt x="158732" y="40440"/>
                </a:lnTo>
                <a:lnTo>
                  <a:pt x="158449" y="41170"/>
                </a:lnTo>
                <a:lnTo>
                  <a:pt x="158179" y="41917"/>
                </a:lnTo>
                <a:lnTo>
                  <a:pt x="157923" y="42681"/>
                </a:lnTo>
                <a:lnTo>
                  <a:pt x="157680" y="43463"/>
                </a:lnTo>
                <a:lnTo>
                  <a:pt x="157451" y="44263"/>
                </a:lnTo>
                <a:lnTo>
                  <a:pt x="173303" y="47123"/>
                </a:lnTo>
                <a:lnTo>
                  <a:pt x="173440" y="46736"/>
                </a:lnTo>
                <a:lnTo>
                  <a:pt x="173580" y="46358"/>
                </a:lnTo>
                <a:lnTo>
                  <a:pt x="173723" y="45991"/>
                </a:lnTo>
                <a:lnTo>
                  <a:pt x="173870" y="45633"/>
                </a:lnTo>
                <a:close/>
                <a:moveTo>
                  <a:pt x="196667" y="66226"/>
                </a:moveTo>
                <a:lnTo>
                  <a:pt x="196659" y="66694"/>
                </a:lnTo>
                <a:lnTo>
                  <a:pt x="196648" y="67149"/>
                </a:lnTo>
                <a:lnTo>
                  <a:pt x="196635" y="67589"/>
                </a:lnTo>
                <a:lnTo>
                  <a:pt x="196620" y="68016"/>
                </a:lnTo>
                <a:lnTo>
                  <a:pt x="196602" y="68429"/>
                </a:lnTo>
                <a:lnTo>
                  <a:pt x="196582" y="68828"/>
                </a:lnTo>
                <a:lnTo>
                  <a:pt x="196559" y="69213"/>
                </a:lnTo>
                <a:lnTo>
                  <a:pt x="196534" y="69585"/>
                </a:lnTo>
                <a:lnTo>
                  <a:pt x="196507" y="69942"/>
                </a:lnTo>
                <a:lnTo>
                  <a:pt x="196477" y="70286"/>
                </a:lnTo>
                <a:lnTo>
                  <a:pt x="196445" y="70616"/>
                </a:lnTo>
                <a:lnTo>
                  <a:pt x="196411" y="70932"/>
                </a:lnTo>
                <a:lnTo>
                  <a:pt x="196374" y="71234"/>
                </a:lnTo>
                <a:lnTo>
                  <a:pt x="196335" y="71522"/>
                </a:lnTo>
                <a:lnTo>
                  <a:pt x="196293" y="71796"/>
                </a:lnTo>
                <a:lnTo>
                  <a:pt x="196250" y="72057"/>
                </a:lnTo>
                <a:lnTo>
                  <a:pt x="196203" y="72303"/>
                </a:lnTo>
                <a:lnTo>
                  <a:pt x="196155" y="72536"/>
                </a:lnTo>
                <a:lnTo>
                  <a:pt x="196104" y="72755"/>
                </a:lnTo>
                <a:lnTo>
                  <a:pt x="196050" y="72960"/>
                </a:lnTo>
                <a:lnTo>
                  <a:pt x="195994" y="73151"/>
                </a:lnTo>
                <a:lnTo>
                  <a:pt x="195908" y="73431"/>
                </a:lnTo>
                <a:lnTo>
                  <a:pt x="195813" y="73707"/>
                </a:lnTo>
                <a:lnTo>
                  <a:pt x="195712" y="73980"/>
                </a:lnTo>
                <a:lnTo>
                  <a:pt x="195602" y="74249"/>
                </a:lnTo>
                <a:lnTo>
                  <a:pt x="195485" y="74514"/>
                </a:lnTo>
                <a:lnTo>
                  <a:pt x="195361" y="74776"/>
                </a:lnTo>
                <a:lnTo>
                  <a:pt x="195229" y="75034"/>
                </a:lnTo>
                <a:lnTo>
                  <a:pt x="195089" y="75288"/>
                </a:lnTo>
                <a:lnTo>
                  <a:pt x="194942" y="75539"/>
                </a:lnTo>
                <a:lnTo>
                  <a:pt x="194788" y="75786"/>
                </a:lnTo>
                <a:lnTo>
                  <a:pt x="194625" y="76030"/>
                </a:lnTo>
                <a:lnTo>
                  <a:pt x="194456" y="76270"/>
                </a:lnTo>
                <a:lnTo>
                  <a:pt x="194278" y="76506"/>
                </a:lnTo>
                <a:lnTo>
                  <a:pt x="194093" y="76739"/>
                </a:lnTo>
                <a:lnTo>
                  <a:pt x="193901" y="76968"/>
                </a:lnTo>
                <a:lnTo>
                  <a:pt x="193701" y="77193"/>
                </a:lnTo>
                <a:lnTo>
                  <a:pt x="193493" y="77415"/>
                </a:lnTo>
                <a:lnTo>
                  <a:pt x="193278" y="77633"/>
                </a:lnTo>
                <a:lnTo>
                  <a:pt x="193056" y="77847"/>
                </a:lnTo>
                <a:lnTo>
                  <a:pt x="192826" y="78058"/>
                </a:lnTo>
                <a:lnTo>
                  <a:pt x="192588" y="78265"/>
                </a:lnTo>
                <a:lnTo>
                  <a:pt x="192342" y="78469"/>
                </a:lnTo>
                <a:lnTo>
                  <a:pt x="192090" y="78669"/>
                </a:lnTo>
                <a:lnTo>
                  <a:pt x="191829" y="78865"/>
                </a:lnTo>
                <a:lnTo>
                  <a:pt x="191471" y="79115"/>
                </a:lnTo>
                <a:lnTo>
                  <a:pt x="191111" y="79355"/>
                </a:lnTo>
                <a:lnTo>
                  <a:pt x="190750" y="79585"/>
                </a:lnTo>
                <a:lnTo>
                  <a:pt x="190387" y="79803"/>
                </a:lnTo>
                <a:lnTo>
                  <a:pt x="190023" y="80011"/>
                </a:lnTo>
                <a:lnTo>
                  <a:pt x="189657" y="80209"/>
                </a:lnTo>
                <a:lnTo>
                  <a:pt x="189290" y="80395"/>
                </a:lnTo>
                <a:lnTo>
                  <a:pt x="188921" y="80571"/>
                </a:lnTo>
                <a:lnTo>
                  <a:pt x="188551" y="80736"/>
                </a:lnTo>
                <a:lnTo>
                  <a:pt x="188179" y="80891"/>
                </a:lnTo>
                <a:lnTo>
                  <a:pt x="187806" y="81035"/>
                </a:lnTo>
                <a:lnTo>
                  <a:pt x="187431" y="81168"/>
                </a:lnTo>
                <a:lnTo>
                  <a:pt x="187054" y="81291"/>
                </a:lnTo>
                <a:lnTo>
                  <a:pt x="186677" y="81403"/>
                </a:lnTo>
                <a:lnTo>
                  <a:pt x="186297" y="81504"/>
                </a:lnTo>
                <a:lnTo>
                  <a:pt x="185916" y="81595"/>
                </a:lnTo>
                <a:lnTo>
                  <a:pt x="185534" y="81675"/>
                </a:lnTo>
                <a:lnTo>
                  <a:pt x="185150" y="81744"/>
                </a:lnTo>
                <a:lnTo>
                  <a:pt x="184765" y="81803"/>
                </a:lnTo>
                <a:lnTo>
                  <a:pt x="184378" y="81851"/>
                </a:lnTo>
                <a:lnTo>
                  <a:pt x="183989" y="81888"/>
                </a:lnTo>
                <a:lnTo>
                  <a:pt x="183599" y="81915"/>
                </a:lnTo>
                <a:lnTo>
                  <a:pt x="183208" y="81931"/>
                </a:lnTo>
                <a:lnTo>
                  <a:pt x="182815" y="81936"/>
                </a:lnTo>
                <a:lnTo>
                  <a:pt x="182465" y="81932"/>
                </a:lnTo>
                <a:lnTo>
                  <a:pt x="182121" y="81918"/>
                </a:lnTo>
                <a:lnTo>
                  <a:pt x="181781" y="81895"/>
                </a:lnTo>
                <a:lnTo>
                  <a:pt x="181447" y="81863"/>
                </a:lnTo>
                <a:lnTo>
                  <a:pt x="181118" y="81822"/>
                </a:lnTo>
                <a:lnTo>
                  <a:pt x="180794" y="81771"/>
                </a:lnTo>
                <a:lnTo>
                  <a:pt x="180476" y="81712"/>
                </a:lnTo>
                <a:lnTo>
                  <a:pt x="180162" y="81643"/>
                </a:lnTo>
                <a:lnTo>
                  <a:pt x="179854" y="81565"/>
                </a:lnTo>
                <a:lnTo>
                  <a:pt x="179551" y="81478"/>
                </a:lnTo>
                <a:lnTo>
                  <a:pt x="179253" y="81382"/>
                </a:lnTo>
                <a:lnTo>
                  <a:pt x="178961" y="81276"/>
                </a:lnTo>
                <a:lnTo>
                  <a:pt x="178673" y="81162"/>
                </a:lnTo>
                <a:lnTo>
                  <a:pt x="178391" y="81038"/>
                </a:lnTo>
                <a:lnTo>
                  <a:pt x="178113" y="80905"/>
                </a:lnTo>
                <a:lnTo>
                  <a:pt x="177842" y="80763"/>
                </a:lnTo>
                <a:lnTo>
                  <a:pt x="177575" y="80612"/>
                </a:lnTo>
                <a:lnTo>
                  <a:pt x="177313" y="80451"/>
                </a:lnTo>
                <a:lnTo>
                  <a:pt x="177057" y="80282"/>
                </a:lnTo>
                <a:lnTo>
                  <a:pt x="176805" y="80103"/>
                </a:lnTo>
                <a:lnTo>
                  <a:pt x="176559" y="79915"/>
                </a:lnTo>
                <a:lnTo>
                  <a:pt x="176318" y="79718"/>
                </a:lnTo>
                <a:lnTo>
                  <a:pt x="176083" y="79511"/>
                </a:lnTo>
                <a:lnTo>
                  <a:pt x="175852" y="79296"/>
                </a:lnTo>
                <a:lnTo>
                  <a:pt x="175629" y="79074"/>
                </a:lnTo>
                <a:lnTo>
                  <a:pt x="175415" y="78849"/>
                </a:lnTo>
                <a:lnTo>
                  <a:pt x="175211" y="78620"/>
                </a:lnTo>
                <a:lnTo>
                  <a:pt x="175016" y="78388"/>
                </a:lnTo>
                <a:lnTo>
                  <a:pt x="174831" y="78153"/>
                </a:lnTo>
                <a:lnTo>
                  <a:pt x="174655" y="77914"/>
                </a:lnTo>
                <a:lnTo>
                  <a:pt x="174489" y="77671"/>
                </a:lnTo>
                <a:lnTo>
                  <a:pt x="174333" y="77425"/>
                </a:lnTo>
                <a:lnTo>
                  <a:pt x="174185" y="77176"/>
                </a:lnTo>
                <a:lnTo>
                  <a:pt x="174048" y="76924"/>
                </a:lnTo>
                <a:lnTo>
                  <a:pt x="173919" y="76668"/>
                </a:lnTo>
                <a:lnTo>
                  <a:pt x="173801" y="76408"/>
                </a:lnTo>
                <a:lnTo>
                  <a:pt x="173691" y="76145"/>
                </a:lnTo>
                <a:lnTo>
                  <a:pt x="173592" y="75879"/>
                </a:lnTo>
                <a:lnTo>
                  <a:pt x="173501" y="75609"/>
                </a:lnTo>
                <a:lnTo>
                  <a:pt x="173421" y="75336"/>
                </a:lnTo>
                <a:lnTo>
                  <a:pt x="173350" y="75060"/>
                </a:lnTo>
                <a:lnTo>
                  <a:pt x="173288" y="74780"/>
                </a:lnTo>
                <a:lnTo>
                  <a:pt x="173236" y="74497"/>
                </a:lnTo>
                <a:lnTo>
                  <a:pt x="173193" y="74210"/>
                </a:lnTo>
                <a:lnTo>
                  <a:pt x="173160" y="73920"/>
                </a:lnTo>
                <a:lnTo>
                  <a:pt x="173136" y="73626"/>
                </a:lnTo>
                <a:lnTo>
                  <a:pt x="173122" y="73329"/>
                </a:lnTo>
                <a:lnTo>
                  <a:pt x="173117" y="73029"/>
                </a:lnTo>
                <a:lnTo>
                  <a:pt x="173123" y="72724"/>
                </a:lnTo>
                <a:lnTo>
                  <a:pt x="173141" y="72424"/>
                </a:lnTo>
                <a:lnTo>
                  <a:pt x="173170" y="72128"/>
                </a:lnTo>
                <a:lnTo>
                  <a:pt x="173212" y="71836"/>
                </a:lnTo>
                <a:lnTo>
                  <a:pt x="173265" y="71549"/>
                </a:lnTo>
                <a:lnTo>
                  <a:pt x="173331" y="71267"/>
                </a:lnTo>
                <a:lnTo>
                  <a:pt x="173408" y="70989"/>
                </a:lnTo>
                <a:lnTo>
                  <a:pt x="173497" y="70715"/>
                </a:lnTo>
                <a:lnTo>
                  <a:pt x="173598" y="70446"/>
                </a:lnTo>
                <a:lnTo>
                  <a:pt x="173710" y="70182"/>
                </a:lnTo>
                <a:lnTo>
                  <a:pt x="173835" y="69922"/>
                </a:lnTo>
                <a:lnTo>
                  <a:pt x="173972" y="69666"/>
                </a:lnTo>
                <a:lnTo>
                  <a:pt x="174120" y="69415"/>
                </a:lnTo>
                <a:lnTo>
                  <a:pt x="174280" y="69168"/>
                </a:lnTo>
                <a:lnTo>
                  <a:pt x="174452" y="68926"/>
                </a:lnTo>
                <a:lnTo>
                  <a:pt x="174636" y="68688"/>
                </a:lnTo>
                <a:lnTo>
                  <a:pt x="174832" y="68455"/>
                </a:lnTo>
                <a:lnTo>
                  <a:pt x="175040" y="68226"/>
                </a:lnTo>
                <a:lnTo>
                  <a:pt x="175260" y="68002"/>
                </a:lnTo>
                <a:lnTo>
                  <a:pt x="175491" y="67782"/>
                </a:lnTo>
                <a:lnTo>
                  <a:pt x="175735" y="67567"/>
                </a:lnTo>
                <a:lnTo>
                  <a:pt x="175990" y="67356"/>
                </a:lnTo>
                <a:lnTo>
                  <a:pt x="176257" y="67150"/>
                </a:lnTo>
                <a:lnTo>
                  <a:pt x="176536" y="66948"/>
                </a:lnTo>
                <a:lnTo>
                  <a:pt x="176731" y="66825"/>
                </a:lnTo>
                <a:lnTo>
                  <a:pt x="176944" y="66702"/>
                </a:lnTo>
                <a:lnTo>
                  <a:pt x="177174" y="66579"/>
                </a:lnTo>
                <a:lnTo>
                  <a:pt x="177422" y="66455"/>
                </a:lnTo>
                <a:lnTo>
                  <a:pt x="177687" y="66331"/>
                </a:lnTo>
                <a:lnTo>
                  <a:pt x="177970" y="66207"/>
                </a:lnTo>
                <a:lnTo>
                  <a:pt x="178270" y="66083"/>
                </a:lnTo>
                <a:lnTo>
                  <a:pt x="178588" y="65958"/>
                </a:lnTo>
                <a:lnTo>
                  <a:pt x="178923" y="65834"/>
                </a:lnTo>
                <a:lnTo>
                  <a:pt x="179275" y="65709"/>
                </a:lnTo>
                <a:lnTo>
                  <a:pt x="179645" y="65584"/>
                </a:lnTo>
                <a:lnTo>
                  <a:pt x="180033" y="65459"/>
                </a:lnTo>
                <a:lnTo>
                  <a:pt x="180438" y="65333"/>
                </a:lnTo>
                <a:lnTo>
                  <a:pt x="180861" y="65207"/>
                </a:lnTo>
                <a:lnTo>
                  <a:pt x="181301" y="65081"/>
                </a:lnTo>
                <a:lnTo>
                  <a:pt x="181758" y="64955"/>
                </a:lnTo>
                <a:lnTo>
                  <a:pt x="182233" y="64829"/>
                </a:lnTo>
                <a:lnTo>
                  <a:pt x="182726" y="64702"/>
                </a:lnTo>
                <a:lnTo>
                  <a:pt x="183235" y="64576"/>
                </a:lnTo>
                <a:lnTo>
                  <a:pt x="183763" y="64449"/>
                </a:lnTo>
                <a:lnTo>
                  <a:pt x="184308" y="64322"/>
                </a:lnTo>
                <a:lnTo>
                  <a:pt x="184870" y="64194"/>
                </a:lnTo>
                <a:lnTo>
                  <a:pt x="185450" y="64067"/>
                </a:lnTo>
                <a:lnTo>
                  <a:pt x="186048" y="63939"/>
                </a:lnTo>
                <a:lnTo>
                  <a:pt x="186647" y="63812"/>
                </a:lnTo>
                <a:lnTo>
                  <a:pt x="187233" y="63686"/>
                </a:lnTo>
                <a:lnTo>
                  <a:pt x="187805" y="63561"/>
                </a:lnTo>
                <a:lnTo>
                  <a:pt x="188363" y="63439"/>
                </a:lnTo>
                <a:lnTo>
                  <a:pt x="188908" y="63317"/>
                </a:lnTo>
                <a:lnTo>
                  <a:pt x="189440" y="63197"/>
                </a:lnTo>
                <a:lnTo>
                  <a:pt x="189957" y="63079"/>
                </a:lnTo>
                <a:lnTo>
                  <a:pt x="190461" y="62962"/>
                </a:lnTo>
                <a:lnTo>
                  <a:pt x="190952" y="62847"/>
                </a:lnTo>
                <a:lnTo>
                  <a:pt x="191429" y="62733"/>
                </a:lnTo>
                <a:lnTo>
                  <a:pt x="191892" y="62621"/>
                </a:lnTo>
                <a:lnTo>
                  <a:pt x="192342" y="62510"/>
                </a:lnTo>
                <a:lnTo>
                  <a:pt x="192778" y="62401"/>
                </a:lnTo>
                <a:lnTo>
                  <a:pt x="193201" y="62293"/>
                </a:lnTo>
                <a:lnTo>
                  <a:pt x="193610" y="62186"/>
                </a:lnTo>
                <a:lnTo>
                  <a:pt x="194005" y="62082"/>
                </a:lnTo>
                <a:lnTo>
                  <a:pt x="194387" y="61978"/>
                </a:lnTo>
                <a:lnTo>
                  <a:pt x="194755" y="61876"/>
                </a:lnTo>
                <a:lnTo>
                  <a:pt x="195109" y="61776"/>
                </a:lnTo>
                <a:lnTo>
                  <a:pt x="195450" y="61677"/>
                </a:lnTo>
                <a:lnTo>
                  <a:pt x="195778" y="61580"/>
                </a:lnTo>
                <a:lnTo>
                  <a:pt x="196091" y="61484"/>
                </a:lnTo>
                <a:lnTo>
                  <a:pt x="196392" y="61390"/>
                </a:lnTo>
                <a:lnTo>
                  <a:pt x="196678" y="61297"/>
                </a:lnTo>
                <a:lnTo>
                  <a:pt x="196678" y="64737"/>
                </a:lnTo>
                <a:lnTo>
                  <a:pt x="196677" y="65247"/>
                </a:lnTo>
                <a:lnTo>
                  <a:pt x="196673" y="65743"/>
                </a:lnTo>
                <a:lnTo>
                  <a:pt x="196667" y="66226"/>
                </a:lnTo>
                <a:close/>
                <a:moveTo>
                  <a:pt x="471541" y="92753"/>
                </a:moveTo>
                <a:lnTo>
                  <a:pt x="489010" y="92753"/>
                </a:lnTo>
                <a:lnTo>
                  <a:pt x="489010" y="26732"/>
                </a:lnTo>
                <a:lnTo>
                  <a:pt x="471541" y="26732"/>
                </a:lnTo>
                <a:lnTo>
                  <a:pt x="471541" y="92753"/>
                </a:lnTo>
                <a:close/>
                <a:moveTo>
                  <a:pt x="344223" y="92753"/>
                </a:moveTo>
                <a:lnTo>
                  <a:pt x="361692" y="92753"/>
                </a:lnTo>
                <a:lnTo>
                  <a:pt x="361692" y="75222"/>
                </a:lnTo>
                <a:lnTo>
                  <a:pt x="344223" y="75222"/>
                </a:lnTo>
                <a:lnTo>
                  <a:pt x="344223" y="92753"/>
                </a:lnTo>
                <a:close/>
                <a:moveTo>
                  <a:pt x="859328" y="28008"/>
                </a:moveTo>
                <a:lnTo>
                  <a:pt x="858863" y="27762"/>
                </a:lnTo>
                <a:lnTo>
                  <a:pt x="858397" y="27528"/>
                </a:lnTo>
                <a:lnTo>
                  <a:pt x="857929" y="27305"/>
                </a:lnTo>
                <a:lnTo>
                  <a:pt x="857460" y="27093"/>
                </a:lnTo>
                <a:lnTo>
                  <a:pt x="856989" y="26893"/>
                </a:lnTo>
                <a:lnTo>
                  <a:pt x="856517" y="26704"/>
                </a:lnTo>
                <a:lnTo>
                  <a:pt x="856043" y="26527"/>
                </a:lnTo>
                <a:lnTo>
                  <a:pt x="855567" y="26361"/>
                </a:lnTo>
                <a:lnTo>
                  <a:pt x="855090" y="26207"/>
                </a:lnTo>
                <a:lnTo>
                  <a:pt x="854612" y="26064"/>
                </a:lnTo>
                <a:lnTo>
                  <a:pt x="854132" y="25932"/>
                </a:lnTo>
                <a:lnTo>
                  <a:pt x="853650" y="25812"/>
                </a:lnTo>
                <a:lnTo>
                  <a:pt x="853167" y="25703"/>
                </a:lnTo>
                <a:lnTo>
                  <a:pt x="852683" y="25606"/>
                </a:lnTo>
                <a:lnTo>
                  <a:pt x="852197" y="25520"/>
                </a:lnTo>
                <a:lnTo>
                  <a:pt x="851709" y="25446"/>
                </a:lnTo>
                <a:lnTo>
                  <a:pt x="851220" y="25383"/>
                </a:lnTo>
                <a:lnTo>
                  <a:pt x="850730" y="25331"/>
                </a:lnTo>
                <a:lnTo>
                  <a:pt x="850238" y="25291"/>
                </a:lnTo>
                <a:lnTo>
                  <a:pt x="849744" y="25263"/>
                </a:lnTo>
                <a:lnTo>
                  <a:pt x="849249" y="25246"/>
                </a:lnTo>
                <a:lnTo>
                  <a:pt x="848753" y="25240"/>
                </a:lnTo>
                <a:lnTo>
                  <a:pt x="848402" y="25243"/>
                </a:lnTo>
                <a:lnTo>
                  <a:pt x="848054" y="25255"/>
                </a:lnTo>
                <a:lnTo>
                  <a:pt x="847710" y="25273"/>
                </a:lnTo>
                <a:lnTo>
                  <a:pt x="847369" y="25299"/>
                </a:lnTo>
                <a:lnTo>
                  <a:pt x="847030" y="25332"/>
                </a:lnTo>
                <a:lnTo>
                  <a:pt x="846695" y="25372"/>
                </a:lnTo>
                <a:lnTo>
                  <a:pt x="846363" y="25420"/>
                </a:lnTo>
                <a:lnTo>
                  <a:pt x="846035" y="25475"/>
                </a:lnTo>
                <a:lnTo>
                  <a:pt x="845709" y="25537"/>
                </a:lnTo>
                <a:lnTo>
                  <a:pt x="845386" y="25607"/>
                </a:lnTo>
                <a:lnTo>
                  <a:pt x="845067" y="25684"/>
                </a:lnTo>
                <a:lnTo>
                  <a:pt x="844751" y="25768"/>
                </a:lnTo>
                <a:lnTo>
                  <a:pt x="844437" y="25860"/>
                </a:lnTo>
                <a:lnTo>
                  <a:pt x="844127" y="25959"/>
                </a:lnTo>
                <a:lnTo>
                  <a:pt x="843821" y="26065"/>
                </a:lnTo>
                <a:lnTo>
                  <a:pt x="843517" y="26179"/>
                </a:lnTo>
                <a:lnTo>
                  <a:pt x="843216" y="26300"/>
                </a:lnTo>
                <a:lnTo>
                  <a:pt x="842919" y="26429"/>
                </a:lnTo>
                <a:lnTo>
                  <a:pt x="842624" y="26565"/>
                </a:lnTo>
                <a:lnTo>
                  <a:pt x="842333" y="26708"/>
                </a:lnTo>
                <a:lnTo>
                  <a:pt x="842045" y="26858"/>
                </a:lnTo>
                <a:lnTo>
                  <a:pt x="841760" y="27016"/>
                </a:lnTo>
                <a:lnTo>
                  <a:pt x="841478" y="27181"/>
                </a:lnTo>
                <a:lnTo>
                  <a:pt x="841199" y="27354"/>
                </a:lnTo>
                <a:lnTo>
                  <a:pt x="840921" y="27538"/>
                </a:lnTo>
                <a:lnTo>
                  <a:pt x="840639" y="27737"/>
                </a:lnTo>
                <a:lnTo>
                  <a:pt x="840355" y="27953"/>
                </a:lnTo>
                <a:lnTo>
                  <a:pt x="840067" y="28184"/>
                </a:lnTo>
                <a:lnTo>
                  <a:pt x="839777" y="28431"/>
                </a:lnTo>
                <a:lnTo>
                  <a:pt x="839484" y="28694"/>
                </a:lnTo>
                <a:lnTo>
                  <a:pt x="839188" y="28973"/>
                </a:lnTo>
                <a:lnTo>
                  <a:pt x="838889" y="29267"/>
                </a:lnTo>
                <a:lnTo>
                  <a:pt x="838587" y="29577"/>
                </a:lnTo>
                <a:lnTo>
                  <a:pt x="838282" y="29903"/>
                </a:lnTo>
                <a:lnTo>
                  <a:pt x="837974" y="30244"/>
                </a:lnTo>
                <a:lnTo>
                  <a:pt x="837664" y="30602"/>
                </a:lnTo>
                <a:lnTo>
                  <a:pt x="837350" y="30975"/>
                </a:lnTo>
                <a:lnTo>
                  <a:pt x="837033" y="31364"/>
                </a:lnTo>
                <a:lnTo>
                  <a:pt x="836714" y="31768"/>
                </a:lnTo>
                <a:lnTo>
                  <a:pt x="836392" y="32189"/>
                </a:lnTo>
                <a:lnTo>
                  <a:pt x="836066" y="32625"/>
                </a:lnTo>
                <a:lnTo>
                  <a:pt x="835738" y="33077"/>
                </a:lnTo>
                <a:lnTo>
                  <a:pt x="835407" y="33544"/>
                </a:lnTo>
                <a:lnTo>
                  <a:pt x="835073" y="34028"/>
                </a:lnTo>
                <a:lnTo>
                  <a:pt x="834736" y="34527"/>
                </a:lnTo>
                <a:lnTo>
                  <a:pt x="834397" y="35042"/>
                </a:lnTo>
                <a:lnTo>
                  <a:pt x="834054" y="35573"/>
                </a:lnTo>
                <a:lnTo>
                  <a:pt x="833708" y="36119"/>
                </a:lnTo>
                <a:lnTo>
                  <a:pt x="833708" y="26732"/>
                </a:lnTo>
                <a:lnTo>
                  <a:pt x="817483" y="26732"/>
                </a:lnTo>
                <a:lnTo>
                  <a:pt x="817483" y="92753"/>
                </a:lnTo>
                <a:lnTo>
                  <a:pt x="834951" y="92753"/>
                </a:lnTo>
                <a:lnTo>
                  <a:pt x="834951" y="72362"/>
                </a:lnTo>
                <a:lnTo>
                  <a:pt x="834954" y="70979"/>
                </a:lnTo>
                <a:lnTo>
                  <a:pt x="834962" y="69635"/>
                </a:lnTo>
                <a:lnTo>
                  <a:pt x="834974" y="68331"/>
                </a:lnTo>
                <a:lnTo>
                  <a:pt x="834992" y="67068"/>
                </a:lnTo>
                <a:lnTo>
                  <a:pt x="835015" y="65845"/>
                </a:lnTo>
                <a:lnTo>
                  <a:pt x="835043" y="64662"/>
                </a:lnTo>
                <a:lnTo>
                  <a:pt x="835076" y="63519"/>
                </a:lnTo>
                <a:lnTo>
                  <a:pt x="835114" y="62416"/>
                </a:lnTo>
                <a:lnTo>
                  <a:pt x="835157" y="61353"/>
                </a:lnTo>
                <a:lnTo>
                  <a:pt x="835205" y="60331"/>
                </a:lnTo>
                <a:lnTo>
                  <a:pt x="835258" y="59348"/>
                </a:lnTo>
                <a:lnTo>
                  <a:pt x="835317" y="58406"/>
                </a:lnTo>
                <a:lnTo>
                  <a:pt x="835380" y="57504"/>
                </a:lnTo>
                <a:lnTo>
                  <a:pt x="835449" y="56642"/>
                </a:lnTo>
                <a:lnTo>
                  <a:pt x="835522" y="55820"/>
                </a:lnTo>
                <a:lnTo>
                  <a:pt x="835601" y="55039"/>
                </a:lnTo>
                <a:lnTo>
                  <a:pt x="835684" y="54297"/>
                </a:lnTo>
                <a:lnTo>
                  <a:pt x="835773" y="53596"/>
                </a:lnTo>
                <a:lnTo>
                  <a:pt x="835867" y="52935"/>
                </a:lnTo>
                <a:lnTo>
                  <a:pt x="835966" y="52314"/>
                </a:lnTo>
                <a:lnTo>
                  <a:pt x="836070" y="51733"/>
                </a:lnTo>
                <a:lnTo>
                  <a:pt x="836179" y="51192"/>
                </a:lnTo>
                <a:lnTo>
                  <a:pt x="836293" y="50691"/>
                </a:lnTo>
                <a:lnTo>
                  <a:pt x="836412" y="50231"/>
                </a:lnTo>
                <a:lnTo>
                  <a:pt x="836536" y="49796"/>
                </a:lnTo>
                <a:lnTo>
                  <a:pt x="836663" y="49373"/>
                </a:lnTo>
                <a:lnTo>
                  <a:pt x="836795" y="48961"/>
                </a:lnTo>
                <a:lnTo>
                  <a:pt x="836930" y="48560"/>
                </a:lnTo>
                <a:lnTo>
                  <a:pt x="837068" y="48171"/>
                </a:lnTo>
                <a:lnTo>
                  <a:pt x="837211" y="47793"/>
                </a:lnTo>
                <a:lnTo>
                  <a:pt x="837357" y="47426"/>
                </a:lnTo>
                <a:lnTo>
                  <a:pt x="837507" y="47071"/>
                </a:lnTo>
                <a:lnTo>
                  <a:pt x="837661" y="46727"/>
                </a:lnTo>
                <a:lnTo>
                  <a:pt x="837819" y="46394"/>
                </a:lnTo>
                <a:lnTo>
                  <a:pt x="837980" y="46073"/>
                </a:lnTo>
                <a:lnTo>
                  <a:pt x="838145" y="45763"/>
                </a:lnTo>
                <a:lnTo>
                  <a:pt x="838314" y="45464"/>
                </a:lnTo>
                <a:lnTo>
                  <a:pt x="838487" y="45177"/>
                </a:lnTo>
                <a:lnTo>
                  <a:pt x="838664" y="44901"/>
                </a:lnTo>
                <a:lnTo>
                  <a:pt x="838844" y="44636"/>
                </a:lnTo>
                <a:lnTo>
                  <a:pt x="839028" y="44383"/>
                </a:lnTo>
                <a:lnTo>
                  <a:pt x="839216" y="44141"/>
                </a:lnTo>
                <a:lnTo>
                  <a:pt x="839407" y="43910"/>
                </a:lnTo>
                <a:lnTo>
                  <a:pt x="839603" y="43690"/>
                </a:lnTo>
                <a:lnTo>
                  <a:pt x="839802" y="43482"/>
                </a:lnTo>
                <a:lnTo>
                  <a:pt x="840005" y="43286"/>
                </a:lnTo>
                <a:lnTo>
                  <a:pt x="840212" y="43100"/>
                </a:lnTo>
                <a:lnTo>
                  <a:pt x="840422" y="42926"/>
                </a:lnTo>
                <a:lnTo>
                  <a:pt x="840637" y="42761"/>
                </a:lnTo>
                <a:lnTo>
                  <a:pt x="840855" y="42604"/>
                </a:lnTo>
                <a:lnTo>
                  <a:pt x="841077" y="42453"/>
                </a:lnTo>
                <a:lnTo>
                  <a:pt x="841303" y="42309"/>
                </a:lnTo>
                <a:lnTo>
                  <a:pt x="841533" y="42172"/>
                </a:lnTo>
                <a:lnTo>
                  <a:pt x="841767" y="42042"/>
                </a:lnTo>
                <a:lnTo>
                  <a:pt x="842004" y="41920"/>
                </a:lnTo>
                <a:lnTo>
                  <a:pt x="842246" y="41804"/>
                </a:lnTo>
                <a:lnTo>
                  <a:pt x="842491" y="41695"/>
                </a:lnTo>
                <a:lnTo>
                  <a:pt x="842741" y="41593"/>
                </a:lnTo>
                <a:lnTo>
                  <a:pt x="842994" y="41499"/>
                </a:lnTo>
                <a:lnTo>
                  <a:pt x="843251" y="41411"/>
                </a:lnTo>
                <a:lnTo>
                  <a:pt x="843512" y="41330"/>
                </a:lnTo>
                <a:lnTo>
                  <a:pt x="843777" y="41257"/>
                </a:lnTo>
                <a:lnTo>
                  <a:pt x="844045" y="41190"/>
                </a:lnTo>
                <a:lnTo>
                  <a:pt x="844318" y="41130"/>
                </a:lnTo>
                <a:lnTo>
                  <a:pt x="844595" y="41078"/>
                </a:lnTo>
                <a:lnTo>
                  <a:pt x="844875" y="41032"/>
                </a:lnTo>
                <a:lnTo>
                  <a:pt x="845159" y="40994"/>
                </a:lnTo>
                <a:lnTo>
                  <a:pt x="845447" y="40962"/>
                </a:lnTo>
                <a:lnTo>
                  <a:pt x="845739" y="40938"/>
                </a:lnTo>
                <a:lnTo>
                  <a:pt x="846035" y="40920"/>
                </a:lnTo>
                <a:lnTo>
                  <a:pt x="846335" y="40909"/>
                </a:lnTo>
                <a:lnTo>
                  <a:pt x="846639" y="40906"/>
                </a:lnTo>
                <a:lnTo>
                  <a:pt x="846956" y="40911"/>
                </a:lnTo>
                <a:lnTo>
                  <a:pt x="847275" y="40926"/>
                </a:lnTo>
                <a:lnTo>
                  <a:pt x="847597" y="40951"/>
                </a:lnTo>
                <a:lnTo>
                  <a:pt x="847920" y="40985"/>
                </a:lnTo>
                <a:lnTo>
                  <a:pt x="848246" y="41030"/>
                </a:lnTo>
                <a:lnTo>
                  <a:pt x="848574" y="41085"/>
                </a:lnTo>
                <a:lnTo>
                  <a:pt x="848904" y="41149"/>
                </a:lnTo>
                <a:lnTo>
                  <a:pt x="849236" y="41224"/>
                </a:lnTo>
                <a:lnTo>
                  <a:pt x="849570" y="41308"/>
                </a:lnTo>
                <a:lnTo>
                  <a:pt x="849907" y="41402"/>
                </a:lnTo>
                <a:lnTo>
                  <a:pt x="850246" y="41507"/>
                </a:lnTo>
                <a:lnTo>
                  <a:pt x="850587" y="41621"/>
                </a:lnTo>
                <a:lnTo>
                  <a:pt x="850930" y="41745"/>
                </a:lnTo>
                <a:lnTo>
                  <a:pt x="851275" y="41879"/>
                </a:lnTo>
                <a:lnTo>
                  <a:pt x="851622" y="42023"/>
                </a:lnTo>
                <a:lnTo>
                  <a:pt x="851971" y="42177"/>
                </a:lnTo>
                <a:lnTo>
                  <a:pt x="852323" y="42341"/>
                </a:lnTo>
                <a:lnTo>
                  <a:pt x="852677" y="42515"/>
                </a:lnTo>
                <a:lnTo>
                  <a:pt x="853033" y="42698"/>
                </a:lnTo>
                <a:lnTo>
                  <a:pt x="853391" y="42892"/>
                </a:lnTo>
                <a:lnTo>
                  <a:pt x="853751" y="43095"/>
                </a:lnTo>
                <a:lnTo>
                  <a:pt x="854114" y="43309"/>
                </a:lnTo>
                <a:lnTo>
                  <a:pt x="854478" y="43532"/>
                </a:lnTo>
                <a:lnTo>
                  <a:pt x="854845" y="43766"/>
                </a:lnTo>
                <a:lnTo>
                  <a:pt x="860213" y="28648"/>
                </a:lnTo>
                <a:lnTo>
                  <a:pt x="884603" y="93002"/>
                </a:lnTo>
                <a:lnTo>
                  <a:pt x="884471" y="93460"/>
                </a:lnTo>
                <a:lnTo>
                  <a:pt x="884334" y="93910"/>
                </a:lnTo>
                <a:lnTo>
                  <a:pt x="884193" y="94355"/>
                </a:lnTo>
                <a:lnTo>
                  <a:pt x="884047" y="94792"/>
                </a:lnTo>
                <a:lnTo>
                  <a:pt x="883896" y="95222"/>
                </a:lnTo>
                <a:lnTo>
                  <a:pt x="883740" y="95646"/>
                </a:lnTo>
                <a:lnTo>
                  <a:pt x="883580" y="96063"/>
                </a:lnTo>
                <a:lnTo>
                  <a:pt x="883414" y="96473"/>
                </a:lnTo>
                <a:lnTo>
                  <a:pt x="883245" y="96876"/>
                </a:lnTo>
                <a:lnTo>
                  <a:pt x="883070" y="97273"/>
                </a:lnTo>
                <a:lnTo>
                  <a:pt x="882891" y="97662"/>
                </a:lnTo>
                <a:lnTo>
                  <a:pt x="882706" y="98045"/>
                </a:lnTo>
                <a:lnTo>
                  <a:pt x="882518" y="98421"/>
                </a:lnTo>
                <a:lnTo>
                  <a:pt x="882324" y="98791"/>
                </a:lnTo>
                <a:lnTo>
                  <a:pt x="882126" y="99153"/>
                </a:lnTo>
                <a:lnTo>
                  <a:pt x="881922" y="99509"/>
                </a:lnTo>
                <a:lnTo>
                  <a:pt x="881715" y="99858"/>
                </a:lnTo>
                <a:lnTo>
                  <a:pt x="881502" y="100200"/>
                </a:lnTo>
                <a:lnTo>
                  <a:pt x="881285" y="100535"/>
                </a:lnTo>
                <a:lnTo>
                  <a:pt x="881062" y="100863"/>
                </a:lnTo>
                <a:lnTo>
                  <a:pt x="880836" y="101185"/>
                </a:lnTo>
                <a:lnTo>
                  <a:pt x="880604" y="101500"/>
                </a:lnTo>
                <a:lnTo>
                  <a:pt x="880368" y="101808"/>
                </a:lnTo>
                <a:lnTo>
                  <a:pt x="880127" y="102109"/>
                </a:lnTo>
                <a:lnTo>
                  <a:pt x="879878" y="102401"/>
                </a:lnTo>
                <a:lnTo>
                  <a:pt x="879618" y="102680"/>
                </a:lnTo>
                <a:lnTo>
                  <a:pt x="879347" y="102947"/>
                </a:lnTo>
                <a:lnTo>
                  <a:pt x="879065" y="103202"/>
                </a:lnTo>
                <a:lnTo>
                  <a:pt x="878771" y="103444"/>
                </a:lnTo>
                <a:lnTo>
                  <a:pt x="878467" y="103673"/>
                </a:lnTo>
                <a:lnTo>
                  <a:pt x="878152" y="103891"/>
                </a:lnTo>
                <a:lnTo>
                  <a:pt x="877826" y="104095"/>
                </a:lnTo>
                <a:lnTo>
                  <a:pt x="877489" y="104288"/>
                </a:lnTo>
                <a:lnTo>
                  <a:pt x="877141" y="104468"/>
                </a:lnTo>
                <a:lnTo>
                  <a:pt x="876782" y="104635"/>
                </a:lnTo>
                <a:lnTo>
                  <a:pt x="876412" y="104790"/>
                </a:lnTo>
                <a:lnTo>
                  <a:pt x="876031" y="104933"/>
                </a:lnTo>
                <a:lnTo>
                  <a:pt x="875639" y="105063"/>
                </a:lnTo>
                <a:lnTo>
                  <a:pt x="875236" y="105181"/>
                </a:lnTo>
                <a:lnTo>
                  <a:pt x="874822" y="105287"/>
                </a:lnTo>
                <a:lnTo>
                  <a:pt x="874396" y="105380"/>
                </a:lnTo>
                <a:lnTo>
                  <a:pt x="873960" y="105461"/>
                </a:lnTo>
                <a:lnTo>
                  <a:pt x="873513" y="105529"/>
                </a:lnTo>
                <a:lnTo>
                  <a:pt x="873055" y="105585"/>
                </a:lnTo>
                <a:lnTo>
                  <a:pt x="872586" y="105628"/>
                </a:lnTo>
                <a:lnTo>
                  <a:pt x="872106" y="105659"/>
                </a:lnTo>
                <a:lnTo>
                  <a:pt x="871615" y="105678"/>
                </a:lnTo>
                <a:lnTo>
                  <a:pt x="871112" y="105684"/>
                </a:lnTo>
                <a:lnTo>
                  <a:pt x="870836" y="105683"/>
                </a:lnTo>
                <a:lnTo>
                  <a:pt x="870558" y="105678"/>
                </a:lnTo>
                <a:lnTo>
                  <a:pt x="870276" y="105671"/>
                </a:lnTo>
                <a:lnTo>
                  <a:pt x="869992" y="105662"/>
                </a:lnTo>
                <a:lnTo>
                  <a:pt x="869704" y="105649"/>
                </a:lnTo>
                <a:lnTo>
                  <a:pt x="869414" y="105634"/>
                </a:lnTo>
                <a:lnTo>
                  <a:pt x="869122" y="105615"/>
                </a:lnTo>
                <a:lnTo>
                  <a:pt x="868826" y="105594"/>
                </a:lnTo>
                <a:lnTo>
                  <a:pt x="868528" y="105570"/>
                </a:lnTo>
                <a:lnTo>
                  <a:pt x="868226" y="105544"/>
                </a:lnTo>
                <a:lnTo>
                  <a:pt x="867922" y="105514"/>
                </a:lnTo>
                <a:lnTo>
                  <a:pt x="867615" y="105482"/>
                </a:lnTo>
                <a:lnTo>
                  <a:pt x="867306" y="105447"/>
                </a:lnTo>
                <a:lnTo>
                  <a:pt x="866993" y="105409"/>
                </a:lnTo>
                <a:lnTo>
                  <a:pt x="866678" y="105368"/>
                </a:lnTo>
                <a:lnTo>
                  <a:pt x="866360" y="105325"/>
                </a:lnTo>
                <a:lnTo>
                  <a:pt x="866039" y="105279"/>
                </a:lnTo>
                <a:lnTo>
                  <a:pt x="865715" y="105229"/>
                </a:lnTo>
                <a:lnTo>
                  <a:pt x="865389" y="105178"/>
                </a:lnTo>
                <a:lnTo>
                  <a:pt x="865060" y="105123"/>
                </a:lnTo>
                <a:lnTo>
                  <a:pt x="864728" y="105065"/>
                </a:lnTo>
                <a:lnTo>
                  <a:pt x="864393" y="105005"/>
                </a:lnTo>
                <a:lnTo>
                  <a:pt x="864055" y="104942"/>
                </a:lnTo>
                <a:lnTo>
                  <a:pt x="863714" y="104876"/>
                </a:lnTo>
                <a:lnTo>
                  <a:pt x="865269" y="118553"/>
                </a:lnTo>
                <a:lnTo>
                  <a:pt x="865673" y="118639"/>
                </a:lnTo>
                <a:lnTo>
                  <a:pt x="866078" y="118721"/>
                </a:lnTo>
                <a:lnTo>
                  <a:pt x="866484" y="118800"/>
                </a:lnTo>
                <a:lnTo>
                  <a:pt x="866890" y="118876"/>
                </a:lnTo>
                <a:lnTo>
                  <a:pt x="867297" y="118947"/>
                </a:lnTo>
                <a:lnTo>
                  <a:pt x="867705" y="119015"/>
                </a:lnTo>
                <a:lnTo>
                  <a:pt x="868113" y="119079"/>
                </a:lnTo>
                <a:lnTo>
                  <a:pt x="868522" y="119140"/>
                </a:lnTo>
                <a:lnTo>
                  <a:pt x="868932" y="119197"/>
                </a:lnTo>
                <a:lnTo>
                  <a:pt x="869342" y="119250"/>
                </a:lnTo>
                <a:lnTo>
                  <a:pt x="869753" y="119299"/>
                </a:lnTo>
                <a:lnTo>
                  <a:pt x="870164" y="119345"/>
                </a:lnTo>
                <a:lnTo>
                  <a:pt x="870576" y="119387"/>
                </a:lnTo>
                <a:lnTo>
                  <a:pt x="870989" y="119426"/>
                </a:lnTo>
                <a:lnTo>
                  <a:pt x="871403" y="119461"/>
                </a:lnTo>
                <a:lnTo>
                  <a:pt x="871817" y="119492"/>
                </a:lnTo>
                <a:lnTo>
                  <a:pt x="872232" y="119520"/>
                </a:lnTo>
                <a:lnTo>
                  <a:pt x="872647" y="119543"/>
                </a:lnTo>
                <a:lnTo>
                  <a:pt x="873063" y="119564"/>
                </a:lnTo>
                <a:lnTo>
                  <a:pt x="873480" y="119580"/>
                </a:lnTo>
                <a:lnTo>
                  <a:pt x="873897" y="119593"/>
                </a:lnTo>
                <a:lnTo>
                  <a:pt x="874315" y="119602"/>
                </a:lnTo>
                <a:lnTo>
                  <a:pt x="874734" y="119608"/>
                </a:lnTo>
                <a:lnTo>
                  <a:pt x="875153" y="119609"/>
                </a:lnTo>
                <a:lnTo>
                  <a:pt x="875566" y="119608"/>
                </a:lnTo>
                <a:lnTo>
                  <a:pt x="875975" y="119602"/>
                </a:lnTo>
                <a:lnTo>
                  <a:pt x="876380" y="119593"/>
                </a:lnTo>
                <a:lnTo>
                  <a:pt x="876782" y="119580"/>
                </a:lnTo>
                <a:lnTo>
                  <a:pt x="877181" y="119564"/>
                </a:lnTo>
                <a:lnTo>
                  <a:pt x="877576" y="119543"/>
                </a:lnTo>
                <a:lnTo>
                  <a:pt x="877967" y="119520"/>
                </a:lnTo>
                <a:lnTo>
                  <a:pt x="878355" y="119492"/>
                </a:lnTo>
                <a:lnTo>
                  <a:pt x="878739" y="119461"/>
                </a:lnTo>
                <a:lnTo>
                  <a:pt x="879120" y="119426"/>
                </a:lnTo>
                <a:lnTo>
                  <a:pt x="879497" y="119387"/>
                </a:lnTo>
                <a:lnTo>
                  <a:pt x="879870" y="119345"/>
                </a:lnTo>
                <a:lnTo>
                  <a:pt x="880240" y="119299"/>
                </a:lnTo>
                <a:lnTo>
                  <a:pt x="880606" y="119250"/>
                </a:lnTo>
                <a:lnTo>
                  <a:pt x="880969" y="119197"/>
                </a:lnTo>
                <a:lnTo>
                  <a:pt x="881328" y="119140"/>
                </a:lnTo>
                <a:lnTo>
                  <a:pt x="881684" y="119079"/>
                </a:lnTo>
                <a:lnTo>
                  <a:pt x="882036" y="119015"/>
                </a:lnTo>
                <a:lnTo>
                  <a:pt x="882385" y="118947"/>
                </a:lnTo>
                <a:lnTo>
                  <a:pt x="882730" y="118876"/>
                </a:lnTo>
                <a:lnTo>
                  <a:pt x="883071" y="118800"/>
                </a:lnTo>
                <a:lnTo>
                  <a:pt x="883409" y="118721"/>
                </a:lnTo>
                <a:lnTo>
                  <a:pt x="883743" y="118639"/>
                </a:lnTo>
                <a:lnTo>
                  <a:pt x="884074" y="118553"/>
                </a:lnTo>
                <a:lnTo>
                  <a:pt x="884401" y="118463"/>
                </a:lnTo>
                <a:lnTo>
                  <a:pt x="884723" y="118371"/>
                </a:lnTo>
                <a:lnTo>
                  <a:pt x="885042" y="118275"/>
                </a:lnTo>
                <a:lnTo>
                  <a:pt x="885355" y="118177"/>
                </a:lnTo>
                <a:lnTo>
                  <a:pt x="885665" y="118076"/>
                </a:lnTo>
                <a:lnTo>
                  <a:pt x="885970" y="117972"/>
                </a:lnTo>
                <a:lnTo>
                  <a:pt x="886271" y="117865"/>
                </a:lnTo>
                <a:lnTo>
                  <a:pt x="886568" y="117755"/>
                </a:lnTo>
                <a:lnTo>
                  <a:pt x="886860" y="117642"/>
                </a:lnTo>
                <a:lnTo>
                  <a:pt x="887148" y="117526"/>
                </a:lnTo>
                <a:lnTo>
                  <a:pt x="887432" y="117408"/>
                </a:lnTo>
                <a:lnTo>
                  <a:pt x="887711" y="117286"/>
                </a:lnTo>
                <a:lnTo>
                  <a:pt x="887986" y="117161"/>
                </a:lnTo>
                <a:lnTo>
                  <a:pt x="888257" y="117034"/>
                </a:lnTo>
                <a:lnTo>
                  <a:pt x="888523" y="116904"/>
                </a:lnTo>
                <a:lnTo>
                  <a:pt x="888785" y="116770"/>
                </a:lnTo>
                <a:lnTo>
                  <a:pt x="889043" y="116634"/>
                </a:lnTo>
                <a:lnTo>
                  <a:pt x="889296" y="116495"/>
                </a:lnTo>
                <a:lnTo>
                  <a:pt x="889545" y="116353"/>
                </a:lnTo>
                <a:lnTo>
                  <a:pt x="889790" y="116208"/>
                </a:lnTo>
                <a:lnTo>
                  <a:pt x="890031" y="116061"/>
                </a:lnTo>
                <a:lnTo>
                  <a:pt x="890267" y="115910"/>
                </a:lnTo>
                <a:lnTo>
                  <a:pt x="890499" y="115756"/>
                </a:lnTo>
                <a:lnTo>
                  <a:pt x="890726" y="115600"/>
                </a:lnTo>
                <a:lnTo>
                  <a:pt x="890950" y="115440"/>
                </a:lnTo>
                <a:lnTo>
                  <a:pt x="891172" y="115276"/>
                </a:lnTo>
                <a:lnTo>
                  <a:pt x="891392" y="115108"/>
                </a:lnTo>
                <a:lnTo>
                  <a:pt x="891610" y="114936"/>
                </a:lnTo>
                <a:lnTo>
                  <a:pt x="891826" y="114760"/>
                </a:lnTo>
                <a:lnTo>
                  <a:pt x="892039" y="114580"/>
                </a:lnTo>
                <a:lnTo>
                  <a:pt x="892251" y="114396"/>
                </a:lnTo>
                <a:lnTo>
                  <a:pt x="892460" y="114208"/>
                </a:lnTo>
                <a:lnTo>
                  <a:pt x="892667" y="114016"/>
                </a:lnTo>
                <a:lnTo>
                  <a:pt x="892872" y="113820"/>
                </a:lnTo>
                <a:lnTo>
                  <a:pt x="893074" y="113620"/>
                </a:lnTo>
                <a:lnTo>
                  <a:pt x="893275" y="113416"/>
                </a:lnTo>
                <a:lnTo>
                  <a:pt x="893473" y="113208"/>
                </a:lnTo>
                <a:lnTo>
                  <a:pt x="893669" y="112996"/>
                </a:lnTo>
                <a:lnTo>
                  <a:pt x="893864" y="112780"/>
                </a:lnTo>
                <a:lnTo>
                  <a:pt x="894055" y="112560"/>
                </a:lnTo>
                <a:lnTo>
                  <a:pt x="894245" y="112336"/>
                </a:lnTo>
                <a:lnTo>
                  <a:pt x="894433" y="112109"/>
                </a:lnTo>
                <a:lnTo>
                  <a:pt x="894618" y="111877"/>
                </a:lnTo>
                <a:lnTo>
                  <a:pt x="894801" y="111641"/>
                </a:lnTo>
                <a:lnTo>
                  <a:pt x="894983" y="111401"/>
                </a:lnTo>
                <a:lnTo>
                  <a:pt x="895161" y="111157"/>
                </a:lnTo>
                <a:lnTo>
                  <a:pt x="895338" y="110909"/>
                </a:lnTo>
                <a:lnTo>
                  <a:pt x="895513" y="110657"/>
                </a:lnTo>
                <a:lnTo>
                  <a:pt x="895687" y="110399"/>
                </a:lnTo>
                <a:lnTo>
                  <a:pt x="895861" y="110131"/>
                </a:lnTo>
                <a:lnTo>
                  <a:pt x="896037" y="109853"/>
                </a:lnTo>
                <a:lnTo>
                  <a:pt x="896213" y="109566"/>
                </a:lnTo>
                <a:lnTo>
                  <a:pt x="896390" y="109269"/>
                </a:lnTo>
                <a:lnTo>
                  <a:pt x="896568" y="108963"/>
                </a:lnTo>
                <a:lnTo>
                  <a:pt x="896746" y="108648"/>
                </a:lnTo>
                <a:lnTo>
                  <a:pt x="896925" y="108323"/>
                </a:lnTo>
                <a:lnTo>
                  <a:pt x="897105" y="107988"/>
                </a:lnTo>
                <a:lnTo>
                  <a:pt x="897286" y="107644"/>
                </a:lnTo>
                <a:lnTo>
                  <a:pt x="897468" y="107290"/>
                </a:lnTo>
                <a:lnTo>
                  <a:pt x="897650" y="106927"/>
                </a:lnTo>
                <a:lnTo>
                  <a:pt x="897833" y="106555"/>
                </a:lnTo>
                <a:lnTo>
                  <a:pt x="898017" y="106173"/>
                </a:lnTo>
                <a:lnTo>
                  <a:pt x="898201" y="105781"/>
                </a:lnTo>
                <a:lnTo>
                  <a:pt x="898386" y="105380"/>
                </a:lnTo>
                <a:lnTo>
                  <a:pt x="898572" y="104970"/>
                </a:lnTo>
                <a:lnTo>
                  <a:pt x="898759" y="104549"/>
                </a:lnTo>
                <a:lnTo>
                  <a:pt x="898947" y="104120"/>
                </a:lnTo>
                <a:lnTo>
                  <a:pt x="899135" y="103681"/>
                </a:lnTo>
                <a:lnTo>
                  <a:pt x="899324" y="103232"/>
                </a:lnTo>
                <a:lnTo>
                  <a:pt x="899514" y="102774"/>
                </a:lnTo>
                <a:lnTo>
                  <a:pt x="899704" y="102307"/>
                </a:lnTo>
                <a:lnTo>
                  <a:pt x="899896" y="101830"/>
                </a:lnTo>
                <a:lnTo>
                  <a:pt x="904061" y="90288"/>
                </a:lnTo>
                <a:lnTo>
                  <a:pt x="927374" y="26732"/>
                </a:lnTo>
                <a:lnTo>
                  <a:pt x="909283" y="26732"/>
                </a:lnTo>
                <a:lnTo>
                  <a:pt x="893865" y="73650"/>
                </a:lnTo>
                <a:lnTo>
                  <a:pt x="878075" y="26732"/>
                </a:lnTo>
                <a:lnTo>
                  <a:pt x="859487" y="26732"/>
                </a:lnTo>
                <a:lnTo>
                  <a:pt x="860147" y="28473"/>
                </a:lnTo>
                <a:lnTo>
                  <a:pt x="859792" y="28266"/>
                </a:lnTo>
                <a:lnTo>
                  <a:pt x="859328" y="28008"/>
                </a:lnTo>
                <a:close/>
                <a:moveTo>
                  <a:pt x="698848" y="26732"/>
                </a:moveTo>
                <a:lnTo>
                  <a:pt x="690829" y="26732"/>
                </a:lnTo>
                <a:lnTo>
                  <a:pt x="690829" y="40657"/>
                </a:lnTo>
                <a:lnTo>
                  <a:pt x="698848" y="40657"/>
                </a:lnTo>
                <a:lnTo>
                  <a:pt x="698848" y="69441"/>
                </a:lnTo>
                <a:lnTo>
                  <a:pt x="698849" y="70202"/>
                </a:lnTo>
                <a:lnTo>
                  <a:pt x="698852" y="70941"/>
                </a:lnTo>
                <a:lnTo>
                  <a:pt x="698857" y="71659"/>
                </a:lnTo>
                <a:lnTo>
                  <a:pt x="698864" y="72356"/>
                </a:lnTo>
                <a:lnTo>
                  <a:pt x="698873" y="73030"/>
                </a:lnTo>
                <a:lnTo>
                  <a:pt x="698883" y="73684"/>
                </a:lnTo>
                <a:lnTo>
                  <a:pt x="698896" y="74315"/>
                </a:lnTo>
                <a:lnTo>
                  <a:pt x="698910" y="74925"/>
                </a:lnTo>
                <a:lnTo>
                  <a:pt x="698927" y="75514"/>
                </a:lnTo>
                <a:lnTo>
                  <a:pt x="698945" y="76080"/>
                </a:lnTo>
                <a:lnTo>
                  <a:pt x="698966" y="76626"/>
                </a:lnTo>
                <a:lnTo>
                  <a:pt x="698988" y="77149"/>
                </a:lnTo>
                <a:lnTo>
                  <a:pt x="699012" y="77651"/>
                </a:lnTo>
                <a:lnTo>
                  <a:pt x="699039" y="78132"/>
                </a:lnTo>
                <a:lnTo>
                  <a:pt x="699067" y="78591"/>
                </a:lnTo>
                <a:lnTo>
                  <a:pt x="699097" y="79028"/>
                </a:lnTo>
                <a:lnTo>
                  <a:pt x="699129" y="79444"/>
                </a:lnTo>
                <a:lnTo>
                  <a:pt x="699163" y="79838"/>
                </a:lnTo>
                <a:lnTo>
                  <a:pt x="699199" y="80211"/>
                </a:lnTo>
                <a:lnTo>
                  <a:pt x="699237" y="80562"/>
                </a:lnTo>
                <a:lnTo>
                  <a:pt x="699277" y="80891"/>
                </a:lnTo>
                <a:lnTo>
                  <a:pt x="699318" y="81199"/>
                </a:lnTo>
                <a:lnTo>
                  <a:pt x="699362" y="81485"/>
                </a:lnTo>
                <a:lnTo>
                  <a:pt x="699408" y="81750"/>
                </a:lnTo>
                <a:lnTo>
                  <a:pt x="699467" y="82104"/>
                </a:lnTo>
                <a:lnTo>
                  <a:pt x="699529" y="82452"/>
                </a:lnTo>
                <a:lnTo>
                  <a:pt x="699596" y="82794"/>
                </a:lnTo>
                <a:lnTo>
                  <a:pt x="699666" y="83130"/>
                </a:lnTo>
                <a:lnTo>
                  <a:pt x="699740" y="83460"/>
                </a:lnTo>
                <a:lnTo>
                  <a:pt x="699818" y="83784"/>
                </a:lnTo>
                <a:lnTo>
                  <a:pt x="699899" y="84101"/>
                </a:lnTo>
                <a:lnTo>
                  <a:pt x="699985" y="84413"/>
                </a:lnTo>
                <a:lnTo>
                  <a:pt x="700074" y="84718"/>
                </a:lnTo>
                <a:lnTo>
                  <a:pt x="700167" y="85017"/>
                </a:lnTo>
                <a:lnTo>
                  <a:pt x="700263" y="85310"/>
                </a:lnTo>
                <a:lnTo>
                  <a:pt x="700364" y="85596"/>
                </a:lnTo>
                <a:lnTo>
                  <a:pt x="700468" y="85877"/>
                </a:lnTo>
                <a:lnTo>
                  <a:pt x="700576" y="86151"/>
                </a:lnTo>
                <a:lnTo>
                  <a:pt x="700688" y="86420"/>
                </a:lnTo>
                <a:lnTo>
                  <a:pt x="700803" y="86682"/>
                </a:lnTo>
                <a:lnTo>
                  <a:pt x="700922" y="86938"/>
                </a:lnTo>
                <a:lnTo>
                  <a:pt x="701045" y="87187"/>
                </a:lnTo>
                <a:lnTo>
                  <a:pt x="701172" y="87431"/>
                </a:lnTo>
                <a:lnTo>
                  <a:pt x="701303" y="87669"/>
                </a:lnTo>
                <a:lnTo>
                  <a:pt x="701437" y="87900"/>
                </a:lnTo>
                <a:lnTo>
                  <a:pt x="701576" y="88125"/>
                </a:lnTo>
                <a:lnTo>
                  <a:pt x="701718" y="88344"/>
                </a:lnTo>
                <a:lnTo>
                  <a:pt x="701863" y="88557"/>
                </a:lnTo>
                <a:lnTo>
                  <a:pt x="702015" y="88765"/>
                </a:lnTo>
                <a:lnTo>
                  <a:pt x="702173" y="88970"/>
                </a:lnTo>
                <a:lnTo>
                  <a:pt x="702338" y="89172"/>
                </a:lnTo>
                <a:lnTo>
                  <a:pt x="702510" y="89370"/>
                </a:lnTo>
                <a:lnTo>
                  <a:pt x="702689" y="89566"/>
                </a:lnTo>
                <a:lnTo>
                  <a:pt x="702876" y="89758"/>
                </a:lnTo>
                <a:lnTo>
                  <a:pt x="703069" y="89946"/>
                </a:lnTo>
                <a:lnTo>
                  <a:pt x="703269" y="90132"/>
                </a:lnTo>
                <a:lnTo>
                  <a:pt x="703476" y="90314"/>
                </a:lnTo>
                <a:lnTo>
                  <a:pt x="703691" y="90493"/>
                </a:lnTo>
                <a:lnTo>
                  <a:pt x="703912" y="90669"/>
                </a:lnTo>
                <a:lnTo>
                  <a:pt x="704140" y="90842"/>
                </a:lnTo>
                <a:lnTo>
                  <a:pt x="704376" y="91011"/>
                </a:lnTo>
                <a:lnTo>
                  <a:pt x="704618" y="91177"/>
                </a:lnTo>
                <a:lnTo>
                  <a:pt x="704867" y="91340"/>
                </a:lnTo>
                <a:lnTo>
                  <a:pt x="705124" y="91500"/>
                </a:lnTo>
                <a:lnTo>
                  <a:pt x="705387" y="91656"/>
                </a:lnTo>
                <a:lnTo>
                  <a:pt x="705658" y="91809"/>
                </a:lnTo>
                <a:lnTo>
                  <a:pt x="705935" y="91959"/>
                </a:lnTo>
                <a:lnTo>
                  <a:pt x="706219" y="92106"/>
                </a:lnTo>
                <a:lnTo>
                  <a:pt x="706511" y="92249"/>
                </a:lnTo>
                <a:lnTo>
                  <a:pt x="706809" y="92389"/>
                </a:lnTo>
                <a:lnTo>
                  <a:pt x="707115" y="92526"/>
                </a:lnTo>
                <a:lnTo>
                  <a:pt x="707427" y="92660"/>
                </a:lnTo>
                <a:lnTo>
                  <a:pt x="707745" y="92789"/>
                </a:lnTo>
                <a:lnTo>
                  <a:pt x="708066" y="92913"/>
                </a:lnTo>
                <a:lnTo>
                  <a:pt x="708390" y="93032"/>
                </a:lnTo>
                <a:lnTo>
                  <a:pt x="708717" y="93144"/>
                </a:lnTo>
                <a:lnTo>
                  <a:pt x="709048" y="93252"/>
                </a:lnTo>
                <a:lnTo>
                  <a:pt x="709382" y="93354"/>
                </a:lnTo>
                <a:lnTo>
                  <a:pt x="709719" y="93450"/>
                </a:lnTo>
                <a:lnTo>
                  <a:pt x="710059" y="93541"/>
                </a:lnTo>
                <a:lnTo>
                  <a:pt x="710403" y="93626"/>
                </a:lnTo>
                <a:lnTo>
                  <a:pt x="710749" y="93706"/>
                </a:lnTo>
                <a:lnTo>
                  <a:pt x="711099" y="93780"/>
                </a:lnTo>
                <a:lnTo>
                  <a:pt x="711453" y="93849"/>
                </a:lnTo>
                <a:lnTo>
                  <a:pt x="711809" y="93912"/>
                </a:lnTo>
                <a:lnTo>
                  <a:pt x="712169" y="93970"/>
                </a:lnTo>
                <a:lnTo>
                  <a:pt x="712532" y="94022"/>
                </a:lnTo>
                <a:lnTo>
                  <a:pt x="712898" y="94069"/>
                </a:lnTo>
                <a:lnTo>
                  <a:pt x="713267" y="94110"/>
                </a:lnTo>
                <a:lnTo>
                  <a:pt x="713640" y="94146"/>
                </a:lnTo>
                <a:lnTo>
                  <a:pt x="714016" y="94176"/>
                </a:lnTo>
                <a:lnTo>
                  <a:pt x="714395" y="94201"/>
                </a:lnTo>
                <a:lnTo>
                  <a:pt x="714778" y="94221"/>
                </a:lnTo>
                <a:lnTo>
                  <a:pt x="715163" y="94234"/>
                </a:lnTo>
                <a:lnTo>
                  <a:pt x="715552" y="94243"/>
                </a:lnTo>
                <a:lnTo>
                  <a:pt x="715944" y="94245"/>
                </a:lnTo>
                <a:lnTo>
                  <a:pt x="716584" y="94241"/>
                </a:lnTo>
                <a:lnTo>
                  <a:pt x="717218" y="94227"/>
                </a:lnTo>
                <a:lnTo>
                  <a:pt x="717846" y="94204"/>
                </a:lnTo>
                <a:lnTo>
                  <a:pt x="718469" y="94172"/>
                </a:lnTo>
                <a:lnTo>
                  <a:pt x="719086" y="94131"/>
                </a:lnTo>
                <a:lnTo>
                  <a:pt x="719698" y="94081"/>
                </a:lnTo>
                <a:lnTo>
                  <a:pt x="720303" y="94022"/>
                </a:lnTo>
                <a:lnTo>
                  <a:pt x="720904" y="93954"/>
                </a:lnTo>
                <a:lnTo>
                  <a:pt x="721498" y="93876"/>
                </a:lnTo>
                <a:lnTo>
                  <a:pt x="722088" y="93790"/>
                </a:lnTo>
                <a:lnTo>
                  <a:pt x="722671" y="93694"/>
                </a:lnTo>
                <a:lnTo>
                  <a:pt x="723249" y="93590"/>
                </a:lnTo>
                <a:lnTo>
                  <a:pt x="723821" y="93476"/>
                </a:lnTo>
                <a:lnTo>
                  <a:pt x="724388" y="93353"/>
                </a:lnTo>
                <a:lnTo>
                  <a:pt x="724949" y="93221"/>
                </a:lnTo>
                <a:lnTo>
                  <a:pt x="725504" y="93080"/>
                </a:lnTo>
                <a:lnTo>
                  <a:pt x="726054" y="92929"/>
                </a:lnTo>
                <a:lnTo>
                  <a:pt x="726598" y="92770"/>
                </a:lnTo>
                <a:lnTo>
                  <a:pt x="727137" y="92602"/>
                </a:lnTo>
                <a:lnTo>
                  <a:pt x="727670" y="92424"/>
                </a:lnTo>
                <a:lnTo>
                  <a:pt x="728197" y="92237"/>
                </a:lnTo>
                <a:lnTo>
                  <a:pt x="728719" y="92042"/>
                </a:lnTo>
                <a:lnTo>
                  <a:pt x="729235" y="91837"/>
                </a:lnTo>
                <a:lnTo>
                  <a:pt x="729745" y="91623"/>
                </a:lnTo>
                <a:lnTo>
                  <a:pt x="728253" y="78020"/>
                </a:lnTo>
                <a:lnTo>
                  <a:pt x="727874" y="78157"/>
                </a:lnTo>
                <a:lnTo>
                  <a:pt x="727502" y="78288"/>
                </a:lnTo>
                <a:lnTo>
                  <a:pt x="727137" y="78413"/>
                </a:lnTo>
                <a:lnTo>
                  <a:pt x="726780" y="78533"/>
                </a:lnTo>
                <a:lnTo>
                  <a:pt x="726431" y="78646"/>
                </a:lnTo>
                <a:lnTo>
                  <a:pt x="726089" y="78754"/>
                </a:lnTo>
                <a:lnTo>
                  <a:pt x="725755" y="78856"/>
                </a:lnTo>
                <a:lnTo>
                  <a:pt x="725428" y="78952"/>
                </a:lnTo>
                <a:lnTo>
                  <a:pt x="725109" y="79043"/>
                </a:lnTo>
                <a:lnTo>
                  <a:pt x="724797" y="79127"/>
                </a:lnTo>
                <a:lnTo>
                  <a:pt x="724493" y="79206"/>
                </a:lnTo>
                <a:lnTo>
                  <a:pt x="724197" y="79279"/>
                </a:lnTo>
                <a:lnTo>
                  <a:pt x="723908" y="79346"/>
                </a:lnTo>
                <a:lnTo>
                  <a:pt x="723627" y="79407"/>
                </a:lnTo>
                <a:lnTo>
                  <a:pt x="723353" y="79462"/>
                </a:lnTo>
                <a:lnTo>
                  <a:pt x="723087" y="79512"/>
                </a:lnTo>
                <a:lnTo>
                  <a:pt x="722828" y="79555"/>
                </a:lnTo>
                <a:lnTo>
                  <a:pt x="722577" y="79593"/>
                </a:lnTo>
                <a:lnTo>
                  <a:pt x="722333" y="79625"/>
                </a:lnTo>
                <a:lnTo>
                  <a:pt x="722097" y="79652"/>
                </a:lnTo>
                <a:lnTo>
                  <a:pt x="721869" y="79672"/>
                </a:lnTo>
                <a:lnTo>
                  <a:pt x="721648" y="79687"/>
                </a:lnTo>
                <a:lnTo>
                  <a:pt x="721434" y="79695"/>
                </a:lnTo>
                <a:lnTo>
                  <a:pt x="721228" y="79698"/>
                </a:lnTo>
                <a:lnTo>
                  <a:pt x="721084" y="79697"/>
                </a:lnTo>
                <a:lnTo>
                  <a:pt x="720942" y="79692"/>
                </a:lnTo>
                <a:lnTo>
                  <a:pt x="720802" y="79685"/>
                </a:lnTo>
                <a:lnTo>
                  <a:pt x="720663" y="79674"/>
                </a:lnTo>
                <a:lnTo>
                  <a:pt x="720526" y="79660"/>
                </a:lnTo>
                <a:lnTo>
                  <a:pt x="720391" y="79644"/>
                </a:lnTo>
                <a:lnTo>
                  <a:pt x="720258" y="79624"/>
                </a:lnTo>
                <a:lnTo>
                  <a:pt x="720127" y="79602"/>
                </a:lnTo>
                <a:lnTo>
                  <a:pt x="719997" y="79576"/>
                </a:lnTo>
                <a:lnTo>
                  <a:pt x="719870" y="79547"/>
                </a:lnTo>
                <a:lnTo>
                  <a:pt x="719744" y="79516"/>
                </a:lnTo>
                <a:lnTo>
                  <a:pt x="719620" y="79481"/>
                </a:lnTo>
                <a:lnTo>
                  <a:pt x="719498" y="79443"/>
                </a:lnTo>
                <a:lnTo>
                  <a:pt x="719377" y="79403"/>
                </a:lnTo>
                <a:lnTo>
                  <a:pt x="719259" y="79359"/>
                </a:lnTo>
                <a:lnTo>
                  <a:pt x="719142" y="79312"/>
                </a:lnTo>
                <a:lnTo>
                  <a:pt x="719028" y="79262"/>
                </a:lnTo>
                <a:lnTo>
                  <a:pt x="718915" y="79210"/>
                </a:lnTo>
                <a:lnTo>
                  <a:pt x="718804" y="79154"/>
                </a:lnTo>
                <a:lnTo>
                  <a:pt x="718694" y="79095"/>
                </a:lnTo>
                <a:lnTo>
                  <a:pt x="718587" y="79033"/>
                </a:lnTo>
                <a:lnTo>
                  <a:pt x="718481" y="78968"/>
                </a:lnTo>
                <a:lnTo>
                  <a:pt x="718377" y="78901"/>
                </a:lnTo>
                <a:lnTo>
                  <a:pt x="718275" y="78830"/>
                </a:lnTo>
                <a:lnTo>
                  <a:pt x="718176" y="78756"/>
                </a:lnTo>
                <a:lnTo>
                  <a:pt x="718079" y="78682"/>
                </a:lnTo>
                <a:lnTo>
                  <a:pt x="717986" y="78605"/>
                </a:lnTo>
                <a:lnTo>
                  <a:pt x="717896" y="78527"/>
                </a:lnTo>
                <a:lnTo>
                  <a:pt x="717808" y="78447"/>
                </a:lnTo>
                <a:lnTo>
                  <a:pt x="717724" y="78366"/>
                </a:lnTo>
                <a:lnTo>
                  <a:pt x="717642" y="78283"/>
                </a:lnTo>
                <a:lnTo>
                  <a:pt x="717564" y="78198"/>
                </a:lnTo>
                <a:lnTo>
                  <a:pt x="717489" y="78112"/>
                </a:lnTo>
                <a:lnTo>
                  <a:pt x="717416" y="78024"/>
                </a:lnTo>
                <a:lnTo>
                  <a:pt x="717347" y="77935"/>
                </a:lnTo>
                <a:lnTo>
                  <a:pt x="717281" y="77844"/>
                </a:lnTo>
                <a:lnTo>
                  <a:pt x="717218" y="77751"/>
                </a:lnTo>
                <a:lnTo>
                  <a:pt x="717157" y="77657"/>
                </a:lnTo>
                <a:lnTo>
                  <a:pt x="717100" y="77561"/>
                </a:lnTo>
                <a:lnTo>
                  <a:pt x="717046" y="77464"/>
                </a:lnTo>
                <a:lnTo>
                  <a:pt x="716995" y="77365"/>
                </a:lnTo>
                <a:lnTo>
                  <a:pt x="716947" y="77264"/>
                </a:lnTo>
                <a:lnTo>
                  <a:pt x="716902" y="77162"/>
                </a:lnTo>
                <a:lnTo>
                  <a:pt x="716859" y="77058"/>
                </a:lnTo>
                <a:lnTo>
                  <a:pt x="716820" y="76953"/>
                </a:lnTo>
                <a:lnTo>
                  <a:pt x="716784" y="76846"/>
                </a:lnTo>
                <a:lnTo>
                  <a:pt x="716751" y="76737"/>
                </a:lnTo>
                <a:lnTo>
                  <a:pt x="716721" y="76627"/>
                </a:lnTo>
                <a:lnTo>
                  <a:pt x="716693" y="76504"/>
                </a:lnTo>
                <a:lnTo>
                  <a:pt x="716667" y="76358"/>
                </a:lnTo>
                <a:lnTo>
                  <a:pt x="716641" y="76188"/>
                </a:lnTo>
                <a:lnTo>
                  <a:pt x="716617" y="75995"/>
                </a:lnTo>
                <a:lnTo>
                  <a:pt x="716594" y="75778"/>
                </a:lnTo>
                <a:lnTo>
                  <a:pt x="716572" y="75538"/>
                </a:lnTo>
                <a:lnTo>
                  <a:pt x="716551" y="75275"/>
                </a:lnTo>
                <a:lnTo>
                  <a:pt x="716531" y="74989"/>
                </a:lnTo>
                <a:lnTo>
                  <a:pt x="716513" y="74679"/>
                </a:lnTo>
                <a:lnTo>
                  <a:pt x="716496" y="74345"/>
                </a:lnTo>
                <a:lnTo>
                  <a:pt x="716480" y="73988"/>
                </a:lnTo>
                <a:lnTo>
                  <a:pt x="716465" y="73608"/>
                </a:lnTo>
                <a:lnTo>
                  <a:pt x="716451" y="73205"/>
                </a:lnTo>
                <a:lnTo>
                  <a:pt x="716439" y="72778"/>
                </a:lnTo>
                <a:lnTo>
                  <a:pt x="716427" y="72327"/>
                </a:lnTo>
                <a:lnTo>
                  <a:pt x="716417" y="71854"/>
                </a:lnTo>
                <a:lnTo>
                  <a:pt x="716408" y="71357"/>
                </a:lnTo>
                <a:lnTo>
                  <a:pt x="716401" y="70836"/>
                </a:lnTo>
                <a:lnTo>
                  <a:pt x="716394" y="70292"/>
                </a:lnTo>
                <a:lnTo>
                  <a:pt x="716389" y="69725"/>
                </a:lnTo>
                <a:lnTo>
                  <a:pt x="716385" y="69134"/>
                </a:lnTo>
                <a:lnTo>
                  <a:pt x="716382" y="68520"/>
                </a:lnTo>
                <a:lnTo>
                  <a:pt x="716380" y="67883"/>
                </a:lnTo>
                <a:lnTo>
                  <a:pt x="716379" y="67222"/>
                </a:lnTo>
                <a:lnTo>
                  <a:pt x="716379" y="40657"/>
                </a:lnTo>
                <a:lnTo>
                  <a:pt x="728315" y="40657"/>
                </a:lnTo>
                <a:lnTo>
                  <a:pt x="728315" y="26732"/>
                </a:lnTo>
                <a:lnTo>
                  <a:pt x="716379" y="26732"/>
                </a:lnTo>
                <a:lnTo>
                  <a:pt x="716379" y="3233"/>
                </a:lnTo>
                <a:lnTo>
                  <a:pt x="698848" y="13552"/>
                </a:lnTo>
                <a:lnTo>
                  <a:pt x="698848" y="26732"/>
                </a:lnTo>
                <a:close/>
                <a:moveTo>
                  <a:pt x="523681" y="68331"/>
                </a:moveTo>
                <a:lnTo>
                  <a:pt x="523699" y="67068"/>
                </a:lnTo>
                <a:lnTo>
                  <a:pt x="523722" y="65845"/>
                </a:lnTo>
                <a:lnTo>
                  <a:pt x="523750" y="64662"/>
                </a:lnTo>
                <a:lnTo>
                  <a:pt x="523783" y="63519"/>
                </a:lnTo>
                <a:lnTo>
                  <a:pt x="523821" y="62416"/>
                </a:lnTo>
                <a:lnTo>
                  <a:pt x="523864" y="61353"/>
                </a:lnTo>
                <a:lnTo>
                  <a:pt x="523912" y="60331"/>
                </a:lnTo>
                <a:lnTo>
                  <a:pt x="523965" y="59348"/>
                </a:lnTo>
                <a:lnTo>
                  <a:pt x="524024" y="58406"/>
                </a:lnTo>
                <a:lnTo>
                  <a:pt x="524087" y="57504"/>
                </a:lnTo>
                <a:lnTo>
                  <a:pt x="524156" y="56642"/>
                </a:lnTo>
                <a:lnTo>
                  <a:pt x="524229" y="55820"/>
                </a:lnTo>
                <a:lnTo>
                  <a:pt x="524308" y="55039"/>
                </a:lnTo>
                <a:lnTo>
                  <a:pt x="524392" y="54297"/>
                </a:lnTo>
                <a:lnTo>
                  <a:pt x="524480" y="53596"/>
                </a:lnTo>
                <a:lnTo>
                  <a:pt x="524574" y="52935"/>
                </a:lnTo>
                <a:lnTo>
                  <a:pt x="524673" y="52314"/>
                </a:lnTo>
                <a:lnTo>
                  <a:pt x="524777" y="51733"/>
                </a:lnTo>
                <a:lnTo>
                  <a:pt x="524886" y="51192"/>
                </a:lnTo>
                <a:lnTo>
                  <a:pt x="525000" y="50691"/>
                </a:lnTo>
                <a:lnTo>
                  <a:pt x="525119" y="50231"/>
                </a:lnTo>
                <a:lnTo>
                  <a:pt x="525243" y="49796"/>
                </a:lnTo>
                <a:lnTo>
                  <a:pt x="525371" y="49373"/>
                </a:lnTo>
                <a:lnTo>
                  <a:pt x="525502" y="48961"/>
                </a:lnTo>
                <a:lnTo>
                  <a:pt x="525637" y="48560"/>
                </a:lnTo>
                <a:lnTo>
                  <a:pt x="525775" y="48171"/>
                </a:lnTo>
                <a:lnTo>
                  <a:pt x="525918" y="47793"/>
                </a:lnTo>
                <a:lnTo>
                  <a:pt x="526064" y="47426"/>
                </a:lnTo>
                <a:lnTo>
                  <a:pt x="526214" y="47071"/>
                </a:lnTo>
                <a:lnTo>
                  <a:pt x="526368" y="46727"/>
                </a:lnTo>
                <a:lnTo>
                  <a:pt x="526526" y="46394"/>
                </a:lnTo>
                <a:lnTo>
                  <a:pt x="526687" y="46073"/>
                </a:lnTo>
                <a:lnTo>
                  <a:pt x="526852" y="45763"/>
                </a:lnTo>
                <a:lnTo>
                  <a:pt x="527021" y="45464"/>
                </a:lnTo>
                <a:lnTo>
                  <a:pt x="527194" y="45177"/>
                </a:lnTo>
                <a:lnTo>
                  <a:pt x="527371" y="44901"/>
                </a:lnTo>
                <a:lnTo>
                  <a:pt x="527551" y="44636"/>
                </a:lnTo>
                <a:lnTo>
                  <a:pt x="527735" y="44383"/>
                </a:lnTo>
                <a:lnTo>
                  <a:pt x="527923" y="44141"/>
                </a:lnTo>
                <a:lnTo>
                  <a:pt x="528114" y="43910"/>
                </a:lnTo>
                <a:lnTo>
                  <a:pt x="528310" y="43690"/>
                </a:lnTo>
                <a:lnTo>
                  <a:pt x="528509" y="43482"/>
                </a:lnTo>
                <a:lnTo>
                  <a:pt x="528712" y="43286"/>
                </a:lnTo>
                <a:lnTo>
                  <a:pt x="528919" y="43100"/>
                </a:lnTo>
                <a:lnTo>
                  <a:pt x="529129" y="42926"/>
                </a:lnTo>
                <a:lnTo>
                  <a:pt x="529344" y="42761"/>
                </a:lnTo>
                <a:lnTo>
                  <a:pt x="529562" y="42604"/>
                </a:lnTo>
                <a:lnTo>
                  <a:pt x="529784" y="42453"/>
                </a:lnTo>
                <a:lnTo>
                  <a:pt x="530010" y="42309"/>
                </a:lnTo>
                <a:lnTo>
                  <a:pt x="530240" y="42172"/>
                </a:lnTo>
                <a:lnTo>
                  <a:pt x="530474" y="42042"/>
                </a:lnTo>
                <a:lnTo>
                  <a:pt x="530711" y="41920"/>
                </a:lnTo>
                <a:lnTo>
                  <a:pt x="530953" y="41804"/>
                </a:lnTo>
                <a:lnTo>
                  <a:pt x="531198" y="41695"/>
                </a:lnTo>
                <a:lnTo>
                  <a:pt x="531448" y="41593"/>
                </a:lnTo>
                <a:lnTo>
                  <a:pt x="531701" y="41499"/>
                </a:lnTo>
                <a:lnTo>
                  <a:pt x="531958" y="41411"/>
                </a:lnTo>
                <a:lnTo>
                  <a:pt x="532219" y="41330"/>
                </a:lnTo>
                <a:lnTo>
                  <a:pt x="532484" y="41257"/>
                </a:lnTo>
                <a:lnTo>
                  <a:pt x="532752" y="41190"/>
                </a:lnTo>
                <a:lnTo>
                  <a:pt x="533025" y="41130"/>
                </a:lnTo>
                <a:lnTo>
                  <a:pt x="533302" y="41078"/>
                </a:lnTo>
                <a:lnTo>
                  <a:pt x="533582" y="41032"/>
                </a:lnTo>
                <a:lnTo>
                  <a:pt x="533866" y="40994"/>
                </a:lnTo>
                <a:lnTo>
                  <a:pt x="534154" y="40962"/>
                </a:lnTo>
                <a:lnTo>
                  <a:pt x="534446" y="40938"/>
                </a:lnTo>
                <a:lnTo>
                  <a:pt x="534742" y="40920"/>
                </a:lnTo>
                <a:lnTo>
                  <a:pt x="535042" y="40909"/>
                </a:lnTo>
                <a:lnTo>
                  <a:pt x="535346" y="40906"/>
                </a:lnTo>
                <a:lnTo>
                  <a:pt x="535663" y="40911"/>
                </a:lnTo>
                <a:lnTo>
                  <a:pt x="535982" y="40926"/>
                </a:lnTo>
                <a:lnTo>
                  <a:pt x="536304" y="40951"/>
                </a:lnTo>
                <a:lnTo>
                  <a:pt x="536627" y="40985"/>
                </a:lnTo>
                <a:lnTo>
                  <a:pt x="536953" y="41030"/>
                </a:lnTo>
                <a:lnTo>
                  <a:pt x="537281" y="41085"/>
                </a:lnTo>
                <a:lnTo>
                  <a:pt x="537611" y="41149"/>
                </a:lnTo>
                <a:lnTo>
                  <a:pt x="537943" y="41224"/>
                </a:lnTo>
                <a:lnTo>
                  <a:pt x="538278" y="41308"/>
                </a:lnTo>
                <a:lnTo>
                  <a:pt x="538614" y="41402"/>
                </a:lnTo>
                <a:lnTo>
                  <a:pt x="538953" y="41507"/>
                </a:lnTo>
                <a:lnTo>
                  <a:pt x="539294" y="41621"/>
                </a:lnTo>
                <a:lnTo>
                  <a:pt x="539637" y="41745"/>
                </a:lnTo>
                <a:lnTo>
                  <a:pt x="539982" y="41879"/>
                </a:lnTo>
                <a:lnTo>
                  <a:pt x="540329" y="42023"/>
                </a:lnTo>
                <a:lnTo>
                  <a:pt x="540679" y="42177"/>
                </a:lnTo>
                <a:lnTo>
                  <a:pt x="541030" y="42341"/>
                </a:lnTo>
                <a:lnTo>
                  <a:pt x="541384" y="42515"/>
                </a:lnTo>
                <a:lnTo>
                  <a:pt x="541740" y="42698"/>
                </a:lnTo>
                <a:lnTo>
                  <a:pt x="542098" y="42892"/>
                </a:lnTo>
                <a:lnTo>
                  <a:pt x="542458" y="43095"/>
                </a:lnTo>
                <a:lnTo>
                  <a:pt x="542821" y="43309"/>
                </a:lnTo>
                <a:lnTo>
                  <a:pt x="543185" y="43532"/>
                </a:lnTo>
                <a:lnTo>
                  <a:pt x="543552" y="43766"/>
                </a:lnTo>
                <a:lnTo>
                  <a:pt x="548961" y="28535"/>
                </a:lnTo>
                <a:lnTo>
                  <a:pt x="548499" y="28266"/>
                </a:lnTo>
                <a:lnTo>
                  <a:pt x="548035" y="28008"/>
                </a:lnTo>
                <a:lnTo>
                  <a:pt x="547571" y="27762"/>
                </a:lnTo>
                <a:lnTo>
                  <a:pt x="547104" y="27528"/>
                </a:lnTo>
                <a:lnTo>
                  <a:pt x="546636" y="27305"/>
                </a:lnTo>
                <a:lnTo>
                  <a:pt x="546167" y="27093"/>
                </a:lnTo>
                <a:lnTo>
                  <a:pt x="545696" y="26893"/>
                </a:lnTo>
                <a:lnTo>
                  <a:pt x="545224" y="26704"/>
                </a:lnTo>
                <a:lnTo>
                  <a:pt x="544750" y="26527"/>
                </a:lnTo>
                <a:lnTo>
                  <a:pt x="544274" y="26361"/>
                </a:lnTo>
                <a:lnTo>
                  <a:pt x="543797" y="26207"/>
                </a:lnTo>
                <a:lnTo>
                  <a:pt x="543319" y="26064"/>
                </a:lnTo>
                <a:lnTo>
                  <a:pt x="542839" y="25932"/>
                </a:lnTo>
                <a:lnTo>
                  <a:pt x="542357" y="25812"/>
                </a:lnTo>
                <a:lnTo>
                  <a:pt x="541874" y="25703"/>
                </a:lnTo>
                <a:lnTo>
                  <a:pt x="541390" y="25606"/>
                </a:lnTo>
                <a:lnTo>
                  <a:pt x="540904" y="25520"/>
                </a:lnTo>
                <a:lnTo>
                  <a:pt x="540416" y="25446"/>
                </a:lnTo>
                <a:lnTo>
                  <a:pt x="539927" y="25383"/>
                </a:lnTo>
                <a:lnTo>
                  <a:pt x="539437" y="25331"/>
                </a:lnTo>
                <a:lnTo>
                  <a:pt x="538945" y="25291"/>
                </a:lnTo>
                <a:lnTo>
                  <a:pt x="538451" y="25263"/>
                </a:lnTo>
                <a:lnTo>
                  <a:pt x="537956" y="25246"/>
                </a:lnTo>
                <a:lnTo>
                  <a:pt x="537460" y="25240"/>
                </a:lnTo>
                <a:lnTo>
                  <a:pt x="537109" y="25243"/>
                </a:lnTo>
                <a:lnTo>
                  <a:pt x="536761" y="25255"/>
                </a:lnTo>
                <a:lnTo>
                  <a:pt x="536417" y="25273"/>
                </a:lnTo>
                <a:lnTo>
                  <a:pt x="536076" y="25299"/>
                </a:lnTo>
                <a:lnTo>
                  <a:pt x="535737" y="25332"/>
                </a:lnTo>
                <a:lnTo>
                  <a:pt x="535402" y="25372"/>
                </a:lnTo>
                <a:lnTo>
                  <a:pt x="535070" y="25420"/>
                </a:lnTo>
                <a:lnTo>
                  <a:pt x="534742" y="25475"/>
                </a:lnTo>
                <a:lnTo>
                  <a:pt x="534416" y="25537"/>
                </a:lnTo>
                <a:lnTo>
                  <a:pt x="534093" y="25607"/>
                </a:lnTo>
                <a:lnTo>
                  <a:pt x="533774" y="25684"/>
                </a:lnTo>
                <a:lnTo>
                  <a:pt x="533458" y="25768"/>
                </a:lnTo>
                <a:lnTo>
                  <a:pt x="533144" y="25860"/>
                </a:lnTo>
                <a:lnTo>
                  <a:pt x="532834" y="25959"/>
                </a:lnTo>
                <a:lnTo>
                  <a:pt x="532528" y="26065"/>
                </a:lnTo>
                <a:lnTo>
                  <a:pt x="532224" y="26179"/>
                </a:lnTo>
                <a:lnTo>
                  <a:pt x="531923" y="26300"/>
                </a:lnTo>
                <a:lnTo>
                  <a:pt x="531626" y="26429"/>
                </a:lnTo>
                <a:lnTo>
                  <a:pt x="531331" y="26565"/>
                </a:lnTo>
                <a:lnTo>
                  <a:pt x="531040" y="26708"/>
                </a:lnTo>
                <a:lnTo>
                  <a:pt x="530752" y="26858"/>
                </a:lnTo>
                <a:lnTo>
                  <a:pt x="530467" y="27016"/>
                </a:lnTo>
                <a:lnTo>
                  <a:pt x="530185" y="27181"/>
                </a:lnTo>
                <a:lnTo>
                  <a:pt x="529906" y="27354"/>
                </a:lnTo>
                <a:lnTo>
                  <a:pt x="529628" y="27538"/>
                </a:lnTo>
                <a:lnTo>
                  <a:pt x="529346" y="27737"/>
                </a:lnTo>
                <a:lnTo>
                  <a:pt x="529062" y="27953"/>
                </a:lnTo>
                <a:lnTo>
                  <a:pt x="528774" y="28184"/>
                </a:lnTo>
                <a:lnTo>
                  <a:pt x="528484" y="28431"/>
                </a:lnTo>
                <a:lnTo>
                  <a:pt x="528191" y="28694"/>
                </a:lnTo>
                <a:lnTo>
                  <a:pt x="527895" y="28973"/>
                </a:lnTo>
                <a:lnTo>
                  <a:pt x="527596" y="29267"/>
                </a:lnTo>
                <a:lnTo>
                  <a:pt x="527294" y="29577"/>
                </a:lnTo>
                <a:lnTo>
                  <a:pt x="526989" y="29903"/>
                </a:lnTo>
                <a:lnTo>
                  <a:pt x="526681" y="30244"/>
                </a:lnTo>
                <a:lnTo>
                  <a:pt x="526371" y="30602"/>
                </a:lnTo>
                <a:lnTo>
                  <a:pt x="526057" y="30975"/>
                </a:lnTo>
                <a:lnTo>
                  <a:pt x="525741" y="31364"/>
                </a:lnTo>
                <a:lnTo>
                  <a:pt x="525421" y="31768"/>
                </a:lnTo>
                <a:lnTo>
                  <a:pt x="525099" y="32189"/>
                </a:lnTo>
                <a:lnTo>
                  <a:pt x="524774" y="32625"/>
                </a:lnTo>
                <a:lnTo>
                  <a:pt x="524445" y="33077"/>
                </a:lnTo>
                <a:lnTo>
                  <a:pt x="524114" y="33544"/>
                </a:lnTo>
                <a:lnTo>
                  <a:pt x="523780" y="34028"/>
                </a:lnTo>
                <a:lnTo>
                  <a:pt x="523443" y="34527"/>
                </a:lnTo>
                <a:lnTo>
                  <a:pt x="523104" y="35042"/>
                </a:lnTo>
                <a:lnTo>
                  <a:pt x="522761" y="35573"/>
                </a:lnTo>
                <a:lnTo>
                  <a:pt x="522415" y="36119"/>
                </a:lnTo>
                <a:lnTo>
                  <a:pt x="522415" y="26732"/>
                </a:lnTo>
                <a:lnTo>
                  <a:pt x="506190" y="26732"/>
                </a:lnTo>
                <a:lnTo>
                  <a:pt x="506190" y="92753"/>
                </a:lnTo>
                <a:lnTo>
                  <a:pt x="523659" y="92753"/>
                </a:lnTo>
                <a:lnTo>
                  <a:pt x="523659" y="72362"/>
                </a:lnTo>
                <a:lnTo>
                  <a:pt x="523661" y="70979"/>
                </a:lnTo>
                <a:lnTo>
                  <a:pt x="523669" y="69635"/>
                </a:lnTo>
                <a:lnTo>
                  <a:pt x="523681" y="68331"/>
                </a:lnTo>
                <a:close/>
                <a:moveTo>
                  <a:pt x="594180" y="73323"/>
                </a:moveTo>
                <a:lnTo>
                  <a:pt x="594040" y="73694"/>
                </a:lnTo>
                <a:lnTo>
                  <a:pt x="593895" y="74057"/>
                </a:lnTo>
                <a:lnTo>
                  <a:pt x="593745" y="74409"/>
                </a:lnTo>
                <a:lnTo>
                  <a:pt x="593590" y="74752"/>
                </a:lnTo>
                <a:lnTo>
                  <a:pt x="593430" y="75086"/>
                </a:lnTo>
                <a:lnTo>
                  <a:pt x="593266" y="75410"/>
                </a:lnTo>
                <a:lnTo>
                  <a:pt x="593097" y="75725"/>
                </a:lnTo>
                <a:lnTo>
                  <a:pt x="592923" y="76030"/>
                </a:lnTo>
                <a:lnTo>
                  <a:pt x="592745" y="76326"/>
                </a:lnTo>
                <a:lnTo>
                  <a:pt x="592562" y="76612"/>
                </a:lnTo>
                <a:lnTo>
                  <a:pt x="592374" y="76889"/>
                </a:lnTo>
                <a:lnTo>
                  <a:pt x="592181" y="77156"/>
                </a:lnTo>
                <a:lnTo>
                  <a:pt x="591983" y="77414"/>
                </a:lnTo>
                <a:lnTo>
                  <a:pt x="591781" y="77662"/>
                </a:lnTo>
                <a:lnTo>
                  <a:pt x="591574" y="77901"/>
                </a:lnTo>
                <a:lnTo>
                  <a:pt x="591362" y="78130"/>
                </a:lnTo>
                <a:lnTo>
                  <a:pt x="591146" y="78350"/>
                </a:lnTo>
                <a:lnTo>
                  <a:pt x="590924" y="78560"/>
                </a:lnTo>
                <a:lnTo>
                  <a:pt x="590698" y="78761"/>
                </a:lnTo>
                <a:lnTo>
                  <a:pt x="590468" y="78952"/>
                </a:lnTo>
                <a:lnTo>
                  <a:pt x="590232" y="79135"/>
                </a:lnTo>
                <a:lnTo>
                  <a:pt x="589992" y="79310"/>
                </a:lnTo>
                <a:lnTo>
                  <a:pt x="589748" y="79477"/>
                </a:lnTo>
                <a:lnTo>
                  <a:pt x="589499" y="79636"/>
                </a:lnTo>
                <a:lnTo>
                  <a:pt x="589245" y="79788"/>
                </a:lnTo>
                <a:lnTo>
                  <a:pt x="588987" y="79931"/>
                </a:lnTo>
                <a:lnTo>
                  <a:pt x="588725" y="80067"/>
                </a:lnTo>
                <a:lnTo>
                  <a:pt x="588458" y="80196"/>
                </a:lnTo>
                <a:lnTo>
                  <a:pt x="588186" y="80316"/>
                </a:lnTo>
                <a:lnTo>
                  <a:pt x="587910" y="80429"/>
                </a:lnTo>
                <a:lnTo>
                  <a:pt x="587629" y="80534"/>
                </a:lnTo>
                <a:lnTo>
                  <a:pt x="587344" y="80631"/>
                </a:lnTo>
                <a:lnTo>
                  <a:pt x="587054" y="80720"/>
                </a:lnTo>
                <a:lnTo>
                  <a:pt x="586760" y="80802"/>
                </a:lnTo>
                <a:lnTo>
                  <a:pt x="586461" y="80875"/>
                </a:lnTo>
                <a:lnTo>
                  <a:pt x="586157" y="80942"/>
                </a:lnTo>
                <a:lnTo>
                  <a:pt x="585850" y="81000"/>
                </a:lnTo>
                <a:lnTo>
                  <a:pt x="585537" y="81050"/>
                </a:lnTo>
                <a:lnTo>
                  <a:pt x="585220" y="81093"/>
                </a:lnTo>
                <a:lnTo>
                  <a:pt x="584899" y="81128"/>
                </a:lnTo>
                <a:lnTo>
                  <a:pt x="584573" y="81155"/>
                </a:lnTo>
                <a:lnTo>
                  <a:pt x="584242" y="81175"/>
                </a:lnTo>
                <a:lnTo>
                  <a:pt x="583907" y="81186"/>
                </a:lnTo>
                <a:lnTo>
                  <a:pt x="583567" y="81190"/>
                </a:lnTo>
                <a:lnTo>
                  <a:pt x="583068" y="81183"/>
                </a:lnTo>
                <a:lnTo>
                  <a:pt x="582576" y="81160"/>
                </a:lnTo>
                <a:lnTo>
                  <a:pt x="582091" y="81123"/>
                </a:lnTo>
                <a:lnTo>
                  <a:pt x="581612" y="81070"/>
                </a:lnTo>
                <a:lnTo>
                  <a:pt x="581141" y="81003"/>
                </a:lnTo>
                <a:lnTo>
                  <a:pt x="580676" y="80920"/>
                </a:lnTo>
                <a:lnTo>
                  <a:pt x="580219" y="80823"/>
                </a:lnTo>
                <a:lnTo>
                  <a:pt x="579768" y="80710"/>
                </a:lnTo>
                <a:lnTo>
                  <a:pt x="579324" y="80583"/>
                </a:lnTo>
                <a:lnTo>
                  <a:pt x="578887" y="80440"/>
                </a:lnTo>
                <a:lnTo>
                  <a:pt x="578457" y="80283"/>
                </a:lnTo>
                <a:lnTo>
                  <a:pt x="578034" y="80110"/>
                </a:lnTo>
                <a:lnTo>
                  <a:pt x="577618" y="79923"/>
                </a:lnTo>
                <a:lnTo>
                  <a:pt x="577209" y="79720"/>
                </a:lnTo>
                <a:lnTo>
                  <a:pt x="576807" y="79502"/>
                </a:lnTo>
                <a:lnTo>
                  <a:pt x="576411" y="79270"/>
                </a:lnTo>
                <a:lnTo>
                  <a:pt x="576023" y="79022"/>
                </a:lnTo>
                <a:lnTo>
                  <a:pt x="575641" y="78760"/>
                </a:lnTo>
                <a:lnTo>
                  <a:pt x="575266" y="78482"/>
                </a:lnTo>
                <a:lnTo>
                  <a:pt x="574898" y="78190"/>
                </a:lnTo>
                <a:lnTo>
                  <a:pt x="574537" y="77882"/>
                </a:lnTo>
                <a:lnTo>
                  <a:pt x="574183" y="77560"/>
                </a:lnTo>
                <a:lnTo>
                  <a:pt x="573836" y="77222"/>
                </a:lnTo>
                <a:lnTo>
                  <a:pt x="573496" y="76870"/>
                </a:lnTo>
                <a:lnTo>
                  <a:pt x="573166" y="76504"/>
                </a:lnTo>
                <a:lnTo>
                  <a:pt x="572849" y="76126"/>
                </a:lnTo>
                <a:lnTo>
                  <a:pt x="572546" y="75736"/>
                </a:lnTo>
                <a:lnTo>
                  <a:pt x="572256" y="75334"/>
                </a:lnTo>
                <a:lnTo>
                  <a:pt x="571980" y="74920"/>
                </a:lnTo>
                <a:lnTo>
                  <a:pt x="571717" y="74494"/>
                </a:lnTo>
                <a:lnTo>
                  <a:pt x="571467" y="74056"/>
                </a:lnTo>
                <a:lnTo>
                  <a:pt x="571230" y="73606"/>
                </a:lnTo>
                <a:lnTo>
                  <a:pt x="571008" y="73144"/>
                </a:lnTo>
                <a:lnTo>
                  <a:pt x="570798" y="72670"/>
                </a:lnTo>
                <a:lnTo>
                  <a:pt x="570602" y="72184"/>
                </a:lnTo>
                <a:lnTo>
                  <a:pt x="570419" y="71686"/>
                </a:lnTo>
                <a:lnTo>
                  <a:pt x="570249" y="71177"/>
                </a:lnTo>
                <a:lnTo>
                  <a:pt x="570093" y="70655"/>
                </a:lnTo>
                <a:lnTo>
                  <a:pt x="569951" y="70121"/>
                </a:lnTo>
                <a:lnTo>
                  <a:pt x="569821" y="69575"/>
                </a:lnTo>
                <a:lnTo>
                  <a:pt x="569705" y="69018"/>
                </a:lnTo>
                <a:lnTo>
                  <a:pt x="569603" y="68448"/>
                </a:lnTo>
                <a:lnTo>
                  <a:pt x="569514" y="67866"/>
                </a:lnTo>
                <a:lnTo>
                  <a:pt x="569438" y="67273"/>
                </a:lnTo>
                <a:lnTo>
                  <a:pt x="569376" y="66667"/>
                </a:lnTo>
                <a:lnTo>
                  <a:pt x="569327" y="66049"/>
                </a:lnTo>
                <a:lnTo>
                  <a:pt x="569291" y="65420"/>
                </a:lnTo>
                <a:lnTo>
                  <a:pt x="569269" y="64778"/>
                </a:lnTo>
                <a:lnTo>
                  <a:pt x="613034" y="64778"/>
                </a:lnTo>
                <a:lnTo>
                  <a:pt x="613050" y="63123"/>
                </a:lnTo>
                <a:lnTo>
                  <a:pt x="613035" y="61503"/>
                </a:lnTo>
                <a:lnTo>
                  <a:pt x="612989" y="59920"/>
                </a:lnTo>
                <a:lnTo>
                  <a:pt x="612912" y="58372"/>
                </a:lnTo>
                <a:lnTo>
                  <a:pt x="612804" y="56861"/>
                </a:lnTo>
                <a:lnTo>
                  <a:pt x="612665" y="55385"/>
                </a:lnTo>
                <a:lnTo>
                  <a:pt x="612496" y="53945"/>
                </a:lnTo>
                <a:lnTo>
                  <a:pt x="612295" y="52542"/>
                </a:lnTo>
                <a:lnTo>
                  <a:pt x="612064" y="51174"/>
                </a:lnTo>
                <a:lnTo>
                  <a:pt x="611802" y="49842"/>
                </a:lnTo>
                <a:lnTo>
                  <a:pt x="611509" y="48546"/>
                </a:lnTo>
                <a:lnTo>
                  <a:pt x="611185" y="47286"/>
                </a:lnTo>
                <a:lnTo>
                  <a:pt x="610830" y="46062"/>
                </a:lnTo>
                <a:lnTo>
                  <a:pt x="610445" y="44874"/>
                </a:lnTo>
                <a:lnTo>
                  <a:pt x="610028" y="43721"/>
                </a:lnTo>
                <a:lnTo>
                  <a:pt x="609581" y="42605"/>
                </a:lnTo>
                <a:lnTo>
                  <a:pt x="609102" y="41525"/>
                </a:lnTo>
                <a:lnTo>
                  <a:pt x="608593" y="40480"/>
                </a:lnTo>
                <a:lnTo>
                  <a:pt x="608053" y="39472"/>
                </a:lnTo>
                <a:lnTo>
                  <a:pt x="607483" y="38500"/>
                </a:lnTo>
                <a:lnTo>
                  <a:pt x="606881" y="37563"/>
                </a:lnTo>
                <a:lnTo>
                  <a:pt x="606248" y="36662"/>
                </a:lnTo>
                <a:lnTo>
                  <a:pt x="605585" y="35798"/>
                </a:lnTo>
                <a:lnTo>
                  <a:pt x="604891" y="34969"/>
                </a:lnTo>
                <a:lnTo>
                  <a:pt x="604170" y="34175"/>
                </a:lnTo>
                <a:lnTo>
                  <a:pt x="603428" y="33415"/>
                </a:lnTo>
                <a:lnTo>
                  <a:pt x="602664" y="32689"/>
                </a:lnTo>
                <a:lnTo>
                  <a:pt x="601879" y="31996"/>
                </a:lnTo>
                <a:lnTo>
                  <a:pt x="601072" y="31337"/>
                </a:lnTo>
                <a:lnTo>
                  <a:pt x="600244" y="30712"/>
                </a:lnTo>
                <a:lnTo>
                  <a:pt x="599393" y="30121"/>
                </a:lnTo>
                <a:lnTo>
                  <a:pt x="598522" y="29564"/>
                </a:lnTo>
                <a:lnTo>
                  <a:pt x="597629" y="29040"/>
                </a:lnTo>
                <a:lnTo>
                  <a:pt x="596714" y="28550"/>
                </a:lnTo>
                <a:lnTo>
                  <a:pt x="595777" y="28094"/>
                </a:lnTo>
                <a:lnTo>
                  <a:pt x="594819" y="27672"/>
                </a:lnTo>
                <a:lnTo>
                  <a:pt x="593840" y="27284"/>
                </a:lnTo>
                <a:lnTo>
                  <a:pt x="592839" y="26929"/>
                </a:lnTo>
                <a:lnTo>
                  <a:pt x="591816" y="26608"/>
                </a:lnTo>
                <a:lnTo>
                  <a:pt x="590772" y="26321"/>
                </a:lnTo>
                <a:lnTo>
                  <a:pt x="589706" y="26067"/>
                </a:lnTo>
                <a:lnTo>
                  <a:pt x="588618" y="25848"/>
                </a:lnTo>
                <a:lnTo>
                  <a:pt x="587509" y="25662"/>
                </a:lnTo>
                <a:lnTo>
                  <a:pt x="586379" y="25510"/>
                </a:lnTo>
                <a:lnTo>
                  <a:pt x="585226" y="25392"/>
                </a:lnTo>
                <a:lnTo>
                  <a:pt x="584052" y="25307"/>
                </a:lnTo>
                <a:lnTo>
                  <a:pt x="582857" y="25257"/>
                </a:lnTo>
                <a:lnTo>
                  <a:pt x="581640" y="25240"/>
                </a:lnTo>
                <a:lnTo>
                  <a:pt x="580555" y="25256"/>
                </a:lnTo>
                <a:lnTo>
                  <a:pt x="579485" y="25304"/>
                </a:lnTo>
                <a:lnTo>
                  <a:pt x="578432" y="25385"/>
                </a:lnTo>
                <a:lnTo>
                  <a:pt x="577394" y="25498"/>
                </a:lnTo>
                <a:lnTo>
                  <a:pt x="576371" y="25643"/>
                </a:lnTo>
                <a:lnTo>
                  <a:pt x="575365" y="25821"/>
                </a:lnTo>
                <a:lnTo>
                  <a:pt x="574374" y="26030"/>
                </a:lnTo>
                <a:lnTo>
                  <a:pt x="573399" y="26272"/>
                </a:lnTo>
                <a:lnTo>
                  <a:pt x="572440" y="26547"/>
                </a:lnTo>
                <a:lnTo>
                  <a:pt x="571497" y="26853"/>
                </a:lnTo>
                <a:lnTo>
                  <a:pt x="570569" y="27192"/>
                </a:lnTo>
                <a:lnTo>
                  <a:pt x="569657" y="27563"/>
                </a:lnTo>
                <a:lnTo>
                  <a:pt x="568761" y="27967"/>
                </a:lnTo>
                <a:lnTo>
                  <a:pt x="567881" y="28402"/>
                </a:lnTo>
                <a:lnTo>
                  <a:pt x="567016" y="28870"/>
                </a:lnTo>
                <a:lnTo>
                  <a:pt x="566167" y="29370"/>
                </a:lnTo>
                <a:lnTo>
                  <a:pt x="565334" y="29903"/>
                </a:lnTo>
                <a:lnTo>
                  <a:pt x="564517" y="30468"/>
                </a:lnTo>
                <a:lnTo>
                  <a:pt x="563715" y="31065"/>
                </a:lnTo>
                <a:lnTo>
                  <a:pt x="562929" y="31694"/>
                </a:lnTo>
                <a:lnTo>
                  <a:pt x="562159" y="32356"/>
                </a:lnTo>
                <a:lnTo>
                  <a:pt x="561405" y="33049"/>
                </a:lnTo>
                <a:lnTo>
                  <a:pt x="560667" y="33775"/>
                </a:lnTo>
                <a:lnTo>
                  <a:pt x="559944" y="34534"/>
                </a:lnTo>
                <a:lnTo>
                  <a:pt x="559244" y="35321"/>
                </a:lnTo>
                <a:lnTo>
                  <a:pt x="558573" y="36132"/>
                </a:lnTo>
                <a:lnTo>
                  <a:pt x="557933" y="36969"/>
                </a:lnTo>
                <a:lnTo>
                  <a:pt x="557322" y="37830"/>
                </a:lnTo>
                <a:lnTo>
                  <a:pt x="556741" y="38715"/>
                </a:lnTo>
                <a:lnTo>
                  <a:pt x="556190" y="39626"/>
                </a:lnTo>
                <a:lnTo>
                  <a:pt x="555669" y="40561"/>
                </a:lnTo>
                <a:lnTo>
                  <a:pt x="555178" y="41521"/>
                </a:lnTo>
                <a:lnTo>
                  <a:pt x="554716" y="42505"/>
                </a:lnTo>
                <a:lnTo>
                  <a:pt x="554284" y="43515"/>
                </a:lnTo>
                <a:lnTo>
                  <a:pt x="553882" y="44549"/>
                </a:lnTo>
                <a:lnTo>
                  <a:pt x="553509" y="45607"/>
                </a:lnTo>
                <a:lnTo>
                  <a:pt x="553167" y="46691"/>
                </a:lnTo>
                <a:lnTo>
                  <a:pt x="552854" y="47799"/>
                </a:lnTo>
                <a:lnTo>
                  <a:pt x="552571" y="48932"/>
                </a:lnTo>
                <a:lnTo>
                  <a:pt x="552318" y="50089"/>
                </a:lnTo>
                <a:lnTo>
                  <a:pt x="552094" y="51272"/>
                </a:lnTo>
                <a:lnTo>
                  <a:pt x="551901" y="52479"/>
                </a:lnTo>
                <a:lnTo>
                  <a:pt x="551737" y="53710"/>
                </a:lnTo>
                <a:lnTo>
                  <a:pt x="551603" y="54967"/>
                </a:lnTo>
                <a:lnTo>
                  <a:pt x="551499" y="56248"/>
                </a:lnTo>
                <a:lnTo>
                  <a:pt x="551424" y="57554"/>
                </a:lnTo>
                <a:lnTo>
                  <a:pt x="551380" y="58885"/>
                </a:lnTo>
                <a:lnTo>
                  <a:pt x="551365" y="60240"/>
                </a:lnTo>
                <a:lnTo>
                  <a:pt x="551376" y="61377"/>
                </a:lnTo>
                <a:lnTo>
                  <a:pt x="551410" y="62497"/>
                </a:lnTo>
                <a:lnTo>
                  <a:pt x="551467" y="63601"/>
                </a:lnTo>
                <a:lnTo>
                  <a:pt x="551546" y="64688"/>
                </a:lnTo>
                <a:lnTo>
                  <a:pt x="551648" y="65759"/>
                </a:lnTo>
                <a:lnTo>
                  <a:pt x="551773" y="66814"/>
                </a:lnTo>
                <a:lnTo>
                  <a:pt x="551920" y="67852"/>
                </a:lnTo>
                <a:lnTo>
                  <a:pt x="552090" y="68874"/>
                </a:lnTo>
                <a:lnTo>
                  <a:pt x="552283" y="69880"/>
                </a:lnTo>
                <a:lnTo>
                  <a:pt x="552498" y="70869"/>
                </a:lnTo>
                <a:lnTo>
                  <a:pt x="552736" y="71841"/>
                </a:lnTo>
                <a:lnTo>
                  <a:pt x="552997" y="72798"/>
                </a:lnTo>
                <a:lnTo>
                  <a:pt x="553280" y="73737"/>
                </a:lnTo>
                <a:lnTo>
                  <a:pt x="553586" y="74661"/>
                </a:lnTo>
                <a:lnTo>
                  <a:pt x="553914" y="75568"/>
                </a:lnTo>
                <a:lnTo>
                  <a:pt x="554266" y="76459"/>
                </a:lnTo>
                <a:lnTo>
                  <a:pt x="554640" y="77333"/>
                </a:lnTo>
                <a:lnTo>
                  <a:pt x="555036" y="78191"/>
                </a:lnTo>
                <a:lnTo>
                  <a:pt x="555456" y="79032"/>
                </a:lnTo>
                <a:lnTo>
                  <a:pt x="555898" y="79857"/>
                </a:lnTo>
                <a:lnTo>
                  <a:pt x="556362" y="80666"/>
                </a:lnTo>
                <a:lnTo>
                  <a:pt x="556850" y="81458"/>
                </a:lnTo>
                <a:lnTo>
                  <a:pt x="557360" y="82234"/>
                </a:lnTo>
                <a:lnTo>
                  <a:pt x="557892" y="82993"/>
                </a:lnTo>
                <a:lnTo>
                  <a:pt x="558597" y="83911"/>
                </a:lnTo>
                <a:lnTo>
                  <a:pt x="559332" y="84790"/>
                </a:lnTo>
                <a:lnTo>
                  <a:pt x="560099" y="85630"/>
                </a:lnTo>
                <a:lnTo>
                  <a:pt x="560897" y="86431"/>
                </a:lnTo>
                <a:lnTo>
                  <a:pt x="561726" y="87193"/>
                </a:lnTo>
                <a:lnTo>
                  <a:pt x="562586" y="87916"/>
                </a:lnTo>
                <a:lnTo>
                  <a:pt x="563477" y="88600"/>
                </a:lnTo>
                <a:lnTo>
                  <a:pt x="564399" y="89244"/>
                </a:lnTo>
                <a:lnTo>
                  <a:pt x="565352" y="89850"/>
                </a:lnTo>
                <a:lnTo>
                  <a:pt x="566337" y="90416"/>
                </a:lnTo>
                <a:lnTo>
                  <a:pt x="567352" y="90944"/>
                </a:lnTo>
                <a:lnTo>
                  <a:pt x="568398" y="91432"/>
                </a:lnTo>
                <a:lnTo>
                  <a:pt x="569476" y="91882"/>
                </a:lnTo>
                <a:lnTo>
                  <a:pt x="570585" y="92292"/>
                </a:lnTo>
                <a:lnTo>
                  <a:pt x="571724" y="92663"/>
                </a:lnTo>
                <a:lnTo>
                  <a:pt x="572895" y="92995"/>
                </a:lnTo>
                <a:lnTo>
                  <a:pt x="574097" y="93288"/>
                </a:lnTo>
                <a:lnTo>
                  <a:pt x="575330" y="93542"/>
                </a:lnTo>
                <a:lnTo>
                  <a:pt x="576594" y="93757"/>
                </a:lnTo>
                <a:lnTo>
                  <a:pt x="577889" y="93933"/>
                </a:lnTo>
                <a:lnTo>
                  <a:pt x="579215" y="94069"/>
                </a:lnTo>
                <a:lnTo>
                  <a:pt x="580573" y="94167"/>
                </a:lnTo>
                <a:lnTo>
                  <a:pt x="581961" y="94226"/>
                </a:lnTo>
                <a:lnTo>
                  <a:pt x="583381" y="94245"/>
                </a:lnTo>
                <a:lnTo>
                  <a:pt x="584281" y="94237"/>
                </a:lnTo>
                <a:lnTo>
                  <a:pt x="585169" y="94211"/>
                </a:lnTo>
                <a:lnTo>
                  <a:pt x="586044" y="94167"/>
                </a:lnTo>
                <a:lnTo>
                  <a:pt x="586906" y="94107"/>
                </a:lnTo>
                <a:lnTo>
                  <a:pt x="587756" y="94029"/>
                </a:lnTo>
                <a:lnTo>
                  <a:pt x="588593" y="93933"/>
                </a:lnTo>
                <a:lnTo>
                  <a:pt x="589418" y="93821"/>
                </a:lnTo>
                <a:lnTo>
                  <a:pt x="590229" y="93691"/>
                </a:lnTo>
                <a:lnTo>
                  <a:pt x="591029" y="93544"/>
                </a:lnTo>
                <a:lnTo>
                  <a:pt x="591815" y="93379"/>
                </a:lnTo>
                <a:lnTo>
                  <a:pt x="592589" y="93197"/>
                </a:lnTo>
                <a:lnTo>
                  <a:pt x="593351" y="92998"/>
                </a:lnTo>
                <a:lnTo>
                  <a:pt x="594099" y="92782"/>
                </a:lnTo>
                <a:lnTo>
                  <a:pt x="594836" y="92548"/>
                </a:lnTo>
                <a:lnTo>
                  <a:pt x="595559" y="92296"/>
                </a:lnTo>
                <a:lnTo>
                  <a:pt x="596270" y="92028"/>
                </a:lnTo>
                <a:lnTo>
                  <a:pt x="596968" y="91742"/>
                </a:lnTo>
                <a:lnTo>
                  <a:pt x="597654" y="91439"/>
                </a:lnTo>
                <a:lnTo>
                  <a:pt x="598327" y="91119"/>
                </a:lnTo>
                <a:lnTo>
                  <a:pt x="598987" y="90781"/>
                </a:lnTo>
                <a:lnTo>
                  <a:pt x="599635" y="90426"/>
                </a:lnTo>
                <a:lnTo>
                  <a:pt x="600270" y="90053"/>
                </a:lnTo>
                <a:lnTo>
                  <a:pt x="600893" y="89663"/>
                </a:lnTo>
                <a:lnTo>
                  <a:pt x="601502" y="89256"/>
                </a:lnTo>
                <a:lnTo>
                  <a:pt x="602099" y="88833"/>
                </a:lnTo>
                <a:lnTo>
                  <a:pt x="602682" y="88393"/>
                </a:lnTo>
                <a:lnTo>
                  <a:pt x="603252" y="87938"/>
                </a:lnTo>
                <a:lnTo>
                  <a:pt x="603809" y="87467"/>
                </a:lnTo>
                <a:lnTo>
                  <a:pt x="604351" y="86980"/>
                </a:lnTo>
                <a:lnTo>
                  <a:pt x="604881" y="86477"/>
                </a:lnTo>
                <a:lnTo>
                  <a:pt x="605397" y="85959"/>
                </a:lnTo>
                <a:lnTo>
                  <a:pt x="605899" y="85424"/>
                </a:lnTo>
                <a:lnTo>
                  <a:pt x="606388" y="84874"/>
                </a:lnTo>
                <a:lnTo>
                  <a:pt x="606863" y="84308"/>
                </a:lnTo>
                <a:lnTo>
                  <a:pt x="607325" y="83727"/>
                </a:lnTo>
                <a:lnTo>
                  <a:pt x="607774" y="83129"/>
                </a:lnTo>
                <a:lnTo>
                  <a:pt x="608208" y="82516"/>
                </a:lnTo>
                <a:lnTo>
                  <a:pt x="608630" y="81886"/>
                </a:lnTo>
                <a:lnTo>
                  <a:pt x="609038" y="81241"/>
                </a:lnTo>
                <a:lnTo>
                  <a:pt x="609432" y="80581"/>
                </a:lnTo>
                <a:lnTo>
                  <a:pt x="609813" y="79904"/>
                </a:lnTo>
                <a:lnTo>
                  <a:pt x="610181" y="79212"/>
                </a:lnTo>
                <a:lnTo>
                  <a:pt x="610534" y="78503"/>
                </a:lnTo>
                <a:lnTo>
                  <a:pt x="610875" y="77779"/>
                </a:lnTo>
                <a:lnTo>
                  <a:pt x="611202" y="77039"/>
                </a:lnTo>
                <a:lnTo>
                  <a:pt x="611515" y="76284"/>
                </a:lnTo>
                <a:lnTo>
                  <a:pt x="611815" y="75512"/>
                </a:lnTo>
                <a:lnTo>
                  <a:pt x="612102" y="74725"/>
                </a:lnTo>
                <a:lnTo>
                  <a:pt x="594695" y="71741"/>
                </a:lnTo>
                <a:lnTo>
                  <a:pt x="594574" y="72151"/>
                </a:lnTo>
                <a:lnTo>
                  <a:pt x="594447" y="72551"/>
                </a:lnTo>
                <a:lnTo>
                  <a:pt x="594316" y="72941"/>
                </a:lnTo>
                <a:lnTo>
                  <a:pt x="594180" y="73323"/>
                </a:lnTo>
                <a:close/>
                <a:moveTo>
                  <a:pt x="569623" y="52352"/>
                </a:moveTo>
                <a:lnTo>
                  <a:pt x="569664" y="51795"/>
                </a:lnTo>
                <a:lnTo>
                  <a:pt x="569718" y="51248"/>
                </a:lnTo>
                <a:lnTo>
                  <a:pt x="569786" y="50711"/>
                </a:lnTo>
                <a:lnTo>
                  <a:pt x="569866" y="50185"/>
                </a:lnTo>
                <a:lnTo>
                  <a:pt x="569960" y="49669"/>
                </a:lnTo>
                <a:lnTo>
                  <a:pt x="570066" y="49163"/>
                </a:lnTo>
                <a:lnTo>
                  <a:pt x="570186" y="48668"/>
                </a:lnTo>
                <a:lnTo>
                  <a:pt x="570319" y="48183"/>
                </a:lnTo>
                <a:lnTo>
                  <a:pt x="570465" y="47708"/>
                </a:lnTo>
                <a:lnTo>
                  <a:pt x="570625" y="47243"/>
                </a:lnTo>
                <a:lnTo>
                  <a:pt x="570797" y="46789"/>
                </a:lnTo>
                <a:lnTo>
                  <a:pt x="570983" y="46346"/>
                </a:lnTo>
                <a:lnTo>
                  <a:pt x="571182" y="45912"/>
                </a:lnTo>
                <a:lnTo>
                  <a:pt x="571394" y="45489"/>
                </a:lnTo>
                <a:lnTo>
                  <a:pt x="571619" y="45076"/>
                </a:lnTo>
                <a:lnTo>
                  <a:pt x="571858" y="44674"/>
                </a:lnTo>
                <a:lnTo>
                  <a:pt x="572109" y="44281"/>
                </a:lnTo>
                <a:lnTo>
                  <a:pt x="572374" y="43899"/>
                </a:lnTo>
                <a:lnTo>
                  <a:pt x="572652" y="43528"/>
                </a:lnTo>
                <a:lnTo>
                  <a:pt x="572943" y="43167"/>
                </a:lnTo>
                <a:lnTo>
                  <a:pt x="573247" y="42816"/>
                </a:lnTo>
                <a:lnTo>
                  <a:pt x="573562" y="42477"/>
                </a:lnTo>
                <a:lnTo>
                  <a:pt x="573883" y="42153"/>
                </a:lnTo>
                <a:lnTo>
                  <a:pt x="574211" y="41844"/>
                </a:lnTo>
                <a:lnTo>
                  <a:pt x="574546" y="41548"/>
                </a:lnTo>
                <a:lnTo>
                  <a:pt x="574888" y="41267"/>
                </a:lnTo>
                <a:lnTo>
                  <a:pt x="575237" y="41001"/>
                </a:lnTo>
                <a:lnTo>
                  <a:pt x="575593" y="40749"/>
                </a:lnTo>
                <a:lnTo>
                  <a:pt x="575955" y="40511"/>
                </a:lnTo>
                <a:lnTo>
                  <a:pt x="576325" y="40288"/>
                </a:lnTo>
                <a:lnTo>
                  <a:pt x="576701" y="40079"/>
                </a:lnTo>
                <a:lnTo>
                  <a:pt x="577085" y="39885"/>
                </a:lnTo>
                <a:lnTo>
                  <a:pt x="577475" y="39705"/>
                </a:lnTo>
                <a:lnTo>
                  <a:pt x="577872" y="39539"/>
                </a:lnTo>
                <a:lnTo>
                  <a:pt x="578276" y="39388"/>
                </a:lnTo>
                <a:lnTo>
                  <a:pt x="578687" y="39251"/>
                </a:lnTo>
                <a:lnTo>
                  <a:pt x="579105" y="39129"/>
                </a:lnTo>
                <a:lnTo>
                  <a:pt x="579530" y="39021"/>
                </a:lnTo>
                <a:lnTo>
                  <a:pt x="579962" y="38927"/>
                </a:lnTo>
                <a:lnTo>
                  <a:pt x="580400" y="38848"/>
                </a:lnTo>
                <a:lnTo>
                  <a:pt x="580846" y="38783"/>
                </a:lnTo>
                <a:lnTo>
                  <a:pt x="581298" y="38733"/>
                </a:lnTo>
                <a:lnTo>
                  <a:pt x="581757" y="38697"/>
                </a:lnTo>
                <a:lnTo>
                  <a:pt x="582224" y="38675"/>
                </a:lnTo>
                <a:lnTo>
                  <a:pt x="582697" y="38668"/>
                </a:lnTo>
                <a:lnTo>
                  <a:pt x="583140" y="38675"/>
                </a:lnTo>
                <a:lnTo>
                  <a:pt x="583577" y="38695"/>
                </a:lnTo>
                <a:lnTo>
                  <a:pt x="584008" y="38729"/>
                </a:lnTo>
                <a:lnTo>
                  <a:pt x="584434" y="38777"/>
                </a:lnTo>
                <a:lnTo>
                  <a:pt x="584854" y="38839"/>
                </a:lnTo>
                <a:lnTo>
                  <a:pt x="585269" y="38914"/>
                </a:lnTo>
                <a:lnTo>
                  <a:pt x="585678" y="39002"/>
                </a:lnTo>
                <a:lnTo>
                  <a:pt x="586082" y="39105"/>
                </a:lnTo>
                <a:lnTo>
                  <a:pt x="586479" y="39221"/>
                </a:lnTo>
                <a:lnTo>
                  <a:pt x="586872" y="39351"/>
                </a:lnTo>
                <a:lnTo>
                  <a:pt x="587258" y="39494"/>
                </a:lnTo>
                <a:lnTo>
                  <a:pt x="587639" y="39651"/>
                </a:lnTo>
                <a:lnTo>
                  <a:pt x="588015" y="39822"/>
                </a:lnTo>
                <a:lnTo>
                  <a:pt x="588384" y="40006"/>
                </a:lnTo>
                <a:lnTo>
                  <a:pt x="588748" y="40204"/>
                </a:lnTo>
                <a:lnTo>
                  <a:pt x="589107" y="40416"/>
                </a:lnTo>
                <a:lnTo>
                  <a:pt x="589460" y="40641"/>
                </a:lnTo>
                <a:lnTo>
                  <a:pt x="589807" y="40880"/>
                </a:lnTo>
                <a:lnTo>
                  <a:pt x="590149" y="41132"/>
                </a:lnTo>
                <a:lnTo>
                  <a:pt x="590485" y="41399"/>
                </a:lnTo>
                <a:lnTo>
                  <a:pt x="590815" y="41678"/>
                </a:lnTo>
                <a:lnTo>
                  <a:pt x="591140" y="41972"/>
                </a:lnTo>
                <a:lnTo>
                  <a:pt x="591460" y="42279"/>
                </a:lnTo>
                <a:lnTo>
                  <a:pt x="591773" y="42600"/>
                </a:lnTo>
                <a:lnTo>
                  <a:pt x="592078" y="42934"/>
                </a:lnTo>
                <a:lnTo>
                  <a:pt x="592370" y="43280"/>
                </a:lnTo>
                <a:lnTo>
                  <a:pt x="592650" y="43640"/>
                </a:lnTo>
                <a:lnTo>
                  <a:pt x="592918" y="44011"/>
                </a:lnTo>
                <a:lnTo>
                  <a:pt x="593174" y="44396"/>
                </a:lnTo>
                <a:lnTo>
                  <a:pt x="593417" y="44792"/>
                </a:lnTo>
                <a:lnTo>
                  <a:pt x="593648" y="45202"/>
                </a:lnTo>
                <a:lnTo>
                  <a:pt x="593866" y="45624"/>
                </a:lnTo>
                <a:lnTo>
                  <a:pt x="594072" y="46058"/>
                </a:lnTo>
                <a:lnTo>
                  <a:pt x="594266" y="46505"/>
                </a:lnTo>
                <a:lnTo>
                  <a:pt x="594448" y="46965"/>
                </a:lnTo>
                <a:lnTo>
                  <a:pt x="594617" y="47437"/>
                </a:lnTo>
                <a:lnTo>
                  <a:pt x="594774" y="47922"/>
                </a:lnTo>
                <a:lnTo>
                  <a:pt x="594919" y="48420"/>
                </a:lnTo>
                <a:lnTo>
                  <a:pt x="595052" y="48930"/>
                </a:lnTo>
                <a:lnTo>
                  <a:pt x="595172" y="49452"/>
                </a:lnTo>
                <a:lnTo>
                  <a:pt x="595280" y="49987"/>
                </a:lnTo>
                <a:lnTo>
                  <a:pt x="595375" y="50535"/>
                </a:lnTo>
                <a:lnTo>
                  <a:pt x="595458" y="51095"/>
                </a:lnTo>
                <a:lnTo>
                  <a:pt x="595529" y="51668"/>
                </a:lnTo>
                <a:lnTo>
                  <a:pt x="595588" y="52254"/>
                </a:lnTo>
                <a:lnTo>
                  <a:pt x="595634" y="52852"/>
                </a:lnTo>
                <a:lnTo>
                  <a:pt x="595668" y="53462"/>
                </a:lnTo>
                <a:lnTo>
                  <a:pt x="595690" y="54085"/>
                </a:lnTo>
                <a:lnTo>
                  <a:pt x="569580" y="54085"/>
                </a:lnTo>
                <a:lnTo>
                  <a:pt x="569581" y="53497"/>
                </a:lnTo>
                <a:lnTo>
                  <a:pt x="569596" y="52919"/>
                </a:lnTo>
                <a:lnTo>
                  <a:pt x="569623" y="52352"/>
                </a:lnTo>
                <a:close/>
                <a:moveTo>
                  <a:pt x="683670" y="42860"/>
                </a:moveTo>
                <a:lnTo>
                  <a:pt x="683349" y="42059"/>
                </a:lnTo>
                <a:lnTo>
                  <a:pt x="683013" y="41277"/>
                </a:lnTo>
                <a:lnTo>
                  <a:pt x="682664" y="40514"/>
                </a:lnTo>
                <a:lnTo>
                  <a:pt x="682300" y="39770"/>
                </a:lnTo>
                <a:lnTo>
                  <a:pt x="681923" y="39044"/>
                </a:lnTo>
                <a:lnTo>
                  <a:pt x="681532" y="38338"/>
                </a:lnTo>
                <a:lnTo>
                  <a:pt x="681126" y="37650"/>
                </a:lnTo>
                <a:lnTo>
                  <a:pt x="680707" y="36982"/>
                </a:lnTo>
                <a:lnTo>
                  <a:pt x="680274" y="36332"/>
                </a:lnTo>
                <a:lnTo>
                  <a:pt x="679827" y="35701"/>
                </a:lnTo>
                <a:lnTo>
                  <a:pt x="679366" y="35089"/>
                </a:lnTo>
                <a:lnTo>
                  <a:pt x="678891" y="34496"/>
                </a:lnTo>
                <a:lnTo>
                  <a:pt x="678403" y="33922"/>
                </a:lnTo>
                <a:lnTo>
                  <a:pt x="677900" y="33366"/>
                </a:lnTo>
                <a:lnTo>
                  <a:pt x="677383" y="32830"/>
                </a:lnTo>
                <a:lnTo>
                  <a:pt x="676853" y="32312"/>
                </a:lnTo>
                <a:lnTo>
                  <a:pt x="676308" y="31814"/>
                </a:lnTo>
                <a:lnTo>
                  <a:pt x="675750" y="31334"/>
                </a:lnTo>
                <a:lnTo>
                  <a:pt x="675178" y="30873"/>
                </a:lnTo>
                <a:lnTo>
                  <a:pt x="674592" y="30431"/>
                </a:lnTo>
                <a:lnTo>
                  <a:pt x="673990" y="30007"/>
                </a:lnTo>
                <a:lnTo>
                  <a:pt x="673371" y="29602"/>
                </a:lnTo>
                <a:lnTo>
                  <a:pt x="672735" y="29214"/>
                </a:lnTo>
                <a:lnTo>
                  <a:pt x="672082" y="28845"/>
                </a:lnTo>
                <a:lnTo>
                  <a:pt x="671411" y="28493"/>
                </a:lnTo>
                <a:lnTo>
                  <a:pt x="670724" y="28160"/>
                </a:lnTo>
                <a:lnTo>
                  <a:pt x="670019" y="27844"/>
                </a:lnTo>
                <a:lnTo>
                  <a:pt x="669297" y="27547"/>
                </a:lnTo>
                <a:lnTo>
                  <a:pt x="668558" y="27268"/>
                </a:lnTo>
                <a:lnTo>
                  <a:pt x="667802" y="27006"/>
                </a:lnTo>
                <a:lnTo>
                  <a:pt x="667028" y="26763"/>
                </a:lnTo>
                <a:lnTo>
                  <a:pt x="666238" y="26538"/>
                </a:lnTo>
                <a:lnTo>
                  <a:pt x="665430" y="26330"/>
                </a:lnTo>
                <a:lnTo>
                  <a:pt x="664605" y="26141"/>
                </a:lnTo>
                <a:lnTo>
                  <a:pt x="663763" y="25970"/>
                </a:lnTo>
                <a:lnTo>
                  <a:pt x="662904" y="25817"/>
                </a:lnTo>
                <a:lnTo>
                  <a:pt x="662028" y="25681"/>
                </a:lnTo>
                <a:lnTo>
                  <a:pt x="661134" y="25564"/>
                </a:lnTo>
                <a:lnTo>
                  <a:pt x="660224" y="25465"/>
                </a:lnTo>
                <a:lnTo>
                  <a:pt x="659296" y="25384"/>
                </a:lnTo>
                <a:lnTo>
                  <a:pt x="658351" y="25321"/>
                </a:lnTo>
                <a:lnTo>
                  <a:pt x="657389" y="25276"/>
                </a:lnTo>
                <a:lnTo>
                  <a:pt x="656409" y="25249"/>
                </a:lnTo>
                <a:lnTo>
                  <a:pt x="655413" y="25240"/>
                </a:lnTo>
                <a:lnTo>
                  <a:pt x="654196" y="25256"/>
                </a:lnTo>
                <a:lnTo>
                  <a:pt x="653000" y="25303"/>
                </a:lnTo>
                <a:lnTo>
                  <a:pt x="651825" y="25382"/>
                </a:lnTo>
                <a:lnTo>
                  <a:pt x="650671" y="25493"/>
                </a:lnTo>
                <a:lnTo>
                  <a:pt x="649538" y="25635"/>
                </a:lnTo>
                <a:lnTo>
                  <a:pt x="648427" y="25809"/>
                </a:lnTo>
                <a:lnTo>
                  <a:pt x="647337" y="26015"/>
                </a:lnTo>
                <a:lnTo>
                  <a:pt x="646268" y="26252"/>
                </a:lnTo>
                <a:lnTo>
                  <a:pt x="645220" y="26521"/>
                </a:lnTo>
                <a:lnTo>
                  <a:pt x="644193" y="26821"/>
                </a:lnTo>
                <a:lnTo>
                  <a:pt x="643187" y="27153"/>
                </a:lnTo>
                <a:lnTo>
                  <a:pt x="642202" y="27517"/>
                </a:lnTo>
                <a:lnTo>
                  <a:pt x="641239" y="27912"/>
                </a:lnTo>
                <a:lnTo>
                  <a:pt x="640297" y="28339"/>
                </a:lnTo>
                <a:lnTo>
                  <a:pt x="639376" y="28797"/>
                </a:lnTo>
                <a:lnTo>
                  <a:pt x="638476" y="29288"/>
                </a:lnTo>
                <a:lnTo>
                  <a:pt x="637597" y="29809"/>
                </a:lnTo>
                <a:lnTo>
                  <a:pt x="636740" y="30363"/>
                </a:lnTo>
                <a:lnTo>
                  <a:pt x="635903" y="30948"/>
                </a:lnTo>
                <a:lnTo>
                  <a:pt x="635088" y="31564"/>
                </a:lnTo>
                <a:lnTo>
                  <a:pt x="634294" y="32213"/>
                </a:lnTo>
                <a:lnTo>
                  <a:pt x="633521" y="32893"/>
                </a:lnTo>
                <a:lnTo>
                  <a:pt x="632769" y="33604"/>
                </a:lnTo>
                <a:lnTo>
                  <a:pt x="632038" y="34347"/>
                </a:lnTo>
                <a:lnTo>
                  <a:pt x="631333" y="35119"/>
                </a:lnTo>
                <a:lnTo>
                  <a:pt x="630658" y="35916"/>
                </a:lnTo>
                <a:lnTo>
                  <a:pt x="630013" y="36737"/>
                </a:lnTo>
                <a:lnTo>
                  <a:pt x="629398" y="37584"/>
                </a:lnTo>
                <a:lnTo>
                  <a:pt x="628813" y="38456"/>
                </a:lnTo>
                <a:lnTo>
                  <a:pt x="628258" y="39354"/>
                </a:lnTo>
                <a:lnTo>
                  <a:pt x="627733" y="40276"/>
                </a:lnTo>
                <a:lnTo>
                  <a:pt x="627237" y="41224"/>
                </a:lnTo>
                <a:lnTo>
                  <a:pt x="626772" y="42196"/>
                </a:lnTo>
                <a:lnTo>
                  <a:pt x="626337" y="43194"/>
                </a:lnTo>
                <a:lnTo>
                  <a:pt x="625932" y="44217"/>
                </a:lnTo>
                <a:lnTo>
                  <a:pt x="625557" y="45265"/>
                </a:lnTo>
                <a:lnTo>
                  <a:pt x="625212" y="46339"/>
                </a:lnTo>
                <a:lnTo>
                  <a:pt x="624897" y="47437"/>
                </a:lnTo>
                <a:lnTo>
                  <a:pt x="624612" y="48561"/>
                </a:lnTo>
                <a:lnTo>
                  <a:pt x="624357" y="49709"/>
                </a:lnTo>
                <a:lnTo>
                  <a:pt x="624132" y="50883"/>
                </a:lnTo>
                <a:lnTo>
                  <a:pt x="623937" y="52082"/>
                </a:lnTo>
                <a:lnTo>
                  <a:pt x="623772" y="53307"/>
                </a:lnTo>
                <a:lnTo>
                  <a:pt x="623637" y="54556"/>
                </a:lnTo>
                <a:lnTo>
                  <a:pt x="623532" y="55830"/>
                </a:lnTo>
                <a:lnTo>
                  <a:pt x="623457" y="57130"/>
                </a:lnTo>
                <a:lnTo>
                  <a:pt x="623412" y="58455"/>
                </a:lnTo>
                <a:lnTo>
                  <a:pt x="623397" y="59805"/>
                </a:lnTo>
                <a:lnTo>
                  <a:pt x="623412" y="61139"/>
                </a:lnTo>
                <a:lnTo>
                  <a:pt x="623457" y="62450"/>
                </a:lnTo>
                <a:lnTo>
                  <a:pt x="623531" y="63736"/>
                </a:lnTo>
                <a:lnTo>
                  <a:pt x="623636" y="64997"/>
                </a:lnTo>
                <a:lnTo>
                  <a:pt x="623771" y="66235"/>
                </a:lnTo>
                <a:lnTo>
                  <a:pt x="623935" y="67447"/>
                </a:lnTo>
                <a:lnTo>
                  <a:pt x="624129" y="68636"/>
                </a:lnTo>
                <a:lnTo>
                  <a:pt x="624354" y="69800"/>
                </a:lnTo>
                <a:lnTo>
                  <a:pt x="624608" y="70939"/>
                </a:lnTo>
                <a:lnTo>
                  <a:pt x="624892" y="72055"/>
                </a:lnTo>
                <a:lnTo>
                  <a:pt x="625206" y="73145"/>
                </a:lnTo>
                <a:lnTo>
                  <a:pt x="625549" y="74212"/>
                </a:lnTo>
                <a:lnTo>
                  <a:pt x="625923" y="75254"/>
                </a:lnTo>
                <a:lnTo>
                  <a:pt x="626327" y="76272"/>
                </a:lnTo>
                <a:lnTo>
                  <a:pt x="626760" y="77265"/>
                </a:lnTo>
                <a:lnTo>
                  <a:pt x="627224" y="78234"/>
                </a:lnTo>
                <a:lnTo>
                  <a:pt x="627717" y="79178"/>
                </a:lnTo>
                <a:lnTo>
                  <a:pt x="628240" y="80098"/>
                </a:lnTo>
                <a:lnTo>
                  <a:pt x="628793" y="80994"/>
                </a:lnTo>
                <a:lnTo>
                  <a:pt x="629376" y="81865"/>
                </a:lnTo>
                <a:lnTo>
                  <a:pt x="629989" y="82712"/>
                </a:lnTo>
                <a:lnTo>
                  <a:pt x="630632" y="83535"/>
                </a:lnTo>
                <a:lnTo>
                  <a:pt x="631305" y="84333"/>
                </a:lnTo>
                <a:lnTo>
                  <a:pt x="632007" y="85107"/>
                </a:lnTo>
                <a:lnTo>
                  <a:pt x="632735" y="85852"/>
                </a:lnTo>
                <a:lnTo>
                  <a:pt x="633483" y="86566"/>
                </a:lnTo>
                <a:lnTo>
                  <a:pt x="634251" y="87249"/>
                </a:lnTo>
                <a:lnTo>
                  <a:pt x="635040" y="87899"/>
                </a:lnTo>
                <a:lnTo>
                  <a:pt x="635850" y="88518"/>
                </a:lnTo>
                <a:lnTo>
                  <a:pt x="636679" y="89105"/>
                </a:lnTo>
                <a:lnTo>
                  <a:pt x="637529" y="89660"/>
                </a:lnTo>
                <a:lnTo>
                  <a:pt x="638400" y="90184"/>
                </a:lnTo>
                <a:lnTo>
                  <a:pt x="639291" y="90676"/>
                </a:lnTo>
                <a:lnTo>
                  <a:pt x="640202" y="91136"/>
                </a:lnTo>
                <a:lnTo>
                  <a:pt x="641134" y="91564"/>
                </a:lnTo>
                <a:lnTo>
                  <a:pt x="642086" y="91961"/>
                </a:lnTo>
                <a:lnTo>
                  <a:pt x="643058" y="92326"/>
                </a:lnTo>
                <a:lnTo>
                  <a:pt x="644051" y="92659"/>
                </a:lnTo>
                <a:lnTo>
                  <a:pt x="645065" y="92960"/>
                </a:lnTo>
                <a:lnTo>
                  <a:pt x="646098" y="93230"/>
                </a:lnTo>
                <a:lnTo>
                  <a:pt x="647152" y="93468"/>
                </a:lnTo>
                <a:lnTo>
                  <a:pt x="648227" y="93674"/>
                </a:lnTo>
                <a:lnTo>
                  <a:pt x="649322" y="93849"/>
                </a:lnTo>
                <a:lnTo>
                  <a:pt x="650437" y="93991"/>
                </a:lnTo>
                <a:lnTo>
                  <a:pt x="651573" y="94102"/>
                </a:lnTo>
                <a:lnTo>
                  <a:pt x="652729" y="94182"/>
                </a:lnTo>
                <a:lnTo>
                  <a:pt x="653905" y="94229"/>
                </a:lnTo>
                <a:lnTo>
                  <a:pt x="655102" y="94245"/>
                </a:lnTo>
                <a:lnTo>
                  <a:pt x="656155" y="94235"/>
                </a:lnTo>
                <a:lnTo>
                  <a:pt x="657190" y="94203"/>
                </a:lnTo>
                <a:lnTo>
                  <a:pt x="658208" y="94151"/>
                </a:lnTo>
                <a:lnTo>
                  <a:pt x="659207" y="94078"/>
                </a:lnTo>
                <a:lnTo>
                  <a:pt x="660188" y="93984"/>
                </a:lnTo>
                <a:lnTo>
                  <a:pt x="661152" y="93868"/>
                </a:lnTo>
                <a:lnTo>
                  <a:pt x="662097" y="93732"/>
                </a:lnTo>
                <a:lnTo>
                  <a:pt x="663025" y="93575"/>
                </a:lnTo>
                <a:lnTo>
                  <a:pt x="663935" y="93397"/>
                </a:lnTo>
                <a:lnTo>
                  <a:pt x="664827" y="93198"/>
                </a:lnTo>
                <a:lnTo>
                  <a:pt x="665700" y="92979"/>
                </a:lnTo>
                <a:lnTo>
                  <a:pt x="666556" y="92738"/>
                </a:lnTo>
                <a:lnTo>
                  <a:pt x="667394" y="92476"/>
                </a:lnTo>
                <a:lnTo>
                  <a:pt x="668215" y="92193"/>
                </a:lnTo>
                <a:lnTo>
                  <a:pt x="669017" y="91890"/>
                </a:lnTo>
                <a:lnTo>
                  <a:pt x="669801" y="91565"/>
                </a:lnTo>
                <a:lnTo>
                  <a:pt x="670568" y="91220"/>
                </a:lnTo>
                <a:lnTo>
                  <a:pt x="671316" y="90853"/>
                </a:lnTo>
                <a:lnTo>
                  <a:pt x="672047" y="90466"/>
                </a:lnTo>
                <a:lnTo>
                  <a:pt x="672759" y="90058"/>
                </a:lnTo>
                <a:lnTo>
                  <a:pt x="673454" y="89628"/>
                </a:lnTo>
                <a:lnTo>
                  <a:pt x="674131" y="89178"/>
                </a:lnTo>
                <a:lnTo>
                  <a:pt x="674790" y="88707"/>
                </a:lnTo>
                <a:lnTo>
                  <a:pt x="675431" y="88215"/>
                </a:lnTo>
                <a:lnTo>
                  <a:pt x="676054" y="87703"/>
                </a:lnTo>
                <a:lnTo>
                  <a:pt x="676661" y="87170"/>
                </a:lnTo>
                <a:lnTo>
                  <a:pt x="677250" y="86617"/>
                </a:lnTo>
                <a:lnTo>
                  <a:pt x="677822" y="86044"/>
                </a:lnTo>
                <a:lnTo>
                  <a:pt x="678378" y="85452"/>
                </a:lnTo>
                <a:lnTo>
                  <a:pt x="678916" y="84839"/>
                </a:lnTo>
                <a:lnTo>
                  <a:pt x="679437" y="84206"/>
                </a:lnTo>
                <a:lnTo>
                  <a:pt x="679941" y="83553"/>
                </a:lnTo>
                <a:lnTo>
                  <a:pt x="680428" y="82879"/>
                </a:lnTo>
                <a:lnTo>
                  <a:pt x="680898" y="82186"/>
                </a:lnTo>
                <a:lnTo>
                  <a:pt x="681351" y="81473"/>
                </a:lnTo>
                <a:lnTo>
                  <a:pt x="681787" y="80739"/>
                </a:lnTo>
                <a:lnTo>
                  <a:pt x="682206" y="79986"/>
                </a:lnTo>
                <a:lnTo>
                  <a:pt x="682608" y="79213"/>
                </a:lnTo>
                <a:lnTo>
                  <a:pt x="682993" y="78419"/>
                </a:lnTo>
                <a:lnTo>
                  <a:pt x="683361" y="77605"/>
                </a:lnTo>
                <a:lnTo>
                  <a:pt x="683711" y="76771"/>
                </a:lnTo>
                <a:lnTo>
                  <a:pt x="684045" y="75918"/>
                </a:lnTo>
                <a:lnTo>
                  <a:pt x="684361" y="75044"/>
                </a:lnTo>
                <a:lnTo>
                  <a:pt x="684661" y="74150"/>
                </a:lnTo>
                <a:lnTo>
                  <a:pt x="684943" y="73236"/>
                </a:lnTo>
                <a:lnTo>
                  <a:pt x="685209" y="72302"/>
                </a:lnTo>
                <a:lnTo>
                  <a:pt x="685457" y="71347"/>
                </a:lnTo>
                <a:lnTo>
                  <a:pt x="685688" y="70373"/>
                </a:lnTo>
                <a:lnTo>
                  <a:pt x="668530" y="67389"/>
                </a:lnTo>
                <a:lnTo>
                  <a:pt x="668418" y="67957"/>
                </a:lnTo>
                <a:lnTo>
                  <a:pt x="668300" y="68511"/>
                </a:lnTo>
                <a:lnTo>
                  <a:pt x="668175" y="69051"/>
                </a:lnTo>
                <a:lnTo>
                  <a:pt x="668043" y="69576"/>
                </a:lnTo>
                <a:lnTo>
                  <a:pt x="667905" y="70088"/>
                </a:lnTo>
                <a:lnTo>
                  <a:pt x="667761" y="70585"/>
                </a:lnTo>
                <a:lnTo>
                  <a:pt x="667610" y="71068"/>
                </a:lnTo>
                <a:lnTo>
                  <a:pt x="667453" y="71537"/>
                </a:lnTo>
                <a:lnTo>
                  <a:pt x="667289" y="71992"/>
                </a:lnTo>
                <a:lnTo>
                  <a:pt x="667119" y="72433"/>
                </a:lnTo>
                <a:lnTo>
                  <a:pt x="666942" y="72859"/>
                </a:lnTo>
                <a:lnTo>
                  <a:pt x="666758" y="73272"/>
                </a:lnTo>
                <a:lnTo>
                  <a:pt x="666569" y="73670"/>
                </a:lnTo>
                <a:lnTo>
                  <a:pt x="666373" y="74054"/>
                </a:lnTo>
                <a:lnTo>
                  <a:pt x="666170" y="74424"/>
                </a:lnTo>
                <a:lnTo>
                  <a:pt x="665961" y="74780"/>
                </a:lnTo>
                <a:lnTo>
                  <a:pt x="665745" y="75122"/>
                </a:lnTo>
                <a:lnTo>
                  <a:pt x="665523" y="75449"/>
                </a:lnTo>
                <a:lnTo>
                  <a:pt x="665294" y="75763"/>
                </a:lnTo>
                <a:lnTo>
                  <a:pt x="665059" y="76062"/>
                </a:lnTo>
                <a:lnTo>
                  <a:pt x="664818" y="76347"/>
                </a:lnTo>
                <a:lnTo>
                  <a:pt x="664570" y="76619"/>
                </a:lnTo>
                <a:lnTo>
                  <a:pt x="664315" y="76875"/>
                </a:lnTo>
                <a:lnTo>
                  <a:pt x="664054" y="77118"/>
                </a:lnTo>
                <a:lnTo>
                  <a:pt x="663787" y="77349"/>
                </a:lnTo>
                <a:lnTo>
                  <a:pt x="663513" y="77570"/>
                </a:lnTo>
                <a:lnTo>
                  <a:pt x="663233" y="77781"/>
                </a:lnTo>
                <a:lnTo>
                  <a:pt x="662947" y="77983"/>
                </a:lnTo>
                <a:lnTo>
                  <a:pt x="662655" y="78174"/>
                </a:lnTo>
                <a:lnTo>
                  <a:pt x="662356" y="78356"/>
                </a:lnTo>
                <a:lnTo>
                  <a:pt x="662051" y="78528"/>
                </a:lnTo>
                <a:lnTo>
                  <a:pt x="661740" y="78690"/>
                </a:lnTo>
                <a:lnTo>
                  <a:pt x="661423" y="78842"/>
                </a:lnTo>
                <a:lnTo>
                  <a:pt x="661099" y="78984"/>
                </a:lnTo>
                <a:lnTo>
                  <a:pt x="660769" y="79117"/>
                </a:lnTo>
                <a:lnTo>
                  <a:pt x="660433" y="79240"/>
                </a:lnTo>
                <a:lnTo>
                  <a:pt x="660091" y="79353"/>
                </a:lnTo>
                <a:lnTo>
                  <a:pt x="659742" y="79456"/>
                </a:lnTo>
                <a:lnTo>
                  <a:pt x="659387" y="79549"/>
                </a:lnTo>
                <a:lnTo>
                  <a:pt x="659026" y="79633"/>
                </a:lnTo>
                <a:lnTo>
                  <a:pt x="658658" y="79706"/>
                </a:lnTo>
                <a:lnTo>
                  <a:pt x="658284" y="79770"/>
                </a:lnTo>
                <a:lnTo>
                  <a:pt x="657904" y="79824"/>
                </a:lnTo>
                <a:lnTo>
                  <a:pt x="657518" y="79868"/>
                </a:lnTo>
                <a:lnTo>
                  <a:pt x="657125" y="79903"/>
                </a:lnTo>
                <a:lnTo>
                  <a:pt x="656727" y="79927"/>
                </a:lnTo>
                <a:lnTo>
                  <a:pt x="656322" y="79942"/>
                </a:lnTo>
                <a:lnTo>
                  <a:pt x="655910" y="79947"/>
                </a:lnTo>
                <a:lnTo>
                  <a:pt x="655361" y="79938"/>
                </a:lnTo>
                <a:lnTo>
                  <a:pt x="654820" y="79913"/>
                </a:lnTo>
                <a:lnTo>
                  <a:pt x="654290" y="79871"/>
                </a:lnTo>
                <a:lnTo>
                  <a:pt x="653768" y="79813"/>
                </a:lnTo>
                <a:lnTo>
                  <a:pt x="653256" y="79737"/>
                </a:lnTo>
                <a:lnTo>
                  <a:pt x="652753" y="79645"/>
                </a:lnTo>
                <a:lnTo>
                  <a:pt x="652260" y="79536"/>
                </a:lnTo>
                <a:lnTo>
                  <a:pt x="651776" y="79410"/>
                </a:lnTo>
                <a:lnTo>
                  <a:pt x="651302" y="79267"/>
                </a:lnTo>
                <a:lnTo>
                  <a:pt x="650837" y="79108"/>
                </a:lnTo>
                <a:lnTo>
                  <a:pt x="650381" y="78931"/>
                </a:lnTo>
                <a:lnTo>
                  <a:pt x="649934" y="78738"/>
                </a:lnTo>
                <a:lnTo>
                  <a:pt x="649498" y="78529"/>
                </a:lnTo>
                <a:lnTo>
                  <a:pt x="649070" y="78302"/>
                </a:lnTo>
                <a:lnTo>
                  <a:pt x="648652" y="78059"/>
                </a:lnTo>
                <a:lnTo>
                  <a:pt x="648243" y="77799"/>
                </a:lnTo>
                <a:lnTo>
                  <a:pt x="647844" y="77522"/>
                </a:lnTo>
                <a:lnTo>
                  <a:pt x="647454" y="77228"/>
                </a:lnTo>
                <a:lnTo>
                  <a:pt x="647073" y="76918"/>
                </a:lnTo>
                <a:lnTo>
                  <a:pt x="646702" y="76590"/>
                </a:lnTo>
                <a:lnTo>
                  <a:pt x="646340" y="76246"/>
                </a:lnTo>
                <a:lnTo>
                  <a:pt x="645988" y="75885"/>
                </a:lnTo>
                <a:lnTo>
                  <a:pt x="645644" y="75508"/>
                </a:lnTo>
                <a:lnTo>
                  <a:pt x="645311" y="75113"/>
                </a:lnTo>
                <a:lnTo>
                  <a:pt x="644989" y="74698"/>
                </a:lnTo>
                <a:lnTo>
                  <a:pt x="644680" y="74260"/>
                </a:lnTo>
                <a:lnTo>
                  <a:pt x="644386" y="73797"/>
                </a:lnTo>
                <a:lnTo>
                  <a:pt x="644105" y="73310"/>
                </a:lnTo>
                <a:lnTo>
                  <a:pt x="643837" y="72800"/>
                </a:lnTo>
                <a:lnTo>
                  <a:pt x="643584" y="72266"/>
                </a:lnTo>
                <a:lnTo>
                  <a:pt x="643344" y="71707"/>
                </a:lnTo>
                <a:lnTo>
                  <a:pt x="643118" y="71125"/>
                </a:lnTo>
                <a:lnTo>
                  <a:pt x="642905" y="70519"/>
                </a:lnTo>
                <a:lnTo>
                  <a:pt x="642706" y="69890"/>
                </a:lnTo>
                <a:lnTo>
                  <a:pt x="642521" y="69236"/>
                </a:lnTo>
                <a:lnTo>
                  <a:pt x="642350" y="68558"/>
                </a:lnTo>
                <a:lnTo>
                  <a:pt x="642192" y="67857"/>
                </a:lnTo>
                <a:lnTo>
                  <a:pt x="642049" y="67131"/>
                </a:lnTo>
                <a:lnTo>
                  <a:pt x="641918" y="66382"/>
                </a:lnTo>
                <a:lnTo>
                  <a:pt x="641802" y="65609"/>
                </a:lnTo>
                <a:lnTo>
                  <a:pt x="641699" y="64812"/>
                </a:lnTo>
                <a:lnTo>
                  <a:pt x="641610" y="63991"/>
                </a:lnTo>
                <a:lnTo>
                  <a:pt x="641535" y="63146"/>
                </a:lnTo>
                <a:lnTo>
                  <a:pt x="641473" y="62277"/>
                </a:lnTo>
                <a:lnTo>
                  <a:pt x="641425" y="61384"/>
                </a:lnTo>
                <a:lnTo>
                  <a:pt x="641391" y="60468"/>
                </a:lnTo>
                <a:lnTo>
                  <a:pt x="641370" y="59528"/>
                </a:lnTo>
                <a:lnTo>
                  <a:pt x="641363" y="58563"/>
                </a:lnTo>
                <a:lnTo>
                  <a:pt x="641370" y="57696"/>
                </a:lnTo>
                <a:lnTo>
                  <a:pt x="641390" y="56849"/>
                </a:lnTo>
                <a:lnTo>
                  <a:pt x="641424" y="56024"/>
                </a:lnTo>
                <a:lnTo>
                  <a:pt x="641471" y="55219"/>
                </a:lnTo>
                <a:lnTo>
                  <a:pt x="641532" y="54436"/>
                </a:lnTo>
                <a:lnTo>
                  <a:pt x="641606" y="53673"/>
                </a:lnTo>
                <a:lnTo>
                  <a:pt x="641694" y="52932"/>
                </a:lnTo>
                <a:lnTo>
                  <a:pt x="641795" y="52211"/>
                </a:lnTo>
                <a:lnTo>
                  <a:pt x="641910" y="51511"/>
                </a:lnTo>
                <a:lnTo>
                  <a:pt x="642038" y="50833"/>
                </a:lnTo>
                <a:lnTo>
                  <a:pt x="642179" y="50175"/>
                </a:lnTo>
                <a:lnTo>
                  <a:pt x="642335" y="49538"/>
                </a:lnTo>
                <a:lnTo>
                  <a:pt x="642503" y="48923"/>
                </a:lnTo>
                <a:lnTo>
                  <a:pt x="642685" y="48328"/>
                </a:lnTo>
                <a:lnTo>
                  <a:pt x="642881" y="47754"/>
                </a:lnTo>
                <a:lnTo>
                  <a:pt x="643090" y="47201"/>
                </a:lnTo>
                <a:lnTo>
                  <a:pt x="643313" y="46670"/>
                </a:lnTo>
                <a:lnTo>
                  <a:pt x="643549" y="46159"/>
                </a:lnTo>
                <a:lnTo>
                  <a:pt x="643798" y="45669"/>
                </a:lnTo>
                <a:lnTo>
                  <a:pt x="644061" y="45200"/>
                </a:lnTo>
                <a:lnTo>
                  <a:pt x="644338" y="44752"/>
                </a:lnTo>
                <a:lnTo>
                  <a:pt x="644628" y="44325"/>
                </a:lnTo>
                <a:lnTo>
                  <a:pt x="644932" y="43919"/>
                </a:lnTo>
                <a:lnTo>
                  <a:pt x="645249" y="43534"/>
                </a:lnTo>
                <a:lnTo>
                  <a:pt x="645577" y="43168"/>
                </a:lnTo>
                <a:lnTo>
                  <a:pt x="645915" y="42817"/>
                </a:lnTo>
                <a:lnTo>
                  <a:pt x="646261" y="42481"/>
                </a:lnTo>
                <a:lnTo>
                  <a:pt x="646617" y="42161"/>
                </a:lnTo>
                <a:lnTo>
                  <a:pt x="646982" y="41857"/>
                </a:lnTo>
                <a:lnTo>
                  <a:pt x="647357" y="41569"/>
                </a:lnTo>
                <a:lnTo>
                  <a:pt x="647740" y="41295"/>
                </a:lnTo>
                <a:lnTo>
                  <a:pt x="648133" y="41038"/>
                </a:lnTo>
                <a:lnTo>
                  <a:pt x="648534" y="40796"/>
                </a:lnTo>
                <a:lnTo>
                  <a:pt x="648945" y="40570"/>
                </a:lnTo>
                <a:lnTo>
                  <a:pt x="649365" y="40359"/>
                </a:lnTo>
                <a:lnTo>
                  <a:pt x="649795" y="40164"/>
                </a:lnTo>
                <a:lnTo>
                  <a:pt x="650233" y="39985"/>
                </a:lnTo>
                <a:lnTo>
                  <a:pt x="650681" y="39821"/>
                </a:lnTo>
                <a:lnTo>
                  <a:pt x="651138" y="39673"/>
                </a:lnTo>
                <a:lnTo>
                  <a:pt x="651604" y="39540"/>
                </a:lnTo>
                <a:lnTo>
                  <a:pt x="652079" y="39423"/>
                </a:lnTo>
                <a:lnTo>
                  <a:pt x="652563" y="39322"/>
                </a:lnTo>
                <a:lnTo>
                  <a:pt x="653057" y="39236"/>
                </a:lnTo>
                <a:lnTo>
                  <a:pt x="653559" y="39166"/>
                </a:lnTo>
                <a:lnTo>
                  <a:pt x="654071" y="39111"/>
                </a:lnTo>
                <a:lnTo>
                  <a:pt x="654592" y="39072"/>
                </a:lnTo>
                <a:lnTo>
                  <a:pt x="655122" y="39049"/>
                </a:lnTo>
                <a:lnTo>
                  <a:pt x="655662" y="39041"/>
                </a:lnTo>
                <a:lnTo>
                  <a:pt x="656068" y="39045"/>
                </a:lnTo>
                <a:lnTo>
                  <a:pt x="656467" y="39059"/>
                </a:lnTo>
                <a:lnTo>
                  <a:pt x="656861" y="39081"/>
                </a:lnTo>
                <a:lnTo>
                  <a:pt x="657248" y="39113"/>
                </a:lnTo>
                <a:lnTo>
                  <a:pt x="657628" y="39154"/>
                </a:lnTo>
                <a:lnTo>
                  <a:pt x="658003" y="39203"/>
                </a:lnTo>
                <a:lnTo>
                  <a:pt x="658370" y="39262"/>
                </a:lnTo>
                <a:lnTo>
                  <a:pt x="658732" y="39329"/>
                </a:lnTo>
                <a:lnTo>
                  <a:pt x="659087" y="39406"/>
                </a:lnTo>
                <a:lnTo>
                  <a:pt x="659436" y="39492"/>
                </a:lnTo>
                <a:lnTo>
                  <a:pt x="659778" y="39586"/>
                </a:lnTo>
                <a:lnTo>
                  <a:pt x="660114" y="39690"/>
                </a:lnTo>
                <a:lnTo>
                  <a:pt x="660444" y="39802"/>
                </a:lnTo>
                <a:lnTo>
                  <a:pt x="660767" y="39924"/>
                </a:lnTo>
                <a:lnTo>
                  <a:pt x="661084" y="40055"/>
                </a:lnTo>
                <a:lnTo>
                  <a:pt x="661395" y="40194"/>
                </a:lnTo>
                <a:lnTo>
                  <a:pt x="661699" y="40343"/>
                </a:lnTo>
                <a:lnTo>
                  <a:pt x="661997" y="40501"/>
                </a:lnTo>
                <a:lnTo>
                  <a:pt x="662288" y="40668"/>
                </a:lnTo>
                <a:lnTo>
                  <a:pt x="662573" y="40843"/>
                </a:lnTo>
                <a:lnTo>
                  <a:pt x="662852" y="41028"/>
                </a:lnTo>
                <a:lnTo>
                  <a:pt x="663124" y="41222"/>
                </a:lnTo>
                <a:lnTo>
                  <a:pt x="663390" y="41425"/>
                </a:lnTo>
                <a:lnTo>
                  <a:pt x="663650" y="41636"/>
                </a:lnTo>
                <a:lnTo>
                  <a:pt x="663903" y="41857"/>
                </a:lnTo>
                <a:lnTo>
                  <a:pt x="664148" y="42087"/>
                </a:lnTo>
                <a:lnTo>
                  <a:pt x="664385" y="42325"/>
                </a:lnTo>
                <a:lnTo>
                  <a:pt x="664615" y="42572"/>
                </a:lnTo>
                <a:lnTo>
                  <a:pt x="664837" y="42828"/>
                </a:lnTo>
                <a:lnTo>
                  <a:pt x="665051" y="43092"/>
                </a:lnTo>
                <a:lnTo>
                  <a:pt x="665257" y="43366"/>
                </a:lnTo>
                <a:lnTo>
                  <a:pt x="665456" y="43648"/>
                </a:lnTo>
                <a:lnTo>
                  <a:pt x="665648" y="43939"/>
                </a:lnTo>
                <a:lnTo>
                  <a:pt x="665831" y="44239"/>
                </a:lnTo>
                <a:lnTo>
                  <a:pt x="666007" y="44548"/>
                </a:lnTo>
                <a:lnTo>
                  <a:pt x="666176" y="44865"/>
                </a:lnTo>
                <a:lnTo>
                  <a:pt x="666336" y="45191"/>
                </a:lnTo>
                <a:lnTo>
                  <a:pt x="666489" y="45526"/>
                </a:lnTo>
                <a:lnTo>
                  <a:pt x="666635" y="45870"/>
                </a:lnTo>
                <a:lnTo>
                  <a:pt x="666772" y="46223"/>
                </a:lnTo>
                <a:lnTo>
                  <a:pt x="666902" y="46584"/>
                </a:lnTo>
                <a:lnTo>
                  <a:pt x="667025" y="46955"/>
                </a:lnTo>
                <a:lnTo>
                  <a:pt x="667139" y="47334"/>
                </a:lnTo>
                <a:lnTo>
                  <a:pt x="667246" y="47721"/>
                </a:lnTo>
                <a:lnTo>
                  <a:pt x="667346" y="48118"/>
                </a:lnTo>
                <a:lnTo>
                  <a:pt x="667437" y="48523"/>
                </a:lnTo>
                <a:lnTo>
                  <a:pt x="667521" y="48938"/>
                </a:lnTo>
                <a:lnTo>
                  <a:pt x="667598" y="49361"/>
                </a:lnTo>
                <a:lnTo>
                  <a:pt x="684818" y="46252"/>
                </a:lnTo>
                <a:lnTo>
                  <a:pt x="684552" y="45376"/>
                </a:lnTo>
                <a:lnTo>
                  <a:pt x="684272" y="44518"/>
                </a:lnTo>
                <a:lnTo>
                  <a:pt x="683978" y="43680"/>
                </a:lnTo>
                <a:lnTo>
                  <a:pt x="683670" y="42860"/>
                </a:lnTo>
                <a:close/>
                <a:moveTo>
                  <a:pt x="736515" y="62506"/>
                </a:moveTo>
                <a:lnTo>
                  <a:pt x="736582" y="63401"/>
                </a:lnTo>
                <a:lnTo>
                  <a:pt x="736664" y="64283"/>
                </a:lnTo>
                <a:lnTo>
                  <a:pt x="736761" y="65153"/>
                </a:lnTo>
                <a:lnTo>
                  <a:pt x="736873" y="66011"/>
                </a:lnTo>
                <a:lnTo>
                  <a:pt x="736999" y="66857"/>
                </a:lnTo>
                <a:lnTo>
                  <a:pt x="737141" y="67692"/>
                </a:lnTo>
                <a:lnTo>
                  <a:pt x="737297" y="68514"/>
                </a:lnTo>
                <a:lnTo>
                  <a:pt x="737469" y="69324"/>
                </a:lnTo>
                <a:lnTo>
                  <a:pt x="737655" y="70122"/>
                </a:lnTo>
                <a:lnTo>
                  <a:pt x="737856" y="70909"/>
                </a:lnTo>
                <a:lnTo>
                  <a:pt x="738072" y="71683"/>
                </a:lnTo>
                <a:lnTo>
                  <a:pt x="738303" y="72445"/>
                </a:lnTo>
                <a:lnTo>
                  <a:pt x="738548" y="73196"/>
                </a:lnTo>
                <a:lnTo>
                  <a:pt x="738809" y="73934"/>
                </a:lnTo>
                <a:lnTo>
                  <a:pt x="739085" y="74661"/>
                </a:lnTo>
                <a:lnTo>
                  <a:pt x="739375" y="75375"/>
                </a:lnTo>
                <a:lnTo>
                  <a:pt x="739680" y="76077"/>
                </a:lnTo>
                <a:lnTo>
                  <a:pt x="740001" y="76768"/>
                </a:lnTo>
                <a:lnTo>
                  <a:pt x="740336" y="77446"/>
                </a:lnTo>
                <a:lnTo>
                  <a:pt x="740686" y="78113"/>
                </a:lnTo>
                <a:lnTo>
                  <a:pt x="741050" y="78767"/>
                </a:lnTo>
                <a:lnTo>
                  <a:pt x="741428" y="79407"/>
                </a:lnTo>
                <a:lnTo>
                  <a:pt x="741820" y="80035"/>
                </a:lnTo>
                <a:lnTo>
                  <a:pt x="742225" y="80649"/>
                </a:lnTo>
                <a:lnTo>
                  <a:pt x="742644" y="81250"/>
                </a:lnTo>
                <a:lnTo>
                  <a:pt x="743077" y="81837"/>
                </a:lnTo>
                <a:lnTo>
                  <a:pt x="743524" y="82411"/>
                </a:lnTo>
                <a:lnTo>
                  <a:pt x="743984" y="82972"/>
                </a:lnTo>
                <a:lnTo>
                  <a:pt x="744458" y="83520"/>
                </a:lnTo>
                <a:lnTo>
                  <a:pt x="744946" y="84054"/>
                </a:lnTo>
                <a:lnTo>
                  <a:pt x="745447" y="84576"/>
                </a:lnTo>
                <a:lnTo>
                  <a:pt x="745962" y="85083"/>
                </a:lnTo>
                <a:lnTo>
                  <a:pt x="746491" y="85578"/>
                </a:lnTo>
                <a:lnTo>
                  <a:pt x="747033" y="86059"/>
                </a:lnTo>
                <a:lnTo>
                  <a:pt x="747590" y="86527"/>
                </a:lnTo>
                <a:lnTo>
                  <a:pt x="748160" y="86982"/>
                </a:lnTo>
                <a:lnTo>
                  <a:pt x="748743" y="87424"/>
                </a:lnTo>
                <a:lnTo>
                  <a:pt x="749341" y="87852"/>
                </a:lnTo>
                <a:lnTo>
                  <a:pt x="749952" y="88267"/>
                </a:lnTo>
                <a:lnTo>
                  <a:pt x="750576" y="88668"/>
                </a:lnTo>
                <a:lnTo>
                  <a:pt x="751215" y="89057"/>
                </a:lnTo>
                <a:lnTo>
                  <a:pt x="751867" y="89432"/>
                </a:lnTo>
                <a:lnTo>
                  <a:pt x="752533" y="89794"/>
                </a:lnTo>
                <a:lnTo>
                  <a:pt x="753212" y="90142"/>
                </a:lnTo>
                <a:lnTo>
                  <a:pt x="753900" y="90477"/>
                </a:lnTo>
                <a:lnTo>
                  <a:pt x="754591" y="90798"/>
                </a:lnTo>
                <a:lnTo>
                  <a:pt x="755285" y="91104"/>
                </a:lnTo>
                <a:lnTo>
                  <a:pt x="755981" y="91396"/>
                </a:lnTo>
                <a:lnTo>
                  <a:pt x="756681" y="91674"/>
                </a:lnTo>
                <a:lnTo>
                  <a:pt x="757383" y="91937"/>
                </a:lnTo>
                <a:lnTo>
                  <a:pt x="758089" y="92187"/>
                </a:lnTo>
                <a:lnTo>
                  <a:pt x="758797" y="92422"/>
                </a:lnTo>
                <a:lnTo>
                  <a:pt x="759508" y="92643"/>
                </a:lnTo>
                <a:lnTo>
                  <a:pt x="760222" y="92849"/>
                </a:lnTo>
                <a:lnTo>
                  <a:pt x="760939" y="93041"/>
                </a:lnTo>
                <a:lnTo>
                  <a:pt x="761659" y="93220"/>
                </a:lnTo>
                <a:lnTo>
                  <a:pt x="762382" y="93383"/>
                </a:lnTo>
                <a:lnTo>
                  <a:pt x="763108" y="93533"/>
                </a:lnTo>
                <a:lnTo>
                  <a:pt x="763837" y="93668"/>
                </a:lnTo>
                <a:lnTo>
                  <a:pt x="764568" y="93789"/>
                </a:lnTo>
                <a:lnTo>
                  <a:pt x="765303" y="93896"/>
                </a:lnTo>
                <a:lnTo>
                  <a:pt x="766040" y="93989"/>
                </a:lnTo>
                <a:lnTo>
                  <a:pt x="766780" y="94067"/>
                </a:lnTo>
                <a:lnTo>
                  <a:pt x="767524" y="94131"/>
                </a:lnTo>
                <a:lnTo>
                  <a:pt x="768270" y="94181"/>
                </a:lnTo>
                <a:lnTo>
                  <a:pt x="769019" y="94217"/>
                </a:lnTo>
                <a:lnTo>
                  <a:pt x="769771" y="94238"/>
                </a:lnTo>
                <a:lnTo>
                  <a:pt x="770526" y="94245"/>
                </a:lnTo>
                <a:lnTo>
                  <a:pt x="771740" y="94228"/>
                </a:lnTo>
                <a:lnTo>
                  <a:pt x="772936" y="94177"/>
                </a:lnTo>
                <a:lnTo>
                  <a:pt x="774116" y="94091"/>
                </a:lnTo>
                <a:lnTo>
                  <a:pt x="775277" y="93972"/>
                </a:lnTo>
                <a:lnTo>
                  <a:pt x="776422" y="93818"/>
                </a:lnTo>
                <a:lnTo>
                  <a:pt x="777549" y="93629"/>
                </a:lnTo>
                <a:lnTo>
                  <a:pt x="778659" y="93407"/>
                </a:lnTo>
                <a:lnTo>
                  <a:pt x="779751" y="93150"/>
                </a:lnTo>
                <a:lnTo>
                  <a:pt x="780826" y="92860"/>
                </a:lnTo>
                <a:lnTo>
                  <a:pt x="781883" y="92535"/>
                </a:lnTo>
                <a:lnTo>
                  <a:pt x="782923" y="92175"/>
                </a:lnTo>
                <a:lnTo>
                  <a:pt x="783946" y="91782"/>
                </a:lnTo>
                <a:lnTo>
                  <a:pt x="784952" y="91354"/>
                </a:lnTo>
                <a:lnTo>
                  <a:pt x="785940" y="90892"/>
                </a:lnTo>
                <a:lnTo>
                  <a:pt x="786910" y="90396"/>
                </a:lnTo>
                <a:lnTo>
                  <a:pt x="787864" y="89866"/>
                </a:lnTo>
                <a:lnTo>
                  <a:pt x="788800" y="89301"/>
                </a:lnTo>
                <a:lnTo>
                  <a:pt x="789718" y="88703"/>
                </a:lnTo>
                <a:lnTo>
                  <a:pt x="790619" y="88070"/>
                </a:lnTo>
                <a:lnTo>
                  <a:pt x="791503" y="87403"/>
                </a:lnTo>
                <a:lnTo>
                  <a:pt x="792369" y="86701"/>
                </a:lnTo>
                <a:lnTo>
                  <a:pt x="793218" y="85966"/>
                </a:lnTo>
                <a:lnTo>
                  <a:pt x="794050" y="85196"/>
                </a:lnTo>
                <a:lnTo>
                  <a:pt x="794864" y="84392"/>
                </a:lnTo>
                <a:lnTo>
                  <a:pt x="795653" y="83562"/>
                </a:lnTo>
                <a:lnTo>
                  <a:pt x="796408" y="82714"/>
                </a:lnTo>
                <a:lnTo>
                  <a:pt x="797130" y="81848"/>
                </a:lnTo>
                <a:lnTo>
                  <a:pt x="797818" y="80965"/>
                </a:lnTo>
                <a:lnTo>
                  <a:pt x="798473" y="80064"/>
                </a:lnTo>
                <a:lnTo>
                  <a:pt x="799094" y="79145"/>
                </a:lnTo>
                <a:lnTo>
                  <a:pt x="799681" y="78208"/>
                </a:lnTo>
                <a:lnTo>
                  <a:pt x="800235" y="77253"/>
                </a:lnTo>
                <a:lnTo>
                  <a:pt x="800755" y="76280"/>
                </a:lnTo>
                <a:lnTo>
                  <a:pt x="801242" y="75290"/>
                </a:lnTo>
                <a:lnTo>
                  <a:pt x="801695" y="74282"/>
                </a:lnTo>
                <a:lnTo>
                  <a:pt x="802115" y="73256"/>
                </a:lnTo>
                <a:lnTo>
                  <a:pt x="802501" y="72212"/>
                </a:lnTo>
                <a:lnTo>
                  <a:pt x="802853" y="71151"/>
                </a:lnTo>
                <a:lnTo>
                  <a:pt x="803172" y="70072"/>
                </a:lnTo>
                <a:lnTo>
                  <a:pt x="803457" y="68974"/>
                </a:lnTo>
                <a:lnTo>
                  <a:pt x="803709" y="67859"/>
                </a:lnTo>
                <a:lnTo>
                  <a:pt x="803927" y="66727"/>
                </a:lnTo>
                <a:lnTo>
                  <a:pt x="804112" y="65576"/>
                </a:lnTo>
                <a:lnTo>
                  <a:pt x="804263" y="64408"/>
                </a:lnTo>
                <a:lnTo>
                  <a:pt x="804380" y="63221"/>
                </a:lnTo>
                <a:lnTo>
                  <a:pt x="804464" y="62017"/>
                </a:lnTo>
                <a:lnTo>
                  <a:pt x="804514" y="60796"/>
                </a:lnTo>
                <a:lnTo>
                  <a:pt x="804531" y="59556"/>
                </a:lnTo>
                <a:lnTo>
                  <a:pt x="804515" y="58327"/>
                </a:lnTo>
                <a:lnTo>
                  <a:pt x="804465" y="57115"/>
                </a:lnTo>
                <a:lnTo>
                  <a:pt x="804382" y="55922"/>
                </a:lnTo>
                <a:lnTo>
                  <a:pt x="804265" y="54746"/>
                </a:lnTo>
                <a:lnTo>
                  <a:pt x="804116" y="53588"/>
                </a:lnTo>
                <a:lnTo>
                  <a:pt x="803933" y="52448"/>
                </a:lnTo>
                <a:lnTo>
                  <a:pt x="803717" y="51325"/>
                </a:lnTo>
                <a:lnTo>
                  <a:pt x="803468" y="50221"/>
                </a:lnTo>
                <a:lnTo>
                  <a:pt x="803185" y="49134"/>
                </a:lnTo>
                <a:lnTo>
                  <a:pt x="802869" y="48065"/>
                </a:lnTo>
                <a:lnTo>
                  <a:pt x="802520" y="47014"/>
                </a:lnTo>
                <a:lnTo>
                  <a:pt x="802138" y="45980"/>
                </a:lnTo>
                <a:lnTo>
                  <a:pt x="801722" y="44965"/>
                </a:lnTo>
                <a:lnTo>
                  <a:pt x="801274" y="43967"/>
                </a:lnTo>
                <a:lnTo>
                  <a:pt x="800792" y="42987"/>
                </a:lnTo>
                <a:lnTo>
                  <a:pt x="800276" y="42025"/>
                </a:lnTo>
                <a:lnTo>
                  <a:pt x="799728" y="41081"/>
                </a:lnTo>
                <a:lnTo>
                  <a:pt x="799146" y="40154"/>
                </a:lnTo>
                <a:lnTo>
                  <a:pt x="798531" y="39245"/>
                </a:lnTo>
                <a:lnTo>
                  <a:pt x="797883" y="38354"/>
                </a:lnTo>
                <a:lnTo>
                  <a:pt x="797201" y="37481"/>
                </a:lnTo>
                <a:lnTo>
                  <a:pt x="796487" y="36626"/>
                </a:lnTo>
                <a:lnTo>
                  <a:pt x="795739" y="35789"/>
                </a:lnTo>
                <a:lnTo>
                  <a:pt x="794958" y="34969"/>
                </a:lnTo>
                <a:lnTo>
                  <a:pt x="794150" y="34175"/>
                </a:lnTo>
                <a:lnTo>
                  <a:pt x="793324" y="33415"/>
                </a:lnTo>
                <a:lnTo>
                  <a:pt x="792480" y="32689"/>
                </a:lnTo>
                <a:lnTo>
                  <a:pt x="791616" y="31996"/>
                </a:lnTo>
                <a:lnTo>
                  <a:pt x="790734" y="31337"/>
                </a:lnTo>
                <a:lnTo>
                  <a:pt x="789833" y="30712"/>
                </a:lnTo>
                <a:lnTo>
                  <a:pt x="788913" y="30121"/>
                </a:lnTo>
                <a:lnTo>
                  <a:pt x="787974" y="29564"/>
                </a:lnTo>
                <a:lnTo>
                  <a:pt x="787017" y="29040"/>
                </a:lnTo>
                <a:lnTo>
                  <a:pt x="786040" y="28550"/>
                </a:lnTo>
                <a:lnTo>
                  <a:pt x="785045" y="28094"/>
                </a:lnTo>
                <a:lnTo>
                  <a:pt x="784032" y="27672"/>
                </a:lnTo>
                <a:lnTo>
                  <a:pt x="782999" y="27284"/>
                </a:lnTo>
                <a:lnTo>
                  <a:pt x="781948" y="26929"/>
                </a:lnTo>
                <a:lnTo>
                  <a:pt x="780878" y="26608"/>
                </a:lnTo>
                <a:lnTo>
                  <a:pt x="779789" y="26321"/>
                </a:lnTo>
                <a:lnTo>
                  <a:pt x="778681" y="26067"/>
                </a:lnTo>
                <a:lnTo>
                  <a:pt x="777555" y="25848"/>
                </a:lnTo>
                <a:lnTo>
                  <a:pt x="776409" y="25662"/>
                </a:lnTo>
                <a:lnTo>
                  <a:pt x="775245" y="25510"/>
                </a:lnTo>
                <a:lnTo>
                  <a:pt x="774063" y="25392"/>
                </a:lnTo>
                <a:lnTo>
                  <a:pt x="772861" y="25307"/>
                </a:lnTo>
                <a:lnTo>
                  <a:pt x="771641" y="25257"/>
                </a:lnTo>
                <a:lnTo>
                  <a:pt x="770402" y="25240"/>
                </a:lnTo>
                <a:lnTo>
                  <a:pt x="769597" y="25247"/>
                </a:lnTo>
                <a:lnTo>
                  <a:pt x="768798" y="25270"/>
                </a:lnTo>
                <a:lnTo>
                  <a:pt x="768006" y="25307"/>
                </a:lnTo>
                <a:lnTo>
                  <a:pt x="767220" y="25359"/>
                </a:lnTo>
                <a:lnTo>
                  <a:pt x="766440" y="25426"/>
                </a:lnTo>
                <a:lnTo>
                  <a:pt x="765667" y="25508"/>
                </a:lnTo>
                <a:lnTo>
                  <a:pt x="764900" y="25605"/>
                </a:lnTo>
                <a:lnTo>
                  <a:pt x="764140" y="25716"/>
                </a:lnTo>
                <a:lnTo>
                  <a:pt x="763386" y="25843"/>
                </a:lnTo>
                <a:lnTo>
                  <a:pt x="762638" y="25985"/>
                </a:lnTo>
                <a:lnTo>
                  <a:pt x="761897" y="26141"/>
                </a:lnTo>
                <a:lnTo>
                  <a:pt x="761162" y="26312"/>
                </a:lnTo>
                <a:lnTo>
                  <a:pt x="760433" y="26498"/>
                </a:lnTo>
                <a:lnTo>
                  <a:pt x="759711" y="26699"/>
                </a:lnTo>
                <a:lnTo>
                  <a:pt x="758995" y="26915"/>
                </a:lnTo>
                <a:lnTo>
                  <a:pt x="758286" y="27146"/>
                </a:lnTo>
                <a:lnTo>
                  <a:pt x="757583" y="27392"/>
                </a:lnTo>
                <a:lnTo>
                  <a:pt x="756886" y="27653"/>
                </a:lnTo>
                <a:lnTo>
                  <a:pt x="756196" y="27928"/>
                </a:lnTo>
                <a:lnTo>
                  <a:pt x="755512" y="28219"/>
                </a:lnTo>
                <a:lnTo>
                  <a:pt x="754834" y="28524"/>
                </a:lnTo>
                <a:lnTo>
                  <a:pt x="754163" y="28844"/>
                </a:lnTo>
                <a:lnTo>
                  <a:pt x="753498" y="29179"/>
                </a:lnTo>
                <a:lnTo>
                  <a:pt x="752839" y="29529"/>
                </a:lnTo>
                <a:lnTo>
                  <a:pt x="752190" y="29894"/>
                </a:lnTo>
                <a:lnTo>
                  <a:pt x="751553" y="30271"/>
                </a:lnTo>
                <a:lnTo>
                  <a:pt x="750929" y="30662"/>
                </a:lnTo>
                <a:lnTo>
                  <a:pt x="750317" y="31066"/>
                </a:lnTo>
                <a:lnTo>
                  <a:pt x="749718" y="31484"/>
                </a:lnTo>
                <a:lnTo>
                  <a:pt x="749131" y="31915"/>
                </a:lnTo>
                <a:lnTo>
                  <a:pt x="748556" y="32359"/>
                </a:lnTo>
                <a:lnTo>
                  <a:pt x="747994" y="32817"/>
                </a:lnTo>
                <a:lnTo>
                  <a:pt x="747444" y="33289"/>
                </a:lnTo>
                <a:lnTo>
                  <a:pt x="746907" y="33773"/>
                </a:lnTo>
                <a:lnTo>
                  <a:pt x="746381" y="34271"/>
                </a:lnTo>
                <a:lnTo>
                  <a:pt x="745869" y="34782"/>
                </a:lnTo>
                <a:lnTo>
                  <a:pt x="745369" y="35307"/>
                </a:lnTo>
                <a:lnTo>
                  <a:pt x="744881" y="35845"/>
                </a:lnTo>
                <a:lnTo>
                  <a:pt x="744406" y="36397"/>
                </a:lnTo>
                <a:lnTo>
                  <a:pt x="743943" y="36962"/>
                </a:lnTo>
                <a:lnTo>
                  <a:pt x="743492" y="37540"/>
                </a:lnTo>
                <a:lnTo>
                  <a:pt x="743054" y="38132"/>
                </a:lnTo>
                <a:lnTo>
                  <a:pt x="742628" y="38737"/>
                </a:lnTo>
                <a:lnTo>
                  <a:pt x="742215" y="39355"/>
                </a:lnTo>
                <a:lnTo>
                  <a:pt x="741814" y="39987"/>
                </a:lnTo>
                <a:lnTo>
                  <a:pt x="741425" y="40632"/>
                </a:lnTo>
                <a:lnTo>
                  <a:pt x="741049" y="41291"/>
                </a:lnTo>
                <a:lnTo>
                  <a:pt x="740686" y="41963"/>
                </a:lnTo>
                <a:lnTo>
                  <a:pt x="740336" y="42642"/>
                </a:lnTo>
                <a:lnTo>
                  <a:pt x="740001" y="43324"/>
                </a:lnTo>
                <a:lnTo>
                  <a:pt x="739680" y="44007"/>
                </a:lnTo>
                <a:lnTo>
                  <a:pt x="739375" y="44693"/>
                </a:lnTo>
                <a:lnTo>
                  <a:pt x="739085" y="45380"/>
                </a:lnTo>
                <a:lnTo>
                  <a:pt x="738809" y="46070"/>
                </a:lnTo>
                <a:lnTo>
                  <a:pt x="738548" y="46761"/>
                </a:lnTo>
                <a:lnTo>
                  <a:pt x="738303" y="47454"/>
                </a:lnTo>
                <a:lnTo>
                  <a:pt x="738072" y="48149"/>
                </a:lnTo>
                <a:lnTo>
                  <a:pt x="737856" y="48846"/>
                </a:lnTo>
                <a:lnTo>
                  <a:pt x="737655" y="49546"/>
                </a:lnTo>
                <a:lnTo>
                  <a:pt x="737469" y="50247"/>
                </a:lnTo>
                <a:lnTo>
                  <a:pt x="737297" y="50949"/>
                </a:lnTo>
                <a:lnTo>
                  <a:pt x="737141" y="51654"/>
                </a:lnTo>
                <a:lnTo>
                  <a:pt x="736999" y="52361"/>
                </a:lnTo>
                <a:lnTo>
                  <a:pt x="736873" y="53070"/>
                </a:lnTo>
                <a:lnTo>
                  <a:pt x="736761" y="53781"/>
                </a:lnTo>
                <a:lnTo>
                  <a:pt x="736664" y="54493"/>
                </a:lnTo>
                <a:lnTo>
                  <a:pt x="736582" y="55208"/>
                </a:lnTo>
                <a:lnTo>
                  <a:pt x="736515" y="55924"/>
                </a:lnTo>
                <a:lnTo>
                  <a:pt x="736463" y="56643"/>
                </a:lnTo>
                <a:lnTo>
                  <a:pt x="736426" y="57363"/>
                </a:lnTo>
                <a:lnTo>
                  <a:pt x="736404" y="58086"/>
                </a:lnTo>
                <a:lnTo>
                  <a:pt x="736396" y="58810"/>
                </a:lnTo>
                <a:lnTo>
                  <a:pt x="736404" y="59752"/>
                </a:lnTo>
                <a:lnTo>
                  <a:pt x="736426" y="60682"/>
                </a:lnTo>
                <a:lnTo>
                  <a:pt x="736463" y="61600"/>
                </a:lnTo>
                <a:lnTo>
                  <a:pt x="736515" y="62506"/>
                </a:lnTo>
                <a:close/>
                <a:moveTo>
                  <a:pt x="754430" y="56606"/>
                </a:moveTo>
                <a:lnTo>
                  <a:pt x="754503" y="55862"/>
                </a:lnTo>
                <a:lnTo>
                  <a:pt x="754592" y="55133"/>
                </a:lnTo>
                <a:lnTo>
                  <a:pt x="754697" y="54421"/>
                </a:lnTo>
                <a:lnTo>
                  <a:pt x="754818" y="53724"/>
                </a:lnTo>
                <a:lnTo>
                  <a:pt x="754956" y="53044"/>
                </a:lnTo>
                <a:lnTo>
                  <a:pt x="755110" y="52379"/>
                </a:lnTo>
                <a:lnTo>
                  <a:pt x="755280" y="51730"/>
                </a:lnTo>
                <a:lnTo>
                  <a:pt x="755466" y="51097"/>
                </a:lnTo>
                <a:lnTo>
                  <a:pt x="755668" y="50480"/>
                </a:lnTo>
                <a:lnTo>
                  <a:pt x="755887" y="49879"/>
                </a:lnTo>
                <a:lnTo>
                  <a:pt x="756122" y="49294"/>
                </a:lnTo>
                <a:lnTo>
                  <a:pt x="756373" y="48725"/>
                </a:lnTo>
                <a:lnTo>
                  <a:pt x="756640" y="48172"/>
                </a:lnTo>
                <a:lnTo>
                  <a:pt x="756923" y="47635"/>
                </a:lnTo>
                <a:lnTo>
                  <a:pt x="757222" y="47113"/>
                </a:lnTo>
                <a:lnTo>
                  <a:pt x="757538" y="46608"/>
                </a:lnTo>
                <a:lnTo>
                  <a:pt x="757870" y="46118"/>
                </a:lnTo>
                <a:lnTo>
                  <a:pt x="758218" y="45644"/>
                </a:lnTo>
                <a:lnTo>
                  <a:pt x="758582" y="45187"/>
                </a:lnTo>
                <a:lnTo>
                  <a:pt x="758963" y="44745"/>
                </a:lnTo>
                <a:lnTo>
                  <a:pt x="759355" y="44320"/>
                </a:lnTo>
                <a:lnTo>
                  <a:pt x="759755" y="43913"/>
                </a:lnTo>
                <a:lnTo>
                  <a:pt x="760162" y="43524"/>
                </a:lnTo>
                <a:lnTo>
                  <a:pt x="760577" y="43154"/>
                </a:lnTo>
                <a:lnTo>
                  <a:pt x="761000" y="42801"/>
                </a:lnTo>
                <a:lnTo>
                  <a:pt x="761430" y="42467"/>
                </a:lnTo>
                <a:lnTo>
                  <a:pt x="761868" y="42151"/>
                </a:lnTo>
                <a:lnTo>
                  <a:pt x="762313" y="41852"/>
                </a:lnTo>
                <a:lnTo>
                  <a:pt x="762766" y="41572"/>
                </a:lnTo>
                <a:lnTo>
                  <a:pt x="763226" y="41310"/>
                </a:lnTo>
                <a:lnTo>
                  <a:pt x="763694" y="41066"/>
                </a:lnTo>
                <a:lnTo>
                  <a:pt x="764169" y="40840"/>
                </a:lnTo>
                <a:lnTo>
                  <a:pt x="764652" y="40632"/>
                </a:lnTo>
                <a:lnTo>
                  <a:pt x="765143" y="40442"/>
                </a:lnTo>
                <a:lnTo>
                  <a:pt x="765641" y="40270"/>
                </a:lnTo>
                <a:lnTo>
                  <a:pt x="766147" y="40117"/>
                </a:lnTo>
                <a:lnTo>
                  <a:pt x="766660" y="39981"/>
                </a:lnTo>
                <a:lnTo>
                  <a:pt x="767181" y="39864"/>
                </a:lnTo>
                <a:lnTo>
                  <a:pt x="767709" y="39764"/>
                </a:lnTo>
                <a:lnTo>
                  <a:pt x="768245" y="39683"/>
                </a:lnTo>
                <a:lnTo>
                  <a:pt x="768788" y="39620"/>
                </a:lnTo>
                <a:lnTo>
                  <a:pt x="769339" y="39574"/>
                </a:lnTo>
                <a:lnTo>
                  <a:pt x="769898" y="39547"/>
                </a:lnTo>
                <a:lnTo>
                  <a:pt x="770464" y="39538"/>
                </a:lnTo>
                <a:lnTo>
                  <a:pt x="771030" y="39547"/>
                </a:lnTo>
                <a:lnTo>
                  <a:pt x="771588" y="39574"/>
                </a:lnTo>
                <a:lnTo>
                  <a:pt x="772139" y="39620"/>
                </a:lnTo>
                <a:lnTo>
                  <a:pt x="772682" y="39683"/>
                </a:lnTo>
                <a:lnTo>
                  <a:pt x="773217" y="39764"/>
                </a:lnTo>
                <a:lnTo>
                  <a:pt x="773745" y="39864"/>
                </a:lnTo>
                <a:lnTo>
                  <a:pt x="774265" y="39981"/>
                </a:lnTo>
                <a:lnTo>
                  <a:pt x="774777" y="40117"/>
                </a:lnTo>
                <a:lnTo>
                  <a:pt x="775282" y="40270"/>
                </a:lnTo>
                <a:lnTo>
                  <a:pt x="775779" y="40442"/>
                </a:lnTo>
                <a:lnTo>
                  <a:pt x="776269" y="40632"/>
                </a:lnTo>
                <a:lnTo>
                  <a:pt x="776750" y="40840"/>
                </a:lnTo>
                <a:lnTo>
                  <a:pt x="777224" y="41066"/>
                </a:lnTo>
                <a:lnTo>
                  <a:pt x="777691" y="41310"/>
                </a:lnTo>
                <a:lnTo>
                  <a:pt x="778150" y="41572"/>
                </a:lnTo>
                <a:lnTo>
                  <a:pt x="778601" y="41852"/>
                </a:lnTo>
                <a:lnTo>
                  <a:pt x="779044" y="42151"/>
                </a:lnTo>
                <a:lnTo>
                  <a:pt x="779480" y="42467"/>
                </a:lnTo>
                <a:lnTo>
                  <a:pt x="779908" y="42801"/>
                </a:lnTo>
                <a:lnTo>
                  <a:pt x="780328" y="43154"/>
                </a:lnTo>
                <a:lnTo>
                  <a:pt x="780741" y="43524"/>
                </a:lnTo>
                <a:lnTo>
                  <a:pt x="781146" y="43913"/>
                </a:lnTo>
                <a:lnTo>
                  <a:pt x="781544" y="44320"/>
                </a:lnTo>
                <a:lnTo>
                  <a:pt x="781934" y="44745"/>
                </a:lnTo>
                <a:lnTo>
                  <a:pt x="782311" y="45186"/>
                </a:lnTo>
                <a:lnTo>
                  <a:pt x="782673" y="45643"/>
                </a:lnTo>
                <a:lnTo>
                  <a:pt x="783019" y="46116"/>
                </a:lnTo>
                <a:lnTo>
                  <a:pt x="783349" y="46604"/>
                </a:lnTo>
                <a:lnTo>
                  <a:pt x="783662" y="47108"/>
                </a:lnTo>
                <a:lnTo>
                  <a:pt x="783960" y="47627"/>
                </a:lnTo>
                <a:lnTo>
                  <a:pt x="784241" y="48161"/>
                </a:lnTo>
                <a:lnTo>
                  <a:pt x="784507" y="48711"/>
                </a:lnTo>
                <a:lnTo>
                  <a:pt x="784756" y="49277"/>
                </a:lnTo>
                <a:lnTo>
                  <a:pt x="784989" y="49858"/>
                </a:lnTo>
                <a:lnTo>
                  <a:pt x="785206" y="50454"/>
                </a:lnTo>
                <a:lnTo>
                  <a:pt x="785407" y="51066"/>
                </a:lnTo>
                <a:lnTo>
                  <a:pt x="785592" y="51694"/>
                </a:lnTo>
                <a:lnTo>
                  <a:pt x="785761" y="52337"/>
                </a:lnTo>
                <a:lnTo>
                  <a:pt x="785914" y="52995"/>
                </a:lnTo>
                <a:lnTo>
                  <a:pt x="786050" y="53669"/>
                </a:lnTo>
                <a:lnTo>
                  <a:pt x="786171" y="54359"/>
                </a:lnTo>
                <a:lnTo>
                  <a:pt x="786276" y="55064"/>
                </a:lnTo>
                <a:lnTo>
                  <a:pt x="786364" y="55784"/>
                </a:lnTo>
                <a:lnTo>
                  <a:pt x="786436" y="56520"/>
                </a:lnTo>
                <a:lnTo>
                  <a:pt x="786493" y="57271"/>
                </a:lnTo>
                <a:lnTo>
                  <a:pt x="786533" y="58038"/>
                </a:lnTo>
                <a:lnTo>
                  <a:pt x="786557" y="58820"/>
                </a:lnTo>
                <a:lnTo>
                  <a:pt x="786565" y="59618"/>
                </a:lnTo>
                <a:lnTo>
                  <a:pt x="786557" y="60436"/>
                </a:lnTo>
                <a:lnTo>
                  <a:pt x="786533" y="61238"/>
                </a:lnTo>
                <a:lnTo>
                  <a:pt x="786493" y="62024"/>
                </a:lnTo>
                <a:lnTo>
                  <a:pt x="786436" y="62793"/>
                </a:lnTo>
                <a:lnTo>
                  <a:pt x="786364" y="63545"/>
                </a:lnTo>
                <a:lnTo>
                  <a:pt x="786276" y="64282"/>
                </a:lnTo>
                <a:lnTo>
                  <a:pt x="786171" y="65002"/>
                </a:lnTo>
                <a:lnTo>
                  <a:pt x="786050" y="65705"/>
                </a:lnTo>
                <a:lnTo>
                  <a:pt x="785914" y="66393"/>
                </a:lnTo>
                <a:lnTo>
                  <a:pt x="785761" y="67064"/>
                </a:lnTo>
                <a:lnTo>
                  <a:pt x="785592" y="67718"/>
                </a:lnTo>
                <a:lnTo>
                  <a:pt x="785407" y="68357"/>
                </a:lnTo>
                <a:lnTo>
                  <a:pt x="785206" y="68978"/>
                </a:lnTo>
                <a:lnTo>
                  <a:pt x="784989" y="69584"/>
                </a:lnTo>
                <a:lnTo>
                  <a:pt x="784756" y="70173"/>
                </a:lnTo>
                <a:lnTo>
                  <a:pt x="784507" y="70746"/>
                </a:lnTo>
                <a:lnTo>
                  <a:pt x="784241" y="71303"/>
                </a:lnTo>
                <a:lnTo>
                  <a:pt x="783960" y="71843"/>
                </a:lnTo>
                <a:lnTo>
                  <a:pt x="783662" y="72367"/>
                </a:lnTo>
                <a:lnTo>
                  <a:pt x="783349" y="72874"/>
                </a:lnTo>
                <a:lnTo>
                  <a:pt x="783019" y="73365"/>
                </a:lnTo>
                <a:lnTo>
                  <a:pt x="782673" y="73840"/>
                </a:lnTo>
                <a:lnTo>
                  <a:pt x="782311" y="74298"/>
                </a:lnTo>
                <a:lnTo>
                  <a:pt x="781934" y="74740"/>
                </a:lnTo>
                <a:lnTo>
                  <a:pt x="781544" y="75165"/>
                </a:lnTo>
                <a:lnTo>
                  <a:pt x="781146" y="75572"/>
                </a:lnTo>
                <a:lnTo>
                  <a:pt x="780741" y="75961"/>
                </a:lnTo>
                <a:lnTo>
                  <a:pt x="780328" y="76331"/>
                </a:lnTo>
                <a:lnTo>
                  <a:pt x="779908" y="76684"/>
                </a:lnTo>
                <a:lnTo>
                  <a:pt x="779480" y="77018"/>
                </a:lnTo>
                <a:lnTo>
                  <a:pt x="779044" y="77335"/>
                </a:lnTo>
                <a:lnTo>
                  <a:pt x="778601" y="77633"/>
                </a:lnTo>
                <a:lnTo>
                  <a:pt x="778150" y="77913"/>
                </a:lnTo>
                <a:lnTo>
                  <a:pt x="777691" y="78175"/>
                </a:lnTo>
                <a:lnTo>
                  <a:pt x="777224" y="78419"/>
                </a:lnTo>
                <a:lnTo>
                  <a:pt x="776750" y="78645"/>
                </a:lnTo>
                <a:lnTo>
                  <a:pt x="776269" y="78853"/>
                </a:lnTo>
                <a:lnTo>
                  <a:pt x="775779" y="79043"/>
                </a:lnTo>
                <a:lnTo>
                  <a:pt x="775282" y="79215"/>
                </a:lnTo>
                <a:lnTo>
                  <a:pt x="774777" y="79368"/>
                </a:lnTo>
                <a:lnTo>
                  <a:pt x="774265" y="79504"/>
                </a:lnTo>
                <a:lnTo>
                  <a:pt x="773745" y="79621"/>
                </a:lnTo>
                <a:lnTo>
                  <a:pt x="773217" y="79721"/>
                </a:lnTo>
                <a:lnTo>
                  <a:pt x="772682" y="79802"/>
                </a:lnTo>
                <a:lnTo>
                  <a:pt x="772139" y="79866"/>
                </a:lnTo>
                <a:lnTo>
                  <a:pt x="771588" y="79911"/>
                </a:lnTo>
                <a:lnTo>
                  <a:pt x="771030" y="79938"/>
                </a:lnTo>
                <a:lnTo>
                  <a:pt x="770464" y="79947"/>
                </a:lnTo>
                <a:lnTo>
                  <a:pt x="769898" y="79938"/>
                </a:lnTo>
                <a:lnTo>
                  <a:pt x="769339" y="79911"/>
                </a:lnTo>
                <a:lnTo>
                  <a:pt x="768788" y="79866"/>
                </a:lnTo>
                <a:lnTo>
                  <a:pt x="768245" y="79802"/>
                </a:lnTo>
                <a:lnTo>
                  <a:pt x="767709" y="79721"/>
                </a:lnTo>
                <a:lnTo>
                  <a:pt x="767181" y="79621"/>
                </a:lnTo>
                <a:lnTo>
                  <a:pt x="766660" y="79504"/>
                </a:lnTo>
                <a:lnTo>
                  <a:pt x="766147" y="79368"/>
                </a:lnTo>
                <a:lnTo>
                  <a:pt x="765641" y="79215"/>
                </a:lnTo>
                <a:lnTo>
                  <a:pt x="765143" y="79043"/>
                </a:lnTo>
                <a:lnTo>
                  <a:pt x="764652" y="78853"/>
                </a:lnTo>
                <a:lnTo>
                  <a:pt x="764169" y="78645"/>
                </a:lnTo>
                <a:lnTo>
                  <a:pt x="763694" y="78419"/>
                </a:lnTo>
                <a:lnTo>
                  <a:pt x="763226" y="78175"/>
                </a:lnTo>
                <a:lnTo>
                  <a:pt x="762766" y="77913"/>
                </a:lnTo>
                <a:lnTo>
                  <a:pt x="762313" y="77633"/>
                </a:lnTo>
                <a:lnTo>
                  <a:pt x="761868" y="77335"/>
                </a:lnTo>
                <a:lnTo>
                  <a:pt x="761430" y="77018"/>
                </a:lnTo>
                <a:lnTo>
                  <a:pt x="761000" y="76684"/>
                </a:lnTo>
                <a:lnTo>
                  <a:pt x="760577" y="76331"/>
                </a:lnTo>
                <a:lnTo>
                  <a:pt x="760162" y="75961"/>
                </a:lnTo>
                <a:lnTo>
                  <a:pt x="759755" y="75572"/>
                </a:lnTo>
                <a:lnTo>
                  <a:pt x="759355" y="75165"/>
                </a:lnTo>
                <a:lnTo>
                  <a:pt x="758963" y="74740"/>
                </a:lnTo>
                <a:lnTo>
                  <a:pt x="758582" y="74299"/>
                </a:lnTo>
                <a:lnTo>
                  <a:pt x="758218" y="73841"/>
                </a:lnTo>
                <a:lnTo>
                  <a:pt x="757870" y="73367"/>
                </a:lnTo>
                <a:lnTo>
                  <a:pt x="757538" y="72878"/>
                </a:lnTo>
                <a:lnTo>
                  <a:pt x="757222" y="72372"/>
                </a:lnTo>
                <a:lnTo>
                  <a:pt x="756923" y="71851"/>
                </a:lnTo>
                <a:lnTo>
                  <a:pt x="756640" y="71313"/>
                </a:lnTo>
                <a:lnTo>
                  <a:pt x="756373" y="70760"/>
                </a:lnTo>
                <a:lnTo>
                  <a:pt x="756122" y="70191"/>
                </a:lnTo>
                <a:lnTo>
                  <a:pt x="755887" y="69606"/>
                </a:lnTo>
                <a:lnTo>
                  <a:pt x="755668" y="69005"/>
                </a:lnTo>
                <a:lnTo>
                  <a:pt x="755466" y="68388"/>
                </a:lnTo>
                <a:lnTo>
                  <a:pt x="755280" y="67755"/>
                </a:lnTo>
                <a:lnTo>
                  <a:pt x="755110" y="67106"/>
                </a:lnTo>
                <a:lnTo>
                  <a:pt x="754956" y="66441"/>
                </a:lnTo>
                <a:lnTo>
                  <a:pt x="754818" y="65761"/>
                </a:lnTo>
                <a:lnTo>
                  <a:pt x="754697" y="65064"/>
                </a:lnTo>
                <a:lnTo>
                  <a:pt x="754592" y="64352"/>
                </a:lnTo>
                <a:lnTo>
                  <a:pt x="754503" y="63623"/>
                </a:lnTo>
                <a:lnTo>
                  <a:pt x="754430" y="62879"/>
                </a:lnTo>
                <a:lnTo>
                  <a:pt x="754373" y="62119"/>
                </a:lnTo>
                <a:lnTo>
                  <a:pt x="754333" y="61343"/>
                </a:lnTo>
                <a:lnTo>
                  <a:pt x="754308" y="60551"/>
                </a:lnTo>
                <a:lnTo>
                  <a:pt x="754300" y="59743"/>
                </a:lnTo>
                <a:lnTo>
                  <a:pt x="754308" y="58935"/>
                </a:lnTo>
                <a:lnTo>
                  <a:pt x="754333" y="58143"/>
                </a:lnTo>
                <a:lnTo>
                  <a:pt x="754373" y="57366"/>
                </a:lnTo>
                <a:lnTo>
                  <a:pt x="754430" y="5660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6CF2C8-E304-4F73-9A87-3D3499EA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80" y="2575263"/>
            <a:ext cx="1909773" cy="318295"/>
          </a:xfrm>
          <a:custGeom xmlns:a="http://schemas.openxmlformats.org/drawingml/2006/main">
            <a:pathLst>
              <a:path w="1909773" h="318295">
                <a:moveTo>
                  <a:pt x="0" y="0"/>
                </a:moveTo>
                <a:lnTo>
                  <a:pt x="1909773" y="0"/>
                </a:lnTo>
                <a:lnTo>
                  <a:pt x="1909773" y="318295"/>
                </a:lnTo>
                <a:lnTo>
                  <a:pt x="0" y="3182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514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5E57A-69B1-4D2F-BF6F-FB3972C3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80" y="2575263"/>
            <a:ext cx="1909773" cy="318295"/>
          </a:xfrm>
          <a:custGeom xmlns:a="http://schemas.openxmlformats.org/drawingml/2006/main">
            <a:pathLst>
              <a:path w="1909773" h="318295" fill="none">
                <a:moveTo>
                  <a:pt x="0" y="0"/>
                </a:moveTo>
                <a:lnTo>
                  <a:pt x="1909773" y="0"/>
                </a:lnTo>
                <a:lnTo>
                  <a:pt x="1909773" y="318295"/>
                </a:lnTo>
                <a:lnTo>
                  <a:pt x="0" y="31829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B20000"/>
            </a:solidFill>
            <a:miter/>
          </a:ln>
        </p:spPr>
      </p:sp>
      <p:sp>
        <p:nvSpPr>
          <p:cNvPr id="14" name="Text ScamGuard">
            <a:extLst xmlns:a="http://schemas.openxmlformats.org/drawingml/2006/main">
              <a:ext uri="{FF2B5EF4-FFF2-40B4-BE49-F238E27FC236}">
                <a16:creationId xmlns:a16="http://schemas.microsoft.com/office/drawing/2014/main" id="{0EF2F31A-D018-491B-824B-02805293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542" y="2678791"/>
            <a:ext cx="701934" cy="94494"/>
          </a:xfrm>
          <a:custGeom xmlns:a="http://schemas.openxmlformats.org/drawingml/2006/main">
            <a:pathLst>
              <a:path w="701934" h="94494">
                <a:moveTo>
                  <a:pt x="0" y="63162"/>
                </a:moveTo>
                <a:lnTo>
                  <a:pt x="17904" y="61421"/>
                </a:lnTo>
                <a:cubicBezTo>
                  <a:pt x="18982" y="67453"/>
                  <a:pt x="21168" y="71883"/>
                  <a:pt x="24463" y="74711"/>
                </a:cubicBezTo>
                <a:cubicBezTo>
                  <a:pt x="27758" y="77539"/>
                  <a:pt x="32203" y="78952"/>
                  <a:pt x="37798" y="78952"/>
                </a:cubicBezTo>
                <a:cubicBezTo>
                  <a:pt x="43724" y="78952"/>
                  <a:pt x="48190" y="77695"/>
                  <a:pt x="51195" y="75179"/>
                </a:cubicBezTo>
                <a:cubicBezTo>
                  <a:pt x="54199" y="72664"/>
                  <a:pt x="55702" y="69722"/>
                  <a:pt x="55702" y="66354"/>
                </a:cubicBezTo>
                <a:cubicBezTo>
                  <a:pt x="55702" y="64192"/>
                  <a:pt x="55070" y="62353"/>
                  <a:pt x="53806" y="60836"/>
                </a:cubicBezTo>
                <a:cubicBezTo>
                  <a:pt x="52542" y="59318"/>
                  <a:pt x="50335" y="57998"/>
                  <a:pt x="47185" y="56875"/>
                </a:cubicBezTo>
                <a:cubicBezTo>
                  <a:pt x="45030" y="56128"/>
                  <a:pt x="40118" y="54799"/>
                  <a:pt x="32451" y="52889"/>
                </a:cubicBezTo>
                <a:cubicBezTo>
                  <a:pt x="22587" y="50438"/>
                  <a:pt x="15666" y="47427"/>
                  <a:pt x="11687" y="43855"/>
                </a:cubicBezTo>
                <a:cubicBezTo>
                  <a:pt x="6092" y="38830"/>
                  <a:pt x="3295" y="32704"/>
                  <a:pt x="3295" y="25479"/>
                </a:cubicBezTo>
                <a:cubicBezTo>
                  <a:pt x="3295" y="20828"/>
                  <a:pt x="4611" y="16478"/>
                  <a:pt x="7242" y="12430"/>
                </a:cubicBezTo>
                <a:cubicBezTo>
                  <a:pt x="9874" y="8380"/>
                  <a:pt x="13666" y="5296"/>
                  <a:pt x="18619" y="3178"/>
                </a:cubicBezTo>
                <a:cubicBezTo>
                  <a:pt x="23572" y="1059"/>
                  <a:pt x="29550" y="0"/>
                  <a:pt x="36554" y="0"/>
                </a:cubicBezTo>
                <a:cubicBezTo>
                  <a:pt x="47993" y="0"/>
                  <a:pt x="56603" y="2519"/>
                  <a:pt x="62385" y="7557"/>
                </a:cubicBezTo>
                <a:cubicBezTo>
                  <a:pt x="68166" y="12594"/>
                  <a:pt x="71202" y="19317"/>
                  <a:pt x="71492" y="27727"/>
                </a:cubicBezTo>
                <a:lnTo>
                  <a:pt x="53091" y="28473"/>
                </a:lnTo>
                <a:cubicBezTo>
                  <a:pt x="52303" y="23789"/>
                  <a:pt x="50614" y="20422"/>
                  <a:pt x="48024" y="18370"/>
                </a:cubicBezTo>
                <a:cubicBezTo>
                  <a:pt x="45434" y="16319"/>
                  <a:pt x="41548" y="15293"/>
                  <a:pt x="36368" y="15293"/>
                </a:cubicBezTo>
                <a:cubicBezTo>
                  <a:pt x="31021" y="15293"/>
                  <a:pt x="26835" y="16392"/>
                  <a:pt x="23810" y="18590"/>
                </a:cubicBezTo>
                <a:cubicBezTo>
                  <a:pt x="21862" y="19999"/>
                  <a:pt x="20888" y="21885"/>
                  <a:pt x="20888" y="24249"/>
                </a:cubicBezTo>
                <a:cubicBezTo>
                  <a:pt x="20888" y="26405"/>
                  <a:pt x="21800" y="28250"/>
                  <a:pt x="23623" y="29784"/>
                </a:cubicBezTo>
                <a:cubicBezTo>
                  <a:pt x="25944" y="31733"/>
                  <a:pt x="31581" y="33766"/>
                  <a:pt x="40533" y="35884"/>
                </a:cubicBezTo>
                <a:cubicBezTo>
                  <a:pt x="49485" y="38002"/>
                  <a:pt x="56106" y="40192"/>
                  <a:pt x="60395" y="42456"/>
                </a:cubicBezTo>
                <a:cubicBezTo>
                  <a:pt x="64685" y="44719"/>
                  <a:pt x="68042" y="47812"/>
                  <a:pt x="70466" y="51737"/>
                </a:cubicBezTo>
                <a:cubicBezTo>
                  <a:pt x="72891" y="55660"/>
                  <a:pt x="74103" y="60507"/>
                  <a:pt x="74103" y="66280"/>
                </a:cubicBezTo>
                <a:cubicBezTo>
                  <a:pt x="74103" y="71511"/>
                  <a:pt x="72653" y="76410"/>
                  <a:pt x="69751" y="80978"/>
                </a:cubicBezTo>
                <a:cubicBezTo>
                  <a:pt x="66850" y="85546"/>
                  <a:pt x="62747" y="88941"/>
                  <a:pt x="57442" y="91162"/>
                </a:cubicBezTo>
                <a:cubicBezTo>
                  <a:pt x="52137" y="93383"/>
                  <a:pt x="45527" y="94494"/>
                  <a:pt x="37611" y="94494"/>
                </a:cubicBezTo>
                <a:cubicBezTo>
                  <a:pt x="26089" y="94494"/>
                  <a:pt x="17241" y="91826"/>
                  <a:pt x="11066" y="86490"/>
                </a:cubicBezTo>
                <a:cubicBezTo>
                  <a:pt x="4890" y="81154"/>
                  <a:pt x="1202" y="73378"/>
                  <a:pt x="0" y="63162"/>
                </a:cubicBezTo>
                <a:close/>
                <a:moveTo>
                  <a:pt x="147026" y="46252"/>
                </a:moveTo>
                <a:lnTo>
                  <a:pt x="129806" y="49361"/>
                </a:lnTo>
                <a:cubicBezTo>
                  <a:pt x="129226" y="45941"/>
                  <a:pt x="127910" y="43367"/>
                  <a:pt x="125858" y="41636"/>
                </a:cubicBezTo>
                <a:cubicBezTo>
                  <a:pt x="123807" y="39906"/>
                  <a:pt x="121144" y="39041"/>
                  <a:pt x="117870" y="39041"/>
                </a:cubicBezTo>
                <a:cubicBezTo>
                  <a:pt x="113518" y="39041"/>
                  <a:pt x="110047" y="40539"/>
                  <a:pt x="107457" y="43534"/>
                </a:cubicBezTo>
                <a:cubicBezTo>
                  <a:pt x="104866" y="46530"/>
                  <a:pt x="103571" y="51540"/>
                  <a:pt x="103571" y="58563"/>
                </a:cubicBezTo>
                <a:cubicBezTo>
                  <a:pt x="103571" y="66373"/>
                  <a:pt x="104887" y="71890"/>
                  <a:pt x="107519" y="75113"/>
                </a:cubicBezTo>
                <a:cubicBezTo>
                  <a:pt x="110151" y="78336"/>
                  <a:pt x="113684" y="79947"/>
                  <a:pt x="118118" y="79947"/>
                </a:cubicBezTo>
                <a:cubicBezTo>
                  <a:pt x="121434" y="79947"/>
                  <a:pt x="124149" y="79004"/>
                  <a:pt x="126262" y="77118"/>
                </a:cubicBezTo>
                <a:cubicBezTo>
                  <a:pt x="128376" y="75233"/>
                  <a:pt x="129868" y="71989"/>
                  <a:pt x="130738" y="67389"/>
                </a:cubicBezTo>
                <a:lnTo>
                  <a:pt x="147896" y="70373"/>
                </a:lnTo>
                <a:cubicBezTo>
                  <a:pt x="146114" y="78248"/>
                  <a:pt x="142695" y="84195"/>
                  <a:pt x="137639" y="88215"/>
                </a:cubicBezTo>
                <a:cubicBezTo>
                  <a:pt x="132583" y="92235"/>
                  <a:pt x="125806" y="94245"/>
                  <a:pt x="117310" y="94245"/>
                </a:cubicBezTo>
                <a:cubicBezTo>
                  <a:pt x="107654" y="94245"/>
                  <a:pt x="99955" y="91199"/>
                  <a:pt x="94215" y="85107"/>
                </a:cubicBezTo>
                <a:cubicBezTo>
                  <a:pt x="88475" y="79014"/>
                  <a:pt x="85605" y="70580"/>
                  <a:pt x="85605" y="59805"/>
                </a:cubicBezTo>
                <a:cubicBezTo>
                  <a:pt x="85605" y="48905"/>
                  <a:pt x="88485" y="40419"/>
                  <a:pt x="94246" y="34347"/>
                </a:cubicBezTo>
                <a:cubicBezTo>
                  <a:pt x="100007" y="28276"/>
                  <a:pt x="107799" y="25240"/>
                  <a:pt x="117621" y="25240"/>
                </a:cubicBezTo>
                <a:cubicBezTo>
                  <a:pt x="125661" y="25240"/>
                  <a:pt x="132054" y="26970"/>
                  <a:pt x="136800" y="30431"/>
                </a:cubicBezTo>
                <a:cubicBezTo>
                  <a:pt x="141545" y="33891"/>
                  <a:pt x="144954" y="39165"/>
                  <a:pt x="147026" y="46252"/>
                </a:cubicBezTo>
                <a:close/>
                <a:moveTo>
                  <a:pt x="173303" y="47123"/>
                </a:moveTo>
                <a:lnTo>
                  <a:pt x="157451" y="44263"/>
                </a:lnTo>
                <a:cubicBezTo>
                  <a:pt x="159233" y="37796"/>
                  <a:pt x="162300" y="33009"/>
                  <a:pt x="166651" y="29902"/>
                </a:cubicBezTo>
                <a:cubicBezTo>
                  <a:pt x="171003" y="26794"/>
                  <a:pt x="177469" y="25240"/>
                  <a:pt x="186048" y="25240"/>
                </a:cubicBezTo>
                <a:cubicBezTo>
                  <a:pt x="193839" y="25240"/>
                  <a:pt x="199641" y="26162"/>
                  <a:pt x="203454" y="28006"/>
                </a:cubicBezTo>
                <a:cubicBezTo>
                  <a:pt x="207267" y="29851"/>
                  <a:pt x="209951" y="32192"/>
                  <a:pt x="211505" y="35031"/>
                </a:cubicBezTo>
                <a:cubicBezTo>
                  <a:pt x="213059" y="37870"/>
                  <a:pt x="213836" y="43082"/>
                  <a:pt x="213836" y="50666"/>
                </a:cubicBezTo>
                <a:lnTo>
                  <a:pt x="213650" y="71057"/>
                </a:lnTo>
                <a:cubicBezTo>
                  <a:pt x="213650" y="76859"/>
                  <a:pt x="213930" y="81138"/>
                  <a:pt x="214489" y="83894"/>
                </a:cubicBezTo>
                <a:cubicBezTo>
                  <a:pt x="215049" y="86651"/>
                  <a:pt x="216095" y="89603"/>
                  <a:pt x="217628" y="92753"/>
                </a:cubicBezTo>
                <a:lnTo>
                  <a:pt x="200346" y="92753"/>
                </a:lnTo>
                <a:cubicBezTo>
                  <a:pt x="199890" y="91593"/>
                  <a:pt x="199331" y="89873"/>
                  <a:pt x="198668" y="87593"/>
                </a:cubicBezTo>
                <a:cubicBezTo>
                  <a:pt x="198377" y="86557"/>
                  <a:pt x="198170" y="85873"/>
                  <a:pt x="198046" y="85542"/>
                </a:cubicBezTo>
                <a:cubicBezTo>
                  <a:pt x="195062" y="88443"/>
                  <a:pt x="191871" y="90619"/>
                  <a:pt x="188472" y="92069"/>
                </a:cubicBezTo>
                <a:cubicBezTo>
                  <a:pt x="185074" y="93520"/>
                  <a:pt x="181447" y="94245"/>
                  <a:pt x="177593" y="94245"/>
                </a:cubicBezTo>
                <a:cubicBezTo>
                  <a:pt x="170796" y="94245"/>
                  <a:pt x="165439" y="92409"/>
                  <a:pt x="161523" y="88736"/>
                </a:cubicBezTo>
                <a:cubicBezTo>
                  <a:pt x="157606" y="85063"/>
                  <a:pt x="155648" y="80420"/>
                  <a:pt x="155648" y="74806"/>
                </a:cubicBezTo>
                <a:cubicBezTo>
                  <a:pt x="155648" y="71092"/>
                  <a:pt x="156539" y="67780"/>
                  <a:pt x="158321" y="64871"/>
                </a:cubicBezTo>
                <a:cubicBezTo>
                  <a:pt x="160103" y="61961"/>
                  <a:pt x="162600" y="59732"/>
                  <a:pt x="165812" y="58184"/>
                </a:cubicBezTo>
                <a:cubicBezTo>
                  <a:pt x="169024" y="56637"/>
                  <a:pt x="173656" y="55285"/>
                  <a:pt x="179707" y="54130"/>
                </a:cubicBezTo>
                <a:cubicBezTo>
                  <a:pt x="187871" y="52603"/>
                  <a:pt x="193528" y="51179"/>
                  <a:pt x="196678" y="49858"/>
                </a:cubicBezTo>
                <a:lnTo>
                  <a:pt x="196678" y="48098"/>
                </a:lnTo>
                <a:cubicBezTo>
                  <a:pt x="196678" y="44703"/>
                  <a:pt x="195849" y="42283"/>
                  <a:pt x="194191" y="40838"/>
                </a:cubicBezTo>
                <a:cubicBezTo>
                  <a:pt x="192534" y="39391"/>
                  <a:pt x="189405" y="38668"/>
                  <a:pt x="184804" y="38668"/>
                </a:cubicBezTo>
                <a:cubicBezTo>
                  <a:pt x="181696" y="38668"/>
                  <a:pt x="179271" y="39293"/>
                  <a:pt x="177531" y="40545"/>
                </a:cubicBezTo>
                <a:cubicBezTo>
                  <a:pt x="175790" y="41794"/>
                  <a:pt x="174381" y="43987"/>
                  <a:pt x="173303" y="47123"/>
                </a:cubicBezTo>
                <a:moveTo>
                  <a:pt x="196678" y="61297"/>
                </a:moveTo>
                <a:cubicBezTo>
                  <a:pt x="194440" y="62034"/>
                  <a:pt x="190897" y="62914"/>
                  <a:pt x="186048" y="63939"/>
                </a:cubicBezTo>
                <a:cubicBezTo>
                  <a:pt x="181199" y="64962"/>
                  <a:pt x="178028" y="65965"/>
                  <a:pt x="176536" y="66948"/>
                </a:cubicBezTo>
                <a:cubicBezTo>
                  <a:pt x="174257" y="68545"/>
                  <a:pt x="173117" y="70572"/>
                  <a:pt x="173117" y="73029"/>
                </a:cubicBezTo>
                <a:cubicBezTo>
                  <a:pt x="173117" y="75446"/>
                  <a:pt x="174029" y="77535"/>
                  <a:pt x="175852" y="79296"/>
                </a:cubicBezTo>
                <a:cubicBezTo>
                  <a:pt x="177676" y="81056"/>
                  <a:pt x="179997" y="81936"/>
                  <a:pt x="182815" y="81936"/>
                </a:cubicBezTo>
                <a:cubicBezTo>
                  <a:pt x="185965" y="81936"/>
                  <a:pt x="188969" y="80912"/>
                  <a:pt x="191829" y="78865"/>
                </a:cubicBezTo>
                <a:cubicBezTo>
                  <a:pt x="193943" y="77309"/>
                  <a:pt x="195331" y="75405"/>
                  <a:pt x="195994" y="73151"/>
                </a:cubicBezTo>
                <a:cubicBezTo>
                  <a:pt x="196450" y="71677"/>
                  <a:pt x="196678" y="68873"/>
                  <a:pt x="196678" y="64737"/>
                </a:cubicBezTo>
                <a:lnTo>
                  <a:pt x="196678" y="61297"/>
                </a:lnTo>
                <a:close/>
                <a:moveTo>
                  <a:pt x="229732" y="26732"/>
                </a:moveTo>
                <a:lnTo>
                  <a:pt x="245833" y="26732"/>
                </a:lnTo>
                <a:lnTo>
                  <a:pt x="245833" y="35746"/>
                </a:lnTo>
                <a:cubicBezTo>
                  <a:pt x="251594" y="28742"/>
                  <a:pt x="258453" y="25240"/>
                  <a:pt x="266410" y="25240"/>
                </a:cubicBezTo>
                <a:cubicBezTo>
                  <a:pt x="270638" y="25240"/>
                  <a:pt x="274305" y="26114"/>
                  <a:pt x="277414" y="27862"/>
                </a:cubicBezTo>
                <a:cubicBezTo>
                  <a:pt x="280522" y="29611"/>
                  <a:pt x="283071" y="32255"/>
                  <a:pt x="285060" y="35795"/>
                </a:cubicBezTo>
                <a:cubicBezTo>
                  <a:pt x="287961" y="32255"/>
                  <a:pt x="291091" y="29611"/>
                  <a:pt x="294448" y="27862"/>
                </a:cubicBezTo>
                <a:cubicBezTo>
                  <a:pt x="297805" y="26114"/>
                  <a:pt x="301390" y="25240"/>
                  <a:pt x="305202" y="25240"/>
                </a:cubicBezTo>
                <a:cubicBezTo>
                  <a:pt x="310051" y="25240"/>
                  <a:pt x="314154" y="26224"/>
                  <a:pt x="317512" y="28193"/>
                </a:cubicBezTo>
                <a:cubicBezTo>
                  <a:pt x="320869" y="30161"/>
                  <a:pt x="323376" y="33052"/>
                  <a:pt x="325034" y="36865"/>
                </a:cubicBezTo>
                <a:cubicBezTo>
                  <a:pt x="326236" y="39683"/>
                  <a:pt x="326837" y="44242"/>
                  <a:pt x="326837" y="50542"/>
                </a:cubicBezTo>
                <a:lnTo>
                  <a:pt x="326837" y="92753"/>
                </a:lnTo>
                <a:lnTo>
                  <a:pt x="309368" y="92753"/>
                </a:lnTo>
                <a:lnTo>
                  <a:pt x="309368" y="55061"/>
                </a:lnTo>
                <a:cubicBezTo>
                  <a:pt x="309368" y="48520"/>
                  <a:pt x="308767" y="44298"/>
                  <a:pt x="307565" y="42394"/>
                </a:cubicBezTo>
                <a:cubicBezTo>
                  <a:pt x="305948" y="39910"/>
                  <a:pt x="303462" y="38668"/>
                  <a:pt x="300105" y="38668"/>
                </a:cubicBezTo>
                <a:cubicBezTo>
                  <a:pt x="297659" y="38668"/>
                  <a:pt x="295359" y="39413"/>
                  <a:pt x="293204" y="40904"/>
                </a:cubicBezTo>
                <a:cubicBezTo>
                  <a:pt x="291049" y="42393"/>
                  <a:pt x="289495" y="44577"/>
                  <a:pt x="288542" y="47455"/>
                </a:cubicBezTo>
                <a:cubicBezTo>
                  <a:pt x="287588" y="50331"/>
                  <a:pt x="287112" y="54875"/>
                  <a:pt x="287112" y="61085"/>
                </a:cubicBezTo>
                <a:lnTo>
                  <a:pt x="287112" y="92753"/>
                </a:lnTo>
                <a:lnTo>
                  <a:pt x="269643" y="92753"/>
                </a:lnTo>
                <a:lnTo>
                  <a:pt x="269643" y="56613"/>
                </a:lnTo>
                <a:cubicBezTo>
                  <a:pt x="269643" y="50197"/>
                  <a:pt x="269332" y="46057"/>
                  <a:pt x="268710" y="44195"/>
                </a:cubicBezTo>
                <a:cubicBezTo>
                  <a:pt x="268089" y="42331"/>
                  <a:pt x="267125" y="40944"/>
                  <a:pt x="265820" y="40034"/>
                </a:cubicBezTo>
                <a:cubicBezTo>
                  <a:pt x="264514" y="39123"/>
                  <a:pt x="262742" y="38668"/>
                  <a:pt x="260504" y="38668"/>
                </a:cubicBezTo>
                <a:cubicBezTo>
                  <a:pt x="257810" y="38668"/>
                  <a:pt x="255386" y="39393"/>
                  <a:pt x="253231" y="40842"/>
                </a:cubicBezTo>
                <a:cubicBezTo>
                  <a:pt x="251076" y="42290"/>
                  <a:pt x="249532" y="44380"/>
                  <a:pt x="248599" y="47113"/>
                </a:cubicBezTo>
                <a:cubicBezTo>
                  <a:pt x="247667" y="49846"/>
                  <a:pt x="247201" y="54379"/>
                  <a:pt x="247201" y="60712"/>
                </a:cubicBezTo>
                <a:lnTo>
                  <a:pt x="247201" y="92753"/>
                </a:lnTo>
                <a:lnTo>
                  <a:pt x="229732" y="92753"/>
                </a:lnTo>
                <a:lnTo>
                  <a:pt x="229732" y="26732"/>
                </a:lnTo>
                <a:close/>
                <a:moveTo>
                  <a:pt x="386745" y="59307"/>
                </a:moveTo>
                <a:lnTo>
                  <a:pt x="386745" y="43890"/>
                </a:lnTo>
                <a:lnTo>
                  <a:pt x="426408" y="43890"/>
                </a:lnTo>
                <a:lnTo>
                  <a:pt x="426408" y="80201"/>
                </a:lnTo>
                <a:cubicBezTo>
                  <a:pt x="422553" y="83946"/>
                  <a:pt x="416969" y="87243"/>
                  <a:pt x="409654" y="90094"/>
                </a:cubicBezTo>
                <a:cubicBezTo>
                  <a:pt x="402339" y="92944"/>
                  <a:pt x="394931" y="94370"/>
                  <a:pt x="387429" y="94370"/>
                </a:cubicBezTo>
                <a:cubicBezTo>
                  <a:pt x="377897" y="94370"/>
                  <a:pt x="369587" y="92367"/>
                  <a:pt x="362500" y="88363"/>
                </a:cubicBezTo>
                <a:cubicBezTo>
                  <a:pt x="355413" y="84358"/>
                  <a:pt x="350087" y="78632"/>
                  <a:pt x="346523" y="71183"/>
                </a:cubicBezTo>
                <a:cubicBezTo>
                  <a:pt x="342959" y="63734"/>
                  <a:pt x="341177" y="55630"/>
                  <a:pt x="341177" y="46874"/>
                </a:cubicBezTo>
                <a:cubicBezTo>
                  <a:pt x="341177" y="37370"/>
                  <a:pt x="343166" y="28925"/>
                  <a:pt x="347145" y="21539"/>
                </a:cubicBezTo>
                <a:cubicBezTo>
                  <a:pt x="351124" y="14151"/>
                  <a:pt x="356946" y="8486"/>
                  <a:pt x="364614" y="4544"/>
                </a:cubicBezTo>
                <a:cubicBezTo>
                  <a:pt x="370457" y="1515"/>
                  <a:pt x="377731" y="0"/>
                  <a:pt x="386434" y="0"/>
                </a:cubicBezTo>
                <a:cubicBezTo>
                  <a:pt x="397749" y="0"/>
                  <a:pt x="406587" y="2379"/>
                  <a:pt x="412949" y="7136"/>
                </a:cubicBezTo>
                <a:cubicBezTo>
                  <a:pt x="419310" y="11891"/>
                  <a:pt x="423403" y="18465"/>
                  <a:pt x="425227" y="26856"/>
                </a:cubicBezTo>
                <a:lnTo>
                  <a:pt x="406950" y="30338"/>
                </a:lnTo>
                <a:cubicBezTo>
                  <a:pt x="405665" y="25842"/>
                  <a:pt x="403251" y="22294"/>
                  <a:pt x="399707" y="19693"/>
                </a:cubicBezTo>
                <a:cubicBezTo>
                  <a:pt x="396164" y="17091"/>
                  <a:pt x="391739" y="15790"/>
                  <a:pt x="386434" y="15790"/>
                </a:cubicBezTo>
                <a:cubicBezTo>
                  <a:pt x="378394" y="15790"/>
                  <a:pt x="372001" y="18339"/>
                  <a:pt x="367256" y="23437"/>
                </a:cubicBezTo>
                <a:cubicBezTo>
                  <a:pt x="362510" y="28535"/>
                  <a:pt x="360138" y="36098"/>
                  <a:pt x="360138" y="46128"/>
                </a:cubicBezTo>
                <a:cubicBezTo>
                  <a:pt x="360138" y="56945"/>
                  <a:pt x="362542" y="65058"/>
                  <a:pt x="367349" y="70466"/>
                </a:cubicBezTo>
                <a:cubicBezTo>
                  <a:pt x="372157" y="75875"/>
                  <a:pt x="378456" y="78579"/>
                  <a:pt x="386248" y="78579"/>
                </a:cubicBezTo>
                <a:cubicBezTo>
                  <a:pt x="390102" y="78579"/>
                  <a:pt x="393967" y="77825"/>
                  <a:pt x="397842" y="76318"/>
                </a:cubicBezTo>
                <a:cubicBezTo>
                  <a:pt x="401717" y="74810"/>
                  <a:pt x="405043" y="72982"/>
                  <a:pt x="407820" y="70834"/>
                </a:cubicBezTo>
                <a:lnTo>
                  <a:pt x="407820" y="59307"/>
                </a:lnTo>
                <a:lnTo>
                  <a:pt x="386745" y="59307"/>
                </a:lnTo>
                <a:close/>
                <a:moveTo>
                  <a:pt x="486731" y="92753"/>
                </a:moveTo>
                <a:lnTo>
                  <a:pt x="486731" y="82869"/>
                </a:lnTo>
                <a:cubicBezTo>
                  <a:pt x="484328" y="86392"/>
                  <a:pt x="481167" y="89168"/>
                  <a:pt x="477251" y="91199"/>
                </a:cubicBezTo>
                <a:cubicBezTo>
                  <a:pt x="473334" y="93230"/>
                  <a:pt x="469200" y="94245"/>
                  <a:pt x="464849" y="94245"/>
                </a:cubicBezTo>
                <a:cubicBezTo>
                  <a:pt x="460414" y="94245"/>
                  <a:pt x="456435" y="93271"/>
                  <a:pt x="452913" y="91323"/>
                </a:cubicBezTo>
                <a:cubicBezTo>
                  <a:pt x="449390" y="89376"/>
                  <a:pt x="446841" y="86640"/>
                  <a:pt x="445266" y="83117"/>
                </a:cubicBezTo>
                <a:cubicBezTo>
                  <a:pt x="443691" y="79595"/>
                  <a:pt x="442904" y="74725"/>
                  <a:pt x="442904" y="68508"/>
                </a:cubicBezTo>
                <a:lnTo>
                  <a:pt x="442904" y="26732"/>
                </a:lnTo>
                <a:lnTo>
                  <a:pt x="460373" y="26732"/>
                </a:lnTo>
                <a:lnTo>
                  <a:pt x="460373" y="56999"/>
                </a:lnTo>
                <a:cubicBezTo>
                  <a:pt x="460373" y="66262"/>
                  <a:pt x="460694" y="71938"/>
                  <a:pt x="461336" y="74025"/>
                </a:cubicBezTo>
                <a:cubicBezTo>
                  <a:pt x="461979" y="76113"/>
                  <a:pt x="463149" y="77767"/>
                  <a:pt x="464849" y="78987"/>
                </a:cubicBezTo>
                <a:cubicBezTo>
                  <a:pt x="466548" y="80207"/>
                  <a:pt x="468703" y="80817"/>
                  <a:pt x="471314" y="80817"/>
                </a:cubicBezTo>
                <a:cubicBezTo>
                  <a:pt x="474298" y="80817"/>
                  <a:pt x="476971" y="80001"/>
                  <a:pt x="479334" y="78367"/>
                </a:cubicBezTo>
                <a:cubicBezTo>
                  <a:pt x="481696" y="76734"/>
                  <a:pt x="483312" y="74708"/>
                  <a:pt x="484183" y="72289"/>
                </a:cubicBezTo>
                <a:cubicBezTo>
                  <a:pt x="485053" y="69869"/>
                  <a:pt x="485488" y="63946"/>
                  <a:pt x="485488" y="54519"/>
                </a:cubicBezTo>
                <a:lnTo>
                  <a:pt x="485488" y="26732"/>
                </a:lnTo>
                <a:lnTo>
                  <a:pt x="502957" y="26732"/>
                </a:lnTo>
                <a:lnTo>
                  <a:pt x="502957" y="92753"/>
                </a:lnTo>
                <a:lnTo>
                  <a:pt x="486731" y="92753"/>
                </a:lnTo>
                <a:close/>
                <a:moveTo>
                  <a:pt x="534123" y="47123"/>
                </a:moveTo>
                <a:lnTo>
                  <a:pt x="518270" y="44263"/>
                </a:lnTo>
                <a:cubicBezTo>
                  <a:pt x="520053" y="37796"/>
                  <a:pt x="523119" y="33009"/>
                  <a:pt x="527471" y="29902"/>
                </a:cubicBezTo>
                <a:cubicBezTo>
                  <a:pt x="531823" y="26794"/>
                  <a:pt x="538288" y="25240"/>
                  <a:pt x="546867" y="25240"/>
                </a:cubicBezTo>
                <a:cubicBezTo>
                  <a:pt x="554659" y="25240"/>
                  <a:pt x="560461" y="26162"/>
                  <a:pt x="564274" y="28006"/>
                </a:cubicBezTo>
                <a:cubicBezTo>
                  <a:pt x="568087" y="29851"/>
                  <a:pt x="570771" y="32192"/>
                  <a:pt x="572325" y="35031"/>
                </a:cubicBezTo>
                <a:cubicBezTo>
                  <a:pt x="573879" y="37870"/>
                  <a:pt x="574656" y="43082"/>
                  <a:pt x="574656" y="50666"/>
                </a:cubicBezTo>
                <a:lnTo>
                  <a:pt x="574469" y="71057"/>
                </a:lnTo>
                <a:cubicBezTo>
                  <a:pt x="574469" y="76859"/>
                  <a:pt x="574749" y="81138"/>
                  <a:pt x="575309" y="83894"/>
                </a:cubicBezTo>
                <a:cubicBezTo>
                  <a:pt x="575868" y="86651"/>
                  <a:pt x="576915" y="89603"/>
                  <a:pt x="578448" y="92753"/>
                </a:cubicBezTo>
                <a:lnTo>
                  <a:pt x="561166" y="92753"/>
                </a:lnTo>
                <a:cubicBezTo>
                  <a:pt x="560710" y="91593"/>
                  <a:pt x="560150" y="89873"/>
                  <a:pt x="559487" y="87593"/>
                </a:cubicBezTo>
                <a:cubicBezTo>
                  <a:pt x="559197" y="86557"/>
                  <a:pt x="558990" y="85873"/>
                  <a:pt x="558866" y="85542"/>
                </a:cubicBezTo>
                <a:cubicBezTo>
                  <a:pt x="555881" y="88443"/>
                  <a:pt x="552690" y="90619"/>
                  <a:pt x="549292" y="92069"/>
                </a:cubicBezTo>
                <a:cubicBezTo>
                  <a:pt x="545893" y="93520"/>
                  <a:pt x="542267" y="94245"/>
                  <a:pt x="538413" y="94245"/>
                </a:cubicBezTo>
                <a:cubicBezTo>
                  <a:pt x="531616" y="94245"/>
                  <a:pt x="526259" y="92409"/>
                  <a:pt x="522342" y="88736"/>
                </a:cubicBezTo>
                <a:cubicBezTo>
                  <a:pt x="518426" y="85063"/>
                  <a:pt x="516468" y="80420"/>
                  <a:pt x="516468" y="74806"/>
                </a:cubicBezTo>
                <a:cubicBezTo>
                  <a:pt x="516468" y="71092"/>
                  <a:pt x="517359" y="67780"/>
                  <a:pt x="519141" y="64871"/>
                </a:cubicBezTo>
                <a:cubicBezTo>
                  <a:pt x="520923" y="61961"/>
                  <a:pt x="523420" y="59732"/>
                  <a:pt x="526632" y="58184"/>
                </a:cubicBezTo>
                <a:cubicBezTo>
                  <a:pt x="529844" y="56637"/>
                  <a:pt x="534475" y="55285"/>
                  <a:pt x="540526" y="54130"/>
                </a:cubicBezTo>
                <a:cubicBezTo>
                  <a:pt x="548691" y="52603"/>
                  <a:pt x="554348" y="51179"/>
                  <a:pt x="557498" y="49858"/>
                </a:cubicBezTo>
                <a:lnTo>
                  <a:pt x="557498" y="48098"/>
                </a:lnTo>
                <a:cubicBezTo>
                  <a:pt x="557498" y="44703"/>
                  <a:pt x="556669" y="42283"/>
                  <a:pt x="555011" y="40838"/>
                </a:cubicBezTo>
                <a:cubicBezTo>
                  <a:pt x="553353" y="39391"/>
                  <a:pt x="550224" y="38668"/>
                  <a:pt x="545624" y="38668"/>
                </a:cubicBezTo>
                <a:cubicBezTo>
                  <a:pt x="542516" y="38668"/>
                  <a:pt x="540091" y="39293"/>
                  <a:pt x="538350" y="40545"/>
                </a:cubicBezTo>
                <a:cubicBezTo>
                  <a:pt x="536610" y="41794"/>
                  <a:pt x="535201" y="43987"/>
                  <a:pt x="534123" y="47123"/>
                </a:cubicBezTo>
                <a:moveTo>
                  <a:pt x="557498" y="61297"/>
                </a:moveTo>
                <a:cubicBezTo>
                  <a:pt x="555260" y="62034"/>
                  <a:pt x="551716" y="62914"/>
                  <a:pt x="546867" y="63939"/>
                </a:cubicBezTo>
                <a:cubicBezTo>
                  <a:pt x="542018" y="64962"/>
                  <a:pt x="538848" y="65965"/>
                  <a:pt x="537356" y="66948"/>
                </a:cubicBezTo>
                <a:cubicBezTo>
                  <a:pt x="535076" y="68545"/>
                  <a:pt x="533937" y="70572"/>
                  <a:pt x="533937" y="73029"/>
                </a:cubicBezTo>
                <a:cubicBezTo>
                  <a:pt x="533937" y="75446"/>
                  <a:pt x="534848" y="77535"/>
                  <a:pt x="536672" y="79296"/>
                </a:cubicBezTo>
                <a:cubicBezTo>
                  <a:pt x="538495" y="81056"/>
                  <a:pt x="540816" y="81936"/>
                  <a:pt x="543635" y="81936"/>
                </a:cubicBezTo>
                <a:cubicBezTo>
                  <a:pt x="546784" y="81936"/>
                  <a:pt x="549789" y="80912"/>
                  <a:pt x="552649" y="78865"/>
                </a:cubicBezTo>
                <a:cubicBezTo>
                  <a:pt x="554762" y="77309"/>
                  <a:pt x="556151" y="75405"/>
                  <a:pt x="556814" y="73151"/>
                </a:cubicBezTo>
                <a:cubicBezTo>
                  <a:pt x="557270" y="71677"/>
                  <a:pt x="557498" y="68873"/>
                  <a:pt x="557498" y="64737"/>
                </a:cubicBezTo>
                <a:lnTo>
                  <a:pt x="557498" y="61297"/>
                </a:lnTo>
                <a:close/>
                <a:moveTo>
                  <a:pt x="608580" y="92753"/>
                </a:moveTo>
                <a:lnTo>
                  <a:pt x="591111" y="92753"/>
                </a:lnTo>
                <a:lnTo>
                  <a:pt x="591111" y="26732"/>
                </a:lnTo>
                <a:lnTo>
                  <a:pt x="607336" y="26732"/>
                </a:lnTo>
                <a:lnTo>
                  <a:pt x="607336" y="36119"/>
                </a:lnTo>
                <a:cubicBezTo>
                  <a:pt x="610113" y="31684"/>
                  <a:pt x="612610" y="28763"/>
                  <a:pt x="614828" y="27354"/>
                </a:cubicBezTo>
                <a:cubicBezTo>
                  <a:pt x="617045" y="25944"/>
                  <a:pt x="619563" y="25240"/>
                  <a:pt x="622381" y="25240"/>
                </a:cubicBezTo>
                <a:cubicBezTo>
                  <a:pt x="626360" y="25240"/>
                  <a:pt x="630193" y="26338"/>
                  <a:pt x="633882" y="28535"/>
                </a:cubicBezTo>
                <a:lnTo>
                  <a:pt x="628473" y="43766"/>
                </a:lnTo>
                <a:cubicBezTo>
                  <a:pt x="625531" y="41859"/>
                  <a:pt x="622795" y="40906"/>
                  <a:pt x="620267" y="40906"/>
                </a:cubicBezTo>
                <a:cubicBezTo>
                  <a:pt x="617822" y="40906"/>
                  <a:pt x="615750" y="41579"/>
                  <a:pt x="614050" y="42926"/>
                </a:cubicBezTo>
                <a:cubicBezTo>
                  <a:pt x="612351" y="44273"/>
                  <a:pt x="611015" y="46708"/>
                  <a:pt x="610041" y="50231"/>
                </a:cubicBezTo>
                <a:cubicBezTo>
                  <a:pt x="609067" y="53754"/>
                  <a:pt x="608580" y="61131"/>
                  <a:pt x="608580" y="72362"/>
                </a:cubicBezTo>
                <a:lnTo>
                  <a:pt x="608580" y="92753"/>
                </a:lnTo>
                <a:close/>
                <a:moveTo>
                  <a:pt x="701934" y="92753"/>
                </a:moveTo>
                <a:lnTo>
                  <a:pt x="685709" y="92753"/>
                </a:lnTo>
                <a:lnTo>
                  <a:pt x="685709" y="83055"/>
                </a:lnTo>
                <a:cubicBezTo>
                  <a:pt x="683015" y="86827"/>
                  <a:pt x="679834" y="89635"/>
                  <a:pt x="676166" y="91479"/>
                </a:cubicBezTo>
                <a:cubicBezTo>
                  <a:pt x="672498" y="93323"/>
                  <a:pt x="668799" y="94245"/>
                  <a:pt x="665069" y="94245"/>
                </a:cubicBezTo>
                <a:cubicBezTo>
                  <a:pt x="657485" y="94245"/>
                  <a:pt x="650988" y="91189"/>
                  <a:pt x="645580" y="85076"/>
                </a:cubicBezTo>
                <a:cubicBezTo>
                  <a:pt x="640171" y="78963"/>
                  <a:pt x="637467" y="70435"/>
                  <a:pt x="637467" y="59494"/>
                </a:cubicBezTo>
                <a:cubicBezTo>
                  <a:pt x="637467" y="48304"/>
                  <a:pt x="640099" y="39797"/>
                  <a:pt x="645362" y="33974"/>
                </a:cubicBezTo>
                <a:cubicBezTo>
                  <a:pt x="650626" y="28151"/>
                  <a:pt x="657278" y="25240"/>
                  <a:pt x="665318" y="25240"/>
                </a:cubicBezTo>
                <a:cubicBezTo>
                  <a:pt x="672695" y="25240"/>
                  <a:pt x="679078" y="28307"/>
                  <a:pt x="684465" y="34441"/>
                </a:cubicBezTo>
                <a:lnTo>
                  <a:pt x="684465" y="1616"/>
                </a:lnTo>
                <a:lnTo>
                  <a:pt x="701934" y="1616"/>
                </a:lnTo>
                <a:lnTo>
                  <a:pt x="701934" y="92753"/>
                </a:lnTo>
                <a:moveTo>
                  <a:pt x="655309" y="58346"/>
                </a:moveTo>
                <a:cubicBezTo>
                  <a:pt x="655309" y="65381"/>
                  <a:pt x="656283" y="70471"/>
                  <a:pt x="658231" y="73616"/>
                </a:cubicBezTo>
                <a:cubicBezTo>
                  <a:pt x="661049" y="78168"/>
                  <a:pt x="664986" y="80444"/>
                  <a:pt x="670043" y="80444"/>
                </a:cubicBezTo>
                <a:cubicBezTo>
                  <a:pt x="674063" y="80444"/>
                  <a:pt x="677482" y="78737"/>
                  <a:pt x="680300" y="75323"/>
                </a:cubicBezTo>
                <a:cubicBezTo>
                  <a:pt x="683118" y="71909"/>
                  <a:pt x="684528" y="66809"/>
                  <a:pt x="684528" y="60022"/>
                </a:cubicBezTo>
                <a:cubicBezTo>
                  <a:pt x="684528" y="52448"/>
                  <a:pt x="683160" y="46996"/>
                  <a:pt x="680425" y="43665"/>
                </a:cubicBezTo>
                <a:cubicBezTo>
                  <a:pt x="677689" y="40333"/>
                  <a:pt x="674187" y="38668"/>
                  <a:pt x="669918" y="38668"/>
                </a:cubicBezTo>
                <a:cubicBezTo>
                  <a:pt x="665774" y="38668"/>
                  <a:pt x="662303" y="40313"/>
                  <a:pt x="659505" y="43602"/>
                </a:cubicBezTo>
                <a:cubicBezTo>
                  <a:pt x="656708" y="46892"/>
                  <a:pt x="655309" y="51807"/>
                  <a:pt x="655309" y="5834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9E4A20-2143-4356-B55B-B4A773FB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143" y="2044771"/>
            <a:ext cx="1273182" cy="636591"/>
          </a:xfrm>
          <a:custGeom xmlns:a="http://schemas.openxmlformats.org/drawingml/2006/main">
            <a:pathLst>
              <a:path w="1273182" h="636591">
                <a:moveTo>
                  <a:pt x="0" y="0"/>
                </a:moveTo>
                <a:lnTo>
                  <a:pt x="1273182" y="0"/>
                </a:lnTo>
                <a:lnTo>
                  <a:pt x="1273182" y="636591"/>
                </a:lnTo>
                <a:lnTo>
                  <a:pt x="0" y="6365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BA1E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F31945-42B1-425C-80B0-16F48FF7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143" y="2044771"/>
            <a:ext cx="1273182" cy="636591"/>
          </a:xfrm>
          <a:custGeom xmlns:a="http://schemas.openxmlformats.org/drawingml/2006/main">
            <a:pathLst>
              <a:path w="1273182" h="636591" fill="none">
                <a:moveTo>
                  <a:pt x="0" y="0"/>
                </a:moveTo>
                <a:lnTo>
                  <a:pt x="1273182" y="0"/>
                </a:lnTo>
                <a:lnTo>
                  <a:pt x="1273182" y="636591"/>
                </a:lnTo>
                <a:lnTo>
                  <a:pt x="0" y="6365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006EAF"/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D77C60-EA34-474D-9730-D1848930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5461" y="2044771"/>
            <a:ext cx="1018545" cy="636591"/>
          </a:xfrm>
          <a:custGeom xmlns:a="http://schemas.openxmlformats.org/drawingml/2006/main">
            <a:pathLst>
              <a:path w="1018545" h="636591" fill="none">
                <a:moveTo>
                  <a:pt x="0" y="0"/>
                </a:moveTo>
                <a:lnTo>
                  <a:pt x="0" y="636591"/>
                </a:lnTo>
                <a:moveTo>
                  <a:pt x="1018545" y="0"/>
                </a:moveTo>
                <a:lnTo>
                  <a:pt x="1018545" y="636591"/>
                </a:lnTo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006EAF"/>
            </a:solidFill>
            <a:miter/>
          </a:ln>
        </p:spPr>
      </p:sp>
      <p:sp>
        <p:nvSpPr>
          <p:cNvPr id="18" name="Text GoogleAd">
            <a:extLst xmlns:a="http://schemas.openxmlformats.org/drawingml/2006/main">
              <a:ext uri="{FF2B5EF4-FFF2-40B4-BE49-F238E27FC236}">
                <a16:creationId xmlns:a16="http://schemas.microsoft.com/office/drawing/2014/main" id="{5E5550C1-0150-4C41-8D79-6529BDAF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6066" y="2233178"/>
            <a:ext cx="624695" cy="119609"/>
          </a:xfrm>
          <a:custGeom xmlns:a="http://schemas.openxmlformats.org/drawingml/2006/main">
            <a:pathLst>
              <a:path w="624695" h="119609">
                <a:moveTo>
                  <a:pt x="45568" y="59307"/>
                </a:moveTo>
                <a:lnTo>
                  <a:pt x="45568" y="43890"/>
                </a:lnTo>
                <a:lnTo>
                  <a:pt x="85231" y="43890"/>
                </a:lnTo>
                <a:lnTo>
                  <a:pt x="85231" y="80201"/>
                </a:lnTo>
                <a:cubicBezTo>
                  <a:pt x="81377" y="83946"/>
                  <a:pt x="75792" y="87243"/>
                  <a:pt x="68477" y="90094"/>
                </a:cubicBezTo>
                <a:cubicBezTo>
                  <a:pt x="61162" y="92944"/>
                  <a:pt x="53754" y="94370"/>
                  <a:pt x="46252" y="94370"/>
                </a:cubicBezTo>
                <a:cubicBezTo>
                  <a:pt x="36720" y="94370"/>
                  <a:pt x="28410" y="92367"/>
                  <a:pt x="21323" y="88363"/>
                </a:cubicBezTo>
                <a:cubicBezTo>
                  <a:pt x="14236" y="84358"/>
                  <a:pt x="8911" y="78632"/>
                  <a:pt x="5346" y="71183"/>
                </a:cubicBezTo>
                <a:cubicBezTo>
                  <a:pt x="1782" y="63734"/>
                  <a:pt x="0" y="55630"/>
                  <a:pt x="0" y="46874"/>
                </a:cubicBezTo>
                <a:cubicBezTo>
                  <a:pt x="0" y="37370"/>
                  <a:pt x="1989" y="28925"/>
                  <a:pt x="5968" y="21539"/>
                </a:cubicBezTo>
                <a:cubicBezTo>
                  <a:pt x="9947" y="14151"/>
                  <a:pt x="15770" y="8486"/>
                  <a:pt x="23437" y="4544"/>
                </a:cubicBezTo>
                <a:cubicBezTo>
                  <a:pt x="29281" y="1515"/>
                  <a:pt x="36554" y="0"/>
                  <a:pt x="45258" y="0"/>
                </a:cubicBezTo>
                <a:cubicBezTo>
                  <a:pt x="56572" y="0"/>
                  <a:pt x="65410" y="2379"/>
                  <a:pt x="71772" y="7136"/>
                </a:cubicBezTo>
                <a:cubicBezTo>
                  <a:pt x="78134" y="11891"/>
                  <a:pt x="82226" y="18465"/>
                  <a:pt x="84050" y="26856"/>
                </a:cubicBezTo>
                <a:lnTo>
                  <a:pt x="65773" y="30338"/>
                </a:lnTo>
                <a:cubicBezTo>
                  <a:pt x="64488" y="25842"/>
                  <a:pt x="62074" y="22294"/>
                  <a:pt x="58530" y="19693"/>
                </a:cubicBezTo>
                <a:cubicBezTo>
                  <a:pt x="54987" y="17091"/>
                  <a:pt x="50563" y="15790"/>
                  <a:pt x="45258" y="15790"/>
                </a:cubicBezTo>
                <a:cubicBezTo>
                  <a:pt x="37217" y="15790"/>
                  <a:pt x="30825" y="18339"/>
                  <a:pt x="26079" y="23437"/>
                </a:cubicBezTo>
                <a:cubicBezTo>
                  <a:pt x="21334" y="28535"/>
                  <a:pt x="18961" y="36098"/>
                  <a:pt x="18961" y="46128"/>
                </a:cubicBezTo>
                <a:cubicBezTo>
                  <a:pt x="18961" y="56945"/>
                  <a:pt x="21365" y="65058"/>
                  <a:pt x="26172" y="70466"/>
                </a:cubicBezTo>
                <a:cubicBezTo>
                  <a:pt x="30980" y="75875"/>
                  <a:pt x="37280" y="78579"/>
                  <a:pt x="45071" y="78579"/>
                </a:cubicBezTo>
                <a:cubicBezTo>
                  <a:pt x="48925" y="78579"/>
                  <a:pt x="52790" y="77825"/>
                  <a:pt x="56665" y="76318"/>
                </a:cubicBezTo>
                <a:cubicBezTo>
                  <a:pt x="60540" y="74810"/>
                  <a:pt x="63866" y="72982"/>
                  <a:pt x="66643" y="70834"/>
                </a:cubicBezTo>
                <a:lnTo>
                  <a:pt x="66643" y="59307"/>
                </a:lnTo>
                <a:lnTo>
                  <a:pt x="45568" y="59307"/>
                </a:lnTo>
                <a:close/>
                <a:moveTo>
                  <a:pt x="98059" y="58810"/>
                </a:moveTo>
                <a:cubicBezTo>
                  <a:pt x="98059" y="53008"/>
                  <a:pt x="99489" y="47392"/>
                  <a:pt x="102348" y="41963"/>
                </a:cubicBezTo>
                <a:cubicBezTo>
                  <a:pt x="105208" y="36534"/>
                  <a:pt x="109259" y="32389"/>
                  <a:pt x="114502" y="29529"/>
                </a:cubicBezTo>
                <a:cubicBezTo>
                  <a:pt x="119745" y="26670"/>
                  <a:pt x="125599" y="25240"/>
                  <a:pt x="132064" y="25240"/>
                </a:cubicBezTo>
                <a:cubicBezTo>
                  <a:pt x="142052" y="25240"/>
                  <a:pt x="150238" y="28483"/>
                  <a:pt x="156620" y="34969"/>
                </a:cubicBezTo>
                <a:cubicBezTo>
                  <a:pt x="163003" y="41455"/>
                  <a:pt x="166194" y="49651"/>
                  <a:pt x="166194" y="59556"/>
                </a:cubicBezTo>
                <a:cubicBezTo>
                  <a:pt x="166194" y="69544"/>
                  <a:pt x="162972" y="77823"/>
                  <a:pt x="156527" y="84392"/>
                </a:cubicBezTo>
                <a:cubicBezTo>
                  <a:pt x="150082" y="90961"/>
                  <a:pt x="141969" y="94245"/>
                  <a:pt x="132189" y="94245"/>
                </a:cubicBezTo>
                <a:cubicBezTo>
                  <a:pt x="126138" y="94245"/>
                  <a:pt x="120366" y="92878"/>
                  <a:pt x="114875" y="90142"/>
                </a:cubicBezTo>
                <a:cubicBezTo>
                  <a:pt x="109384" y="87407"/>
                  <a:pt x="105208" y="83397"/>
                  <a:pt x="102348" y="78113"/>
                </a:cubicBezTo>
                <a:cubicBezTo>
                  <a:pt x="99489" y="72829"/>
                  <a:pt x="98059" y="66394"/>
                  <a:pt x="98059" y="58810"/>
                </a:cubicBezTo>
                <a:moveTo>
                  <a:pt x="115963" y="59743"/>
                </a:moveTo>
                <a:cubicBezTo>
                  <a:pt x="115963" y="66270"/>
                  <a:pt x="117517" y="71269"/>
                  <a:pt x="120625" y="74740"/>
                </a:cubicBezTo>
                <a:cubicBezTo>
                  <a:pt x="123734" y="78211"/>
                  <a:pt x="127567" y="79947"/>
                  <a:pt x="132126" y="79947"/>
                </a:cubicBezTo>
                <a:cubicBezTo>
                  <a:pt x="136685" y="79947"/>
                  <a:pt x="140509" y="78211"/>
                  <a:pt x="143596" y="74740"/>
                </a:cubicBezTo>
                <a:cubicBezTo>
                  <a:pt x="146684" y="71269"/>
                  <a:pt x="148228" y="66229"/>
                  <a:pt x="148228" y="59618"/>
                </a:cubicBezTo>
                <a:cubicBezTo>
                  <a:pt x="148228" y="53174"/>
                  <a:pt x="146684" y="48216"/>
                  <a:pt x="143596" y="44745"/>
                </a:cubicBezTo>
                <a:cubicBezTo>
                  <a:pt x="140509" y="41274"/>
                  <a:pt x="136685" y="39538"/>
                  <a:pt x="132126" y="39538"/>
                </a:cubicBezTo>
                <a:cubicBezTo>
                  <a:pt x="127567" y="39538"/>
                  <a:pt x="123734" y="41274"/>
                  <a:pt x="120625" y="44745"/>
                </a:cubicBezTo>
                <a:cubicBezTo>
                  <a:pt x="117517" y="48216"/>
                  <a:pt x="115963" y="53215"/>
                  <a:pt x="115963" y="59743"/>
                </a:cubicBezTo>
                <a:close/>
                <a:moveTo>
                  <a:pt x="175850" y="58810"/>
                </a:moveTo>
                <a:cubicBezTo>
                  <a:pt x="175850" y="53008"/>
                  <a:pt x="177280" y="47392"/>
                  <a:pt x="180140" y="41963"/>
                </a:cubicBezTo>
                <a:cubicBezTo>
                  <a:pt x="182999" y="36534"/>
                  <a:pt x="187051" y="32389"/>
                  <a:pt x="192293" y="29529"/>
                </a:cubicBezTo>
                <a:cubicBezTo>
                  <a:pt x="197536" y="26670"/>
                  <a:pt x="203390" y="25240"/>
                  <a:pt x="209856" y="25240"/>
                </a:cubicBezTo>
                <a:cubicBezTo>
                  <a:pt x="219844" y="25240"/>
                  <a:pt x="228029" y="28483"/>
                  <a:pt x="234412" y="34969"/>
                </a:cubicBezTo>
                <a:cubicBezTo>
                  <a:pt x="240794" y="41455"/>
                  <a:pt x="243985" y="49651"/>
                  <a:pt x="243985" y="59556"/>
                </a:cubicBezTo>
                <a:cubicBezTo>
                  <a:pt x="243985" y="69544"/>
                  <a:pt x="240763" y="77823"/>
                  <a:pt x="234318" y="84392"/>
                </a:cubicBezTo>
                <a:cubicBezTo>
                  <a:pt x="227874" y="90961"/>
                  <a:pt x="219761" y="94245"/>
                  <a:pt x="209980" y="94245"/>
                </a:cubicBezTo>
                <a:cubicBezTo>
                  <a:pt x="203929" y="94245"/>
                  <a:pt x="198158" y="92878"/>
                  <a:pt x="192666" y="90142"/>
                </a:cubicBezTo>
                <a:cubicBezTo>
                  <a:pt x="187175" y="87407"/>
                  <a:pt x="182999" y="83397"/>
                  <a:pt x="180140" y="78113"/>
                </a:cubicBezTo>
                <a:cubicBezTo>
                  <a:pt x="177280" y="72829"/>
                  <a:pt x="175850" y="66394"/>
                  <a:pt x="175850" y="58810"/>
                </a:cubicBezTo>
                <a:moveTo>
                  <a:pt x="193754" y="59743"/>
                </a:moveTo>
                <a:cubicBezTo>
                  <a:pt x="193754" y="66270"/>
                  <a:pt x="195309" y="71269"/>
                  <a:pt x="198417" y="74740"/>
                </a:cubicBezTo>
                <a:cubicBezTo>
                  <a:pt x="201525" y="78211"/>
                  <a:pt x="205359" y="79947"/>
                  <a:pt x="209918" y="79947"/>
                </a:cubicBezTo>
                <a:cubicBezTo>
                  <a:pt x="214477" y="79947"/>
                  <a:pt x="218300" y="78211"/>
                  <a:pt x="221388" y="74740"/>
                </a:cubicBezTo>
                <a:cubicBezTo>
                  <a:pt x="224475" y="71269"/>
                  <a:pt x="226019" y="66229"/>
                  <a:pt x="226019" y="59618"/>
                </a:cubicBezTo>
                <a:cubicBezTo>
                  <a:pt x="226019" y="53174"/>
                  <a:pt x="224475" y="48216"/>
                  <a:pt x="221388" y="44745"/>
                </a:cubicBezTo>
                <a:cubicBezTo>
                  <a:pt x="218300" y="41274"/>
                  <a:pt x="214477" y="39538"/>
                  <a:pt x="209918" y="39538"/>
                </a:cubicBezTo>
                <a:cubicBezTo>
                  <a:pt x="205359" y="39538"/>
                  <a:pt x="201525" y="41274"/>
                  <a:pt x="198417" y="44745"/>
                </a:cubicBezTo>
                <a:cubicBezTo>
                  <a:pt x="195309" y="48216"/>
                  <a:pt x="193754" y="53215"/>
                  <a:pt x="193754" y="59743"/>
                </a:cubicBezTo>
                <a:close/>
                <a:moveTo>
                  <a:pt x="256066" y="96981"/>
                </a:moveTo>
                <a:lnTo>
                  <a:pt x="276022" y="99467"/>
                </a:lnTo>
                <a:cubicBezTo>
                  <a:pt x="276353" y="101810"/>
                  <a:pt x="277120" y="103421"/>
                  <a:pt x="278322" y="104299"/>
                </a:cubicBezTo>
                <a:cubicBezTo>
                  <a:pt x="279980" y="105554"/>
                  <a:pt x="282591" y="106181"/>
                  <a:pt x="286155" y="106181"/>
                </a:cubicBezTo>
                <a:cubicBezTo>
                  <a:pt x="290714" y="106181"/>
                  <a:pt x="294133" y="105492"/>
                  <a:pt x="296412" y="104114"/>
                </a:cubicBezTo>
                <a:cubicBezTo>
                  <a:pt x="297946" y="103196"/>
                  <a:pt x="299106" y="101714"/>
                  <a:pt x="299894" y="99669"/>
                </a:cubicBezTo>
                <a:cubicBezTo>
                  <a:pt x="300433" y="98208"/>
                  <a:pt x="300702" y="95516"/>
                  <a:pt x="300702" y="91593"/>
                </a:cubicBezTo>
                <a:lnTo>
                  <a:pt x="300702" y="81888"/>
                </a:lnTo>
                <a:cubicBezTo>
                  <a:pt x="295480" y="89131"/>
                  <a:pt x="288890" y="92753"/>
                  <a:pt x="280933" y="92753"/>
                </a:cubicBezTo>
                <a:cubicBezTo>
                  <a:pt x="272064" y="92753"/>
                  <a:pt x="265039" y="89003"/>
                  <a:pt x="259858" y="81501"/>
                </a:cubicBezTo>
                <a:cubicBezTo>
                  <a:pt x="255797" y="75574"/>
                  <a:pt x="253766" y="68197"/>
                  <a:pt x="253766" y="59370"/>
                </a:cubicBezTo>
                <a:cubicBezTo>
                  <a:pt x="253766" y="48304"/>
                  <a:pt x="256429" y="39849"/>
                  <a:pt x="261754" y="34005"/>
                </a:cubicBezTo>
                <a:cubicBezTo>
                  <a:pt x="267080" y="28162"/>
                  <a:pt x="273701" y="25240"/>
                  <a:pt x="281617" y="25240"/>
                </a:cubicBezTo>
                <a:cubicBezTo>
                  <a:pt x="289781" y="25240"/>
                  <a:pt x="296516" y="28842"/>
                  <a:pt x="301821" y="36045"/>
                </a:cubicBezTo>
                <a:lnTo>
                  <a:pt x="301821" y="26732"/>
                </a:lnTo>
                <a:lnTo>
                  <a:pt x="318171" y="26732"/>
                </a:lnTo>
                <a:lnTo>
                  <a:pt x="318171" y="86016"/>
                </a:lnTo>
                <a:cubicBezTo>
                  <a:pt x="318171" y="93813"/>
                  <a:pt x="317528" y="99640"/>
                  <a:pt x="316244" y="103497"/>
                </a:cubicBezTo>
                <a:cubicBezTo>
                  <a:pt x="314959" y="107353"/>
                  <a:pt x="313156" y="110381"/>
                  <a:pt x="310835" y="112579"/>
                </a:cubicBezTo>
                <a:cubicBezTo>
                  <a:pt x="308514" y="114778"/>
                  <a:pt x="305416" y="116499"/>
                  <a:pt x="301541" y="117742"/>
                </a:cubicBezTo>
                <a:cubicBezTo>
                  <a:pt x="297666" y="118987"/>
                  <a:pt x="292765" y="119609"/>
                  <a:pt x="286839" y="119609"/>
                </a:cubicBezTo>
                <a:cubicBezTo>
                  <a:pt x="275649" y="119609"/>
                  <a:pt x="267712" y="117676"/>
                  <a:pt x="263029" y="113810"/>
                </a:cubicBezTo>
                <a:cubicBezTo>
                  <a:pt x="258345" y="109946"/>
                  <a:pt x="256004" y="105046"/>
                  <a:pt x="256004" y="99112"/>
                </a:cubicBezTo>
                <a:cubicBezTo>
                  <a:pt x="256004" y="98526"/>
                  <a:pt x="256025" y="97816"/>
                  <a:pt x="256066" y="96981"/>
                </a:cubicBezTo>
                <a:moveTo>
                  <a:pt x="271670" y="58375"/>
                </a:moveTo>
                <a:cubicBezTo>
                  <a:pt x="271670" y="65358"/>
                  <a:pt x="273027" y="70472"/>
                  <a:pt x="275742" y="73715"/>
                </a:cubicBezTo>
                <a:cubicBezTo>
                  <a:pt x="278456" y="76958"/>
                  <a:pt x="281803" y="78579"/>
                  <a:pt x="285782" y="78579"/>
                </a:cubicBezTo>
                <a:cubicBezTo>
                  <a:pt x="290051" y="78579"/>
                  <a:pt x="293656" y="76916"/>
                  <a:pt x="296599" y="73590"/>
                </a:cubicBezTo>
                <a:cubicBezTo>
                  <a:pt x="299541" y="70264"/>
                  <a:pt x="301013" y="65338"/>
                  <a:pt x="301013" y="58810"/>
                </a:cubicBezTo>
                <a:cubicBezTo>
                  <a:pt x="301013" y="51992"/>
                  <a:pt x="299604" y="46931"/>
                  <a:pt x="296785" y="43626"/>
                </a:cubicBezTo>
                <a:cubicBezTo>
                  <a:pt x="293967" y="40321"/>
                  <a:pt x="290403" y="38668"/>
                  <a:pt x="286093" y="38668"/>
                </a:cubicBezTo>
                <a:cubicBezTo>
                  <a:pt x="281907" y="38668"/>
                  <a:pt x="278456" y="40289"/>
                  <a:pt x="275742" y="43532"/>
                </a:cubicBezTo>
                <a:cubicBezTo>
                  <a:pt x="273027" y="46776"/>
                  <a:pt x="271670" y="51723"/>
                  <a:pt x="271670" y="58375"/>
                </a:cubicBezTo>
                <a:close/>
                <a:moveTo>
                  <a:pt x="335474" y="92753"/>
                </a:moveTo>
                <a:lnTo>
                  <a:pt x="335474" y="1616"/>
                </a:lnTo>
                <a:lnTo>
                  <a:pt x="352943" y="1616"/>
                </a:lnTo>
                <a:lnTo>
                  <a:pt x="352943" y="92753"/>
                </a:lnTo>
                <a:lnTo>
                  <a:pt x="335474" y="92753"/>
                </a:lnTo>
                <a:close/>
                <a:moveTo>
                  <a:pt x="409101" y="71741"/>
                </a:moveTo>
                <a:lnTo>
                  <a:pt x="426508" y="74725"/>
                </a:lnTo>
                <a:cubicBezTo>
                  <a:pt x="424270" y="81087"/>
                  <a:pt x="420737" y="85930"/>
                  <a:pt x="415908" y="89256"/>
                </a:cubicBezTo>
                <a:cubicBezTo>
                  <a:pt x="411080" y="92582"/>
                  <a:pt x="405039" y="94245"/>
                  <a:pt x="397787" y="94245"/>
                </a:cubicBezTo>
                <a:cubicBezTo>
                  <a:pt x="386306" y="94245"/>
                  <a:pt x="377810" y="90495"/>
                  <a:pt x="372298" y="82993"/>
                </a:cubicBezTo>
                <a:cubicBezTo>
                  <a:pt x="367946" y="76984"/>
                  <a:pt x="365770" y="69399"/>
                  <a:pt x="365770" y="60240"/>
                </a:cubicBezTo>
                <a:cubicBezTo>
                  <a:pt x="365770" y="49298"/>
                  <a:pt x="368630" y="40730"/>
                  <a:pt x="374350" y="34534"/>
                </a:cubicBezTo>
                <a:cubicBezTo>
                  <a:pt x="380069" y="28338"/>
                  <a:pt x="387301" y="25240"/>
                  <a:pt x="396046" y="25240"/>
                </a:cubicBezTo>
                <a:cubicBezTo>
                  <a:pt x="405868" y="25240"/>
                  <a:pt x="413618" y="28483"/>
                  <a:pt x="419296" y="34969"/>
                </a:cubicBezTo>
                <a:cubicBezTo>
                  <a:pt x="424974" y="41455"/>
                  <a:pt x="427689" y="51391"/>
                  <a:pt x="427440" y="64778"/>
                </a:cubicBezTo>
                <a:lnTo>
                  <a:pt x="383675" y="64778"/>
                </a:lnTo>
                <a:cubicBezTo>
                  <a:pt x="383799" y="69959"/>
                  <a:pt x="385208" y="73989"/>
                  <a:pt x="387902" y="76870"/>
                </a:cubicBezTo>
                <a:cubicBezTo>
                  <a:pt x="390596" y="79750"/>
                  <a:pt x="393953" y="81190"/>
                  <a:pt x="397973" y="81190"/>
                </a:cubicBezTo>
                <a:cubicBezTo>
                  <a:pt x="400708" y="81190"/>
                  <a:pt x="403009" y="80444"/>
                  <a:pt x="404874" y="78952"/>
                </a:cubicBezTo>
                <a:cubicBezTo>
                  <a:pt x="406739" y="77460"/>
                  <a:pt x="408148" y="75056"/>
                  <a:pt x="409101" y="71741"/>
                </a:cubicBezTo>
                <a:moveTo>
                  <a:pt x="410096" y="54085"/>
                </a:moveTo>
                <a:cubicBezTo>
                  <a:pt x="409971" y="49050"/>
                  <a:pt x="408666" y="45221"/>
                  <a:pt x="406179" y="42600"/>
                </a:cubicBezTo>
                <a:cubicBezTo>
                  <a:pt x="403692" y="39979"/>
                  <a:pt x="400667" y="38668"/>
                  <a:pt x="397103" y="38668"/>
                </a:cubicBezTo>
                <a:cubicBezTo>
                  <a:pt x="393290" y="38668"/>
                  <a:pt x="390140" y="40050"/>
                  <a:pt x="387653" y="42816"/>
                </a:cubicBezTo>
                <a:cubicBezTo>
                  <a:pt x="385167" y="45582"/>
                  <a:pt x="383944" y="49339"/>
                  <a:pt x="383985" y="54085"/>
                </a:cubicBezTo>
                <a:lnTo>
                  <a:pt x="410096" y="54085"/>
                </a:lnTo>
                <a:close/>
                <a:moveTo>
                  <a:pt x="554530" y="92753"/>
                </a:moveTo>
                <a:lnTo>
                  <a:pt x="534512" y="92753"/>
                </a:lnTo>
                <a:lnTo>
                  <a:pt x="526555" y="71989"/>
                </a:lnTo>
                <a:lnTo>
                  <a:pt x="490125" y="71989"/>
                </a:lnTo>
                <a:lnTo>
                  <a:pt x="482603" y="92753"/>
                </a:lnTo>
                <a:lnTo>
                  <a:pt x="463082" y="92753"/>
                </a:lnTo>
                <a:lnTo>
                  <a:pt x="498580" y="1616"/>
                </a:lnTo>
                <a:lnTo>
                  <a:pt x="518038" y="1616"/>
                </a:lnTo>
                <a:lnTo>
                  <a:pt x="554530" y="92753"/>
                </a:lnTo>
                <a:moveTo>
                  <a:pt x="520649" y="56572"/>
                </a:moveTo>
                <a:lnTo>
                  <a:pt x="508091" y="22877"/>
                </a:lnTo>
                <a:lnTo>
                  <a:pt x="495782" y="56572"/>
                </a:lnTo>
                <a:lnTo>
                  <a:pt x="520649" y="56572"/>
                </a:lnTo>
                <a:close/>
                <a:moveTo>
                  <a:pt x="624695" y="92753"/>
                </a:moveTo>
                <a:lnTo>
                  <a:pt x="608470" y="92753"/>
                </a:lnTo>
                <a:lnTo>
                  <a:pt x="608470" y="83055"/>
                </a:lnTo>
                <a:cubicBezTo>
                  <a:pt x="605776" y="86827"/>
                  <a:pt x="602595" y="89635"/>
                  <a:pt x="598927" y="91479"/>
                </a:cubicBezTo>
                <a:cubicBezTo>
                  <a:pt x="595259" y="93323"/>
                  <a:pt x="591560" y="94245"/>
                  <a:pt x="587830" y="94245"/>
                </a:cubicBezTo>
                <a:cubicBezTo>
                  <a:pt x="580246" y="94245"/>
                  <a:pt x="573749" y="91189"/>
                  <a:pt x="568341" y="85076"/>
                </a:cubicBezTo>
                <a:cubicBezTo>
                  <a:pt x="562932" y="78963"/>
                  <a:pt x="560228" y="70435"/>
                  <a:pt x="560228" y="59494"/>
                </a:cubicBezTo>
                <a:cubicBezTo>
                  <a:pt x="560228" y="48304"/>
                  <a:pt x="562860" y="39797"/>
                  <a:pt x="568123" y="33974"/>
                </a:cubicBezTo>
                <a:cubicBezTo>
                  <a:pt x="573387" y="28151"/>
                  <a:pt x="580039" y="25240"/>
                  <a:pt x="588079" y="25240"/>
                </a:cubicBezTo>
                <a:cubicBezTo>
                  <a:pt x="595456" y="25240"/>
                  <a:pt x="601839" y="28307"/>
                  <a:pt x="607226" y="34441"/>
                </a:cubicBezTo>
                <a:lnTo>
                  <a:pt x="607226" y="1616"/>
                </a:lnTo>
                <a:lnTo>
                  <a:pt x="624695" y="1616"/>
                </a:lnTo>
                <a:lnTo>
                  <a:pt x="624695" y="92753"/>
                </a:lnTo>
                <a:moveTo>
                  <a:pt x="578070" y="58346"/>
                </a:moveTo>
                <a:cubicBezTo>
                  <a:pt x="578070" y="65381"/>
                  <a:pt x="579044" y="70471"/>
                  <a:pt x="580992" y="73616"/>
                </a:cubicBezTo>
                <a:cubicBezTo>
                  <a:pt x="583810" y="78168"/>
                  <a:pt x="587747" y="80444"/>
                  <a:pt x="592804" y="80444"/>
                </a:cubicBezTo>
                <a:cubicBezTo>
                  <a:pt x="596824" y="80444"/>
                  <a:pt x="600243" y="78737"/>
                  <a:pt x="603061" y="75323"/>
                </a:cubicBezTo>
                <a:cubicBezTo>
                  <a:pt x="605879" y="71909"/>
                  <a:pt x="607289" y="66809"/>
                  <a:pt x="607289" y="60022"/>
                </a:cubicBezTo>
                <a:cubicBezTo>
                  <a:pt x="607289" y="52448"/>
                  <a:pt x="605921" y="46996"/>
                  <a:pt x="603186" y="43665"/>
                </a:cubicBezTo>
                <a:cubicBezTo>
                  <a:pt x="600450" y="40333"/>
                  <a:pt x="596948" y="38668"/>
                  <a:pt x="592679" y="38668"/>
                </a:cubicBezTo>
                <a:cubicBezTo>
                  <a:pt x="588535" y="38668"/>
                  <a:pt x="585064" y="40313"/>
                  <a:pt x="582266" y="43602"/>
                </a:cubicBezTo>
                <a:cubicBezTo>
                  <a:pt x="579469" y="46892"/>
                  <a:pt x="578070" y="51807"/>
                  <a:pt x="578070" y="5834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Keywords">
            <a:extLst xmlns:a="http://schemas.openxmlformats.org/drawingml/2006/main">
              <a:ext uri="{FF2B5EF4-FFF2-40B4-BE49-F238E27FC236}">
                <a16:creationId xmlns:a16="http://schemas.microsoft.com/office/drawing/2014/main" id="{297D71D8-9EB7-4AEC-B8AD-8093745F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6998" y="2393942"/>
            <a:ext cx="592807" cy="117993"/>
          </a:xfrm>
          <a:custGeom xmlns:a="http://schemas.openxmlformats.org/drawingml/2006/main">
            <a:pathLst>
              <a:path w="592807" h="117993">
                <a:moveTo>
                  <a:pt x="0" y="91137"/>
                </a:moveTo>
                <a:lnTo>
                  <a:pt x="0" y="0"/>
                </a:lnTo>
                <a:lnTo>
                  <a:pt x="18401" y="0"/>
                </a:lnTo>
                <a:lnTo>
                  <a:pt x="18401" y="40502"/>
                </a:lnTo>
                <a:lnTo>
                  <a:pt x="55577" y="0"/>
                </a:lnTo>
                <a:lnTo>
                  <a:pt x="80320" y="0"/>
                </a:lnTo>
                <a:lnTo>
                  <a:pt x="46004" y="35455"/>
                </a:lnTo>
                <a:lnTo>
                  <a:pt x="82185" y="91137"/>
                </a:lnTo>
                <a:lnTo>
                  <a:pt x="58375" y="91137"/>
                </a:lnTo>
                <a:lnTo>
                  <a:pt x="33322" y="48329"/>
                </a:lnTo>
                <a:lnTo>
                  <a:pt x="18401" y="63597"/>
                </a:lnTo>
                <a:lnTo>
                  <a:pt x="18401" y="91137"/>
                </a:lnTo>
                <a:lnTo>
                  <a:pt x="0" y="91137"/>
                </a:lnTo>
                <a:close/>
                <a:moveTo>
                  <a:pt x="129784" y="70124"/>
                </a:moveTo>
                <a:lnTo>
                  <a:pt x="147190" y="73108"/>
                </a:lnTo>
                <a:cubicBezTo>
                  <a:pt x="144952" y="79470"/>
                  <a:pt x="141419" y="84314"/>
                  <a:pt x="136591" y="87640"/>
                </a:cubicBezTo>
                <a:cubicBezTo>
                  <a:pt x="131763" y="90966"/>
                  <a:pt x="125722" y="92629"/>
                  <a:pt x="118469" y="92629"/>
                </a:cubicBezTo>
                <a:cubicBezTo>
                  <a:pt x="106989" y="92629"/>
                  <a:pt x="98493" y="88878"/>
                  <a:pt x="92981" y="81377"/>
                </a:cubicBezTo>
                <a:cubicBezTo>
                  <a:pt x="88629" y="75367"/>
                  <a:pt x="86453" y="67783"/>
                  <a:pt x="86453" y="58624"/>
                </a:cubicBezTo>
                <a:cubicBezTo>
                  <a:pt x="86453" y="47682"/>
                  <a:pt x="89313" y="39113"/>
                  <a:pt x="95032" y="32917"/>
                </a:cubicBezTo>
                <a:cubicBezTo>
                  <a:pt x="100751" y="26721"/>
                  <a:pt x="107984" y="23623"/>
                  <a:pt x="116728" y="23623"/>
                </a:cubicBezTo>
                <a:cubicBezTo>
                  <a:pt x="126551" y="23623"/>
                  <a:pt x="134301" y="26867"/>
                  <a:pt x="139979" y="33353"/>
                </a:cubicBezTo>
                <a:cubicBezTo>
                  <a:pt x="145657" y="39839"/>
                  <a:pt x="148371" y="49775"/>
                  <a:pt x="148123" y="63162"/>
                </a:cubicBezTo>
                <a:lnTo>
                  <a:pt x="104357" y="63162"/>
                </a:lnTo>
                <a:cubicBezTo>
                  <a:pt x="104482" y="68342"/>
                  <a:pt x="105891" y="72373"/>
                  <a:pt x="108585" y="75253"/>
                </a:cubicBezTo>
                <a:cubicBezTo>
                  <a:pt x="111278" y="78134"/>
                  <a:pt x="114635" y="79574"/>
                  <a:pt x="118656" y="79574"/>
                </a:cubicBezTo>
                <a:cubicBezTo>
                  <a:pt x="121391" y="79574"/>
                  <a:pt x="123691" y="78828"/>
                  <a:pt x="125556" y="77336"/>
                </a:cubicBezTo>
                <a:cubicBezTo>
                  <a:pt x="127421" y="75844"/>
                  <a:pt x="128830" y="73440"/>
                  <a:pt x="129784" y="70124"/>
                </a:cubicBezTo>
                <a:moveTo>
                  <a:pt x="130778" y="52469"/>
                </a:moveTo>
                <a:cubicBezTo>
                  <a:pt x="130654" y="47433"/>
                  <a:pt x="129348" y="43605"/>
                  <a:pt x="126862" y="40984"/>
                </a:cubicBezTo>
                <a:cubicBezTo>
                  <a:pt x="124375" y="38362"/>
                  <a:pt x="121350" y="37052"/>
                  <a:pt x="117785" y="37052"/>
                </a:cubicBezTo>
                <a:cubicBezTo>
                  <a:pt x="113972" y="37052"/>
                  <a:pt x="110823" y="38434"/>
                  <a:pt x="108336" y="41199"/>
                </a:cubicBezTo>
                <a:cubicBezTo>
                  <a:pt x="105849" y="43966"/>
                  <a:pt x="104627" y="47722"/>
                  <a:pt x="104668" y="52469"/>
                </a:cubicBezTo>
                <a:lnTo>
                  <a:pt x="130778" y="52469"/>
                </a:lnTo>
                <a:close/>
                <a:moveTo>
                  <a:pt x="154071" y="25115"/>
                </a:moveTo>
                <a:lnTo>
                  <a:pt x="172659" y="25115"/>
                </a:lnTo>
                <a:lnTo>
                  <a:pt x="188450" y="72034"/>
                </a:lnTo>
                <a:lnTo>
                  <a:pt x="203867" y="25115"/>
                </a:lnTo>
                <a:lnTo>
                  <a:pt x="221958" y="25115"/>
                </a:lnTo>
                <a:lnTo>
                  <a:pt x="198645" y="88672"/>
                </a:lnTo>
                <a:lnTo>
                  <a:pt x="194480" y="100213"/>
                </a:lnTo>
                <a:cubicBezTo>
                  <a:pt x="192947" y="104068"/>
                  <a:pt x="191486" y="107010"/>
                  <a:pt x="190097" y="109041"/>
                </a:cubicBezTo>
                <a:cubicBezTo>
                  <a:pt x="188709" y="111072"/>
                  <a:pt x="187113" y="112719"/>
                  <a:pt x="185310" y="113983"/>
                </a:cubicBezTo>
                <a:cubicBezTo>
                  <a:pt x="183508" y="115247"/>
                  <a:pt x="181290" y="116232"/>
                  <a:pt x="178658" y="116936"/>
                </a:cubicBezTo>
                <a:cubicBezTo>
                  <a:pt x="176027" y="117641"/>
                  <a:pt x="173053" y="117993"/>
                  <a:pt x="169738" y="117993"/>
                </a:cubicBezTo>
                <a:cubicBezTo>
                  <a:pt x="166380" y="117993"/>
                  <a:pt x="163086" y="117641"/>
                  <a:pt x="159853" y="116936"/>
                </a:cubicBezTo>
                <a:lnTo>
                  <a:pt x="158299" y="103260"/>
                </a:lnTo>
                <a:cubicBezTo>
                  <a:pt x="161034" y="103798"/>
                  <a:pt x="163500" y="104068"/>
                  <a:pt x="165697" y="104068"/>
                </a:cubicBezTo>
                <a:cubicBezTo>
                  <a:pt x="169758" y="104068"/>
                  <a:pt x="172763" y="102876"/>
                  <a:pt x="174711" y="100493"/>
                </a:cubicBezTo>
                <a:cubicBezTo>
                  <a:pt x="176659" y="98110"/>
                  <a:pt x="178151" y="95074"/>
                  <a:pt x="179187" y="91386"/>
                </a:cubicBezTo>
                <a:lnTo>
                  <a:pt x="154071" y="25115"/>
                </a:lnTo>
                <a:close/>
                <a:moveTo>
                  <a:pt x="245438" y="91137"/>
                </a:moveTo>
                <a:lnTo>
                  <a:pt x="224549" y="25115"/>
                </a:lnTo>
                <a:lnTo>
                  <a:pt x="241521" y="25115"/>
                </a:lnTo>
                <a:lnTo>
                  <a:pt x="253892" y="68384"/>
                </a:lnTo>
                <a:lnTo>
                  <a:pt x="265269" y="25115"/>
                </a:lnTo>
                <a:lnTo>
                  <a:pt x="282116" y="25115"/>
                </a:lnTo>
                <a:lnTo>
                  <a:pt x="293120" y="68384"/>
                </a:lnTo>
                <a:lnTo>
                  <a:pt x="305740" y="25115"/>
                </a:lnTo>
                <a:lnTo>
                  <a:pt x="322960" y="25115"/>
                </a:lnTo>
                <a:lnTo>
                  <a:pt x="301761" y="91137"/>
                </a:lnTo>
                <a:lnTo>
                  <a:pt x="284976" y="91137"/>
                </a:lnTo>
                <a:lnTo>
                  <a:pt x="273599" y="48677"/>
                </a:lnTo>
                <a:lnTo>
                  <a:pt x="262409" y="91137"/>
                </a:lnTo>
                <a:lnTo>
                  <a:pt x="245438" y="91137"/>
                </a:lnTo>
                <a:close/>
                <a:moveTo>
                  <a:pt x="328141" y="57194"/>
                </a:moveTo>
                <a:cubicBezTo>
                  <a:pt x="328141" y="51391"/>
                  <a:pt x="329571" y="45776"/>
                  <a:pt x="332431" y="40346"/>
                </a:cubicBezTo>
                <a:cubicBezTo>
                  <a:pt x="335290" y="34917"/>
                  <a:pt x="339342" y="30773"/>
                  <a:pt x="344584" y="27913"/>
                </a:cubicBezTo>
                <a:cubicBezTo>
                  <a:pt x="349827" y="25053"/>
                  <a:pt x="355681" y="23623"/>
                  <a:pt x="362147" y="23623"/>
                </a:cubicBezTo>
                <a:cubicBezTo>
                  <a:pt x="372135" y="23623"/>
                  <a:pt x="380320" y="26867"/>
                  <a:pt x="386703" y="33353"/>
                </a:cubicBezTo>
                <a:cubicBezTo>
                  <a:pt x="393085" y="39839"/>
                  <a:pt x="396276" y="48034"/>
                  <a:pt x="396276" y="57940"/>
                </a:cubicBezTo>
                <a:cubicBezTo>
                  <a:pt x="396276" y="67928"/>
                  <a:pt x="393054" y="76206"/>
                  <a:pt x="386609" y="82775"/>
                </a:cubicBezTo>
                <a:cubicBezTo>
                  <a:pt x="380165" y="89344"/>
                  <a:pt x="372052" y="92629"/>
                  <a:pt x="362271" y="92629"/>
                </a:cubicBezTo>
                <a:cubicBezTo>
                  <a:pt x="356220" y="92629"/>
                  <a:pt x="350449" y="91261"/>
                  <a:pt x="344957" y="88526"/>
                </a:cubicBezTo>
                <a:cubicBezTo>
                  <a:pt x="339466" y="85791"/>
                  <a:pt x="335290" y="81781"/>
                  <a:pt x="332431" y="76497"/>
                </a:cubicBezTo>
                <a:cubicBezTo>
                  <a:pt x="329571" y="71212"/>
                  <a:pt x="328141" y="64778"/>
                  <a:pt x="328141" y="57194"/>
                </a:cubicBezTo>
                <a:moveTo>
                  <a:pt x="346045" y="58126"/>
                </a:moveTo>
                <a:cubicBezTo>
                  <a:pt x="346045" y="64654"/>
                  <a:pt x="347599" y="69653"/>
                  <a:pt x="350708" y="73124"/>
                </a:cubicBezTo>
                <a:cubicBezTo>
                  <a:pt x="353816" y="76595"/>
                  <a:pt x="357650" y="78331"/>
                  <a:pt x="362209" y="78331"/>
                </a:cubicBezTo>
                <a:cubicBezTo>
                  <a:pt x="366768" y="78331"/>
                  <a:pt x="370591" y="76595"/>
                  <a:pt x="373679" y="73124"/>
                </a:cubicBezTo>
                <a:cubicBezTo>
                  <a:pt x="376766" y="69653"/>
                  <a:pt x="378310" y="64612"/>
                  <a:pt x="378310" y="58002"/>
                </a:cubicBezTo>
                <a:cubicBezTo>
                  <a:pt x="378310" y="51557"/>
                  <a:pt x="376766" y="46599"/>
                  <a:pt x="373679" y="43128"/>
                </a:cubicBezTo>
                <a:cubicBezTo>
                  <a:pt x="370591" y="39657"/>
                  <a:pt x="366768" y="37922"/>
                  <a:pt x="362209" y="37922"/>
                </a:cubicBezTo>
                <a:cubicBezTo>
                  <a:pt x="357650" y="37922"/>
                  <a:pt x="353816" y="39657"/>
                  <a:pt x="350708" y="43128"/>
                </a:cubicBezTo>
                <a:cubicBezTo>
                  <a:pt x="347599" y="46599"/>
                  <a:pt x="346045" y="51599"/>
                  <a:pt x="346045" y="58126"/>
                </a:cubicBezTo>
                <a:close/>
                <a:moveTo>
                  <a:pt x="426697" y="91137"/>
                </a:moveTo>
                <a:lnTo>
                  <a:pt x="409228" y="91137"/>
                </a:lnTo>
                <a:lnTo>
                  <a:pt x="409228" y="25115"/>
                </a:lnTo>
                <a:lnTo>
                  <a:pt x="425453" y="25115"/>
                </a:lnTo>
                <a:lnTo>
                  <a:pt x="425453" y="34503"/>
                </a:lnTo>
                <a:cubicBezTo>
                  <a:pt x="428230" y="30068"/>
                  <a:pt x="430727" y="27146"/>
                  <a:pt x="432944" y="25737"/>
                </a:cubicBezTo>
                <a:cubicBezTo>
                  <a:pt x="435162" y="24328"/>
                  <a:pt x="437679" y="23623"/>
                  <a:pt x="440498" y="23623"/>
                </a:cubicBezTo>
                <a:cubicBezTo>
                  <a:pt x="444476" y="23623"/>
                  <a:pt x="448310" y="24722"/>
                  <a:pt x="451999" y="26918"/>
                </a:cubicBezTo>
                <a:lnTo>
                  <a:pt x="446590" y="42149"/>
                </a:lnTo>
                <a:cubicBezTo>
                  <a:pt x="443648" y="40243"/>
                  <a:pt x="440912" y="39290"/>
                  <a:pt x="438384" y="39290"/>
                </a:cubicBezTo>
                <a:cubicBezTo>
                  <a:pt x="435939" y="39290"/>
                  <a:pt x="433867" y="39963"/>
                  <a:pt x="432167" y="41310"/>
                </a:cubicBezTo>
                <a:cubicBezTo>
                  <a:pt x="430468" y="42657"/>
                  <a:pt x="429132" y="45092"/>
                  <a:pt x="428158" y="48615"/>
                </a:cubicBezTo>
                <a:cubicBezTo>
                  <a:pt x="427184" y="52137"/>
                  <a:pt x="426697" y="59515"/>
                  <a:pt x="426697" y="70746"/>
                </a:cubicBezTo>
                <a:lnTo>
                  <a:pt x="426697" y="91137"/>
                </a:lnTo>
                <a:close/>
                <a:moveTo>
                  <a:pt x="520051" y="91137"/>
                </a:moveTo>
                <a:lnTo>
                  <a:pt x="503825" y="91137"/>
                </a:lnTo>
                <a:lnTo>
                  <a:pt x="503825" y="81439"/>
                </a:lnTo>
                <a:cubicBezTo>
                  <a:pt x="501131" y="85210"/>
                  <a:pt x="497951" y="88018"/>
                  <a:pt x="494283" y="89863"/>
                </a:cubicBezTo>
                <a:cubicBezTo>
                  <a:pt x="490615" y="91707"/>
                  <a:pt x="486916" y="92629"/>
                  <a:pt x="483186" y="92629"/>
                </a:cubicBezTo>
                <a:cubicBezTo>
                  <a:pt x="475601" y="92629"/>
                  <a:pt x="469105" y="89572"/>
                  <a:pt x="463696" y="83459"/>
                </a:cubicBezTo>
                <a:cubicBezTo>
                  <a:pt x="458288" y="77346"/>
                  <a:pt x="455584" y="68819"/>
                  <a:pt x="455584" y="57878"/>
                </a:cubicBezTo>
                <a:cubicBezTo>
                  <a:pt x="455584" y="46687"/>
                  <a:pt x="458215" y="38181"/>
                  <a:pt x="463479" y="32358"/>
                </a:cubicBezTo>
                <a:cubicBezTo>
                  <a:pt x="468742" y="26535"/>
                  <a:pt x="475394" y="23623"/>
                  <a:pt x="483435" y="23623"/>
                </a:cubicBezTo>
                <a:cubicBezTo>
                  <a:pt x="490812" y="23623"/>
                  <a:pt x="497194" y="26690"/>
                  <a:pt x="502582" y="32824"/>
                </a:cubicBezTo>
                <a:lnTo>
                  <a:pt x="502582" y="0"/>
                </a:lnTo>
                <a:lnTo>
                  <a:pt x="520051" y="0"/>
                </a:lnTo>
                <a:lnTo>
                  <a:pt x="520051" y="91137"/>
                </a:lnTo>
                <a:moveTo>
                  <a:pt x="473426" y="56729"/>
                </a:moveTo>
                <a:cubicBezTo>
                  <a:pt x="473426" y="63765"/>
                  <a:pt x="474400" y="68855"/>
                  <a:pt x="476347" y="71999"/>
                </a:cubicBezTo>
                <a:cubicBezTo>
                  <a:pt x="479166" y="76552"/>
                  <a:pt x="483103" y="78828"/>
                  <a:pt x="488159" y="78828"/>
                </a:cubicBezTo>
                <a:cubicBezTo>
                  <a:pt x="492179" y="78828"/>
                  <a:pt x="495599" y="77121"/>
                  <a:pt x="498417" y="73707"/>
                </a:cubicBezTo>
                <a:cubicBezTo>
                  <a:pt x="501235" y="70293"/>
                  <a:pt x="502644" y="65193"/>
                  <a:pt x="502644" y="58406"/>
                </a:cubicBezTo>
                <a:cubicBezTo>
                  <a:pt x="502644" y="50832"/>
                  <a:pt x="501276" y="45379"/>
                  <a:pt x="498541" y="42048"/>
                </a:cubicBezTo>
                <a:cubicBezTo>
                  <a:pt x="495806" y="38717"/>
                  <a:pt x="492304" y="37052"/>
                  <a:pt x="488035" y="37052"/>
                </a:cubicBezTo>
                <a:cubicBezTo>
                  <a:pt x="483890" y="37052"/>
                  <a:pt x="480419" y="38696"/>
                  <a:pt x="477622" y="41986"/>
                </a:cubicBezTo>
                <a:cubicBezTo>
                  <a:pt x="474824" y="45276"/>
                  <a:pt x="473426" y="50190"/>
                  <a:pt x="473426" y="56729"/>
                </a:cubicBezTo>
                <a:close/>
                <a:moveTo>
                  <a:pt x="531137" y="72362"/>
                </a:moveTo>
                <a:lnTo>
                  <a:pt x="548668" y="69627"/>
                </a:lnTo>
                <a:cubicBezTo>
                  <a:pt x="549414" y="73005"/>
                  <a:pt x="550927" y="75569"/>
                  <a:pt x="553206" y="77320"/>
                </a:cubicBezTo>
                <a:cubicBezTo>
                  <a:pt x="555486" y="79071"/>
                  <a:pt x="558677" y="79947"/>
                  <a:pt x="562780" y="79947"/>
                </a:cubicBezTo>
                <a:cubicBezTo>
                  <a:pt x="567297" y="79947"/>
                  <a:pt x="570696" y="79119"/>
                  <a:pt x="572975" y="77464"/>
                </a:cubicBezTo>
                <a:cubicBezTo>
                  <a:pt x="574509" y="76305"/>
                  <a:pt x="575275" y="74753"/>
                  <a:pt x="575275" y="72807"/>
                </a:cubicBezTo>
                <a:cubicBezTo>
                  <a:pt x="575275" y="71482"/>
                  <a:pt x="574861" y="70385"/>
                  <a:pt x="574032" y="69516"/>
                </a:cubicBezTo>
                <a:cubicBezTo>
                  <a:pt x="573162" y="68689"/>
                  <a:pt x="571214" y="67923"/>
                  <a:pt x="568188" y="67220"/>
                </a:cubicBezTo>
                <a:cubicBezTo>
                  <a:pt x="554097" y="64117"/>
                  <a:pt x="545166" y="61282"/>
                  <a:pt x="541394" y="58715"/>
                </a:cubicBezTo>
                <a:cubicBezTo>
                  <a:pt x="536172" y="55153"/>
                  <a:pt x="533561" y="50205"/>
                  <a:pt x="533561" y="43871"/>
                </a:cubicBezTo>
                <a:cubicBezTo>
                  <a:pt x="533561" y="38156"/>
                  <a:pt x="535820" y="33353"/>
                  <a:pt x="540338" y="29461"/>
                </a:cubicBezTo>
                <a:cubicBezTo>
                  <a:pt x="544855" y="25569"/>
                  <a:pt x="551859" y="23623"/>
                  <a:pt x="561350" y="23623"/>
                </a:cubicBezTo>
                <a:cubicBezTo>
                  <a:pt x="570385" y="23623"/>
                  <a:pt x="577099" y="25090"/>
                  <a:pt x="581492" y="28022"/>
                </a:cubicBezTo>
                <a:cubicBezTo>
                  <a:pt x="585885" y="30954"/>
                  <a:pt x="588911" y="35290"/>
                  <a:pt x="590569" y="41030"/>
                </a:cubicBezTo>
                <a:lnTo>
                  <a:pt x="574094" y="44139"/>
                </a:lnTo>
                <a:cubicBezTo>
                  <a:pt x="573390" y="41569"/>
                  <a:pt x="572053" y="39600"/>
                  <a:pt x="570084" y="38233"/>
                </a:cubicBezTo>
                <a:cubicBezTo>
                  <a:pt x="568116" y="36865"/>
                  <a:pt x="565308" y="36181"/>
                  <a:pt x="561661" y="36181"/>
                </a:cubicBezTo>
                <a:cubicBezTo>
                  <a:pt x="557060" y="36181"/>
                  <a:pt x="553766" y="36823"/>
                  <a:pt x="551776" y="38106"/>
                </a:cubicBezTo>
                <a:cubicBezTo>
                  <a:pt x="550450" y="39016"/>
                  <a:pt x="549787" y="40195"/>
                  <a:pt x="549787" y="41644"/>
                </a:cubicBezTo>
                <a:cubicBezTo>
                  <a:pt x="549787" y="42885"/>
                  <a:pt x="550367" y="43940"/>
                  <a:pt x="551528" y="44809"/>
                </a:cubicBezTo>
                <a:cubicBezTo>
                  <a:pt x="553103" y="45968"/>
                  <a:pt x="558542" y="47603"/>
                  <a:pt x="567846" y="49714"/>
                </a:cubicBezTo>
                <a:cubicBezTo>
                  <a:pt x="577151" y="51825"/>
                  <a:pt x="583647" y="54415"/>
                  <a:pt x="587336" y="57483"/>
                </a:cubicBezTo>
                <a:cubicBezTo>
                  <a:pt x="590983" y="60594"/>
                  <a:pt x="592807" y="64928"/>
                  <a:pt x="592807" y="70484"/>
                </a:cubicBezTo>
                <a:cubicBezTo>
                  <a:pt x="592807" y="76539"/>
                  <a:pt x="590278" y="81743"/>
                  <a:pt x="585222" y="86098"/>
                </a:cubicBezTo>
                <a:cubicBezTo>
                  <a:pt x="580166" y="90452"/>
                  <a:pt x="572685" y="92629"/>
                  <a:pt x="562780" y="92629"/>
                </a:cubicBezTo>
                <a:cubicBezTo>
                  <a:pt x="553786" y="92629"/>
                  <a:pt x="546668" y="90811"/>
                  <a:pt x="541425" y="87176"/>
                </a:cubicBezTo>
                <a:cubicBezTo>
                  <a:pt x="536183" y="83539"/>
                  <a:pt x="532753" y="78601"/>
                  <a:pt x="531137" y="7236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17A5E7-866F-4A55-9FDD-73EB3F23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37" y="1885623"/>
            <a:ext cx="1060985" cy="1060985"/>
          </a:xfrm>
          <a:custGeom xmlns:a="http://schemas.openxmlformats.org/drawingml/2006/main">
            <a:pathLst>
              <a:path w="1060985" h="1060985">
                <a:moveTo>
                  <a:pt x="0" y="159148"/>
                </a:moveTo>
                <a:cubicBezTo>
                  <a:pt x="0" y="71298"/>
                  <a:pt x="237554" y="0"/>
                  <a:pt x="530492" y="0"/>
                </a:cubicBezTo>
                <a:cubicBezTo>
                  <a:pt x="671179" y="0"/>
                  <a:pt x="806136" y="16764"/>
                  <a:pt x="905657" y="46577"/>
                </a:cubicBezTo>
                <a:cubicBezTo>
                  <a:pt x="1005071" y="76497"/>
                  <a:pt x="1060985" y="116921"/>
                  <a:pt x="1060985" y="159148"/>
                </a:cubicBezTo>
                <a:lnTo>
                  <a:pt x="1060985" y="901837"/>
                </a:lnTo>
                <a:cubicBezTo>
                  <a:pt x="1060985" y="989687"/>
                  <a:pt x="823430" y="1060985"/>
                  <a:pt x="530492" y="1060985"/>
                </a:cubicBezTo>
                <a:cubicBezTo>
                  <a:pt x="237554" y="1060985"/>
                  <a:pt x="0" y="989687"/>
                  <a:pt x="0" y="901837"/>
                </a:cubicBezTo>
                <a:lnTo>
                  <a:pt x="0" y="159148"/>
                </a:lnTo>
                <a:close/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70561-835E-499C-AC4E-DF68694F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37" y="1885623"/>
            <a:ext cx="1060985" cy="1060985"/>
          </a:xfrm>
          <a:custGeom xmlns:a="http://schemas.openxmlformats.org/drawingml/2006/main">
            <a:pathLst>
              <a:path w="1060985" h="1060985" fill="none">
                <a:moveTo>
                  <a:pt x="0" y="159148"/>
                </a:moveTo>
                <a:cubicBezTo>
                  <a:pt x="0" y="71298"/>
                  <a:pt x="237554" y="0"/>
                  <a:pt x="530492" y="0"/>
                </a:cubicBezTo>
                <a:cubicBezTo>
                  <a:pt x="671179" y="0"/>
                  <a:pt x="806136" y="16764"/>
                  <a:pt x="905657" y="46577"/>
                </a:cubicBezTo>
                <a:cubicBezTo>
                  <a:pt x="1005071" y="76497"/>
                  <a:pt x="1060985" y="116921"/>
                  <a:pt x="1060985" y="159148"/>
                </a:cubicBezTo>
                <a:lnTo>
                  <a:pt x="1060985" y="901837"/>
                </a:lnTo>
                <a:cubicBezTo>
                  <a:pt x="1060985" y="989687"/>
                  <a:pt x="823430" y="1060985"/>
                  <a:pt x="530492" y="1060985"/>
                </a:cubicBezTo>
                <a:cubicBezTo>
                  <a:pt x="237554" y="1060985"/>
                  <a:pt x="0" y="989687"/>
                  <a:pt x="0" y="901837"/>
                </a:cubicBezTo>
                <a:lnTo>
                  <a:pt x="0" y="15914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D79B00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C1E06E-A6D3-48E2-940E-426D0129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037" y="2044771"/>
            <a:ext cx="1060985" cy="159148"/>
          </a:xfrm>
          <a:custGeom xmlns:a="http://schemas.openxmlformats.org/drawingml/2006/main">
            <a:pathLst>
              <a:path w="1060985" h="159148" fill="none">
                <a:moveTo>
                  <a:pt x="1060985" y="0"/>
                </a:moveTo>
                <a:cubicBezTo>
                  <a:pt x="1060985" y="87850"/>
                  <a:pt x="823430" y="159148"/>
                  <a:pt x="530492" y="159148"/>
                </a:cubicBezTo>
                <a:cubicBezTo>
                  <a:pt x="237554" y="159148"/>
                  <a:pt x="0" y="8785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D79B00"/>
            </a:solidFill>
            <a:miter/>
          </a:ln>
        </p:spPr>
      </p:sp>
      <p:sp>
        <p:nvSpPr>
          <p:cNvPr id="23" name="Text FilteredSearch">
            <a:extLst xmlns:a="http://schemas.openxmlformats.org/drawingml/2006/main">
              <a:ext uri="{FF2B5EF4-FFF2-40B4-BE49-F238E27FC236}">
                <a16:creationId xmlns:a16="http://schemas.microsoft.com/office/drawing/2014/main" id="{1099E360-F8F0-4B7A-B156-AC9644C7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7575" y="2424156"/>
            <a:ext cx="901887" cy="94494"/>
          </a:xfrm>
          <a:custGeom xmlns:a="http://schemas.openxmlformats.org/drawingml/2006/main">
            <a:pathLst>
              <a:path w="901887" h="94494">
                <a:moveTo>
                  <a:pt x="0" y="92753"/>
                </a:moveTo>
                <a:lnTo>
                  <a:pt x="0" y="1616"/>
                </a:lnTo>
                <a:lnTo>
                  <a:pt x="62478" y="1616"/>
                </a:lnTo>
                <a:lnTo>
                  <a:pt x="62478" y="17034"/>
                </a:lnTo>
                <a:lnTo>
                  <a:pt x="18401" y="17034"/>
                </a:lnTo>
                <a:lnTo>
                  <a:pt x="18401" y="38544"/>
                </a:lnTo>
                <a:lnTo>
                  <a:pt x="56448" y="38544"/>
                </a:lnTo>
                <a:lnTo>
                  <a:pt x="56448" y="53961"/>
                </a:lnTo>
                <a:lnTo>
                  <a:pt x="18401" y="53961"/>
                </a:lnTo>
                <a:lnTo>
                  <a:pt x="18401" y="92753"/>
                </a:lnTo>
                <a:lnTo>
                  <a:pt x="0" y="92753"/>
                </a:lnTo>
                <a:close/>
                <a:moveTo>
                  <a:pt x="77542" y="17780"/>
                </a:moveTo>
                <a:lnTo>
                  <a:pt x="77542" y="1616"/>
                </a:lnTo>
                <a:lnTo>
                  <a:pt x="95011" y="1616"/>
                </a:lnTo>
                <a:lnTo>
                  <a:pt x="95011" y="17780"/>
                </a:lnTo>
                <a:lnTo>
                  <a:pt x="77542" y="17780"/>
                </a:lnTo>
                <a:moveTo>
                  <a:pt x="77542" y="92753"/>
                </a:moveTo>
                <a:lnTo>
                  <a:pt x="77542" y="26732"/>
                </a:lnTo>
                <a:lnTo>
                  <a:pt x="95011" y="26732"/>
                </a:lnTo>
                <a:lnTo>
                  <a:pt x="95011" y="92753"/>
                </a:lnTo>
                <a:lnTo>
                  <a:pt x="77542" y="92753"/>
                </a:lnTo>
                <a:close/>
                <a:moveTo>
                  <a:pt x="112937" y="92753"/>
                </a:moveTo>
                <a:lnTo>
                  <a:pt x="112937" y="1616"/>
                </a:lnTo>
                <a:lnTo>
                  <a:pt x="130406" y="1616"/>
                </a:lnTo>
                <a:lnTo>
                  <a:pt x="130406" y="92753"/>
                </a:lnTo>
                <a:lnTo>
                  <a:pt x="112937" y="92753"/>
                </a:lnTo>
                <a:close/>
                <a:moveTo>
                  <a:pt x="178607" y="26732"/>
                </a:moveTo>
                <a:lnTo>
                  <a:pt x="178607" y="40657"/>
                </a:lnTo>
                <a:lnTo>
                  <a:pt x="166671" y="40657"/>
                </a:lnTo>
                <a:lnTo>
                  <a:pt x="166671" y="67222"/>
                </a:lnTo>
                <a:cubicBezTo>
                  <a:pt x="166671" y="72602"/>
                  <a:pt x="166785" y="75737"/>
                  <a:pt x="167013" y="76627"/>
                </a:cubicBezTo>
                <a:cubicBezTo>
                  <a:pt x="167241" y="77515"/>
                  <a:pt x="167759" y="78250"/>
                  <a:pt x="168567" y="78830"/>
                </a:cubicBezTo>
                <a:cubicBezTo>
                  <a:pt x="169375" y="79409"/>
                  <a:pt x="170359" y="79698"/>
                  <a:pt x="171520" y="79698"/>
                </a:cubicBezTo>
                <a:cubicBezTo>
                  <a:pt x="173136" y="79698"/>
                  <a:pt x="175478" y="79139"/>
                  <a:pt x="178545" y="78020"/>
                </a:cubicBezTo>
                <a:lnTo>
                  <a:pt x="180037" y="91623"/>
                </a:lnTo>
                <a:cubicBezTo>
                  <a:pt x="175975" y="93371"/>
                  <a:pt x="171375" y="94245"/>
                  <a:pt x="166236" y="94245"/>
                </a:cubicBezTo>
                <a:cubicBezTo>
                  <a:pt x="163086" y="94245"/>
                  <a:pt x="160247" y="93717"/>
                  <a:pt x="157719" y="92660"/>
                </a:cubicBezTo>
                <a:cubicBezTo>
                  <a:pt x="155191" y="91603"/>
                  <a:pt x="153336" y="90236"/>
                  <a:pt x="152155" y="88557"/>
                </a:cubicBezTo>
                <a:cubicBezTo>
                  <a:pt x="150974" y="86878"/>
                  <a:pt x="150155" y="84609"/>
                  <a:pt x="149699" y="81750"/>
                </a:cubicBezTo>
                <a:cubicBezTo>
                  <a:pt x="149326" y="79719"/>
                  <a:pt x="149140" y="75616"/>
                  <a:pt x="149140" y="69441"/>
                </a:cubicBezTo>
                <a:lnTo>
                  <a:pt x="149140" y="40657"/>
                </a:lnTo>
                <a:lnTo>
                  <a:pt x="141120" y="40657"/>
                </a:lnTo>
                <a:lnTo>
                  <a:pt x="141120" y="26732"/>
                </a:lnTo>
                <a:lnTo>
                  <a:pt x="149140" y="26732"/>
                </a:lnTo>
                <a:lnTo>
                  <a:pt x="149140" y="13552"/>
                </a:lnTo>
                <a:lnTo>
                  <a:pt x="166671" y="3233"/>
                </a:lnTo>
                <a:lnTo>
                  <a:pt x="166671" y="26732"/>
                </a:lnTo>
                <a:lnTo>
                  <a:pt x="178607" y="26732"/>
                </a:lnTo>
                <a:close/>
                <a:moveTo>
                  <a:pt x="228961" y="71741"/>
                </a:moveTo>
                <a:lnTo>
                  <a:pt x="246368" y="74725"/>
                </a:lnTo>
                <a:cubicBezTo>
                  <a:pt x="244130" y="81087"/>
                  <a:pt x="240597" y="85930"/>
                  <a:pt x="235768" y="89256"/>
                </a:cubicBezTo>
                <a:cubicBezTo>
                  <a:pt x="230940" y="92582"/>
                  <a:pt x="224900" y="94245"/>
                  <a:pt x="217647" y="94245"/>
                </a:cubicBezTo>
                <a:cubicBezTo>
                  <a:pt x="206167" y="94245"/>
                  <a:pt x="197670" y="90495"/>
                  <a:pt x="192158" y="82993"/>
                </a:cubicBezTo>
                <a:cubicBezTo>
                  <a:pt x="187806" y="76984"/>
                  <a:pt x="185631" y="69399"/>
                  <a:pt x="185631" y="60240"/>
                </a:cubicBezTo>
                <a:cubicBezTo>
                  <a:pt x="185631" y="49298"/>
                  <a:pt x="188490" y="40730"/>
                  <a:pt x="194210" y="34534"/>
                </a:cubicBezTo>
                <a:cubicBezTo>
                  <a:pt x="199929" y="28338"/>
                  <a:pt x="207161" y="25240"/>
                  <a:pt x="215906" y="25240"/>
                </a:cubicBezTo>
                <a:cubicBezTo>
                  <a:pt x="225728" y="25240"/>
                  <a:pt x="233479" y="28483"/>
                  <a:pt x="239156" y="34969"/>
                </a:cubicBezTo>
                <a:cubicBezTo>
                  <a:pt x="244834" y="41455"/>
                  <a:pt x="247549" y="51391"/>
                  <a:pt x="247300" y="64778"/>
                </a:cubicBezTo>
                <a:lnTo>
                  <a:pt x="203535" y="64778"/>
                </a:lnTo>
                <a:cubicBezTo>
                  <a:pt x="203659" y="69959"/>
                  <a:pt x="205068" y="73989"/>
                  <a:pt x="207762" y="76870"/>
                </a:cubicBezTo>
                <a:cubicBezTo>
                  <a:pt x="210456" y="79750"/>
                  <a:pt x="213813" y="81190"/>
                  <a:pt x="217833" y="81190"/>
                </a:cubicBezTo>
                <a:cubicBezTo>
                  <a:pt x="220569" y="81190"/>
                  <a:pt x="222869" y="80444"/>
                  <a:pt x="224734" y="78952"/>
                </a:cubicBezTo>
                <a:cubicBezTo>
                  <a:pt x="226599" y="77460"/>
                  <a:pt x="228008" y="75056"/>
                  <a:pt x="228961" y="71741"/>
                </a:cubicBezTo>
                <a:moveTo>
                  <a:pt x="229956" y="54085"/>
                </a:moveTo>
                <a:cubicBezTo>
                  <a:pt x="229831" y="49050"/>
                  <a:pt x="228526" y="45221"/>
                  <a:pt x="226039" y="42600"/>
                </a:cubicBezTo>
                <a:cubicBezTo>
                  <a:pt x="223553" y="39979"/>
                  <a:pt x="220527" y="38668"/>
                  <a:pt x="216963" y="38668"/>
                </a:cubicBezTo>
                <a:cubicBezTo>
                  <a:pt x="213150" y="38668"/>
                  <a:pt x="210000" y="40050"/>
                  <a:pt x="207513" y="42816"/>
                </a:cubicBezTo>
                <a:cubicBezTo>
                  <a:pt x="205027" y="45582"/>
                  <a:pt x="203804" y="49339"/>
                  <a:pt x="203846" y="54085"/>
                </a:cubicBezTo>
                <a:lnTo>
                  <a:pt x="229956" y="54085"/>
                </a:lnTo>
                <a:close/>
                <a:moveTo>
                  <a:pt x="278240" y="92753"/>
                </a:moveTo>
                <a:lnTo>
                  <a:pt x="260771" y="92753"/>
                </a:lnTo>
                <a:lnTo>
                  <a:pt x="260771" y="26732"/>
                </a:lnTo>
                <a:lnTo>
                  <a:pt x="276997" y="26732"/>
                </a:lnTo>
                <a:lnTo>
                  <a:pt x="276997" y="36119"/>
                </a:lnTo>
                <a:cubicBezTo>
                  <a:pt x="279774" y="31684"/>
                  <a:pt x="282271" y="28763"/>
                  <a:pt x="284488" y="27354"/>
                </a:cubicBezTo>
                <a:cubicBezTo>
                  <a:pt x="286705" y="25944"/>
                  <a:pt x="289223" y="25240"/>
                  <a:pt x="292041" y="25240"/>
                </a:cubicBezTo>
                <a:cubicBezTo>
                  <a:pt x="296020" y="25240"/>
                  <a:pt x="299854" y="26338"/>
                  <a:pt x="303542" y="28535"/>
                </a:cubicBezTo>
                <a:lnTo>
                  <a:pt x="298134" y="43766"/>
                </a:lnTo>
                <a:cubicBezTo>
                  <a:pt x="295191" y="41859"/>
                  <a:pt x="292456" y="40906"/>
                  <a:pt x="289928" y="40906"/>
                </a:cubicBezTo>
                <a:cubicBezTo>
                  <a:pt x="287482" y="40906"/>
                  <a:pt x="285410" y="41579"/>
                  <a:pt x="283711" y="42926"/>
                </a:cubicBezTo>
                <a:cubicBezTo>
                  <a:pt x="282012" y="44273"/>
                  <a:pt x="280675" y="46708"/>
                  <a:pt x="279701" y="50231"/>
                </a:cubicBezTo>
                <a:cubicBezTo>
                  <a:pt x="278727" y="53754"/>
                  <a:pt x="278240" y="61131"/>
                  <a:pt x="278240" y="72362"/>
                </a:cubicBezTo>
                <a:lnTo>
                  <a:pt x="278240" y="92753"/>
                </a:lnTo>
                <a:close/>
                <a:moveTo>
                  <a:pt x="349277" y="71741"/>
                </a:moveTo>
                <a:lnTo>
                  <a:pt x="366684" y="74725"/>
                </a:lnTo>
                <a:cubicBezTo>
                  <a:pt x="364446" y="81087"/>
                  <a:pt x="360913" y="85930"/>
                  <a:pt x="356084" y="89256"/>
                </a:cubicBezTo>
                <a:cubicBezTo>
                  <a:pt x="351256" y="92582"/>
                  <a:pt x="345215" y="94245"/>
                  <a:pt x="337963" y="94245"/>
                </a:cubicBezTo>
                <a:cubicBezTo>
                  <a:pt x="326482" y="94245"/>
                  <a:pt x="317986" y="90495"/>
                  <a:pt x="312474" y="82993"/>
                </a:cubicBezTo>
                <a:cubicBezTo>
                  <a:pt x="308122" y="76984"/>
                  <a:pt x="305947" y="69399"/>
                  <a:pt x="305947" y="60240"/>
                </a:cubicBezTo>
                <a:cubicBezTo>
                  <a:pt x="305947" y="49298"/>
                  <a:pt x="308806" y="40730"/>
                  <a:pt x="314526" y="34534"/>
                </a:cubicBezTo>
                <a:cubicBezTo>
                  <a:pt x="320245" y="28338"/>
                  <a:pt x="327477" y="25240"/>
                  <a:pt x="336222" y="25240"/>
                </a:cubicBezTo>
                <a:cubicBezTo>
                  <a:pt x="346044" y="25240"/>
                  <a:pt x="353794" y="28483"/>
                  <a:pt x="359472" y="34969"/>
                </a:cubicBezTo>
                <a:cubicBezTo>
                  <a:pt x="365150" y="41455"/>
                  <a:pt x="367865" y="51391"/>
                  <a:pt x="367616" y="64778"/>
                </a:cubicBezTo>
                <a:lnTo>
                  <a:pt x="323851" y="64778"/>
                </a:lnTo>
                <a:cubicBezTo>
                  <a:pt x="323975" y="69959"/>
                  <a:pt x="325384" y="73989"/>
                  <a:pt x="328078" y="76870"/>
                </a:cubicBezTo>
                <a:cubicBezTo>
                  <a:pt x="330772" y="79750"/>
                  <a:pt x="334129" y="81190"/>
                  <a:pt x="338149" y="81190"/>
                </a:cubicBezTo>
                <a:cubicBezTo>
                  <a:pt x="340884" y="81190"/>
                  <a:pt x="343185" y="80444"/>
                  <a:pt x="345050" y="78952"/>
                </a:cubicBezTo>
                <a:cubicBezTo>
                  <a:pt x="346915" y="77460"/>
                  <a:pt x="348324" y="75056"/>
                  <a:pt x="349277" y="71741"/>
                </a:cubicBezTo>
                <a:moveTo>
                  <a:pt x="350272" y="54085"/>
                </a:moveTo>
                <a:cubicBezTo>
                  <a:pt x="350147" y="49050"/>
                  <a:pt x="348842" y="45221"/>
                  <a:pt x="346355" y="42600"/>
                </a:cubicBezTo>
                <a:cubicBezTo>
                  <a:pt x="343868" y="39979"/>
                  <a:pt x="340843" y="38668"/>
                  <a:pt x="337279" y="38668"/>
                </a:cubicBezTo>
                <a:cubicBezTo>
                  <a:pt x="333466" y="38668"/>
                  <a:pt x="330316" y="40050"/>
                  <a:pt x="327829" y="42816"/>
                </a:cubicBezTo>
                <a:cubicBezTo>
                  <a:pt x="325343" y="45582"/>
                  <a:pt x="324120" y="49339"/>
                  <a:pt x="324161" y="54085"/>
                </a:cubicBezTo>
                <a:lnTo>
                  <a:pt x="350272" y="54085"/>
                </a:lnTo>
                <a:close/>
                <a:moveTo>
                  <a:pt x="442384" y="92753"/>
                </a:moveTo>
                <a:lnTo>
                  <a:pt x="426158" y="92753"/>
                </a:lnTo>
                <a:lnTo>
                  <a:pt x="426158" y="83055"/>
                </a:lnTo>
                <a:cubicBezTo>
                  <a:pt x="423464" y="86827"/>
                  <a:pt x="420283" y="89635"/>
                  <a:pt x="416616" y="91479"/>
                </a:cubicBezTo>
                <a:cubicBezTo>
                  <a:pt x="412948" y="93323"/>
                  <a:pt x="409249" y="94245"/>
                  <a:pt x="405519" y="94245"/>
                </a:cubicBezTo>
                <a:cubicBezTo>
                  <a:pt x="397934" y="94245"/>
                  <a:pt x="391438" y="91189"/>
                  <a:pt x="386029" y="85076"/>
                </a:cubicBezTo>
                <a:cubicBezTo>
                  <a:pt x="380621" y="78963"/>
                  <a:pt x="377917" y="70435"/>
                  <a:pt x="377917" y="59494"/>
                </a:cubicBezTo>
                <a:cubicBezTo>
                  <a:pt x="377917" y="48304"/>
                  <a:pt x="380548" y="39797"/>
                  <a:pt x="385812" y="33974"/>
                </a:cubicBezTo>
                <a:cubicBezTo>
                  <a:pt x="391075" y="28151"/>
                  <a:pt x="397727" y="25240"/>
                  <a:pt x="405767" y="25240"/>
                </a:cubicBezTo>
                <a:cubicBezTo>
                  <a:pt x="413145" y="25240"/>
                  <a:pt x="419527" y="28307"/>
                  <a:pt x="424915" y="34441"/>
                </a:cubicBezTo>
                <a:lnTo>
                  <a:pt x="424915" y="1616"/>
                </a:lnTo>
                <a:lnTo>
                  <a:pt x="442384" y="1616"/>
                </a:lnTo>
                <a:lnTo>
                  <a:pt x="442384" y="92753"/>
                </a:lnTo>
                <a:moveTo>
                  <a:pt x="395759" y="58346"/>
                </a:moveTo>
                <a:cubicBezTo>
                  <a:pt x="395759" y="65381"/>
                  <a:pt x="396732" y="70471"/>
                  <a:pt x="398680" y="73616"/>
                </a:cubicBezTo>
                <a:cubicBezTo>
                  <a:pt x="401499" y="78168"/>
                  <a:pt x="405436" y="80444"/>
                  <a:pt x="410492" y="80444"/>
                </a:cubicBezTo>
                <a:cubicBezTo>
                  <a:pt x="414512" y="80444"/>
                  <a:pt x="417931" y="78737"/>
                  <a:pt x="420750" y="75323"/>
                </a:cubicBezTo>
                <a:cubicBezTo>
                  <a:pt x="423568" y="71909"/>
                  <a:pt x="424977" y="66809"/>
                  <a:pt x="424977" y="60022"/>
                </a:cubicBezTo>
                <a:cubicBezTo>
                  <a:pt x="424977" y="52448"/>
                  <a:pt x="423609" y="46996"/>
                  <a:pt x="420874" y="43665"/>
                </a:cubicBezTo>
                <a:cubicBezTo>
                  <a:pt x="418139" y="40333"/>
                  <a:pt x="414637" y="38668"/>
                  <a:pt x="410368" y="38668"/>
                </a:cubicBezTo>
                <a:cubicBezTo>
                  <a:pt x="406223" y="38668"/>
                  <a:pt x="402752" y="40313"/>
                  <a:pt x="399955" y="43602"/>
                </a:cubicBezTo>
                <a:cubicBezTo>
                  <a:pt x="397157" y="46892"/>
                  <a:pt x="395759" y="51807"/>
                  <a:pt x="395759" y="58346"/>
                </a:cubicBezTo>
                <a:close/>
                <a:moveTo>
                  <a:pt x="490481" y="63162"/>
                </a:moveTo>
                <a:lnTo>
                  <a:pt x="508385" y="61421"/>
                </a:lnTo>
                <a:cubicBezTo>
                  <a:pt x="509462" y="67453"/>
                  <a:pt x="511649" y="71883"/>
                  <a:pt x="514943" y="74711"/>
                </a:cubicBezTo>
                <a:cubicBezTo>
                  <a:pt x="518238" y="77539"/>
                  <a:pt x="522683" y="78952"/>
                  <a:pt x="528278" y="78952"/>
                </a:cubicBezTo>
                <a:cubicBezTo>
                  <a:pt x="534205" y="78952"/>
                  <a:pt x="538671" y="77695"/>
                  <a:pt x="541675" y="75179"/>
                </a:cubicBezTo>
                <a:cubicBezTo>
                  <a:pt x="544680" y="72664"/>
                  <a:pt x="546182" y="69722"/>
                  <a:pt x="546182" y="66354"/>
                </a:cubicBezTo>
                <a:cubicBezTo>
                  <a:pt x="546182" y="64192"/>
                  <a:pt x="545550" y="62353"/>
                  <a:pt x="544286" y="60836"/>
                </a:cubicBezTo>
                <a:cubicBezTo>
                  <a:pt x="543022" y="59318"/>
                  <a:pt x="540815" y="57998"/>
                  <a:pt x="537666" y="56875"/>
                </a:cubicBezTo>
                <a:cubicBezTo>
                  <a:pt x="535510" y="56128"/>
                  <a:pt x="530599" y="54799"/>
                  <a:pt x="522932" y="52889"/>
                </a:cubicBezTo>
                <a:cubicBezTo>
                  <a:pt x="513068" y="50438"/>
                  <a:pt x="506147" y="47427"/>
                  <a:pt x="502168" y="43855"/>
                </a:cubicBezTo>
                <a:cubicBezTo>
                  <a:pt x="496573" y="38830"/>
                  <a:pt x="493776" y="32704"/>
                  <a:pt x="493776" y="25479"/>
                </a:cubicBezTo>
                <a:cubicBezTo>
                  <a:pt x="493776" y="20828"/>
                  <a:pt x="495091" y="16478"/>
                  <a:pt x="497723" y="12430"/>
                </a:cubicBezTo>
                <a:cubicBezTo>
                  <a:pt x="500355" y="8380"/>
                  <a:pt x="504147" y="5296"/>
                  <a:pt x="509100" y="3178"/>
                </a:cubicBezTo>
                <a:cubicBezTo>
                  <a:pt x="514052" y="1059"/>
                  <a:pt x="520031" y="0"/>
                  <a:pt x="527035" y="0"/>
                </a:cubicBezTo>
                <a:cubicBezTo>
                  <a:pt x="538474" y="0"/>
                  <a:pt x="547084" y="2519"/>
                  <a:pt x="552865" y="7557"/>
                </a:cubicBezTo>
                <a:cubicBezTo>
                  <a:pt x="558647" y="12594"/>
                  <a:pt x="561683" y="19317"/>
                  <a:pt x="561973" y="27727"/>
                </a:cubicBezTo>
                <a:lnTo>
                  <a:pt x="543571" y="28473"/>
                </a:lnTo>
                <a:cubicBezTo>
                  <a:pt x="542784" y="23789"/>
                  <a:pt x="541095" y="20422"/>
                  <a:pt x="538505" y="18370"/>
                </a:cubicBezTo>
                <a:cubicBezTo>
                  <a:pt x="535915" y="16319"/>
                  <a:pt x="532029" y="15293"/>
                  <a:pt x="526848" y="15293"/>
                </a:cubicBezTo>
                <a:cubicBezTo>
                  <a:pt x="521502" y="15293"/>
                  <a:pt x="517316" y="16392"/>
                  <a:pt x="514291" y="18590"/>
                </a:cubicBezTo>
                <a:cubicBezTo>
                  <a:pt x="512343" y="19999"/>
                  <a:pt x="511369" y="21885"/>
                  <a:pt x="511369" y="24249"/>
                </a:cubicBezTo>
                <a:cubicBezTo>
                  <a:pt x="511369" y="26405"/>
                  <a:pt x="512281" y="28250"/>
                  <a:pt x="514104" y="29784"/>
                </a:cubicBezTo>
                <a:cubicBezTo>
                  <a:pt x="516425" y="31733"/>
                  <a:pt x="522062" y="33766"/>
                  <a:pt x="531014" y="35884"/>
                </a:cubicBezTo>
                <a:cubicBezTo>
                  <a:pt x="539966" y="38002"/>
                  <a:pt x="546587" y="40192"/>
                  <a:pt x="550876" y="42456"/>
                </a:cubicBezTo>
                <a:cubicBezTo>
                  <a:pt x="555166" y="44719"/>
                  <a:pt x="558523" y="47812"/>
                  <a:pt x="560947" y="51737"/>
                </a:cubicBezTo>
                <a:cubicBezTo>
                  <a:pt x="563372" y="55660"/>
                  <a:pt x="564584" y="60507"/>
                  <a:pt x="564584" y="66280"/>
                </a:cubicBezTo>
                <a:cubicBezTo>
                  <a:pt x="564584" y="71511"/>
                  <a:pt x="563133" y="76410"/>
                  <a:pt x="560232" y="80978"/>
                </a:cubicBezTo>
                <a:cubicBezTo>
                  <a:pt x="557331" y="85546"/>
                  <a:pt x="553228" y="88941"/>
                  <a:pt x="547923" y="91162"/>
                </a:cubicBezTo>
                <a:cubicBezTo>
                  <a:pt x="542618" y="93383"/>
                  <a:pt x="536008" y="94494"/>
                  <a:pt x="528092" y="94494"/>
                </a:cubicBezTo>
                <a:cubicBezTo>
                  <a:pt x="516570" y="94494"/>
                  <a:pt x="507722" y="91826"/>
                  <a:pt x="501546" y="86490"/>
                </a:cubicBezTo>
                <a:cubicBezTo>
                  <a:pt x="495371" y="81154"/>
                  <a:pt x="491683" y="73378"/>
                  <a:pt x="490481" y="63162"/>
                </a:cubicBezTo>
                <a:close/>
                <a:moveTo>
                  <a:pt x="618173" y="71741"/>
                </a:moveTo>
                <a:lnTo>
                  <a:pt x="635580" y="74725"/>
                </a:lnTo>
                <a:cubicBezTo>
                  <a:pt x="633342" y="81087"/>
                  <a:pt x="629809" y="85930"/>
                  <a:pt x="624980" y="89256"/>
                </a:cubicBezTo>
                <a:cubicBezTo>
                  <a:pt x="620152" y="92582"/>
                  <a:pt x="614112" y="94245"/>
                  <a:pt x="606859" y="94245"/>
                </a:cubicBezTo>
                <a:cubicBezTo>
                  <a:pt x="595379" y="94245"/>
                  <a:pt x="586882" y="90495"/>
                  <a:pt x="581370" y="82993"/>
                </a:cubicBezTo>
                <a:cubicBezTo>
                  <a:pt x="577019" y="76984"/>
                  <a:pt x="574843" y="69399"/>
                  <a:pt x="574843" y="60240"/>
                </a:cubicBezTo>
                <a:cubicBezTo>
                  <a:pt x="574843" y="49298"/>
                  <a:pt x="577702" y="40730"/>
                  <a:pt x="583422" y="34534"/>
                </a:cubicBezTo>
                <a:cubicBezTo>
                  <a:pt x="589141" y="28338"/>
                  <a:pt x="596373" y="25240"/>
                  <a:pt x="605118" y="25240"/>
                </a:cubicBezTo>
                <a:cubicBezTo>
                  <a:pt x="614940" y="25240"/>
                  <a:pt x="622691" y="28483"/>
                  <a:pt x="628369" y="34969"/>
                </a:cubicBezTo>
                <a:cubicBezTo>
                  <a:pt x="634046" y="41455"/>
                  <a:pt x="636761" y="51391"/>
                  <a:pt x="636512" y="64778"/>
                </a:cubicBezTo>
                <a:lnTo>
                  <a:pt x="592747" y="64778"/>
                </a:lnTo>
                <a:cubicBezTo>
                  <a:pt x="592871" y="69959"/>
                  <a:pt x="594280" y="73989"/>
                  <a:pt x="596974" y="76870"/>
                </a:cubicBezTo>
                <a:cubicBezTo>
                  <a:pt x="599668" y="79750"/>
                  <a:pt x="603025" y="81190"/>
                  <a:pt x="607045" y="81190"/>
                </a:cubicBezTo>
                <a:cubicBezTo>
                  <a:pt x="609781" y="81190"/>
                  <a:pt x="612081" y="80444"/>
                  <a:pt x="613946" y="78952"/>
                </a:cubicBezTo>
                <a:cubicBezTo>
                  <a:pt x="615811" y="77460"/>
                  <a:pt x="617220" y="75056"/>
                  <a:pt x="618173" y="71741"/>
                </a:cubicBezTo>
                <a:moveTo>
                  <a:pt x="619168" y="54085"/>
                </a:moveTo>
                <a:cubicBezTo>
                  <a:pt x="619044" y="49050"/>
                  <a:pt x="617738" y="45221"/>
                  <a:pt x="615251" y="42600"/>
                </a:cubicBezTo>
                <a:cubicBezTo>
                  <a:pt x="612765" y="39979"/>
                  <a:pt x="609739" y="38668"/>
                  <a:pt x="606175" y="38668"/>
                </a:cubicBezTo>
                <a:cubicBezTo>
                  <a:pt x="602362" y="38668"/>
                  <a:pt x="599212" y="40050"/>
                  <a:pt x="596726" y="42816"/>
                </a:cubicBezTo>
                <a:cubicBezTo>
                  <a:pt x="594239" y="45582"/>
                  <a:pt x="593016" y="49339"/>
                  <a:pt x="593058" y="54085"/>
                </a:cubicBezTo>
                <a:lnTo>
                  <a:pt x="619168" y="54085"/>
                </a:lnTo>
                <a:close/>
                <a:moveTo>
                  <a:pt x="663785" y="47123"/>
                </a:moveTo>
                <a:lnTo>
                  <a:pt x="647932" y="44263"/>
                </a:lnTo>
                <a:cubicBezTo>
                  <a:pt x="649714" y="37796"/>
                  <a:pt x="652781" y="33009"/>
                  <a:pt x="657133" y="29902"/>
                </a:cubicBezTo>
                <a:cubicBezTo>
                  <a:pt x="661484" y="26794"/>
                  <a:pt x="667950" y="25240"/>
                  <a:pt x="676529" y="25240"/>
                </a:cubicBezTo>
                <a:cubicBezTo>
                  <a:pt x="684320" y="25240"/>
                  <a:pt x="690123" y="26162"/>
                  <a:pt x="693936" y="28006"/>
                </a:cubicBezTo>
                <a:cubicBezTo>
                  <a:pt x="697749" y="29851"/>
                  <a:pt x="700432" y="32192"/>
                  <a:pt x="701986" y="35031"/>
                </a:cubicBezTo>
                <a:cubicBezTo>
                  <a:pt x="703540" y="37870"/>
                  <a:pt x="704318" y="43082"/>
                  <a:pt x="704318" y="50666"/>
                </a:cubicBezTo>
                <a:lnTo>
                  <a:pt x="704131" y="71057"/>
                </a:lnTo>
                <a:cubicBezTo>
                  <a:pt x="704131" y="76859"/>
                  <a:pt x="704411" y="81138"/>
                  <a:pt x="704970" y="83894"/>
                </a:cubicBezTo>
                <a:cubicBezTo>
                  <a:pt x="705530" y="86651"/>
                  <a:pt x="706576" y="89603"/>
                  <a:pt x="708110" y="92753"/>
                </a:cubicBezTo>
                <a:lnTo>
                  <a:pt x="690827" y="92753"/>
                </a:lnTo>
                <a:cubicBezTo>
                  <a:pt x="690371" y="91593"/>
                  <a:pt x="689812" y="89873"/>
                  <a:pt x="689149" y="87593"/>
                </a:cubicBezTo>
                <a:cubicBezTo>
                  <a:pt x="688859" y="86557"/>
                  <a:pt x="688651" y="85873"/>
                  <a:pt x="688527" y="85542"/>
                </a:cubicBezTo>
                <a:cubicBezTo>
                  <a:pt x="685543" y="88443"/>
                  <a:pt x="682352" y="90619"/>
                  <a:pt x="678953" y="92069"/>
                </a:cubicBezTo>
                <a:cubicBezTo>
                  <a:pt x="675555" y="93520"/>
                  <a:pt x="671929" y="94245"/>
                  <a:pt x="668074" y="94245"/>
                </a:cubicBezTo>
                <a:cubicBezTo>
                  <a:pt x="661277" y="94245"/>
                  <a:pt x="655921" y="92409"/>
                  <a:pt x="652004" y="88736"/>
                </a:cubicBezTo>
                <a:cubicBezTo>
                  <a:pt x="648087" y="85063"/>
                  <a:pt x="646129" y="80420"/>
                  <a:pt x="646129" y="74806"/>
                </a:cubicBezTo>
                <a:cubicBezTo>
                  <a:pt x="646129" y="71092"/>
                  <a:pt x="647020" y="67780"/>
                  <a:pt x="648802" y="64871"/>
                </a:cubicBezTo>
                <a:cubicBezTo>
                  <a:pt x="650584" y="61961"/>
                  <a:pt x="653082" y="59732"/>
                  <a:pt x="656294" y="58184"/>
                </a:cubicBezTo>
                <a:cubicBezTo>
                  <a:pt x="659505" y="56637"/>
                  <a:pt x="664137" y="55285"/>
                  <a:pt x="670188" y="54130"/>
                </a:cubicBezTo>
                <a:cubicBezTo>
                  <a:pt x="678352" y="52603"/>
                  <a:pt x="684010" y="51179"/>
                  <a:pt x="687159" y="49858"/>
                </a:cubicBezTo>
                <a:lnTo>
                  <a:pt x="687159" y="48098"/>
                </a:lnTo>
                <a:cubicBezTo>
                  <a:pt x="687159" y="44703"/>
                  <a:pt x="686331" y="42283"/>
                  <a:pt x="684673" y="40838"/>
                </a:cubicBezTo>
                <a:cubicBezTo>
                  <a:pt x="683015" y="39391"/>
                  <a:pt x="679886" y="38668"/>
                  <a:pt x="675286" y="38668"/>
                </a:cubicBezTo>
                <a:cubicBezTo>
                  <a:pt x="672177" y="38668"/>
                  <a:pt x="669753" y="39293"/>
                  <a:pt x="668012" y="40545"/>
                </a:cubicBezTo>
                <a:cubicBezTo>
                  <a:pt x="666271" y="41794"/>
                  <a:pt x="664862" y="43987"/>
                  <a:pt x="663785" y="47123"/>
                </a:cubicBezTo>
                <a:moveTo>
                  <a:pt x="687159" y="61297"/>
                </a:moveTo>
                <a:cubicBezTo>
                  <a:pt x="684921" y="62034"/>
                  <a:pt x="681378" y="62914"/>
                  <a:pt x="676529" y="63939"/>
                </a:cubicBezTo>
                <a:cubicBezTo>
                  <a:pt x="671680" y="64962"/>
                  <a:pt x="668509" y="65965"/>
                  <a:pt x="667017" y="66948"/>
                </a:cubicBezTo>
                <a:cubicBezTo>
                  <a:pt x="664738" y="68545"/>
                  <a:pt x="663598" y="70572"/>
                  <a:pt x="663598" y="73029"/>
                </a:cubicBezTo>
                <a:cubicBezTo>
                  <a:pt x="663598" y="75446"/>
                  <a:pt x="664510" y="77535"/>
                  <a:pt x="666333" y="79296"/>
                </a:cubicBezTo>
                <a:cubicBezTo>
                  <a:pt x="668157" y="81056"/>
                  <a:pt x="670478" y="81936"/>
                  <a:pt x="673296" y="81936"/>
                </a:cubicBezTo>
                <a:cubicBezTo>
                  <a:pt x="676446" y="81936"/>
                  <a:pt x="679451" y="80912"/>
                  <a:pt x="682310" y="78865"/>
                </a:cubicBezTo>
                <a:cubicBezTo>
                  <a:pt x="684424" y="77309"/>
                  <a:pt x="685813" y="75405"/>
                  <a:pt x="686476" y="73151"/>
                </a:cubicBezTo>
                <a:cubicBezTo>
                  <a:pt x="686932" y="71677"/>
                  <a:pt x="687159" y="68873"/>
                  <a:pt x="687159" y="64737"/>
                </a:cubicBezTo>
                <a:lnTo>
                  <a:pt x="687159" y="61297"/>
                </a:lnTo>
                <a:close/>
                <a:moveTo>
                  <a:pt x="738241" y="92753"/>
                </a:moveTo>
                <a:lnTo>
                  <a:pt x="720772" y="92753"/>
                </a:lnTo>
                <a:lnTo>
                  <a:pt x="720772" y="26732"/>
                </a:lnTo>
                <a:lnTo>
                  <a:pt x="736998" y="26732"/>
                </a:lnTo>
                <a:lnTo>
                  <a:pt x="736998" y="36119"/>
                </a:lnTo>
                <a:cubicBezTo>
                  <a:pt x="739775" y="31684"/>
                  <a:pt x="742272" y="28763"/>
                  <a:pt x="744489" y="27354"/>
                </a:cubicBezTo>
                <a:cubicBezTo>
                  <a:pt x="746706" y="25944"/>
                  <a:pt x="749224" y="25240"/>
                  <a:pt x="752042" y="25240"/>
                </a:cubicBezTo>
                <a:cubicBezTo>
                  <a:pt x="756021" y="25240"/>
                  <a:pt x="759854" y="26338"/>
                  <a:pt x="763543" y="28535"/>
                </a:cubicBezTo>
                <a:lnTo>
                  <a:pt x="758135" y="43766"/>
                </a:lnTo>
                <a:cubicBezTo>
                  <a:pt x="755192" y="41859"/>
                  <a:pt x="752457" y="40906"/>
                  <a:pt x="749928" y="40906"/>
                </a:cubicBezTo>
                <a:cubicBezTo>
                  <a:pt x="747483" y="40906"/>
                  <a:pt x="745411" y="41579"/>
                  <a:pt x="743712" y="42926"/>
                </a:cubicBezTo>
                <a:cubicBezTo>
                  <a:pt x="742013" y="44273"/>
                  <a:pt x="740676" y="46708"/>
                  <a:pt x="739702" y="50231"/>
                </a:cubicBezTo>
                <a:cubicBezTo>
                  <a:pt x="738728" y="53754"/>
                  <a:pt x="738241" y="61131"/>
                  <a:pt x="738241" y="72362"/>
                </a:cubicBezTo>
                <a:lnTo>
                  <a:pt x="738241" y="92753"/>
                </a:lnTo>
                <a:close/>
                <a:moveTo>
                  <a:pt x="828612" y="46252"/>
                </a:moveTo>
                <a:lnTo>
                  <a:pt x="811392" y="49361"/>
                </a:lnTo>
                <a:cubicBezTo>
                  <a:pt x="810811" y="45941"/>
                  <a:pt x="809495" y="43367"/>
                  <a:pt x="807444" y="41636"/>
                </a:cubicBezTo>
                <a:cubicBezTo>
                  <a:pt x="805392" y="39906"/>
                  <a:pt x="802730" y="39041"/>
                  <a:pt x="799456" y="39041"/>
                </a:cubicBezTo>
                <a:cubicBezTo>
                  <a:pt x="795104" y="39041"/>
                  <a:pt x="791633" y="40539"/>
                  <a:pt x="789043" y="43534"/>
                </a:cubicBezTo>
                <a:cubicBezTo>
                  <a:pt x="786452" y="46530"/>
                  <a:pt x="785157" y="51540"/>
                  <a:pt x="785157" y="58563"/>
                </a:cubicBezTo>
                <a:cubicBezTo>
                  <a:pt x="785157" y="66373"/>
                  <a:pt x="786473" y="71890"/>
                  <a:pt x="789105" y="75113"/>
                </a:cubicBezTo>
                <a:cubicBezTo>
                  <a:pt x="791736" y="78336"/>
                  <a:pt x="795270" y="79947"/>
                  <a:pt x="799704" y="79947"/>
                </a:cubicBezTo>
                <a:cubicBezTo>
                  <a:pt x="803020" y="79947"/>
                  <a:pt x="805734" y="79004"/>
                  <a:pt x="807848" y="77118"/>
                </a:cubicBezTo>
                <a:cubicBezTo>
                  <a:pt x="809962" y="75233"/>
                  <a:pt x="811454" y="71989"/>
                  <a:pt x="812324" y="67389"/>
                </a:cubicBezTo>
                <a:lnTo>
                  <a:pt x="829482" y="70373"/>
                </a:lnTo>
                <a:cubicBezTo>
                  <a:pt x="827700" y="78248"/>
                  <a:pt x="824281" y="84195"/>
                  <a:pt x="819225" y="88215"/>
                </a:cubicBezTo>
                <a:cubicBezTo>
                  <a:pt x="814168" y="92235"/>
                  <a:pt x="807392" y="94245"/>
                  <a:pt x="798896" y="94245"/>
                </a:cubicBezTo>
                <a:cubicBezTo>
                  <a:pt x="789239" y="94245"/>
                  <a:pt x="781541" y="91199"/>
                  <a:pt x="775801" y="85107"/>
                </a:cubicBezTo>
                <a:cubicBezTo>
                  <a:pt x="770061" y="79014"/>
                  <a:pt x="767191" y="70580"/>
                  <a:pt x="767191" y="59805"/>
                </a:cubicBezTo>
                <a:cubicBezTo>
                  <a:pt x="767191" y="48905"/>
                  <a:pt x="770071" y="40419"/>
                  <a:pt x="775832" y="34347"/>
                </a:cubicBezTo>
                <a:cubicBezTo>
                  <a:pt x="781593" y="28276"/>
                  <a:pt x="789384" y="25240"/>
                  <a:pt x="799207" y="25240"/>
                </a:cubicBezTo>
                <a:cubicBezTo>
                  <a:pt x="807247" y="25240"/>
                  <a:pt x="813640" y="26970"/>
                  <a:pt x="818385" y="30431"/>
                </a:cubicBezTo>
                <a:cubicBezTo>
                  <a:pt x="823131" y="33891"/>
                  <a:pt x="826540" y="39165"/>
                  <a:pt x="828612" y="46252"/>
                </a:cubicBezTo>
                <a:close/>
                <a:moveTo>
                  <a:pt x="859241" y="1616"/>
                </a:moveTo>
                <a:lnTo>
                  <a:pt x="859241" y="35171"/>
                </a:lnTo>
                <a:cubicBezTo>
                  <a:pt x="864877" y="28550"/>
                  <a:pt x="871612" y="25240"/>
                  <a:pt x="879445" y="25240"/>
                </a:cubicBezTo>
                <a:cubicBezTo>
                  <a:pt x="883465" y="25240"/>
                  <a:pt x="887092" y="25986"/>
                  <a:pt x="890324" y="27478"/>
                </a:cubicBezTo>
                <a:cubicBezTo>
                  <a:pt x="893557" y="28970"/>
                  <a:pt x="895992" y="30876"/>
                  <a:pt x="897629" y="33197"/>
                </a:cubicBezTo>
                <a:cubicBezTo>
                  <a:pt x="899266" y="35518"/>
                  <a:pt x="900385" y="38088"/>
                  <a:pt x="900986" y="40906"/>
                </a:cubicBezTo>
                <a:cubicBezTo>
                  <a:pt x="901587" y="43724"/>
                  <a:pt x="901887" y="48097"/>
                  <a:pt x="901887" y="54023"/>
                </a:cubicBezTo>
                <a:lnTo>
                  <a:pt x="901887" y="92753"/>
                </a:lnTo>
                <a:lnTo>
                  <a:pt x="884418" y="92753"/>
                </a:lnTo>
                <a:lnTo>
                  <a:pt x="884418" y="57918"/>
                </a:lnTo>
                <a:cubicBezTo>
                  <a:pt x="884418" y="51005"/>
                  <a:pt x="884087" y="46617"/>
                  <a:pt x="883424" y="44754"/>
                </a:cubicBezTo>
                <a:cubicBezTo>
                  <a:pt x="882761" y="42891"/>
                  <a:pt x="881590" y="41410"/>
                  <a:pt x="879911" y="40313"/>
                </a:cubicBezTo>
                <a:cubicBezTo>
                  <a:pt x="878233" y="39216"/>
                  <a:pt x="876130" y="38668"/>
                  <a:pt x="873601" y="38668"/>
                </a:cubicBezTo>
                <a:cubicBezTo>
                  <a:pt x="870700" y="38668"/>
                  <a:pt x="868110" y="39372"/>
                  <a:pt x="865830" y="40780"/>
                </a:cubicBezTo>
                <a:cubicBezTo>
                  <a:pt x="863551" y="42187"/>
                  <a:pt x="861883" y="44309"/>
                  <a:pt x="860826" y="47144"/>
                </a:cubicBezTo>
                <a:cubicBezTo>
                  <a:pt x="859769" y="49979"/>
                  <a:pt x="859241" y="54171"/>
                  <a:pt x="859241" y="59719"/>
                </a:cubicBezTo>
                <a:lnTo>
                  <a:pt x="859241" y="92753"/>
                </a:lnTo>
                <a:lnTo>
                  <a:pt x="841772" y="92753"/>
                </a:lnTo>
                <a:lnTo>
                  <a:pt x="841772" y="1616"/>
                </a:lnTo>
                <a:lnTo>
                  <a:pt x="859241" y="161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Queries">
            <a:extLst xmlns:a="http://schemas.openxmlformats.org/drawingml/2006/main">
              <a:ext uri="{FF2B5EF4-FFF2-40B4-BE49-F238E27FC236}">
                <a16:creationId xmlns:a16="http://schemas.microsoft.com/office/drawing/2014/main" id="{BC18758B-0948-4617-979C-ECC9D294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955" y="2583303"/>
            <a:ext cx="462465" cy="101954"/>
          </a:xfrm>
          <a:custGeom xmlns:a="http://schemas.openxmlformats.org/drawingml/2006/main">
            <a:pathLst>
              <a:path w="462465" h="101954">
                <a:moveTo>
                  <a:pt x="77087" y="81072"/>
                </a:moveTo>
                <a:cubicBezTo>
                  <a:pt x="81605" y="84302"/>
                  <a:pt x="86516" y="86869"/>
                  <a:pt x="91821" y="88775"/>
                </a:cubicBezTo>
                <a:lnTo>
                  <a:pt x="85045" y="101954"/>
                </a:lnTo>
                <a:cubicBezTo>
                  <a:pt x="82268" y="101125"/>
                  <a:pt x="79553" y="99985"/>
                  <a:pt x="76901" y="98535"/>
                </a:cubicBezTo>
                <a:cubicBezTo>
                  <a:pt x="76320" y="98245"/>
                  <a:pt x="72238" y="95551"/>
                  <a:pt x="64654" y="90453"/>
                </a:cubicBezTo>
                <a:cubicBezTo>
                  <a:pt x="58686" y="93064"/>
                  <a:pt x="52075" y="94370"/>
                  <a:pt x="44822" y="94370"/>
                </a:cubicBezTo>
                <a:cubicBezTo>
                  <a:pt x="30814" y="94370"/>
                  <a:pt x="19842" y="90241"/>
                  <a:pt x="11905" y="81983"/>
                </a:cubicBezTo>
                <a:cubicBezTo>
                  <a:pt x="3968" y="73724"/>
                  <a:pt x="0" y="62124"/>
                  <a:pt x="0" y="47185"/>
                </a:cubicBezTo>
                <a:cubicBezTo>
                  <a:pt x="0" y="32287"/>
                  <a:pt x="3979" y="20698"/>
                  <a:pt x="11936" y="12420"/>
                </a:cubicBezTo>
                <a:cubicBezTo>
                  <a:pt x="19893" y="4140"/>
                  <a:pt x="30690" y="0"/>
                  <a:pt x="44325" y="0"/>
                </a:cubicBezTo>
                <a:cubicBezTo>
                  <a:pt x="57836" y="0"/>
                  <a:pt x="68550" y="4132"/>
                  <a:pt x="76466" y="12395"/>
                </a:cubicBezTo>
                <a:cubicBezTo>
                  <a:pt x="84381" y="20656"/>
                  <a:pt x="88339" y="32221"/>
                  <a:pt x="88339" y="47090"/>
                </a:cubicBezTo>
                <a:cubicBezTo>
                  <a:pt x="88339" y="54959"/>
                  <a:pt x="87241" y="61876"/>
                  <a:pt x="85045" y="67840"/>
                </a:cubicBezTo>
                <a:cubicBezTo>
                  <a:pt x="83387" y="72395"/>
                  <a:pt x="80734" y="76805"/>
                  <a:pt x="77087" y="81072"/>
                </a:cubicBezTo>
                <a:moveTo>
                  <a:pt x="62291" y="70754"/>
                </a:moveTo>
                <a:cubicBezTo>
                  <a:pt x="64654" y="67980"/>
                  <a:pt x="66426" y="64626"/>
                  <a:pt x="67607" y="60693"/>
                </a:cubicBezTo>
                <a:cubicBezTo>
                  <a:pt x="68788" y="56759"/>
                  <a:pt x="69378" y="52246"/>
                  <a:pt x="69378" y="47154"/>
                </a:cubicBezTo>
                <a:cubicBezTo>
                  <a:pt x="69378" y="36637"/>
                  <a:pt x="67058" y="28781"/>
                  <a:pt x="62416" y="23585"/>
                </a:cubicBezTo>
                <a:cubicBezTo>
                  <a:pt x="57774" y="18388"/>
                  <a:pt x="51702" y="15790"/>
                  <a:pt x="44201" y="15790"/>
                </a:cubicBezTo>
                <a:cubicBezTo>
                  <a:pt x="36699" y="15790"/>
                  <a:pt x="30617" y="18404"/>
                  <a:pt x="25955" y="23631"/>
                </a:cubicBezTo>
                <a:cubicBezTo>
                  <a:pt x="21292" y="28858"/>
                  <a:pt x="18961" y="36720"/>
                  <a:pt x="18961" y="47216"/>
                </a:cubicBezTo>
                <a:cubicBezTo>
                  <a:pt x="18961" y="57878"/>
                  <a:pt x="21292" y="65853"/>
                  <a:pt x="25955" y="71142"/>
                </a:cubicBezTo>
                <a:cubicBezTo>
                  <a:pt x="30617" y="76432"/>
                  <a:pt x="36513" y="79077"/>
                  <a:pt x="43641" y="79077"/>
                </a:cubicBezTo>
                <a:cubicBezTo>
                  <a:pt x="46294" y="79077"/>
                  <a:pt x="48801" y="78635"/>
                  <a:pt x="51164" y="77752"/>
                </a:cubicBezTo>
                <a:cubicBezTo>
                  <a:pt x="47433" y="75288"/>
                  <a:pt x="43641" y="73368"/>
                  <a:pt x="39787" y="71989"/>
                </a:cubicBezTo>
                <a:lnTo>
                  <a:pt x="44947" y="61297"/>
                </a:lnTo>
                <a:cubicBezTo>
                  <a:pt x="50998" y="63399"/>
                  <a:pt x="56779" y="66551"/>
                  <a:pt x="62291" y="70754"/>
                </a:cubicBezTo>
                <a:close/>
                <a:moveTo>
                  <a:pt x="146114" y="92753"/>
                </a:moveTo>
                <a:lnTo>
                  <a:pt x="146114" y="82869"/>
                </a:lnTo>
                <a:cubicBezTo>
                  <a:pt x="143710" y="86392"/>
                  <a:pt x="140550" y="89168"/>
                  <a:pt x="136634" y="91199"/>
                </a:cubicBezTo>
                <a:cubicBezTo>
                  <a:pt x="132717" y="93230"/>
                  <a:pt x="128583" y="94245"/>
                  <a:pt x="124231" y="94245"/>
                </a:cubicBezTo>
                <a:cubicBezTo>
                  <a:pt x="119797" y="94245"/>
                  <a:pt x="115818" y="93271"/>
                  <a:pt x="112295" y="91323"/>
                </a:cubicBezTo>
                <a:cubicBezTo>
                  <a:pt x="108772" y="89376"/>
                  <a:pt x="106223" y="86640"/>
                  <a:pt x="104649" y="83117"/>
                </a:cubicBezTo>
                <a:cubicBezTo>
                  <a:pt x="103074" y="79595"/>
                  <a:pt x="102286" y="74725"/>
                  <a:pt x="102286" y="68508"/>
                </a:cubicBezTo>
                <a:lnTo>
                  <a:pt x="102286" y="26732"/>
                </a:lnTo>
                <a:lnTo>
                  <a:pt x="119755" y="26732"/>
                </a:lnTo>
                <a:lnTo>
                  <a:pt x="119755" y="56999"/>
                </a:lnTo>
                <a:cubicBezTo>
                  <a:pt x="119755" y="66262"/>
                  <a:pt x="120076" y="71938"/>
                  <a:pt x="120719" y="74025"/>
                </a:cubicBezTo>
                <a:cubicBezTo>
                  <a:pt x="121361" y="76113"/>
                  <a:pt x="122532" y="77767"/>
                  <a:pt x="124231" y="78987"/>
                </a:cubicBezTo>
                <a:cubicBezTo>
                  <a:pt x="125930" y="80207"/>
                  <a:pt x="128086" y="80817"/>
                  <a:pt x="130697" y="80817"/>
                </a:cubicBezTo>
                <a:cubicBezTo>
                  <a:pt x="133681" y="80817"/>
                  <a:pt x="136354" y="80001"/>
                  <a:pt x="138716" y="78367"/>
                </a:cubicBezTo>
                <a:cubicBezTo>
                  <a:pt x="141078" y="76734"/>
                  <a:pt x="142695" y="74708"/>
                  <a:pt x="143565" y="72289"/>
                </a:cubicBezTo>
                <a:cubicBezTo>
                  <a:pt x="144435" y="69869"/>
                  <a:pt x="144871" y="63946"/>
                  <a:pt x="144871" y="54519"/>
                </a:cubicBezTo>
                <a:lnTo>
                  <a:pt x="144871" y="26732"/>
                </a:lnTo>
                <a:lnTo>
                  <a:pt x="162340" y="26732"/>
                </a:lnTo>
                <a:lnTo>
                  <a:pt x="162340" y="92753"/>
                </a:lnTo>
                <a:lnTo>
                  <a:pt x="146114" y="92753"/>
                </a:lnTo>
                <a:close/>
                <a:moveTo>
                  <a:pt x="218683" y="71741"/>
                </a:moveTo>
                <a:lnTo>
                  <a:pt x="236090" y="74725"/>
                </a:lnTo>
                <a:cubicBezTo>
                  <a:pt x="233852" y="81087"/>
                  <a:pt x="230319" y="85930"/>
                  <a:pt x="225491" y="89256"/>
                </a:cubicBezTo>
                <a:cubicBezTo>
                  <a:pt x="220662" y="92582"/>
                  <a:pt x="214622" y="94245"/>
                  <a:pt x="207369" y="94245"/>
                </a:cubicBezTo>
                <a:cubicBezTo>
                  <a:pt x="195889" y="94245"/>
                  <a:pt x="187393" y="90495"/>
                  <a:pt x="181880" y="82993"/>
                </a:cubicBezTo>
                <a:cubicBezTo>
                  <a:pt x="177529" y="76984"/>
                  <a:pt x="175353" y="69399"/>
                  <a:pt x="175353" y="60240"/>
                </a:cubicBezTo>
                <a:cubicBezTo>
                  <a:pt x="175353" y="49298"/>
                  <a:pt x="178213" y="40730"/>
                  <a:pt x="183932" y="34534"/>
                </a:cubicBezTo>
                <a:cubicBezTo>
                  <a:pt x="189651" y="28338"/>
                  <a:pt x="196883" y="25240"/>
                  <a:pt x="205628" y="25240"/>
                </a:cubicBezTo>
                <a:cubicBezTo>
                  <a:pt x="215451" y="25240"/>
                  <a:pt x="223201" y="28483"/>
                  <a:pt x="228879" y="34969"/>
                </a:cubicBezTo>
                <a:cubicBezTo>
                  <a:pt x="234557" y="41455"/>
                  <a:pt x="237271" y="51391"/>
                  <a:pt x="237023" y="64778"/>
                </a:cubicBezTo>
                <a:lnTo>
                  <a:pt x="193257" y="64778"/>
                </a:lnTo>
                <a:cubicBezTo>
                  <a:pt x="193381" y="69959"/>
                  <a:pt x="194791" y="73989"/>
                  <a:pt x="197484" y="76870"/>
                </a:cubicBezTo>
                <a:cubicBezTo>
                  <a:pt x="200178" y="79750"/>
                  <a:pt x="203535" y="81190"/>
                  <a:pt x="207555" y="81190"/>
                </a:cubicBezTo>
                <a:cubicBezTo>
                  <a:pt x="210291" y="81190"/>
                  <a:pt x="212591" y="80444"/>
                  <a:pt x="214456" y="78952"/>
                </a:cubicBezTo>
                <a:cubicBezTo>
                  <a:pt x="216321" y="77460"/>
                  <a:pt x="217730" y="75056"/>
                  <a:pt x="218683" y="71741"/>
                </a:cubicBezTo>
                <a:moveTo>
                  <a:pt x="219678" y="54085"/>
                </a:moveTo>
                <a:cubicBezTo>
                  <a:pt x="219554" y="49050"/>
                  <a:pt x="218248" y="45221"/>
                  <a:pt x="215762" y="42600"/>
                </a:cubicBezTo>
                <a:cubicBezTo>
                  <a:pt x="213275" y="39979"/>
                  <a:pt x="210249" y="38668"/>
                  <a:pt x="206685" y="38668"/>
                </a:cubicBezTo>
                <a:cubicBezTo>
                  <a:pt x="202872" y="38668"/>
                  <a:pt x="199722" y="40050"/>
                  <a:pt x="197236" y="42816"/>
                </a:cubicBezTo>
                <a:cubicBezTo>
                  <a:pt x="194749" y="45582"/>
                  <a:pt x="193526" y="49339"/>
                  <a:pt x="193568" y="54085"/>
                </a:cubicBezTo>
                <a:lnTo>
                  <a:pt x="219678" y="54085"/>
                </a:lnTo>
                <a:close/>
                <a:moveTo>
                  <a:pt x="267963" y="92753"/>
                </a:moveTo>
                <a:lnTo>
                  <a:pt x="250494" y="92753"/>
                </a:lnTo>
                <a:lnTo>
                  <a:pt x="250494" y="26732"/>
                </a:lnTo>
                <a:lnTo>
                  <a:pt x="266719" y="26732"/>
                </a:lnTo>
                <a:lnTo>
                  <a:pt x="266719" y="36119"/>
                </a:lnTo>
                <a:cubicBezTo>
                  <a:pt x="269496" y="31684"/>
                  <a:pt x="271993" y="28763"/>
                  <a:pt x="274211" y="27354"/>
                </a:cubicBezTo>
                <a:cubicBezTo>
                  <a:pt x="276428" y="25944"/>
                  <a:pt x="278946" y="25240"/>
                  <a:pt x="281764" y="25240"/>
                </a:cubicBezTo>
                <a:cubicBezTo>
                  <a:pt x="285743" y="25240"/>
                  <a:pt x="289576" y="26338"/>
                  <a:pt x="293265" y="28535"/>
                </a:cubicBezTo>
                <a:lnTo>
                  <a:pt x="287856" y="43766"/>
                </a:lnTo>
                <a:cubicBezTo>
                  <a:pt x="284914" y="41859"/>
                  <a:pt x="282178" y="40906"/>
                  <a:pt x="279650" y="40906"/>
                </a:cubicBezTo>
                <a:cubicBezTo>
                  <a:pt x="277205" y="40906"/>
                  <a:pt x="275133" y="41579"/>
                  <a:pt x="273433" y="42926"/>
                </a:cubicBezTo>
                <a:cubicBezTo>
                  <a:pt x="271734" y="44273"/>
                  <a:pt x="270398" y="46708"/>
                  <a:pt x="269424" y="50231"/>
                </a:cubicBezTo>
                <a:cubicBezTo>
                  <a:pt x="268450" y="53754"/>
                  <a:pt x="267963" y="61131"/>
                  <a:pt x="267963" y="72362"/>
                </a:cubicBezTo>
                <a:lnTo>
                  <a:pt x="267963" y="92753"/>
                </a:lnTo>
                <a:close/>
                <a:moveTo>
                  <a:pt x="300766" y="17780"/>
                </a:moveTo>
                <a:lnTo>
                  <a:pt x="300766" y="1616"/>
                </a:lnTo>
                <a:lnTo>
                  <a:pt x="318235" y="1616"/>
                </a:lnTo>
                <a:lnTo>
                  <a:pt x="318235" y="17780"/>
                </a:lnTo>
                <a:lnTo>
                  <a:pt x="300766" y="17780"/>
                </a:lnTo>
                <a:moveTo>
                  <a:pt x="300766" y="92753"/>
                </a:moveTo>
                <a:lnTo>
                  <a:pt x="300766" y="26732"/>
                </a:lnTo>
                <a:lnTo>
                  <a:pt x="318235" y="26732"/>
                </a:lnTo>
                <a:lnTo>
                  <a:pt x="318235" y="92753"/>
                </a:lnTo>
                <a:lnTo>
                  <a:pt x="300766" y="92753"/>
                </a:lnTo>
                <a:close/>
                <a:moveTo>
                  <a:pt x="374393" y="71741"/>
                </a:moveTo>
                <a:lnTo>
                  <a:pt x="391800" y="74725"/>
                </a:lnTo>
                <a:cubicBezTo>
                  <a:pt x="389562" y="81087"/>
                  <a:pt x="386029" y="85930"/>
                  <a:pt x="381200" y="89256"/>
                </a:cubicBezTo>
                <a:cubicBezTo>
                  <a:pt x="376372" y="92582"/>
                  <a:pt x="370332" y="94245"/>
                  <a:pt x="363079" y="94245"/>
                </a:cubicBezTo>
                <a:cubicBezTo>
                  <a:pt x="351599" y="94245"/>
                  <a:pt x="343102" y="90495"/>
                  <a:pt x="337590" y="82993"/>
                </a:cubicBezTo>
                <a:cubicBezTo>
                  <a:pt x="333239" y="76984"/>
                  <a:pt x="331063" y="69399"/>
                  <a:pt x="331063" y="60240"/>
                </a:cubicBezTo>
                <a:cubicBezTo>
                  <a:pt x="331063" y="49298"/>
                  <a:pt x="333922" y="40730"/>
                  <a:pt x="339642" y="34534"/>
                </a:cubicBezTo>
                <a:cubicBezTo>
                  <a:pt x="345361" y="28338"/>
                  <a:pt x="352593" y="25240"/>
                  <a:pt x="361338" y="25240"/>
                </a:cubicBezTo>
                <a:cubicBezTo>
                  <a:pt x="371160" y="25240"/>
                  <a:pt x="378911" y="28483"/>
                  <a:pt x="384589" y="34969"/>
                </a:cubicBezTo>
                <a:cubicBezTo>
                  <a:pt x="390266" y="41455"/>
                  <a:pt x="392981" y="51391"/>
                  <a:pt x="392732" y="64778"/>
                </a:cubicBezTo>
                <a:lnTo>
                  <a:pt x="348967" y="64778"/>
                </a:lnTo>
                <a:cubicBezTo>
                  <a:pt x="349091" y="69959"/>
                  <a:pt x="350500" y="73989"/>
                  <a:pt x="353194" y="76870"/>
                </a:cubicBezTo>
                <a:cubicBezTo>
                  <a:pt x="355888" y="79750"/>
                  <a:pt x="359245" y="81190"/>
                  <a:pt x="363265" y="81190"/>
                </a:cubicBezTo>
                <a:cubicBezTo>
                  <a:pt x="366001" y="81190"/>
                  <a:pt x="368301" y="80444"/>
                  <a:pt x="370166" y="78952"/>
                </a:cubicBezTo>
                <a:cubicBezTo>
                  <a:pt x="372031" y="77460"/>
                  <a:pt x="373440" y="75056"/>
                  <a:pt x="374393" y="71741"/>
                </a:cubicBezTo>
                <a:moveTo>
                  <a:pt x="375388" y="54085"/>
                </a:moveTo>
                <a:cubicBezTo>
                  <a:pt x="375263" y="49050"/>
                  <a:pt x="373958" y="45221"/>
                  <a:pt x="371471" y="42600"/>
                </a:cubicBezTo>
                <a:cubicBezTo>
                  <a:pt x="368985" y="39979"/>
                  <a:pt x="365959" y="38668"/>
                  <a:pt x="362395" y="38668"/>
                </a:cubicBezTo>
                <a:cubicBezTo>
                  <a:pt x="358582" y="38668"/>
                  <a:pt x="355432" y="40050"/>
                  <a:pt x="352946" y="42816"/>
                </a:cubicBezTo>
                <a:cubicBezTo>
                  <a:pt x="350459" y="45582"/>
                  <a:pt x="349236" y="49339"/>
                  <a:pt x="349278" y="54085"/>
                </a:cubicBezTo>
                <a:lnTo>
                  <a:pt x="375388" y="54085"/>
                </a:lnTo>
                <a:close/>
                <a:moveTo>
                  <a:pt x="400795" y="73979"/>
                </a:moveTo>
                <a:lnTo>
                  <a:pt x="418326" y="71243"/>
                </a:lnTo>
                <a:cubicBezTo>
                  <a:pt x="419072" y="74621"/>
                  <a:pt x="420585" y="77186"/>
                  <a:pt x="422865" y="78937"/>
                </a:cubicBezTo>
                <a:cubicBezTo>
                  <a:pt x="425144" y="80688"/>
                  <a:pt x="428335" y="81563"/>
                  <a:pt x="432438" y="81563"/>
                </a:cubicBezTo>
                <a:cubicBezTo>
                  <a:pt x="436956" y="81563"/>
                  <a:pt x="440354" y="80736"/>
                  <a:pt x="442634" y="79080"/>
                </a:cubicBezTo>
                <a:cubicBezTo>
                  <a:pt x="444167" y="77921"/>
                  <a:pt x="444934" y="76369"/>
                  <a:pt x="444934" y="74424"/>
                </a:cubicBezTo>
                <a:cubicBezTo>
                  <a:pt x="444934" y="73099"/>
                  <a:pt x="444519" y="72002"/>
                  <a:pt x="443691" y="71133"/>
                </a:cubicBezTo>
                <a:cubicBezTo>
                  <a:pt x="442820" y="70305"/>
                  <a:pt x="440872" y="69540"/>
                  <a:pt x="437847" y="68836"/>
                </a:cubicBezTo>
                <a:cubicBezTo>
                  <a:pt x="423756" y="65733"/>
                  <a:pt x="414824" y="62898"/>
                  <a:pt x="411053" y="60331"/>
                </a:cubicBezTo>
                <a:cubicBezTo>
                  <a:pt x="405831" y="56770"/>
                  <a:pt x="403220" y="51821"/>
                  <a:pt x="403220" y="45487"/>
                </a:cubicBezTo>
                <a:cubicBezTo>
                  <a:pt x="403220" y="39773"/>
                  <a:pt x="405479" y="34970"/>
                  <a:pt x="409996" y="31078"/>
                </a:cubicBezTo>
                <a:cubicBezTo>
                  <a:pt x="414513" y="27186"/>
                  <a:pt x="421518" y="25240"/>
                  <a:pt x="431008" y="25240"/>
                </a:cubicBezTo>
                <a:cubicBezTo>
                  <a:pt x="440043" y="25240"/>
                  <a:pt x="446757" y="26706"/>
                  <a:pt x="451151" y="29638"/>
                </a:cubicBezTo>
                <a:cubicBezTo>
                  <a:pt x="455544" y="32570"/>
                  <a:pt x="458569" y="36907"/>
                  <a:pt x="460227" y="42647"/>
                </a:cubicBezTo>
                <a:lnTo>
                  <a:pt x="443753" y="45755"/>
                </a:lnTo>
                <a:cubicBezTo>
                  <a:pt x="443048" y="43185"/>
                  <a:pt x="441712" y="41217"/>
                  <a:pt x="439743" y="39849"/>
                </a:cubicBezTo>
                <a:cubicBezTo>
                  <a:pt x="437774" y="38481"/>
                  <a:pt x="434966" y="37798"/>
                  <a:pt x="431319" y="37798"/>
                </a:cubicBezTo>
                <a:cubicBezTo>
                  <a:pt x="426719" y="37798"/>
                  <a:pt x="423424" y="38439"/>
                  <a:pt x="421435" y="39723"/>
                </a:cubicBezTo>
                <a:cubicBezTo>
                  <a:pt x="420109" y="40632"/>
                  <a:pt x="419445" y="41811"/>
                  <a:pt x="419445" y="43261"/>
                </a:cubicBezTo>
                <a:cubicBezTo>
                  <a:pt x="419445" y="44501"/>
                  <a:pt x="420026" y="45556"/>
                  <a:pt x="421186" y="46425"/>
                </a:cubicBezTo>
                <a:cubicBezTo>
                  <a:pt x="422761" y="47584"/>
                  <a:pt x="428201" y="49219"/>
                  <a:pt x="437505" y="51331"/>
                </a:cubicBezTo>
                <a:cubicBezTo>
                  <a:pt x="446809" y="53442"/>
                  <a:pt x="453306" y="56031"/>
                  <a:pt x="456994" y="59100"/>
                </a:cubicBezTo>
                <a:cubicBezTo>
                  <a:pt x="460641" y="62210"/>
                  <a:pt x="462465" y="66544"/>
                  <a:pt x="462465" y="72100"/>
                </a:cubicBezTo>
                <a:cubicBezTo>
                  <a:pt x="462465" y="78155"/>
                  <a:pt x="459937" y="83360"/>
                  <a:pt x="454881" y="87714"/>
                </a:cubicBezTo>
                <a:cubicBezTo>
                  <a:pt x="449824" y="92068"/>
                  <a:pt x="442344" y="94245"/>
                  <a:pt x="432438" y="94245"/>
                </a:cubicBezTo>
                <a:cubicBezTo>
                  <a:pt x="423445" y="94245"/>
                  <a:pt x="416327" y="92428"/>
                  <a:pt x="411084" y="88792"/>
                </a:cubicBezTo>
                <a:cubicBezTo>
                  <a:pt x="405841" y="85155"/>
                  <a:pt x="402412" y="80218"/>
                  <a:pt x="400795" y="739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1CC1E0-6223-4F08-832D-CB4F9024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956" y="2198614"/>
            <a:ext cx="519883" cy="328905"/>
          </a:xfrm>
          <a:custGeom xmlns:a="http://schemas.openxmlformats.org/drawingml/2006/main">
            <a:pathLst>
              <a:path w="519883" h="328905" fill="none">
                <a:moveTo>
                  <a:pt x="0" y="217502"/>
                </a:moveTo>
                <a:lnTo>
                  <a:pt x="0" y="111403"/>
                </a:lnTo>
                <a:lnTo>
                  <a:pt x="318295" y="111403"/>
                </a:lnTo>
                <a:lnTo>
                  <a:pt x="318295" y="0"/>
                </a:lnTo>
                <a:lnTo>
                  <a:pt x="519883" y="164453"/>
                </a:lnTo>
                <a:lnTo>
                  <a:pt x="318295" y="328905"/>
                </a:lnTo>
                <a:lnTo>
                  <a:pt x="318295" y="217502"/>
                </a:lnTo>
                <a:lnTo>
                  <a:pt x="0" y="21750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000000"/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0B1994-5A73-459C-85F0-C36B29C2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240" y="2262273"/>
            <a:ext cx="519883" cy="328905"/>
          </a:xfrm>
          <a:custGeom xmlns:a="http://schemas.openxmlformats.org/drawingml/2006/main">
            <a:pathLst>
              <a:path w="519883" h="328905" fill="none">
                <a:moveTo>
                  <a:pt x="0" y="217502"/>
                </a:moveTo>
                <a:lnTo>
                  <a:pt x="0" y="111403"/>
                </a:lnTo>
                <a:lnTo>
                  <a:pt x="318295" y="111403"/>
                </a:lnTo>
                <a:lnTo>
                  <a:pt x="318295" y="0"/>
                </a:lnTo>
                <a:lnTo>
                  <a:pt x="519883" y="164453"/>
                </a:lnTo>
                <a:lnTo>
                  <a:pt x="318295" y="328905"/>
                </a:lnTo>
                <a:lnTo>
                  <a:pt x="318295" y="217502"/>
                </a:lnTo>
                <a:lnTo>
                  <a:pt x="0" y="21750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000000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FCF3F-01EF-4244-9C30-2F4CB69B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450" y="28900"/>
            <a:ext cx="1464159" cy="1379280"/>
          </a:xfrm>
          <a:custGeom xmlns:a="http://schemas.openxmlformats.org/drawingml/2006/main">
            <a:pathLst>
              <a:path w="1464159" h="1379280">
                <a:moveTo>
                  <a:pt x="0" y="0"/>
                </a:moveTo>
                <a:lnTo>
                  <a:pt x="1464159" y="0"/>
                </a:lnTo>
                <a:lnTo>
                  <a:pt x="1464159" y="1379280"/>
                </a:lnTo>
                <a:lnTo>
                  <a:pt x="0" y="13792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A9DC7-DF5D-4145-8870-75C2D400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450" y="28900"/>
            <a:ext cx="1464159" cy="1379280"/>
          </a:xfrm>
          <a:custGeom xmlns:a="http://schemas.openxmlformats.org/drawingml/2006/main">
            <a:pathLst>
              <a:path w="1464159" h="1379280" fill="none">
                <a:moveTo>
                  <a:pt x="0" y="0"/>
                </a:moveTo>
                <a:lnTo>
                  <a:pt x="1464159" y="0"/>
                </a:lnTo>
                <a:lnTo>
                  <a:pt x="1464159" y="1379280"/>
                </a:lnTo>
                <a:lnTo>
                  <a:pt x="0" y="137928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6C8EBF"/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BA417E-87D6-457B-9C51-1E788DDC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450" y="241097"/>
            <a:ext cx="1464159" cy="10"/>
          </a:xfrm>
          <a:custGeom xmlns:a="http://schemas.openxmlformats.org/drawingml/2006/main">
            <a:pathLst>
              <a:path w="1464159" h="1" fill="none">
                <a:moveTo>
                  <a:pt x="0" y="0"/>
                </a:moveTo>
                <a:lnTo>
                  <a:pt x="14641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6C8EBF"/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B843A2-0E22-47BE-9EB9-31D1F447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3647" y="28900"/>
            <a:ext cx="10" cy="1379280"/>
          </a:xfrm>
          <a:custGeom xmlns:a="http://schemas.openxmlformats.org/drawingml/2006/main">
            <a:pathLst>
              <a:path w="1" h="1379280" fill="none">
                <a:moveTo>
                  <a:pt x="0" y="0"/>
                </a:moveTo>
                <a:lnTo>
                  <a:pt x="0" y="1379280"/>
                </a:lnTo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6C8EBF"/>
            </a:solidFill>
            <a:miter/>
          </a:ln>
        </p:spPr>
      </p:sp>
      <p:sp>
        <p:nvSpPr>
          <p:cNvPr id="31" name="Text +LongTail">
            <a:extLst xmlns:a="http://schemas.openxmlformats.org/drawingml/2006/main">
              <a:ext uri="{FF2B5EF4-FFF2-40B4-BE49-F238E27FC236}">
                <a16:creationId xmlns:a16="http://schemas.microsoft.com/office/drawing/2014/main" id="{B2F20CC9-D40B-4CD2-8B44-1BDC3B14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508" y="367461"/>
            <a:ext cx="652010" cy="117993"/>
          </a:xfrm>
          <a:custGeom xmlns:a="http://schemas.openxmlformats.org/drawingml/2006/main">
            <a:pathLst>
              <a:path w="652010" h="117993">
                <a:moveTo>
                  <a:pt x="23872" y="77958"/>
                </a:moveTo>
                <a:lnTo>
                  <a:pt x="23872" y="54334"/>
                </a:lnTo>
                <a:lnTo>
                  <a:pt x="0" y="54334"/>
                </a:lnTo>
                <a:lnTo>
                  <a:pt x="0" y="37922"/>
                </a:lnTo>
                <a:lnTo>
                  <a:pt x="23872" y="37922"/>
                </a:lnTo>
                <a:lnTo>
                  <a:pt x="23872" y="14298"/>
                </a:lnTo>
                <a:lnTo>
                  <a:pt x="39787" y="14298"/>
                </a:lnTo>
                <a:lnTo>
                  <a:pt x="39787" y="37922"/>
                </a:lnTo>
                <a:lnTo>
                  <a:pt x="63721" y="37922"/>
                </a:lnTo>
                <a:lnTo>
                  <a:pt x="63721" y="54334"/>
                </a:lnTo>
                <a:lnTo>
                  <a:pt x="39787" y="54334"/>
                </a:lnTo>
                <a:lnTo>
                  <a:pt x="39787" y="77958"/>
                </a:lnTo>
                <a:lnTo>
                  <a:pt x="23872" y="77958"/>
                </a:lnTo>
                <a:close/>
                <a:moveTo>
                  <a:pt x="114225" y="91137"/>
                </a:moveTo>
                <a:lnTo>
                  <a:pt x="114225" y="746"/>
                </a:lnTo>
                <a:lnTo>
                  <a:pt x="132626" y="746"/>
                </a:lnTo>
                <a:lnTo>
                  <a:pt x="132626" y="75719"/>
                </a:lnTo>
                <a:lnTo>
                  <a:pt x="178381" y="75719"/>
                </a:lnTo>
                <a:lnTo>
                  <a:pt x="178381" y="91137"/>
                </a:lnTo>
                <a:lnTo>
                  <a:pt x="114225" y="91137"/>
                </a:lnTo>
                <a:close/>
                <a:moveTo>
                  <a:pt x="187353" y="57194"/>
                </a:moveTo>
                <a:cubicBezTo>
                  <a:pt x="187353" y="51391"/>
                  <a:pt x="188783" y="45776"/>
                  <a:pt x="191643" y="40346"/>
                </a:cubicBezTo>
                <a:cubicBezTo>
                  <a:pt x="194502" y="34917"/>
                  <a:pt x="198554" y="30773"/>
                  <a:pt x="203796" y="27913"/>
                </a:cubicBezTo>
                <a:cubicBezTo>
                  <a:pt x="209039" y="25053"/>
                  <a:pt x="214893" y="23623"/>
                  <a:pt x="221359" y="23623"/>
                </a:cubicBezTo>
                <a:cubicBezTo>
                  <a:pt x="231347" y="23623"/>
                  <a:pt x="239532" y="26867"/>
                  <a:pt x="245915" y="33353"/>
                </a:cubicBezTo>
                <a:cubicBezTo>
                  <a:pt x="252297" y="39839"/>
                  <a:pt x="255488" y="48034"/>
                  <a:pt x="255488" y="57940"/>
                </a:cubicBezTo>
                <a:cubicBezTo>
                  <a:pt x="255488" y="67928"/>
                  <a:pt x="252266" y="76206"/>
                  <a:pt x="245821" y="82775"/>
                </a:cubicBezTo>
                <a:cubicBezTo>
                  <a:pt x="239377" y="89344"/>
                  <a:pt x="231264" y="92629"/>
                  <a:pt x="221483" y="92629"/>
                </a:cubicBezTo>
                <a:cubicBezTo>
                  <a:pt x="215432" y="92629"/>
                  <a:pt x="209661" y="91261"/>
                  <a:pt x="204169" y="88526"/>
                </a:cubicBezTo>
                <a:cubicBezTo>
                  <a:pt x="198678" y="85791"/>
                  <a:pt x="194502" y="81781"/>
                  <a:pt x="191643" y="76497"/>
                </a:cubicBezTo>
                <a:cubicBezTo>
                  <a:pt x="188783" y="71212"/>
                  <a:pt x="187353" y="64778"/>
                  <a:pt x="187353" y="57194"/>
                </a:cubicBezTo>
                <a:moveTo>
                  <a:pt x="205257" y="58126"/>
                </a:moveTo>
                <a:cubicBezTo>
                  <a:pt x="205257" y="64654"/>
                  <a:pt x="206812" y="69653"/>
                  <a:pt x="209920" y="73124"/>
                </a:cubicBezTo>
                <a:cubicBezTo>
                  <a:pt x="213028" y="76595"/>
                  <a:pt x="216862" y="78331"/>
                  <a:pt x="221421" y="78331"/>
                </a:cubicBezTo>
                <a:cubicBezTo>
                  <a:pt x="225980" y="78331"/>
                  <a:pt x="229803" y="76595"/>
                  <a:pt x="232891" y="73124"/>
                </a:cubicBezTo>
                <a:cubicBezTo>
                  <a:pt x="235978" y="69653"/>
                  <a:pt x="237522" y="64612"/>
                  <a:pt x="237522" y="58002"/>
                </a:cubicBezTo>
                <a:cubicBezTo>
                  <a:pt x="237522" y="51557"/>
                  <a:pt x="235978" y="46599"/>
                  <a:pt x="232891" y="43128"/>
                </a:cubicBezTo>
                <a:cubicBezTo>
                  <a:pt x="229803" y="39657"/>
                  <a:pt x="225980" y="37922"/>
                  <a:pt x="221421" y="37922"/>
                </a:cubicBezTo>
                <a:cubicBezTo>
                  <a:pt x="216862" y="37922"/>
                  <a:pt x="213028" y="39657"/>
                  <a:pt x="209920" y="43128"/>
                </a:cubicBezTo>
                <a:cubicBezTo>
                  <a:pt x="206812" y="46599"/>
                  <a:pt x="205257" y="51599"/>
                  <a:pt x="205257" y="58126"/>
                </a:cubicBezTo>
                <a:close/>
                <a:moveTo>
                  <a:pt x="329239" y="91137"/>
                </a:moveTo>
                <a:lnTo>
                  <a:pt x="311770" y="91137"/>
                </a:lnTo>
                <a:lnTo>
                  <a:pt x="311770" y="57481"/>
                </a:lnTo>
                <a:cubicBezTo>
                  <a:pt x="311770" y="50361"/>
                  <a:pt x="311397" y="45755"/>
                  <a:pt x="310651" y="43665"/>
                </a:cubicBezTo>
                <a:cubicBezTo>
                  <a:pt x="309905" y="41574"/>
                  <a:pt x="308693" y="39949"/>
                  <a:pt x="307014" y="38790"/>
                </a:cubicBezTo>
                <a:cubicBezTo>
                  <a:pt x="305336" y="37631"/>
                  <a:pt x="303315" y="37052"/>
                  <a:pt x="300953" y="37052"/>
                </a:cubicBezTo>
                <a:cubicBezTo>
                  <a:pt x="297927" y="37052"/>
                  <a:pt x="295213" y="37880"/>
                  <a:pt x="292809" y="39536"/>
                </a:cubicBezTo>
                <a:cubicBezTo>
                  <a:pt x="290405" y="41192"/>
                  <a:pt x="288758" y="43385"/>
                  <a:pt x="287867" y="46118"/>
                </a:cubicBezTo>
                <a:cubicBezTo>
                  <a:pt x="286976" y="48850"/>
                  <a:pt x="286530" y="53900"/>
                  <a:pt x="286530" y="61270"/>
                </a:cubicBezTo>
                <a:lnTo>
                  <a:pt x="286530" y="91137"/>
                </a:lnTo>
                <a:lnTo>
                  <a:pt x="269061" y="91137"/>
                </a:lnTo>
                <a:lnTo>
                  <a:pt x="269061" y="25115"/>
                </a:lnTo>
                <a:lnTo>
                  <a:pt x="285287" y="25115"/>
                </a:lnTo>
                <a:lnTo>
                  <a:pt x="285287" y="34814"/>
                </a:lnTo>
                <a:cubicBezTo>
                  <a:pt x="291048" y="27354"/>
                  <a:pt x="298300" y="23623"/>
                  <a:pt x="307045" y="23623"/>
                </a:cubicBezTo>
                <a:cubicBezTo>
                  <a:pt x="310900" y="23623"/>
                  <a:pt x="314422" y="24318"/>
                  <a:pt x="317614" y="25706"/>
                </a:cubicBezTo>
                <a:cubicBezTo>
                  <a:pt x="320805" y="27094"/>
                  <a:pt x="323219" y="28866"/>
                  <a:pt x="324856" y="31021"/>
                </a:cubicBezTo>
                <a:cubicBezTo>
                  <a:pt x="326493" y="33176"/>
                  <a:pt x="327633" y="35622"/>
                  <a:pt x="328275" y="38357"/>
                </a:cubicBezTo>
                <a:cubicBezTo>
                  <a:pt x="328918" y="41092"/>
                  <a:pt x="329239" y="45009"/>
                  <a:pt x="329239" y="50107"/>
                </a:cubicBezTo>
                <a:lnTo>
                  <a:pt x="329239" y="91137"/>
                </a:lnTo>
                <a:close/>
                <a:moveTo>
                  <a:pt x="345360" y="95364"/>
                </a:moveTo>
                <a:lnTo>
                  <a:pt x="365316" y="97851"/>
                </a:lnTo>
                <a:cubicBezTo>
                  <a:pt x="365648" y="100194"/>
                  <a:pt x="366414" y="101804"/>
                  <a:pt x="367616" y="102683"/>
                </a:cubicBezTo>
                <a:cubicBezTo>
                  <a:pt x="369274" y="103938"/>
                  <a:pt x="371885" y="104565"/>
                  <a:pt x="375449" y="104565"/>
                </a:cubicBezTo>
                <a:cubicBezTo>
                  <a:pt x="380008" y="104565"/>
                  <a:pt x="383427" y="103876"/>
                  <a:pt x="385707" y="102498"/>
                </a:cubicBezTo>
                <a:cubicBezTo>
                  <a:pt x="387240" y="101580"/>
                  <a:pt x="388401" y="100098"/>
                  <a:pt x="389188" y="98053"/>
                </a:cubicBezTo>
                <a:cubicBezTo>
                  <a:pt x="389727" y="96592"/>
                  <a:pt x="389996" y="93900"/>
                  <a:pt x="389996" y="89977"/>
                </a:cubicBezTo>
                <a:lnTo>
                  <a:pt x="389996" y="80271"/>
                </a:lnTo>
                <a:cubicBezTo>
                  <a:pt x="384774" y="87515"/>
                  <a:pt x="378185" y="91137"/>
                  <a:pt x="370227" y="91137"/>
                </a:cubicBezTo>
                <a:cubicBezTo>
                  <a:pt x="361358" y="91137"/>
                  <a:pt x="354333" y="87386"/>
                  <a:pt x="349153" y="79885"/>
                </a:cubicBezTo>
                <a:cubicBezTo>
                  <a:pt x="345091" y="73958"/>
                  <a:pt x="343060" y="66581"/>
                  <a:pt x="343060" y="57753"/>
                </a:cubicBezTo>
                <a:cubicBezTo>
                  <a:pt x="343060" y="46687"/>
                  <a:pt x="345723" y="38233"/>
                  <a:pt x="351049" y="32389"/>
                </a:cubicBezTo>
                <a:cubicBezTo>
                  <a:pt x="356374" y="26545"/>
                  <a:pt x="362995" y="23623"/>
                  <a:pt x="370911" y="23623"/>
                </a:cubicBezTo>
                <a:cubicBezTo>
                  <a:pt x="379076" y="23623"/>
                  <a:pt x="385810" y="27225"/>
                  <a:pt x="391115" y="34429"/>
                </a:cubicBezTo>
                <a:lnTo>
                  <a:pt x="391115" y="25115"/>
                </a:lnTo>
                <a:lnTo>
                  <a:pt x="407465" y="25115"/>
                </a:lnTo>
                <a:lnTo>
                  <a:pt x="407465" y="84400"/>
                </a:lnTo>
                <a:cubicBezTo>
                  <a:pt x="407465" y="92196"/>
                  <a:pt x="406823" y="98023"/>
                  <a:pt x="405538" y="101880"/>
                </a:cubicBezTo>
                <a:cubicBezTo>
                  <a:pt x="404253" y="105737"/>
                  <a:pt x="402450" y="108765"/>
                  <a:pt x="400130" y="110962"/>
                </a:cubicBezTo>
                <a:cubicBezTo>
                  <a:pt x="397809" y="113162"/>
                  <a:pt x="394711" y="114883"/>
                  <a:pt x="390836" y="116126"/>
                </a:cubicBezTo>
                <a:cubicBezTo>
                  <a:pt x="386960" y="117371"/>
                  <a:pt x="382060" y="117993"/>
                  <a:pt x="376133" y="117993"/>
                </a:cubicBezTo>
                <a:cubicBezTo>
                  <a:pt x="364943" y="117993"/>
                  <a:pt x="357006" y="116060"/>
                  <a:pt x="352323" y="112194"/>
                </a:cubicBezTo>
                <a:cubicBezTo>
                  <a:pt x="347640" y="108329"/>
                  <a:pt x="345298" y="103430"/>
                  <a:pt x="345298" y="97495"/>
                </a:cubicBezTo>
                <a:cubicBezTo>
                  <a:pt x="345298" y="96910"/>
                  <a:pt x="345319" y="96200"/>
                  <a:pt x="345360" y="95364"/>
                </a:cubicBezTo>
                <a:moveTo>
                  <a:pt x="360964" y="56759"/>
                </a:moveTo>
                <a:cubicBezTo>
                  <a:pt x="360964" y="63742"/>
                  <a:pt x="362322" y="68855"/>
                  <a:pt x="365036" y="72098"/>
                </a:cubicBezTo>
                <a:cubicBezTo>
                  <a:pt x="367751" y="75341"/>
                  <a:pt x="371097" y="76963"/>
                  <a:pt x="375076" y="76963"/>
                </a:cubicBezTo>
                <a:cubicBezTo>
                  <a:pt x="379345" y="76963"/>
                  <a:pt x="382951" y="75300"/>
                  <a:pt x="385893" y="71974"/>
                </a:cubicBezTo>
                <a:cubicBezTo>
                  <a:pt x="388836" y="68648"/>
                  <a:pt x="390307" y="63721"/>
                  <a:pt x="390307" y="57194"/>
                </a:cubicBezTo>
                <a:cubicBezTo>
                  <a:pt x="390307" y="50376"/>
                  <a:pt x="388898" y="45315"/>
                  <a:pt x="386080" y="42009"/>
                </a:cubicBezTo>
                <a:cubicBezTo>
                  <a:pt x="383262" y="38704"/>
                  <a:pt x="379697" y="37052"/>
                  <a:pt x="375387" y="37052"/>
                </a:cubicBezTo>
                <a:cubicBezTo>
                  <a:pt x="371201" y="37052"/>
                  <a:pt x="367751" y="38673"/>
                  <a:pt x="365036" y="41916"/>
                </a:cubicBezTo>
                <a:cubicBezTo>
                  <a:pt x="362322" y="45159"/>
                  <a:pt x="360964" y="50107"/>
                  <a:pt x="360964" y="56759"/>
                </a:cubicBezTo>
                <a:close/>
                <a:moveTo>
                  <a:pt x="480802" y="91137"/>
                </a:moveTo>
                <a:lnTo>
                  <a:pt x="480802" y="15417"/>
                </a:lnTo>
                <a:lnTo>
                  <a:pt x="453760" y="15417"/>
                </a:lnTo>
                <a:lnTo>
                  <a:pt x="453760" y="0"/>
                </a:lnTo>
                <a:lnTo>
                  <a:pt x="526184" y="0"/>
                </a:lnTo>
                <a:lnTo>
                  <a:pt x="526184" y="15417"/>
                </a:lnTo>
                <a:lnTo>
                  <a:pt x="499204" y="15417"/>
                </a:lnTo>
                <a:lnTo>
                  <a:pt x="499204" y="91137"/>
                </a:lnTo>
                <a:lnTo>
                  <a:pt x="480802" y="91137"/>
                </a:lnTo>
                <a:close/>
                <a:moveTo>
                  <a:pt x="541413" y="45506"/>
                </a:moveTo>
                <a:lnTo>
                  <a:pt x="525560" y="42647"/>
                </a:lnTo>
                <a:cubicBezTo>
                  <a:pt x="527343" y="36180"/>
                  <a:pt x="530409" y="31393"/>
                  <a:pt x="534761" y="28286"/>
                </a:cubicBezTo>
                <a:cubicBezTo>
                  <a:pt x="539113" y="25178"/>
                  <a:pt x="545578" y="23623"/>
                  <a:pt x="554157" y="23623"/>
                </a:cubicBezTo>
                <a:cubicBezTo>
                  <a:pt x="561949" y="23623"/>
                  <a:pt x="567751" y="24546"/>
                  <a:pt x="571564" y="26390"/>
                </a:cubicBezTo>
                <a:cubicBezTo>
                  <a:pt x="575377" y="28234"/>
                  <a:pt x="578060" y="30576"/>
                  <a:pt x="579615" y="33415"/>
                </a:cubicBezTo>
                <a:cubicBezTo>
                  <a:pt x="581169" y="36254"/>
                  <a:pt x="581946" y="41465"/>
                  <a:pt x="581946" y="49050"/>
                </a:cubicBezTo>
                <a:lnTo>
                  <a:pt x="581759" y="69441"/>
                </a:lnTo>
                <a:cubicBezTo>
                  <a:pt x="581759" y="75243"/>
                  <a:pt x="582039" y="79522"/>
                  <a:pt x="582599" y="82278"/>
                </a:cubicBezTo>
                <a:cubicBezTo>
                  <a:pt x="583158" y="85034"/>
                  <a:pt x="584205" y="87987"/>
                  <a:pt x="585738" y="91137"/>
                </a:cubicBezTo>
                <a:lnTo>
                  <a:pt x="568456" y="91137"/>
                </a:lnTo>
                <a:cubicBezTo>
                  <a:pt x="568000" y="89976"/>
                  <a:pt x="567440" y="88257"/>
                  <a:pt x="566777" y="85977"/>
                </a:cubicBezTo>
                <a:cubicBezTo>
                  <a:pt x="566487" y="84941"/>
                  <a:pt x="566280" y="84257"/>
                  <a:pt x="566155" y="83926"/>
                </a:cubicBezTo>
                <a:cubicBezTo>
                  <a:pt x="563171" y="86827"/>
                  <a:pt x="559980" y="89003"/>
                  <a:pt x="556582" y="90453"/>
                </a:cubicBezTo>
                <a:cubicBezTo>
                  <a:pt x="553183" y="91904"/>
                  <a:pt x="549557" y="92629"/>
                  <a:pt x="545703" y="92629"/>
                </a:cubicBezTo>
                <a:cubicBezTo>
                  <a:pt x="538906" y="92629"/>
                  <a:pt x="533549" y="90792"/>
                  <a:pt x="529632" y="87119"/>
                </a:cubicBezTo>
                <a:cubicBezTo>
                  <a:pt x="525716" y="83446"/>
                  <a:pt x="523758" y="78803"/>
                  <a:pt x="523758" y="73190"/>
                </a:cubicBezTo>
                <a:cubicBezTo>
                  <a:pt x="523758" y="69476"/>
                  <a:pt x="524649" y="66164"/>
                  <a:pt x="526431" y="63255"/>
                </a:cubicBezTo>
                <a:cubicBezTo>
                  <a:pt x="528213" y="60345"/>
                  <a:pt x="530710" y="58116"/>
                  <a:pt x="533922" y="56568"/>
                </a:cubicBezTo>
                <a:cubicBezTo>
                  <a:pt x="537134" y="55020"/>
                  <a:pt x="541765" y="53669"/>
                  <a:pt x="547816" y="52514"/>
                </a:cubicBezTo>
                <a:cubicBezTo>
                  <a:pt x="555981" y="50987"/>
                  <a:pt x="561638" y="49563"/>
                  <a:pt x="564788" y="48242"/>
                </a:cubicBezTo>
                <a:lnTo>
                  <a:pt x="564788" y="46482"/>
                </a:lnTo>
                <a:cubicBezTo>
                  <a:pt x="564788" y="43087"/>
                  <a:pt x="563959" y="40667"/>
                  <a:pt x="562301" y="39222"/>
                </a:cubicBezTo>
                <a:cubicBezTo>
                  <a:pt x="560643" y="37775"/>
                  <a:pt x="557514" y="37052"/>
                  <a:pt x="552914" y="37052"/>
                </a:cubicBezTo>
                <a:cubicBezTo>
                  <a:pt x="549806" y="37052"/>
                  <a:pt x="547381" y="37677"/>
                  <a:pt x="545640" y="38928"/>
                </a:cubicBezTo>
                <a:cubicBezTo>
                  <a:pt x="543900" y="40178"/>
                  <a:pt x="542491" y="42371"/>
                  <a:pt x="541413" y="45506"/>
                </a:cubicBezTo>
                <a:moveTo>
                  <a:pt x="564788" y="59680"/>
                </a:moveTo>
                <a:cubicBezTo>
                  <a:pt x="562550" y="60417"/>
                  <a:pt x="559006" y="61298"/>
                  <a:pt x="554157" y="62322"/>
                </a:cubicBezTo>
                <a:cubicBezTo>
                  <a:pt x="549308" y="63346"/>
                  <a:pt x="546138" y="64349"/>
                  <a:pt x="544646" y="65332"/>
                </a:cubicBezTo>
                <a:cubicBezTo>
                  <a:pt x="542366" y="66929"/>
                  <a:pt x="541226" y="68956"/>
                  <a:pt x="541226" y="71412"/>
                </a:cubicBezTo>
                <a:cubicBezTo>
                  <a:pt x="541226" y="73829"/>
                  <a:pt x="542138" y="75918"/>
                  <a:pt x="543962" y="77680"/>
                </a:cubicBezTo>
                <a:cubicBezTo>
                  <a:pt x="545785" y="79440"/>
                  <a:pt x="548106" y="80320"/>
                  <a:pt x="550925" y="80320"/>
                </a:cubicBezTo>
                <a:cubicBezTo>
                  <a:pt x="554074" y="80320"/>
                  <a:pt x="557079" y="79296"/>
                  <a:pt x="559939" y="77248"/>
                </a:cubicBezTo>
                <a:cubicBezTo>
                  <a:pt x="562052" y="75693"/>
                  <a:pt x="563441" y="73788"/>
                  <a:pt x="564104" y="71535"/>
                </a:cubicBezTo>
                <a:cubicBezTo>
                  <a:pt x="564560" y="70061"/>
                  <a:pt x="564788" y="67256"/>
                  <a:pt x="564788" y="63121"/>
                </a:cubicBezTo>
                <a:lnTo>
                  <a:pt x="564788" y="59680"/>
                </a:lnTo>
                <a:close/>
                <a:moveTo>
                  <a:pt x="599147" y="16163"/>
                </a:moveTo>
                <a:lnTo>
                  <a:pt x="599147" y="0"/>
                </a:lnTo>
                <a:lnTo>
                  <a:pt x="616616" y="0"/>
                </a:lnTo>
                <a:lnTo>
                  <a:pt x="616616" y="16163"/>
                </a:lnTo>
                <a:lnTo>
                  <a:pt x="599147" y="16163"/>
                </a:lnTo>
                <a:moveTo>
                  <a:pt x="599147" y="91137"/>
                </a:moveTo>
                <a:lnTo>
                  <a:pt x="599147" y="25115"/>
                </a:lnTo>
                <a:lnTo>
                  <a:pt x="616616" y="25115"/>
                </a:lnTo>
                <a:lnTo>
                  <a:pt x="616616" y="91137"/>
                </a:lnTo>
                <a:lnTo>
                  <a:pt x="599147" y="91137"/>
                </a:lnTo>
                <a:close/>
                <a:moveTo>
                  <a:pt x="634541" y="91137"/>
                </a:moveTo>
                <a:lnTo>
                  <a:pt x="634541" y="0"/>
                </a:lnTo>
                <a:lnTo>
                  <a:pt x="652010" y="0"/>
                </a:lnTo>
                <a:lnTo>
                  <a:pt x="652010" y="91137"/>
                </a:lnTo>
                <a:lnTo>
                  <a:pt x="634541" y="911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+Commercial">
            <a:extLst xmlns:a="http://schemas.openxmlformats.org/drawingml/2006/main">
              <a:ext uri="{FF2B5EF4-FFF2-40B4-BE49-F238E27FC236}">
                <a16:creationId xmlns:a16="http://schemas.microsoft.com/office/drawing/2014/main" id="{56AF6C73-1826-4D44-A76F-3A78C63D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565" y="524993"/>
            <a:ext cx="824447" cy="94370"/>
          </a:xfrm>
          <a:custGeom xmlns:a="http://schemas.openxmlformats.org/drawingml/2006/main">
            <a:pathLst>
              <a:path w="824447" h="94370">
                <a:moveTo>
                  <a:pt x="23872" y="79574"/>
                </a:moveTo>
                <a:lnTo>
                  <a:pt x="23872" y="55950"/>
                </a:lnTo>
                <a:lnTo>
                  <a:pt x="0" y="55950"/>
                </a:lnTo>
                <a:lnTo>
                  <a:pt x="0" y="39538"/>
                </a:lnTo>
                <a:lnTo>
                  <a:pt x="23872" y="39538"/>
                </a:lnTo>
                <a:lnTo>
                  <a:pt x="23872" y="15915"/>
                </a:lnTo>
                <a:lnTo>
                  <a:pt x="39787" y="15915"/>
                </a:lnTo>
                <a:lnTo>
                  <a:pt x="39787" y="39538"/>
                </a:lnTo>
                <a:lnTo>
                  <a:pt x="63721" y="39538"/>
                </a:lnTo>
                <a:lnTo>
                  <a:pt x="63721" y="55950"/>
                </a:lnTo>
                <a:lnTo>
                  <a:pt x="39787" y="55950"/>
                </a:lnTo>
                <a:lnTo>
                  <a:pt x="39787" y="79574"/>
                </a:lnTo>
                <a:lnTo>
                  <a:pt x="23872" y="79574"/>
                </a:lnTo>
                <a:close/>
                <a:moveTo>
                  <a:pt x="172040" y="59183"/>
                </a:moveTo>
                <a:lnTo>
                  <a:pt x="189882" y="64778"/>
                </a:lnTo>
                <a:cubicBezTo>
                  <a:pt x="187147" y="74788"/>
                  <a:pt x="182598" y="82223"/>
                  <a:pt x="176236" y="87082"/>
                </a:cubicBezTo>
                <a:cubicBezTo>
                  <a:pt x="169874" y="91941"/>
                  <a:pt x="161803" y="94370"/>
                  <a:pt x="152022" y="94370"/>
                </a:cubicBezTo>
                <a:cubicBezTo>
                  <a:pt x="139920" y="94370"/>
                  <a:pt x="129974" y="90230"/>
                  <a:pt x="122182" y="81952"/>
                </a:cubicBezTo>
                <a:cubicBezTo>
                  <a:pt x="114390" y="73672"/>
                  <a:pt x="110495" y="62353"/>
                  <a:pt x="110495" y="47995"/>
                </a:cubicBezTo>
                <a:cubicBezTo>
                  <a:pt x="110495" y="32805"/>
                  <a:pt x="114411" y="21009"/>
                  <a:pt x="122244" y="12606"/>
                </a:cubicBezTo>
                <a:cubicBezTo>
                  <a:pt x="130077" y="4202"/>
                  <a:pt x="140376" y="0"/>
                  <a:pt x="153141" y="0"/>
                </a:cubicBezTo>
                <a:cubicBezTo>
                  <a:pt x="164290" y="0"/>
                  <a:pt x="173345" y="3303"/>
                  <a:pt x="180308" y="9908"/>
                </a:cubicBezTo>
                <a:cubicBezTo>
                  <a:pt x="184453" y="13813"/>
                  <a:pt x="187561" y="19421"/>
                  <a:pt x="189633" y="26732"/>
                </a:cubicBezTo>
                <a:lnTo>
                  <a:pt x="171418" y="31084"/>
                </a:lnTo>
                <a:cubicBezTo>
                  <a:pt x="170341" y="26359"/>
                  <a:pt x="168092" y="22629"/>
                  <a:pt x="164673" y="19893"/>
                </a:cubicBezTo>
                <a:cubicBezTo>
                  <a:pt x="161254" y="17158"/>
                  <a:pt x="157099" y="15790"/>
                  <a:pt x="152209" y="15790"/>
                </a:cubicBezTo>
                <a:cubicBezTo>
                  <a:pt x="145453" y="15790"/>
                  <a:pt x="139972" y="18215"/>
                  <a:pt x="135765" y="23064"/>
                </a:cubicBezTo>
                <a:cubicBezTo>
                  <a:pt x="131559" y="27913"/>
                  <a:pt x="129456" y="35767"/>
                  <a:pt x="129456" y="46625"/>
                </a:cubicBezTo>
                <a:cubicBezTo>
                  <a:pt x="129456" y="58147"/>
                  <a:pt x="131528" y="66353"/>
                  <a:pt x="135672" y="71243"/>
                </a:cubicBezTo>
                <a:cubicBezTo>
                  <a:pt x="139817" y="76134"/>
                  <a:pt x="145205" y="78579"/>
                  <a:pt x="151836" y="78579"/>
                </a:cubicBezTo>
                <a:cubicBezTo>
                  <a:pt x="156726" y="78579"/>
                  <a:pt x="160933" y="77020"/>
                  <a:pt x="164456" y="73903"/>
                </a:cubicBezTo>
                <a:cubicBezTo>
                  <a:pt x="167978" y="70784"/>
                  <a:pt x="170507" y="65878"/>
                  <a:pt x="172040" y="59183"/>
                </a:cubicBezTo>
                <a:close/>
                <a:moveTo>
                  <a:pt x="201486" y="58810"/>
                </a:moveTo>
                <a:cubicBezTo>
                  <a:pt x="201486" y="53008"/>
                  <a:pt x="202915" y="47392"/>
                  <a:pt x="205775" y="41963"/>
                </a:cubicBezTo>
                <a:cubicBezTo>
                  <a:pt x="208635" y="36534"/>
                  <a:pt x="212686" y="32389"/>
                  <a:pt x="217929" y="29529"/>
                </a:cubicBezTo>
                <a:cubicBezTo>
                  <a:pt x="223172" y="26670"/>
                  <a:pt x="229026" y="25240"/>
                  <a:pt x="235491" y="25240"/>
                </a:cubicBezTo>
                <a:cubicBezTo>
                  <a:pt x="245479" y="25240"/>
                  <a:pt x="253664" y="28483"/>
                  <a:pt x="260047" y="34969"/>
                </a:cubicBezTo>
                <a:cubicBezTo>
                  <a:pt x="266429" y="41455"/>
                  <a:pt x="269621" y="49651"/>
                  <a:pt x="269621" y="59556"/>
                </a:cubicBezTo>
                <a:cubicBezTo>
                  <a:pt x="269621" y="69544"/>
                  <a:pt x="266398" y="77823"/>
                  <a:pt x="259954" y="84392"/>
                </a:cubicBezTo>
                <a:cubicBezTo>
                  <a:pt x="253509" y="90961"/>
                  <a:pt x="245396" y="94245"/>
                  <a:pt x="235615" y="94245"/>
                </a:cubicBezTo>
                <a:cubicBezTo>
                  <a:pt x="229564" y="94245"/>
                  <a:pt x="223793" y="92878"/>
                  <a:pt x="218302" y="90142"/>
                </a:cubicBezTo>
                <a:cubicBezTo>
                  <a:pt x="212810" y="87407"/>
                  <a:pt x="208635" y="83397"/>
                  <a:pt x="205775" y="78113"/>
                </a:cubicBezTo>
                <a:cubicBezTo>
                  <a:pt x="202915" y="72829"/>
                  <a:pt x="201486" y="66394"/>
                  <a:pt x="201486" y="58810"/>
                </a:cubicBezTo>
                <a:moveTo>
                  <a:pt x="219390" y="59743"/>
                </a:moveTo>
                <a:cubicBezTo>
                  <a:pt x="219390" y="66270"/>
                  <a:pt x="220944" y="71269"/>
                  <a:pt x="224052" y="74740"/>
                </a:cubicBezTo>
                <a:cubicBezTo>
                  <a:pt x="227161" y="78211"/>
                  <a:pt x="230994" y="79947"/>
                  <a:pt x="235553" y="79947"/>
                </a:cubicBezTo>
                <a:cubicBezTo>
                  <a:pt x="240112" y="79947"/>
                  <a:pt x="243935" y="78211"/>
                  <a:pt x="247023" y="74740"/>
                </a:cubicBezTo>
                <a:cubicBezTo>
                  <a:pt x="250111" y="71269"/>
                  <a:pt x="251654" y="66229"/>
                  <a:pt x="251654" y="59618"/>
                </a:cubicBezTo>
                <a:cubicBezTo>
                  <a:pt x="251654" y="53174"/>
                  <a:pt x="250111" y="48216"/>
                  <a:pt x="247023" y="44745"/>
                </a:cubicBezTo>
                <a:cubicBezTo>
                  <a:pt x="243935" y="41274"/>
                  <a:pt x="240112" y="39538"/>
                  <a:pt x="235553" y="39538"/>
                </a:cubicBezTo>
                <a:cubicBezTo>
                  <a:pt x="230994" y="39538"/>
                  <a:pt x="227161" y="41274"/>
                  <a:pt x="224052" y="44745"/>
                </a:cubicBezTo>
                <a:cubicBezTo>
                  <a:pt x="220944" y="48216"/>
                  <a:pt x="219390" y="53215"/>
                  <a:pt x="219390" y="59743"/>
                </a:cubicBezTo>
                <a:close/>
                <a:moveTo>
                  <a:pt x="282012" y="26732"/>
                </a:moveTo>
                <a:lnTo>
                  <a:pt x="298114" y="26732"/>
                </a:lnTo>
                <a:lnTo>
                  <a:pt x="298114" y="35746"/>
                </a:lnTo>
                <a:cubicBezTo>
                  <a:pt x="303874" y="28742"/>
                  <a:pt x="310734" y="25240"/>
                  <a:pt x="318691" y="25240"/>
                </a:cubicBezTo>
                <a:cubicBezTo>
                  <a:pt x="322918" y="25240"/>
                  <a:pt x="326586" y="26114"/>
                  <a:pt x="329694" y="27862"/>
                </a:cubicBezTo>
                <a:cubicBezTo>
                  <a:pt x="332803" y="29611"/>
                  <a:pt x="335352" y="32255"/>
                  <a:pt x="337341" y="35795"/>
                </a:cubicBezTo>
                <a:cubicBezTo>
                  <a:pt x="340242" y="32255"/>
                  <a:pt x="343371" y="29611"/>
                  <a:pt x="346728" y="27862"/>
                </a:cubicBezTo>
                <a:cubicBezTo>
                  <a:pt x="350085" y="26114"/>
                  <a:pt x="353670" y="25240"/>
                  <a:pt x="357483" y="25240"/>
                </a:cubicBezTo>
                <a:cubicBezTo>
                  <a:pt x="362332" y="25240"/>
                  <a:pt x="366435" y="26224"/>
                  <a:pt x="369792" y="28193"/>
                </a:cubicBezTo>
                <a:cubicBezTo>
                  <a:pt x="373149" y="30161"/>
                  <a:pt x="375657" y="33052"/>
                  <a:pt x="377314" y="36865"/>
                </a:cubicBezTo>
                <a:cubicBezTo>
                  <a:pt x="378516" y="39683"/>
                  <a:pt x="379117" y="44242"/>
                  <a:pt x="379117" y="50542"/>
                </a:cubicBezTo>
                <a:lnTo>
                  <a:pt x="379117" y="92753"/>
                </a:lnTo>
                <a:lnTo>
                  <a:pt x="361648" y="92753"/>
                </a:lnTo>
                <a:lnTo>
                  <a:pt x="361648" y="55061"/>
                </a:lnTo>
                <a:cubicBezTo>
                  <a:pt x="361648" y="48520"/>
                  <a:pt x="361047" y="44298"/>
                  <a:pt x="359846" y="42394"/>
                </a:cubicBezTo>
                <a:cubicBezTo>
                  <a:pt x="358229" y="39910"/>
                  <a:pt x="355743" y="38668"/>
                  <a:pt x="352385" y="38668"/>
                </a:cubicBezTo>
                <a:cubicBezTo>
                  <a:pt x="349940" y="38668"/>
                  <a:pt x="347640" y="39413"/>
                  <a:pt x="345485" y="40904"/>
                </a:cubicBezTo>
                <a:cubicBezTo>
                  <a:pt x="343330" y="42393"/>
                  <a:pt x="341776" y="44577"/>
                  <a:pt x="340822" y="47455"/>
                </a:cubicBezTo>
                <a:cubicBezTo>
                  <a:pt x="339869" y="50331"/>
                  <a:pt x="339393" y="54875"/>
                  <a:pt x="339393" y="61085"/>
                </a:cubicBezTo>
                <a:lnTo>
                  <a:pt x="339393" y="92753"/>
                </a:lnTo>
                <a:lnTo>
                  <a:pt x="321924" y="92753"/>
                </a:lnTo>
                <a:lnTo>
                  <a:pt x="321924" y="56613"/>
                </a:lnTo>
                <a:cubicBezTo>
                  <a:pt x="321924" y="50197"/>
                  <a:pt x="321613" y="46057"/>
                  <a:pt x="320991" y="44195"/>
                </a:cubicBezTo>
                <a:cubicBezTo>
                  <a:pt x="320369" y="42331"/>
                  <a:pt x="319406" y="40944"/>
                  <a:pt x="318100" y="40034"/>
                </a:cubicBezTo>
                <a:cubicBezTo>
                  <a:pt x="316795" y="39123"/>
                  <a:pt x="315023" y="38668"/>
                  <a:pt x="312785" y="38668"/>
                </a:cubicBezTo>
                <a:cubicBezTo>
                  <a:pt x="310091" y="38668"/>
                  <a:pt x="307667" y="39393"/>
                  <a:pt x="305512" y="40842"/>
                </a:cubicBezTo>
                <a:cubicBezTo>
                  <a:pt x="303356" y="42290"/>
                  <a:pt x="301813" y="44380"/>
                  <a:pt x="300880" y="47113"/>
                </a:cubicBezTo>
                <a:cubicBezTo>
                  <a:pt x="299948" y="49846"/>
                  <a:pt x="299481" y="54379"/>
                  <a:pt x="299481" y="60712"/>
                </a:cubicBezTo>
                <a:lnTo>
                  <a:pt x="299481" y="92753"/>
                </a:lnTo>
                <a:lnTo>
                  <a:pt x="282012" y="92753"/>
                </a:lnTo>
                <a:lnTo>
                  <a:pt x="282012" y="26732"/>
                </a:lnTo>
                <a:close/>
                <a:moveTo>
                  <a:pt x="395198" y="26732"/>
                </a:moveTo>
                <a:lnTo>
                  <a:pt x="411299" y="26732"/>
                </a:lnTo>
                <a:lnTo>
                  <a:pt x="411299" y="35746"/>
                </a:lnTo>
                <a:cubicBezTo>
                  <a:pt x="417060" y="28742"/>
                  <a:pt x="423919" y="25240"/>
                  <a:pt x="431876" y="25240"/>
                </a:cubicBezTo>
                <a:cubicBezTo>
                  <a:pt x="436104" y="25240"/>
                  <a:pt x="439772" y="26114"/>
                  <a:pt x="442880" y="27862"/>
                </a:cubicBezTo>
                <a:cubicBezTo>
                  <a:pt x="445988" y="29611"/>
                  <a:pt x="448537" y="32255"/>
                  <a:pt x="450527" y="35795"/>
                </a:cubicBezTo>
                <a:cubicBezTo>
                  <a:pt x="453428" y="32255"/>
                  <a:pt x="456557" y="29611"/>
                  <a:pt x="459914" y="27862"/>
                </a:cubicBezTo>
                <a:cubicBezTo>
                  <a:pt x="463271" y="26114"/>
                  <a:pt x="466856" y="25240"/>
                  <a:pt x="470669" y="25240"/>
                </a:cubicBezTo>
                <a:cubicBezTo>
                  <a:pt x="475518" y="25240"/>
                  <a:pt x="479621" y="26224"/>
                  <a:pt x="482978" y="28193"/>
                </a:cubicBezTo>
                <a:cubicBezTo>
                  <a:pt x="486335" y="30161"/>
                  <a:pt x="488842" y="33052"/>
                  <a:pt x="490500" y="36865"/>
                </a:cubicBezTo>
                <a:cubicBezTo>
                  <a:pt x="491702" y="39683"/>
                  <a:pt x="492303" y="44242"/>
                  <a:pt x="492303" y="50542"/>
                </a:cubicBezTo>
                <a:lnTo>
                  <a:pt x="492303" y="92753"/>
                </a:lnTo>
                <a:lnTo>
                  <a:pt x="474834" y="92753"/>
                </a:lnTo>
                <a:lnTo>
                  <a:pt x="474834" y="55061"/>
                </a:lnTo>
                <a:cubicBezTo>
                  <a:pt x="474834" y="48520"/>
                  <a:pt x="474233" y="44298"/>
                  <a:pt x="473031" y="42394"/>
                </a:cubicBezTo>
                <a:cubicBezTo>
                  <a:pt x="471415" y="39910"/>
                  <a:pt x="468928" y="38668"/>
                  <a:pt x="465571" y="38668"/>
                </a:cubicBezTo>
                <a:cubicBezTo>
                  <a:pt x="463126" y="38668"/>
                  <a:pt x="460826" y="39413"/>
                  <a:pt x="458671" y="40904"/>
                </a:cubicBezTo>
                <a:cubicBezTo>
                  <a:pt x="456515" y="42393"/>
                  <a:pt x="454961" y="44577"/>
                  <a:pt x="454008" y="47455"/>
                </a:cubicBezTo>
                <a:cubicBezTo>
                  <a:pt x="453055" y="50331"/>
                  <a:pt x="452578" y="54875"/>
                  <a:pt x="452578" y="61085"/>
                </a:cubicBezTo>
                <a:lnTo>
                  <a:pt x="452578" y="92753"/>
                </a:lnTo>
                <a:lnTo>
                  <a:pt x="435109" y="92753"/>
                </a:lnTo>
                <a:lnTo>
                  <a:pt x="435109" y="56613"/>
                </a:lnTo>
                <a:cubicBezTo>
                  <a:pt x="435109" y="50197"/>
                  <a:pt x="434798" y="46057"/>
                  <a:pt x="434177" y="44195"/>
                </a:cubicBezTo>
                <a:cubicBezTo>
                  <a:pt x="433555" y="42331"/>
                  <a:pt x="432591" y="40944"/>
                  <a:pt x="431286" y="40034"/>
                </a:cubicBezTo>
                <a:cubicBezTo>
                  <a:pt x="429980" y="39123"/>
                  <a:pt x="428209" y="38668"/>
                  <a:pt x="425971" y="38668"/>
                </a:cubicBezTo>
                <a:cubicBezTo>
                  <a:pt x="423277" y="38668"/>
                  <a:pt x="420852" y="39393"/>
                  <a:pt x="418697" y="40842"/>
                </a:cubicBezTo>
                <a:cubicBezTo>
                  <a:pt x="416542" y="42290"/>
                  <a:pt x="414998" y="44380"/>
                  <a:pt x="414066" y="47113"/>
                </a:cubicBezTo>
                <a:cubicBezTo>
                  <a:pt x="413133" y="49846"/>
                  <a:pt x="412667" y="54379"/>
                  <a:pt x="412667" y="60712"/>
                </a:cubicBezTo>
                <a:lnTo>
                  <a:pt x="412667" y="92753"/>
                </a:lnTo>
                <a:lnTo>
                  <a:pt x="395198" y="92753"/>
                </a:lnTo>
                <a:lnTo>
                  <a:pt x="395198" y="26732"/>
                </a:lnTo>
                <a:close/>
                <a:moveTo>
                  <a:pt x="547923" y="71741"/>
                </a:moveTo>
                <a:lnTo>
                  <a:pt x="565329" y="74725"/>
                </a:lnTo>
                <a:cubicBezTo>
                  <a:pt x="563091" y="81087"/>
                  <a:pt x="559558" y="85930"/>
                  <a:pt x="554730" y="89256"/>
                </a:cubicBezTo>
                <a:cubicBezTo>
                  <a:pt x="549902" y="92582"/>
                  <a:pt x="543861" y="94245"/>
                  <a:pt x="536608" y="94245"/>
                </a:cubicBezTo>
                <a:cubicBezTo>
                  <a:pt x="525128" y="94245"/>
                  <a:pt x="516632" y="90495"/>
                  <a:pt x="511120" y="82993"/>
                </a:cubicBezTo>
                <a:cubicBezTo>
                  <a:pt x="506768" y="76984"/>
                  <a:pt x="504592" y="69399"/>
                  <a:pt x="504592" y="60240"/>
                </a:cubicBezTo>
                <a:cubicBezTo>
                  <a:pt x="504592" y="49298"/>
                  <a:pt x="507452" y="40730"/>
                  <a:pt x="513171" y="34534"/>
                </a:cubicBezTo>
                <a:cubicBezTo>
                  <a:pt x="518891" y="28338"/>
                  <a:pt x="526123" y="25240"/>
                  <a:pt x="534868" y="25240"/>
                </a:cubicBezTo>
                <a:cubicBezTo>
                  <a:pt x="544690" y="25240"/>
                  <a:pt x="552440" y="28483"/>
                  <a:pt x="558118" y="34969"/>
                </a:cubicBezTo>
                <a:cubicBezTo>
                  <a:pt x="563796" y="41455"/>
                  <a:pt x="566511" y="51391"/>
                  <a:pt x="566262" y="64778"/>
                </a:cubicBezTo>
                <a:lnTo>
                  <a:pt x="522496" y="64778"/>
                </a:lnTo>
                <a:cubicBezTo>
                  <a:pt x="522621" y="69959"/>
                  <a:pt x="524030" y="73989"/>
                  <a:pt x="526724" y="76870"/>
                </a:cubicBezTo>
                <a:cubicBezTo>
                  <a:pt x="529418" y="79750"/>
                  <a:pt x="532775" y="81190"/>
                  <a:pt x="536795" y="81190"/>
                </a:cubicBezTo>
                <a:cubicBezTo>
                  <a:pt x="539530" y="81190"/>
                  <a:pt x="541830" y="80444"/>
                  <a:pt x="543695" y="78952"/>
                </a:cubicBezTo>
                <a:cubicBezTo>
                  <a:pt x="545560" y="77460"/>
                  <a:pt x="546969" y="75056"/>
                  <a:pt x="547923" y="71741"/>
                </a:cubicBezTo>
                <a:moveTo>
                  <a:pt x="548917" y="54085"/>
                </a:moveTo>
                <a:cubicBezTo>
                  <a:pt x="548793" y="49050"/>
                  <a:pt x="547487" y="45221"/>
                  <a:pt x="545001" y="42600"/>
                </a:cubicBezTo>
                <a:cubicBezTo>
                  <a:pt x="542514" y="39979"/>
                  <a:pt x="539489" y="38668"/>
                  <a:pt x="535924" y="38668"/>
                </a:cubicBezTo>
                <a:cubicBezTo>
                  <a:pt x="532111" y="38668"/>
                  <a:pt x="528962" y="40050"/>
                  <a:pt x="526475" y="42816"/>
                </a:cubicBezTo>
                <a:cubicBezTo>
                  <a:pt x="523988" y="45582"/>
                  <a:pt x="522766" y="49339"/>
                  <a:pt x="522807" y="54085"/>
                </a:cubicBezTo>
                <a:lnTo>
                  <a:pt x="548917" y="54085"/>
                </a:lnTo>
                <a:close/>
                <a:moveTo>
                  <a:pt x="597202" y="92753"/>
                </a:moveTo>
                <a:lnTo>
                  <a:pt x="579733" y="92753"/>
                </a:lnTo>
                <a:lnTo>
                  <a:pt x="579733" y="26732"/>
                </a:lnTo>
                <a:lnTo>
                  <a:pt x="595958" y="26732"/>
                </a:lnTo>
                <a:lnTo>
                  <a:pt x="595958" y="36119"/>
                </a:lnTo>
                <a:cubicBezTo>
                  <a:pt x="598735" y="31684"/>
                  <a:pt x="601232" y="28763"/>
                  <a:pt x="603449" y="27354"/>
                </a:cubicBezTo>
                <a:cubicBezTo>
                  <a:pt x="605667" y="25944"/>
                  <a:pt x="608185" y="25240"/>
                  <a:pt x="611003" y="25240"/>
                </a:cubicBezTo>
                <a:cubicBezTo>
                  <a:pt x="614981" y="25240"/>
                  <a:pt x="618815" y="26338"/>
                  <a:pt x="622504" y="28535"/>
                </a:cubicBezTo>
                <a:lnTo>
                  <a:pt x="617095" y="43766"/>
                </a:lnTo>
                <a:cubicBezTo>
                  <a:pt x="614153" y="41859"/>
                  <a:pt x="611417" y="40906"/>
                  <a:pt x="608889" y="40906"/>
                </a:cubicBezTo>
                <a:cubicBezTo>
                  <a:pt x="606444" y="40906"/>
                  <a:pt x="604372" y="41579"/>
                  <a:pt x="602672" y="42926"/>
                </a:cubicBezTo>
                <a:cubicBezTo>
                  <a:pt x="600973" y="44273"/>
                  <a:pt x="599637" y="46708"/>
                  <a:pt x="598663" y="50231"/>
                </a:cubicBezTo>
                <a:cubicBezTo>
                  <a:pt x="597689" y="53754"/>
                  <a:pt x="597202" y="61131"/>
                  <a:pt x="597202" y="72362"/>
                </a:cubicBezTo>
                <a:lnTo>
                  <a:pt x="597202" y="92753"/>
                </a:lnTo>
                <a:close/>
                <a:moveTo>
                  <a:pt x="687572" y="46252"/>
                </a:moveTo>
                <a:lnTo>
                  <a:pt x="670352" y="49361"/>
                </a:lnTo>
                <a:cubicBezTo>
                  <a:pt x="669772" y="45941"/>
                  <a:pt x="668456" y="43367"/>
                  <a:pt x="666405" y="41636"/>
                </a:cubicBezTo>
                <a:cubicBezTo>
                  <a:pt x="664353" y="39906"/>
                  <a:pt x="661690" y="39041"/>
                  <a:pt x="658416" y="39041"/>
                </a:cubicBezTo>
                <a:cubicBezTo>
                  <a:pt x="654064" y="39041"/>
                  <a:pt x="650593" y="40539"/>
                  <a:pt x="648003" y="43534"/>
                </a:cubicBezTo>
                <a:cubicBezTo>
                  <a:pt x="645413" y="46530"/>
                  <a:pt x="644118" y="51540"/>
                  <a:pt x="644118" y="58563"/>
                </a:cubicBezTo>
                <a:cubicBezTo>
                  <a:pt x="644118" y="66373"/>
                  <a:pt x="645434" y="71890"/>
                  <a:pt x="648065" y="75113"/>
                </a:cubicBezTo>
                <a:cubicBezTo>
                  <a:pt x="650697" y="78336"/>
                  <a:pt x="654230" y="79947"/>
                  <a:pt x="658665" y="79947"/>
                </a:cubicBezTo>
                <a:cubicBezTo>
                  <a:pt x="661980" y="79947"/>
                  <a:pt x="664695" y="79004"/>
                  <a:pt x="666809" y="77118"/>
                </a:cubicBezTo>
                <a:cubicBezTo>
                  <a:pt x="668922" y="75233"/>
                  <a:pt x="670414" y="71989"/>
                  <a:pt x="671285" y="67389"/>
                </a:cubicBezTo>
                <a:lnTo>
                  <a:pt x="688443" y="70373"/>
                </a:lnTo>
                <a:cubicBezTo>
                  <a:pt x="686661" y="78248"/>
                  <a:pt x="683241" y="84195"/>
                  <a:pt x="678185" y="88215"/>
                </a:cubicBezTo>
                <a:cubicBezTo>
                  <a:pt x="673129" y="92235"/>
                  <a:pt x="666353" y="94245"/>
                  <a:pt x="657857" y="94245"/>
                </a:cubicBezTo>
                <a:cubicBezTo>
                  <a:pt x="648200" y="94245"/>
                  <a:pt x="640502" y="91199"/>
                  <a:pt x="634762" y="85107"/>
                </a:cubicBezTo>
                <a:cubicBezTo>
                  <a:pt x="629021" y="79014"/>
                  <a:pt x="626151" y="70580"/>
                  <a:pt x="626151" y="59805"/>
                </a:cubicBezTo>
                <a:cubicBezTo>
                  <a:pt x="626151" y="48905"/>
                  <a:pt x="629032" y="40419"/>
                  <a:pt x="634793" y="34347"/>
                </a:cubicBezTo>
                <a:cubicBezTo>
                  <a:pt x="640553" y="28276"/>
                  <a:pt x="648345" y="25240"/>
                  <a:pt x="658167" y="25240"/>
                </a:cubicBezTo>
                <a:cubicBezTo>
                  <a:pt x="666208" y="25240"/>
                  <a:pt x="672601" y="26970"/>
                  <a:pt x="677346" y="30431"/>
                </a:cubicBezTo>
                <a:cubicBezTo>
                  <a:pt x="682091" y="33891"/>
                  <a:pt x="685500" y="39165"/>
                  <a:pt x="687572" y="46252"/>
                </a:cubicBezTo>
                <a:close/>
                <a:moveTo>
                  <a:pt x="700795" y="17780"/>
                </a:moveTo>
                <a:lnTo>
                  <a:pt x="700795" y="1616"/>
                </a:lnTo>
                <a:lnTo>
                  <a:pt x="718264" y="1616"/>
                </a:lnTo>
                <a:lnTo>
                  <a:pt x="718264" y="17780"/>
                </a:lnTo>
                <a:lnTo>
                  <a:pt x="700795" y="17780"/>
                </a:lnTo>
                <a:moveTo>
                  <a:pt x="700795" y="92753"/>
                </a:moveTo>
                <a:lnTo>
                  <a:pt x="700795" y="26732"/>
                </a:lnTo>
                <a:lnTo>
                  <a:pt x="718264" y="26732"/>
                </a:lnTo>
                <a:lnTo>
                  <a:pt x="718264" y="92753"/>
                </a:lnTo>
                <a:lnTo>
                  <a:pt x="700795" y="92753"/>
                </a:lnTo>
                <a:close/>
                <a:moveTo>
                  <a:pt x="749244" y="47123"/>
                </a:moveTo>
                <a:lnTo>
                  <a:pt x="733392" y="44263"/>
                </a:lnTo>
                <a:cubicBezTo>
                  <a:pt x="735174" y="37796"/>
                  <a:pt x="738241" y="33009"/>
                  <a:pt x="742592" y="29902"/>
                </a:cubicBezTo>
                <a:cubicBezTo>
                  <a:pt x="746944" y="26794"/>
                  <a:pt x="753409" y="25240"/>
                  <a:pt x="761988" y="25240"/>
                </a:cubicBezTo>
                <a:cubicBezTo>
                  <a:pt x="769780" y="25240"/>
                  <a:pt x="775582" y="26162"/>
                  <a:pt x="779395" y="28006"/>
                </a:cubicBezTo>
                <a:cubicBezTo>
                  <a:pt x="783208" y="29851"/>
                  <a:pt x="785892" y="32192"/>
                  <a:pt x="787446" y="35031"/>
                </a:cubicBezTo>
                <a:cubicBezTo>
                  <a:pt x="789000" y="37870"/>
                  <a:pt x="789777" y="43082"/>
                  <a:pt x="789777" y="50666"/>
                </a:cubicBezTo>
                <a:lnTo>
                  <a:pt x="789591" y="71057"/>
                </a:lnTo>
                <a:cubicBezTo>
                  <a:pt x="789591" y="76859"/>
                  <a:pt x="789870" y="81138"/>
                  <a:pt x="790430" y="83894"/>
                </a:cubicBezTo>
                <a:cubicBezTo>
                  <a:pt x="790989" y="86651"/>
                  <a:pt x="792036" y="89603"/>
                  <a:pt x="793569" y="92753"/>
                </a:cubicBezTo>
                <a:lnTo>
                  <a:pt x="776287" y="92753"/>
                </a:lnTo>
                <a:cubicBezTo>
                  <a:pt x="775831" y="91593"/>
                  <a:pt x="775271" y="89873"/>
                  <a:pt x="774608" y="87593"/>
                </a:cubicBezTo>
                <a:cubicBezTo>
                  <a:pt x="774318" y="86557"/>
                  <a:pt x="774111" y="85873"/>
                  <a:pt x="773987" y="85542"/>
                </a:cubicBezTo>
                <a:cubicBezTo>
                  <a:pt x="771003" y="88443"/>
                  <a:pt x="767811" y="90619"/>
                  <a:pt x="764413" y="92069"/>
                </a:cubicBezTo>
                <a:cubicBezTo>
                  <a:pt x="761014" y="93520"/>
                  <a:pt x="757388" y="94245"/>
                  <a:pt x="753534" y="94245"/>
                </a:cubicBezTo>
                <a:cubicBezTo>
                  <a:pt x="746737" y="94245"/>
                  <a:pt x="741380" y="92409"/>
                  <a:pt x="737463" y="88736"/>
                </a:cubicBezTo>
                <a:cubicBezTo>
                  <a:pt x="733547" y="85063"/>
                  <a:pt x="731589" y="80420"/>
                  <a:pt x="731589" y="74806"/>
                </a:cubicBezTo>
                <a:cubicBezTo>
                  <a:pt x="731589" y="71092"/>
                  <a:pt x="732480" y="67780"/>
                  <a:pt x="734262" y="64871"/>
                </a:cubicBezTo>
                <a:cubicBezTo>
                  <a:pt x="736044" y="61961"/>
                  <a:pt x="738541" y="59732"/>
                  <a:pt x="741753" y="58184"/>
                </a:cubicBezTo>
                <a:cubicBezTo>
                  <a:pt x="744965" y="56637"/>
                  <a:pt x="749596" y="55285"/>
                  <a:pt x="755647" y="54130"/>
                </a:cubicBezTo>
                <a:cubicBezTo>
                  <a:pt x="763812" y="52603"/>
                  <a:pt x="769469" y="51179"/>
                  <a:pt x="772619" y="49858"/>
                </a:cubicBezTo>
                <a:lnTo>
                  <a:pt x="772619" y="48098"/>
                </a:lnTo>
                <a:cubicBezTo>
                  <a:pt x="772619" y="44703"/>
                  <a:pt x="771790" y="42283"/>
                  <a:pt x="770132" y="40838"/>
                </a:cubicBezTo>
                <a:cubicBezTo>
                  <a:pt x="768474" y="39391"/>
                  <a:pt x="765345" y="38668"/>
                  <a:pt x="760745" y="38668"/>
                </a:cubicBezTo>
                <a:cubicBezTo>
                  <a:pt x="757637" y="38668"/>
                  <a:pt x="755212" y="39293"/>
                  <a:pt x="753471" y="40545"/>
                </a:cubicBezTo>
                <a:cubicBezTo>
                  <a:pt x="751731" y="41794"/>
                  <a:pt x="750322" y="43987"/>
                  <a:pt x="749244" y="47123"/>
                </a:cubicBezTo>
                <a:moveTo>
                  <a:pt x="772619" y="61297"/>
                </a:moveTo>
                <a:cubicBezTo>
                  <a:pt x="770381" y="62034"/>
                  <a:pt x="766837" y="62914"/>
                  <a:pt x="761988" y="63939"/>
                </a:cubicBezTo>
                <a:cubicBezTo>
                  <a:pt x="757139" y="64962"/>
                  <a:pt x="753969" y="65965"/>
                  <a:pt x="752477" y="66948"/>
                </a:cubicBezTo>
                <a:cubicBezTo>
                  <a:pt x="750197" y="68545"/>
                  <a:pt x="749058" y="70572"/>
                  <a:pt x="749058" y="73029"/>
                </a:cubicBezTo>
                <a:cubicBezTo>
                  <a:pt x="749058" y="75446"/>
                  <a:pt x="749969" y="77535"/>
                  <a:pt x="751793" y="79296"/>
                </a:cubicBezTo>
                <a:cubicBezTo>
                  <a:pt x="753617" y="81056"/>
                  <a:pt x="755937" y="81936"/>
                  <a:pt x="758756" y="81936"/>
                </a:cubicBezTo>
                <a:cubicBezTo>
                  <a:pt x="761905" y="81936"/>
                  <a:pt x="764910" y="80912"/>
                  <a:pt x="767770" y="78865"/>
                </a:cubicBezTo>
                <a:cubicBezTo>
                  <a:pt x="769884" y="77309"/>
                  <a:pt x="771272" y="75405"/>
                  <a:pt x="771935" y="73151"/>
                </a:cubicBezTo>
                <a:cubicBezTo>
                  <a:pt x="772391" y="71677"/>
                  <a:pt x="772619" y="68873"/>
                  <a:pt x="772619" y="64737"/>
                </a:cubicBezTo>
                <a:lnTo>
                  <a:pt x="772619" y="61297"/>
                </a:lnTo>
                <a:close/>
                <a:moveTo>
                  <a:pt x="806978" y="92753"/>
                </a:moveTo>
                <a:lnTo>
                  <a:pt x="806978" y="1616"/>
                </a:lnTo>
                <a:lnTo>
                  <a:pt x="824447" y="1616"/>
                </a:lnTo>
                <a:lnTo>
                  <a:pt x="824447" y="92753"/>
                </a:lnTo>
                <a:lnTo>
                  <a:pt x="806978" y="927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+Priceindicator">
            <a:extLst xmlns:a="http://schemas.openxmlformats.org/drawingml/2006/main">
              <a:ext uri="{FF2B5EF4-FFF2-40B4-BE49-F238E27FC236}">
                <a16:creationId xmlns:a16="http://schemas.microsoft.com/office/drawing/2014/main" id="{FB06F5F6-ACFD-43CC-8384-ECB74289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649" y="675147"/>
            <a:ext cx="990578" cy="92629"/>
          </a:xfrm>
          <a:custGeom xmlns:a="http://schemas.openxmlformats.org/drawingml/2006/main">
            <a:pathLst>
              <a:path w="990578" h="92629">
                <a:moveTo>
                  <a:pt x="23872" y="77958"/>
                </a:moveTo>
                <a:lnTo>
                  <a:pt x="23872" y="54334"/>
                </a:lnTo>
                <a:lnTo>
                  <a:pt x="0" y="54334"/>
                </a:lnTo>
                <a:lnTo>
                  <a:pt x="0" y="37922"/>
                </a:lnTo>
                <a:lnTo>
                  <a:pt x="23872" y="37922"/>
                </a:lnTo>
                <a:lnTo>
                  <a:pt x="23872" y="14298"/>
                </a:lnTo>
                <a:lnTo>
                  <a:pt x="39787" y="14298"/>
                </a:lnTo>
                <a:lnTo>
                  <a:pt x="39787" y="37922"/>
                </a:lnTo>
                <a:lnTo>
                  <a:pt x="63721" y="37922"/>
                </a:lnTo>
                <a:lnTo>
                  <a:pt x="63721" y="54334"/>
                </a:lnTo>
                <a:lnTo>
                  <a:pt x="39787" y="54334"/>
                </a:lnTo>
                <a:lnTo>
                  <a:pt x="39787" y="77958"/>
                </a:lnTo>
                <a:lnTo>
                  <a:pt x="23872" y="77958"/>
                </a:lnTo>
                <a:close/>
                <a:moveTo>
                  <a:pt x="113727" y="91137"/>
                </a:moveTo>
                <a:lnTo>
                  <a:pt x="113727" y="0"/>
                </a:lnTo>
                <a:lnTo>
                  <a:pt x="143256" y="0"/>
                </a:lnTo>
                <a:cubicBezTo>
                  <a:pt x="154446" y="0"/>
                  <a:pt x="161740" y="455"/>
                  <a:pt x="165139" y="1366"/>
                </a:cubicBezTo>
                <a:cubicBezTo>
                  <a:pt x="170361" y="2732"/>
                  <a:pt x="174733" y="5703"/>
                  <a:pt x="178256" y="10277"/>
                </a:cubicBezTo>
                <a:cubicBezTo>
                  <a:pt x="181779" y="14851"/>
                  <a:pt x="183540" y="20761"/>
                  <a:pt x="183540" y="28006"/>
                </a:cubicBezTo>
                <a:cubicBezTo>
                  <a:pt x="183540" y="33595"/>
                  <a:pt x="182525" y="38294"/>
                  <a:pt x="180494" y="42103"/>
                </a:cubicBezTo>
                <a:cubicBezTo>
                  <a:pt x="178463" y="45912"/>
                  <a:pt x="175883" y="48903"/>
                  <a:pt x="172754" y="51076"/>
                </a:cubicBezTo>
                <a:cubicBezTo>
                  <a:pt x="169625" y="53249"/>
                  <a:pt x="166444" y="54688"/>
                  <a:pt x="163212" y="55393"/>
                </a:cubicBezTo>
                <a:cubicBezTo>
                  <a:pt x="158819" y="56262"/>
                  <a:pt x="152457" y="56696"/>
                  <a:pt x="144126" y="56696"/>
                </a:cubicBezTo>
                <a:lnTo>
                  <a:pt x="132128" y="56696"/>
                </a:lnTo>
                <a:lnTo>
                  <a:pt x="132128" y="91137"/>
                </a:lnTo>
                <a:lnTo>
                  <a:pt x="113727" y="91137"/>
                </a:lnTo>
                <a:moveTo>
                  <a:pt x="132128" y="15417"/>
                </a:moveTo>
                <a:lnTo>
                  <a:pt x="132128" y="41279"/>
                </a:lnTo>
                <a:lnTo>
                  <a:pt x="142199" y="41279"/>
                </a:lnTo>
                <a:cubicBezTo>
                  <a:pt x="149452" y="41279"/>
                  <a:pt x="154301" y="40802"/>
                  <a:pt x="156746" y="39849"/>
                </a:cubicBezTo>
                <a:cubicBezTo>
                  <a:pt x="159192" y="38896"/>
                  <a:pt x="161108" y="37404"/>
                  <a:pt x="162497" y="35373"/>
                </a:cubicBezTo>
                <a:cubicBezTo>
                  <a:pt x="163885" y="33342"/>
                  <a:pt x="164579" y="30980"/>
                  <a:pt x="164579" y="28286"/>
                </a:cubicBezTo>
                <a:cubicBezTo>
                  <a:pt x="164579" y="24970"/>
                  <a:pt x="163605" y="22235"/>
                  <a:pt x="161658" y="20080"/>
                </a:cubicBezTo>
                <a:cubicBezTo>
                  <a:pt x="159710" y="17925"/>
                  <a:pt x="157244" y="16578"/>
                  <a:pt x="154260" y="16039"/>
                </a:cubicBezTo>
                <a:cubicBezTo>
                  <a:pt x="152063" y="15625"/>
                  <a:pt x="147649" y="15417"/>
                  <a:pt x="141018" y="15417"/>
                </a:cubicBezTo>
                <a:lnTo>
                  <a:pt x="132128" y="15417"/>
                </a:lnTo>
                <a:close/>
                <a:moveTo>
                  <a:pt x="215246" y="91137"/>
                </a:moveTo>
                <a:lnTo>
                  <a:pt x="197778" y="91137"/>
                </a:lnTo>
                <a:lnTo>
                  <a:pt x="197778" y="25115"/>
                </a:lnTo>
                <a:lnTo>
                  <a:pt x="214003" y="25115"/>
                </a:lnTo>
                <a:lnTo>
                  <a:pt x="214003" y="34503"/>
                </a:lnTo>
                <a:cubicBezTo>
                  <a:pt x="216780" y="30068"/>
                  <a:pt x="219277" y="27146"/>
                  <a:pt x="221494" y="25737"/>
                </a:cubicBezTo>
                <a:cubicBezTo>
                  <a:pt x="223712" y="24328"/>
                  <a:pt x="226229" y="23623"/>
                  <a:pt x="229048" y="23623"/>
                </a:cubicBezTo>
                <a:cubicBezTo>
                  <a:pt x="233026" y="23623"/>
                  <a:pt x="236860" y="24722"/>
                  <a:pt x="240548" y="26918"/>
                </a:cubicBezTo>
                <a:lnTo>
                  <a:pt x="235140" y="42149"/>
                </a:lnTo>
                <a:cubicBezTo>
                  <a:pt x="232197" y="40243"/>
                  <a:pt x="229462" y="39290"/>
                  <a:pt x="226934" y="39290"/>
                </a:cubicBezTo>
                <a:cubicBezTo>
                  <a:pt x="224489" y="39290"/>
                  <a:pt x="222416" y="39963"/>
                  <a:pt x="220717" y="41310"/>
                </a:cubicBezTo>
                <a:cubicBezTo>
                  <a:pt x="219018" y="42657"/>
                  <a:pt x="217681" y="45092"/>
                  <a:pt x="216707" y="48615"/>
                </a:cubicBezTo>
                <a:cubicBezTo>
                  <a:pt x="215733" y="52137"/>
                  <a:pt x="215246" y="59515"/>
                  <a:pt x="215246" y="70746"/>
                </a:cubicBezTo>
                <a:lnTo>
                  <a:pt x="215246" y="91137"/>
                </a:lnTo>
                <a:close/>
                <a:moveTo>
                  <a:pt x="248050" y="16163"/>
                </a:moveTo>
                <a:lnTo>
                  <a:pt x="248050" y="0"/>
                </a:lnTo>
                <a:lnTo>
                  <a:pt x="265519" y="0"/>
                </a:lnTo>
                <a:lnTo>
                  <a:pt x="265519" y="16163"/>
                </a:lnTo>
                <a:lnTo>
                  <a:pt x="248050" y="16163"/>
                </a:lnTo>
                <a:moveTo>
                  <a:pt x="248050" y="91137"/>
                </a:moveTo>
                <a:lnTo>
                  <a:pt x="248050" y="25115"/>
                </a:lnTo>
                <a:lnTo>
                  <a:pt x="265519" y="25115"/>
                </a:lnTo>
                <a:lnTo>
                  <a:pt x="265519" y="91137"/>
                </a:lnTo>
                <a:lnTo>
                  <a:pt x="248050" y="91137"/>
                </a:lnTo>
                <a:close/>
                <a:moveTo>
                  <a:pt x="341011" y="44636"/>
                </a:moveTo>
                <a:lnTo>
                  <a:pt x="323791" y="47744"/>
                </a:lnTo>
                <a:cubicBezTo>
                  <a:pt x="323211" y="44325"/>
                  <a:pt x="321895" y="41750"/>
                  <a:pt x="319844" y="40020"/>
                </a:cubicBezTo>
                <a:cubicBezTo>
                  <a:pt x="317792" y="38290"/>
                  <a:pt x="315129" y="37425"/>
                  <a:pt x="311855" y="37425"/>
                </a:cubicBezTo>
                <a:cubicBezTo>
                  <a:pt x="307503" y="37425"/>
                  <a:pt x="304032" y="38922"/>
                  <a:pt x="301442" y="41918"/>
                </a:cubicBezTo>
                <a:cubicBezTo>
                  <a:pt x="298852" y="44914"/>
                  <a:pt x="297557" y="49923"/>
                  <a:pt x="297557" y="56947"/>
                </a:cubicBezTo>
                <a:cubicBezTo>
                  <a:pt x="297557" y="64757"/>
                  <a:pt x="298873" y="70273"/>
                  <a:pt x="301504" y="73497"/>
                </a:cubicBezTo>
                <a:cubicBezTo>
                  <a:pt x="304136" y="76719"/>
                  <a:pt x="307669" y="78331"/>
                  <a:pt x="312104" y="78331"/>
                </a:cubicBezTo>
                <a:cubicBezTo>
                  <a:pt x="315419" y="78331"/>
                  <a:pt x="318134" y="77388"/>
                  <a:pt x="320248" y="75502"/>
                </a:cubicBezTo>
                <a:cubicBezTo>
                  <a:pt x="322361" y="73616"/>
                  <a:pt x="323853" y="70373"/>
                  <a:pt x="324724" y="65773"/>
                </a:cubicBezTo>
                <a:lnTo>
                  <a:pt x="341882" y="68757"/>
                </a:lnTo>
                <a:cubicBezTo>
                  <a:pt x="340100" y="76631"/>
                  <a:pt x="336680" y="82579"/>
                  <a:pt x="331624" y="86599"/>
                </a:cubicBezTo>
                <a:cubicBezTo>
                  <a:pt x="326568" y="90619"/>
                  <a:pt x="319792" y="92629"/>
                  <a:pt x="311296" y="92629"/>
                </a:cubicBezTo>
                <a:cubicBezTo>
                  <a:pt x="301639" y="92629"/>
                  <a:pt x="293941" y="89583"/>
                  <a:pt x="288201" y="83490"/>
                </a:cubicBezTo>
                <a:cubicBezTo>
                  <a:pt x="282460" y="77398"/>
                  <a:pt x="279590" y="68964"/>
                  <a:pt x="279590" y="58188"/>
                </a:cubicBezTo>
                <a:cubicBezTo>
                  <a:pt x="279590" y="47288"/>
                  <a:pt x="282471" y="38803"/>
                  <a:pt x="288232" y="32731"/>
                </a:cubicBezTo>
                <a:cubicBezTo>
                  <a:pt x="293992" y="26659"/>
                  <a:pt x="301784" y="23623"/>
                  <a:pt x="311606" y="23623"/>
                </a:cubicBezTo>
                <a:cubicBezTo>
                  <a:pt x="319647" y="23623"/>
                  <a:pt x="326040" y="25354"/>
                  <a:pt x="330785" y="28814"/>
                </a:cubicBezTo>
                <a:cubicBezTo>
                  <a:pt x="335530" y="32275"/>
                  <a:pt x="338939" y="37549"/>
                  <a:pt x="341011" y="44636"/>
                </a:cubicBezTo>
                <a:close/>
                <a:moveTo>
                  <a:pt x="392467" y="70124"/>
                </a:moveTo>
                <a:lnTo>
                  <a:pt x="409873" y="73108"/>
                </a:lnTo>
                <a:cubicBezTo>
                  <a:pt x="407635" y="79470"/>
                  <a:pt x="404102" y="84314"/>
                  <a:pt x="399274" y="87640"/>
                </a:cubicBezTo>
                <a:cubicBezTo>
                  <a:pt x="394446" y="90966"/>
                  <a:pt x="388405" y="92629"/>
                  <a:pt x="381152" y="92629"/>
                </a:cubicBezTo>
                <a:cubicBezTo>
                  <a:pt x="369672" y="92629"/>
                  <a:pt x="361176" y="88878"/>
                  <a:pt x="355664" y="81377"/>
                </a:cubicBezTo>
                <a:cubicBezTo>
                  <a:pt x="351312" y="75367"/>
                  <a:pt x="349136" y="67783"/>
                  <a:pt x="349136" y="58624"/>
                </a:cubicBezTo>
                <a:cubicBezTo>
                  <a:pt x="349136" y="47682"/>
                  <a:pt x="351996" y="39113"/>
                  <a:pt x="357715" y="32917"/>
                </a:cubicBezTo>
                <a:cubicBezTo>
                  <a:pt x="363435" y="26721"/>
                  <a:pt x="370667" y="23623"/>
                  <a:pt x="379412" y="23623"/>
                </a:cubicBezTo>
                <a:cubicBezTo>
                  <a:pt x="389234" y="23623"/>
                  <a:pt x="396984" y="26867"/>
                  <a:pt x="402662" y="33353"/>
                </a:cubicBezTo>
                <a:cubicBezTo>
                  <a:pt x="408340" y="39839"/>
                  <a:pt x="411055" y="49775"/>
                  <a:pt x="410806" y="63162"/>
                </a:cubicBezTo>
                <a:lnTo>
                  <a:pt x="367040" y="63162"/>
                </a:lnTo>
                <a:cubicBezTo>
                  <a:pt x="367165" y="68342"/>
                  <a:pt x="368574" y="72373"/>
                  <a:pt x="371268" y="75253"/>
                </a:cubicBezTo>
                <a:cubicBezTo>
                  <a:pt x="373962" y="78134"/>
                  <a:pt x="377319" y="79574"/>
                  <a:pt x="381339" y="79574"/>
                </a:cubicBezTo>
                <a:cubicBezTo>
                  <a:pt x="384074" y="79574"/>
                  <a:pt x="386374" y="78828"/>
                  <a:pt x="388239" y="77336"/>
                </a:cubicBezTo>
                <a:cubicBezTo>
                  <a:pt x="390104" y="75844"/>
                  <a:pt x="391513" y="73440"/>
                  <a:pt x="392467" y="70124"/>
                </a:cubicBezTo>
                <a:moveTo>
                  <a:pt x="393461" y="52469"/>
                </a:moveTo>
                <a:cubicBezTo>
                  <a:pt x="393337" y="47433"/>
                  <a:pt x="392031" y="43605"/>
                  <a:pt x="389545" y="40984"/>
                </a:cubicBezTo>
                <a:cubicBezTo>
                  <a:pt x="387058" y="38362"/>
                  <a:pt x="384033" y="37052"/>
                  <a:pt x="380468" y="37052"/>
                </a:cubicBezTo>
                <a:cubicBezTo>
                  <a:pt x="376655" y="37052"/>
                  <a:pt x="373506" y="38434"/>
                  <a:pt x="371019" y="41199"/>
                </a:cubicBezTo>
                <a:cubicBezTo>
                  <a:pt x="368532" y="43966"/>
                  <a:pt x="367310" y="47722"/>
                  <a:pt x="367351" y="52469"/>
                </a:cubicBezTo>
                <a:lnTo>
                  <a:pt x="393461" y="52469"/>
                </a:lnTo>
                <a:close/>
                <a:moveTo>
                  <a:pt x="460417" y="16163"/>
                </a:moveTo>
                <a:lnTo>
                  <a:pt x="460417" y="0"/>
                </a:lnTo>
                <a:lnTo>
                  <a:pt x="477886" y="0"/>
                </a:lnTo>
                <a:lnTo>
                  <a:pt x="477886" y="16163"/>
                </a:lnTo>
                <a:lnTo>
                  <a:pt x="460417" y="16163"/>
                </a:lnTo>
                <a:moveTo>
                  <a:pt x="460417" y="91137"/>
                </a:moveTo>
                <a:lnTo>
                  <a:pt x="460417" y="25115"/>
                </a:lnTo>
                <a:lnTo>
                  <a:pt x="477886" y="25115"/>
                </a:lnTo>
                <a:lnTo>
                  <a:pt x="477886" y="91137"/>
                </a:lnTo>
                <a:lnTo>
                  <a:pt x="460417" y="91137"/>
                </a:lnTo>
                <a:close/>
                <a:moveTo>
                  <a:pt x="555865" y="91137"/>
                </a:moveTo>
                <a:lnTo>
                  <a:pt x="538396" y="91137"/>
                </a:lnTo>
                <a:lnTo>
                  <a:pt x="538396" y="57481"/>
                </a:lnTo>
                <a:cubicBezTo>
                  <a:pt x="538396" y="50361"/>
                  <a:pt x="538023" y="45755"/>
                  <a:pt x="537277" y="43665"/>
                </a:cubicBezTo>
                <a:cubicBezTo>
                  <a:pt x="536531" y="41574"/>
                  <a:pt x="535318" y="39949"/>
                  <a:pt x="533640" y="38790"/>
                </a:cubicBezTo>
                <a:cubicBezTo>
                  <a:pt x="531961" y="37631"/>
                  <a:pt x="529941" y="37052"/>
                  <a:pt x="527579" y="37052"/>
                </a:cubicBezTo>
                <a:cubicBezTo>
                  <a:pt x="524553" y="37052"/>
                  <a:pt x="521839" y="37880"/>
                  <a:pt x="519435" y="39536"/>
                </a:cubicBezTo>
                <a:cubicBezTo>
                  <a:pt x="517031" y="41192"/>
                  <a:pt x="515384" y="43385"/>
                  <a:pt x="514492" y="46118"/>
                </a:cubicBezTo>
                <a:cubicBezTo>
                  <a:pt x="513601" y="48850"/>
                  <a:pt x="513156" y="53900"/>
                  <a:pt x="513156" y="61270"/>
                </a:cubicBezTo>
                <a:lnTo>
                  <a:pt x="513156" y="91137"/>
                </a:lnTo>
                <a:lnTo>
                  <a:pt x="495687" y="91137"/>
                </a:lnTo>
                <a:lnTo>
                  <a:pt x="495687" y="25115"/>
                </a:lnTo>
                <a:lnTo>
                  <a:pt x="511913" y="25115"/>
                </a:lnTo>
                <a:lnTo>
                  <a:pt x="511913" y="34814"/>
                </a:lnTo>
                <a:cubicBezTo>
                  <a:pt x="517673" y="27354"/>
                  <a:pt x="524926" y="23623"/>
                  <a:pt x="533671" y="23623"/>
                </a:cubicBezTo>
                <a:cubicBezTo>
                  <a:pt x="537525" y="23623"/>
                  <a:pt x="541048" y="24318"/>
                  <a:pt x="544239" y="25706"/>
                </a:cubicBezTo>
                <a:cubicBezTo>
                  <a:pt x="547431" y="27094"/>
                  <a:pt x="549845" y="28866"/>
                  <a:pt x="551482" y="31021"/>
                </a:cubicBezTo>
                <a:cubicBezTo>
                  <a:pt x="553119" y="33176"/>
                  <a:pt x="554259" y="35622"/>
                  <a:pt x="554901" y="38357"/>
                </a:cubicBezTo>
                <a:cubicBezTo>
                  <a:pt x="555543" y="41092"/>
                  <a:pt x="555865" y="45009"/>
                  <a:pt x="555865" y="50107"/>
                </a:cubicBezTo>
                <a:lnTo>
                  <a:pt x="555865" y="91137"/>
                </a:lnTo>
                <a:close/>
                <a:moveTo>
                  <a:pt x="634153" y="91137"/>
                </a:moveTo>
                <a:lnTo>
                  <a:pt x="617928" y="91137"/>
                </a:lnTo>
                <a:lnTo>
                  <a:pt x="617928" y="81439"/>
                </a:lnTo>
                <a:cubicBezTo>
                  <a:pt x="615234" y="85210"/>
                  <a:pt x="612053" y="88018"/>
                  <a:pt x="608385" y="89863"/>
                </a:cubicBezTo>
                <a:cubicBezTo>
                  <a:pt x="604717" y="91707"/>
                  <a:pt x="601018" y="92629"/>
                  <a:pt x="597288" y="92629"/>
                </a:cubicBezTo>
                <a:cubicBezTo>
                  <a:pt x="589704" y="92629"/>
                  <a:pt x="583207" y="89572"/>
                  <a:pt x="577799" y="83459"/>
                </a:cubicBezTo>
                <a:cubicBezTo>
                  <a:pt x="572390" y="77346"/>
                  <a:pt x="569686" y="68819"/>
                  <a:pt x="569686" y="57878"/>
                </a:cubicBezTo>
                <a:cubicBezTo>
                  <a:pt x="569686" y="46687"/>
                  <a:pt x="572318" y="38181"/>
                  <a:pt x="577581" y="32358"/>
                </a:cubicBezTo>
                <a:cubicBezTo>
                  <a:pt x="582845" y="26535"/>
                  <a:pt x="589496" y="23623"/>
                  <a:pt x="597537" y="23623"/>
                </a:cubicBezTo>
                <a:cubicBezTo>
                  <a:pt x="604914" y="23623"/>
                  <a:pt x="611296" y="26690"/>
                  <a:pt x="616684" y="32824"/>
                </a:cubicBezTo>
                <a:lnTo>
                  <a:pt x="616684" y="0"/>
                </a:lnTo>
                <a:lnTo>
                  <a:pt x="634153" y="0"/>
                </a:lnTo>
                <a:lnTo>
                  <a:pt x="634153" y="91137"/>
                </a:lnTo>
                <a:moveTo>
                  <a:pt x="587528" y="56729"/>
                </a:moveTo>
                <a:cubicBezTo>
                  <a:pt x="587528" y="63765"/>
                  <a:pt x="588502" y="68855"/>
                  <a:pt x="590450" y="71999"/>
                </a:cubicBezTo>
                <a:cubicBezTo>
                  <a:pt x="593268" y="76552"/>
                  <a:pt x="597205" y="78828"/>
                  <a:pt x="602261" y="78828"/>
                </a:cubicBezTo>
                <a:cubicBezTo>
                  <a:pt x="606282" y="78828"/>
                  <a:pt x="609701" y="77121"/>
                  <a:pt x="612519" y="73707"/>
                </a:cubicBezTo>
                <a:cubicBezTo>
                  <a:pt x="615337" y="70293"/>
                  <a:pt x="616746" y="65193"/>
                  <a:pt x="616746" y="58406"/>
                </a:cubicBezTo>
                <a:cubicBezTo>
                  <a:pt x="616746" y="50832"/>
                  <a:pt x="615379" y="45379"/>
                  <a:pt x="612643" y="42048"/>
                </a:cubicBezTo>
                <a:cubicBezTo>
                  <a:pt x="609908" y="38717"/>
                  <a:pt x="606406" y="37052"/>
                  <a:pt x="602137" y="37052"/>
                </a:cubicBezTo>
                <a:cubicBezTo>
                  <a:pt x="597993" y="37052"/>
                  <a:pt x="594522" y="38696"/>
                  <a:pt x="591724" y="41986"/>
                </a:cubicBezTo>
                <a:cubicBezTo>
                  <a:pt x="588927" y="45276"/>
                  <a:pt x="587528" y="50190"/>
                  <a:pt x="587528" y="56729"/>
                </a:cubicBezTo>
                <a:close/>
                <a:moveTo>
                  <a:pt x="651394" y="16163"/>
                </a:moveTo>
                <a:lnTo>
                  <a:pt x="651394" y="0"/>
                </a:lnTo>
                <a:lnTo>
                  <a:pt x="668863" y="0"/>
                </a:lnTo>
                <a:lnTo>
                  <a:pt x="668863" y="16163"/>
                </a:lnTo>
                <a:lnTo>
                  <a:pt x="651394" y="16163"/>
                </a:lnTo>
                <a:moveTo>
                  <a:pt x="651394" y="91137"/>
                </a:moveTo>
                <a:lnTo>
                  <a:pt x="651394" y="25115"/>
                </a:lnTo>
                <a:lnTo>
                  <a:pt x="668863" y="25115"/>
                </a:lnTo>
                <a:lnTo>
                  <a:pt x="668863" y="91137"/>
                </a:lnTo>
                <a:lnTo>
                  <a:pt x="651394" y="91137"/>
                </a:lnTo>
                <a:close/>
                <a:moveTo>
                  <a:pt x="744355" y="44636"/>
                </a:moveTo>
                <a:lnTo>
                  <a:pt x="727134" y="47744"/>
                </a:lnTo>
                <a:cubicBezTo>
                  <a:pt x="726554" y="44325"/>
                  <a:pt x="725238" y="41750"/>
                  <a:pt x="723187" y="40020"/>
                </a:cubicBezTo>
                <a:cubicBezTo>
                  <a:pt x="721135" y="38290"/>
                  <a:pt x="718472" y="37425"/>
                  <a:pt x="715198" y="37425"/>
                </a:cubicBezTo>
                <a:cubicBezTo>
                  <a:pt x="710847" y="37425"/>
                  <a:pt x="707376" y="38922"/>
                  <a:pt x="704785" y="41918"/>
                </a:cubicBezTo>
                <a:cubicBezTo>
                  <a:pt x="702195" y="44914"/>
                  <a:pt x="700900" y="49923"/>
                  <a:pt x="700900" y="56947"/>
                </a:cubicBezTo>
                <a:cubicBezTo>
                  <a:pt x="700900" y="64757"/>
                  <a:pt x="702216" y="70273"/>
                  <a:pt x="704848" y="73497"/>
                </a:cubicBezTo>
                <a:cubicBezTo>
                  <a:pt x="707479" y="76719"/>
                  <a:pt x="711012" y="78331"/>
                  <a:pt x="715447" y="78331"/>
                </a:cubicBezTo>
                <a:cubicBezTo>
                  <a:pt x="718763" y="78331"/>
                  <a:pt x="721477" y="77388"/>
                  <a:pt x="723591" y="75502"/>
                </a:cubicBezTo>
                <a:cubicBezTo>
                  <a:pt x="725705" y="73616"/>
                  <a:pt x="727197" y="70373"/>
                  <a:pt x="728067" y="65773"/>
                </a:cubicBezTo>
                <a:lnTo>
                  <a:pt x="745225" y="68757"/>
                </a:lnTo>
                <a:cubicBezTo>
                  <a:pt x="743443" y="76631"/>
                  <a:pt x="740024" y="82579"/>
                  <a:pt x="734967" y="86599"/>
                </a:cubicBezTo>
                <a:cubicBezTo>
                  <a:pt x="729911" y="90619"/>
                  <a:pt x="723135" y="92629"/>
                  <a:pt x="714639" y="92629"/>
                </a:cubicBezTo>
                <a:cubicBezTo>
                  <a:pt x="704982" y="92629"/>
                  <a:pt x="697284" y="89583"/>
                  <a:pt x="691544" y="83490"/>
                </a:cubicBezTo>
                <a:cubicBezTo>
                  <a:pt x="685804" y="77398"/>
                  <a:pt x="682934" y="68964"/>
                  <a:pt x="682934" y="58188"/>
                </a:cubicBezTo>
                <a:cubicBezTo>
                  <a:pt x="682934" y="47288"/>
                  <a:pt x="685814" y="38803"/>
                  <a:pt x="691575" y="32731"/>
                </a:cubicBezTo>
                <a:cubicBezTo>
                  <a:pt x="697336" y="26659"/>
                  <a:pt x="705127" y="23623"/>
                  <a:pt x="714950" y="23623"/>
                </a:cubicBezTo>
                <a:cubicBezTo>
                  <a:pt x="722990" y="23623"/>
                  <a:pt x="729383" y="25354"/>
                  <a:pt x="734128" y="28814"/>
                </a:cubicBezTo>
                <a:cubicBezTo>
                  <a:pt x="738874" y="32275"/>
                  <a:pt x="742282" y="37549"/>
                  <a:pt x="744355" y="44636"/>
                </a:cubicBezTo>
                <a:close/>
                <a:moveTo>
                  <a:pt x="770632" y="45506"/>
                </a:moveTo>
                <a:lnTo>
                  <a:pt x="754779" y="42647"/>
                </a:lnTo>
                <a:cubicBezTo>
                  <a:pt x="756561" y="36180"/>
                  <a:pt x="759628" y="31393"/>
                  <a:pt x="763980" y="28286"/>
                </a:cubicBezTo>
                <a:cubicBezTo>
                  <a:pt x="768331" y="25178"/>
                  <a:pt x="774797" y="23623"/>
                  <a:pt x="783376" y="23623"/>
                </a:cubicBezTo>
                <a:cubicBezTo>
                  <a:pt x="791168" y="23623"/>
                  <a:pt x="796970" y="24546"/>
                  <a:pt x="800783" y="26390"/>
                </a:cubicBezTo>
                <a:cubicBezTo>
                  <a:pt x="804596" y="28234"/>
                  <a:pt x="807279" y="30576"/>
                  <a:pt x="808833" y="33415"/>
                </a:cubicBezTo>
                <a:cubicBezTo>
                  <a:pt x="810387" y="36254"/>
                  <a:pt x="811165" y="41465"/>
                  <a:pt x="811165" y="49050"/>
                </a:cubicBezTo>
                <a:lnTo>
                  <a:pt x="810978" y="69441"/>
                </a:lnTo>
                <a:cubicBezTo>
                  <a:pt x="810978" y="75243"/>
                  <a:pt x="811258" y="79522"/>
                  <a:pt x="811817" y="82278"/>
                </a:cubicBezTo>
                <a:cubicBezTo>
                  <a:pt x="812377" y="85034"/>
                  <a:pt x="813423" y="87987"/>
                  <a:pt x="814957" y="91137"/>
                </a:cubicBezTo>
                <a:lnTo>
                  <a:pt x="797674" y="91137"/>
                </a:lnTo>
                <a:cubicBezTo>
                  <a:pt x="797218" y="89976"/>
                  <a:pt x="796659" y="88257"/>
                  <a:pt x="795996" y="85977"/>
                </a:cubicBezTo>
                <a:cubicBezTo>
                  <a:pt x="795706" y="84941"/>
                  <a:pt x="795498" y="84257"/>
                  <a:pt x="795374" y="83926"/>
                </a:cubicBezTo>
                <a:cubicBezTo>
                  <a:pt x="792390" y="86827"/>
                  <a:pt x="789199" y="89003"/>
                  <a:pt x="785800" y="90453"/>
                </a:cubicBezTo>
                <a:cubicBezTo>
                  <a:pt x="782402" y="91904"/>
                  <a:pt x="778776" y="92629"/>
                  <a:pt x="774921" y="92629"/>
                </a:cubicBezTo>
                <a:cubicBezTo>
                  <a:pt x="768124" y="92629"/>
                  <a:pt x="762768" y="90792"/>
                  <a:pt x="758851" y="87119"/>
                </a:cubicBezTo>
                <a:cubicBezTo>
                  <a:pt x="754934" y="83446"/>
                  <a:pt x="752976" y="78803"/>
                  <a:pt x="752976" y="73190"/>
                </a:cubicBezTo>
                <a:cubicBezTo>
                  <a:pt x="752976" y="69476"/>
                  <a:pt x="753867" y="66164"/>
                  <a:pt x="755649" y="63255"/>
                </a:cubicBezTo>
                <a:cubicBezTo>
                  <a:pt x="757432" y="60345"/>
                  <a:pt x="759929" y="58116"/>
                  <a:pt x="763141" y="56568"/>
                </a:cubicBezTo>
                <a:cubicBezTo>
                  <a:pt x="766352" y="55020"/>
                  <a:pt x="770984" y="53669"/>
                  <a:pt x="777035" y="52514"/>
                </a:cubicBezTo>
                <a:cubicBezTo>
                  <a:pt x="785199" y="50987"/>
                  <a:pt x="790857" y="49563"/>
                  <a:pt x="794006" y="48242"/>
                </a:cubicBezTo>
                <a:lnTo>
                  <a:pt x="794006" y="46482"/>
                </a:lnTo>
                <a:cubicBezTo>
                  <a:pt x="794006" y="43087"/>
                  <a:pt x="793178" y="40667"/>
                  <a:pt x="791520" y="39222"/>
                </a:cubicBezTo>
                <a:cubicBezTo>
                  <a:pt x="789862" y="37775"/>
                  <a:pt x="786733" y="37052"/>
                  <a:pt x="782133" y="37052"/>
                </a:cubicBezTo>
                <a:cubicBezTo>
                  <a:pt x="779024" y="37052"/>
                  <a:pt x="776600" y="37677"/>
                  <a:pt x="774859" y="38928"/>
                </a:cubicBezTo>
                <a:cubicBezTo>
                  <a:pt x="773118" y="40178"/>
                  <a:pt x="771709" y="42371"/>
                  <a:pt x="770632" y="45506"/>
                </a:cubicBezTo>
                <a:moveTo>
                  <a:pt x="794006" y="59680"/>
                </a:moveTo>
                <a:cubicBezTo>
                  <a:pt x="791768" y="60417"/>
                  <a:pt x="788225" y="61298"/>
                  <a:pt x="783376" y="62322"/>
                </a:cubicBezTo>
                <a:cubicBezTo>
                  <a:pt x="778527" y="63346"/>
                  <a:pt x="775356" y="64349"/>
                  <a:pt x="773864" y="65332"/>
                </a:cubicBezTo>
                <a:cubicBezTo>
                  <a:pt x="771585" y="66929"/>
                  <a:pt x="770445" y="68956"/>
                  <a:pt x="770445" y="71412"/>
                </a:cubicBezTo>
                <a:cubicBezTo>
                  <a:pt x="770445" y="73829"/>
                  <a:pt x="771357" y="75918"/>
                  <a:pt x="773180" y="77680"/>
                </a:cubicBezTo>
                <a:cubicBezTo>
                  <a:pt x="775004" y="79440"/>
                  <a:pt x="777325" y="80320"/>
                  <a:pt x="780143" y="80320"/>
                </a:cubicBezTo>
                <a:cubicBezTo>
                  <a:pt x="783293" y="80320"/>
                  <a:pt x="786298" y="79296"/>
                  <a:pt x="789157" y="77248"/>
                </a:cubicBezTo>
                <a:cubicBezTo>
                  <a:pt x="791271" y="75693"/>
                  <a:pt x="792660" y="73788"/>
                  <a:pt x="793323" y="71535"/>
                </a:cubicBezTo>
                <a:cubicBezTo>
                  <a:pt x="793779" y="70061"/>
                  <a:pt x="794006" y="67256"/>
                  <a:pt x="794006" y="63121"/>
                </a:cubicBezTo>
                <a:lnTo>
                  <a:pt x="794006" y="59680"/>
                </a:lnTo>
                <a:close/>
                <a:moveTo>
                  <a:pt x="858641" y="25115"/>
                </a:moveTo>
                <a:lnTo>
                  <a:pt x="858641" y="39041"/>
                </a:lnTo>
                <a:lnTo>
                  <a:pt x="846705" y="39041"/>
                </a:lnTo>
                <a:lnTo>
                  <a:pt x="846705" y="65606"/>
                </a:lnTo>
                <a:cubicBezTo>
                  <a:pt x="846705" y="70986"/>
                  <a:pt x="846819" y="74121"/>
                  <a:pt x="847047" y="75010"/>
                </a:cubicBezTo>
                <a:cubicBezTo>
                  <a:pt x="847275" y="75899"/>
                  <a:pt x="847793" y="76633"/>
                  <a:pt x="848601" y="77213"/>
                </a:cubicBezTo>
                <a:cubicBezTo>
                  <a:pt x="849409" y="77792"/>
                  <a:pt x="850394" y="78082"/>
                  <a:pt x="851554" y="78082"/>
                </a:cubicBezTo>
                <a:cubicBezTo>
                  <a:pt x="853170" y="78082"/>
                  <a:pt x="855512" y="77522"/>
                  <a:pt x="858579" y="76403"/>
                </a:cubicBezTo>
                <a:lnTo>
                  <a:pt x="860071" y="90006"/>
                </a:lnTo>
                <a:cubicBezTo>
                  <a:pt x="856009" y="91755"/>
                  <a:pt x="851409" y="92629"/>
                  <a:pt x="846270" y="92629"/>
                </a:cubicBezTo>
                <a:cubicBezTo>
                  <a:pt x="843120" y="92629"/>
                  <a:pt x="840281" y="92101"/>
                  <a:pt x="837753" y="91044"/>
                </a:cubicBezTo>
                <a:cubicBezTo>
                  <a:pt x="835225" y="89987"/>
                  <a:pt x="833370" y="88619"/>
                  <a:pt x="832189" y="86941"/>
                </a:cubicBezTo>
                <a:cubicBezTo>
                  <a:pt x="831008" y="85262"/>
                  <a:pt x="830189" y="82993"/>
                  <a:pt x="829733" y="80133"/>
                </a:cubicBezTo>
                <a:cubicBezTo>
                  <a:pt x="829360" y="78103"/>
                  <a:pt x="829174" y="74000"/>
                  <a:pt x="829174" y="67824"/>
                </a:cubicBezTo>
                <a:lnTo>
                  <a:pt x="829174" y="39041"/>
                </a:lnTo>
                <a:lnTo>
                  <a:pt x="821154" y="39041"/>
                </a:lnTo>
                <a:lnTo>
                  <a:pt x="821154" y="25115"/>
                </a:lnTo>
                <a:lnTo>
                  <a:pt x="829174" y="25115"/>
                </a:lnTo>
                <a:lnTo>
                  <a:pt x="829174" y="11936"/>
                </a:lnTo>
                <a:lnTo>
                  <a:pt x="846705" y="1616"/>
                </a:lnTo>
                <a:lnTo>
                  <a:pt x="846705" y="25115"/>
                </a:lnTo>
                <a:lnTo>
                  <a:pt x="858641" y="25115"/>
                </a:lnTo>
                <a:close/>
                <a:moveTo>
                  <a:pt x="866721" y="57194"/>
                </a:moveTo>
                <a:cubicBezTo>
                  <a:pt x="866721" y="51391"/>
                  <a:pt x="868151" y="45776"/>
                  <a:pt x="871011" y="40346"/>
                </a:cubicBezTo>
                <a:cubicBezTo>
                  <a:pt x="873870" y="34917"/>
                  <a:pt x="877922" y="30773"/>
                  <a:pt x="883164" y="27913"/>
                </a:cubicBezTo>
                <a:cubicBezTo>
                  <a:pt x="888407" y="25053"/>
                  <a:pt x="894261" y="23623"/>
                  <a:pt x="900727" y="23623"/>
                </a:cubicBezTo>
                <a:cubicBezTo>
                  <a:pt x="910715" y="23623"/>
                  <a:pt x="918900" y="26867"/>
                  <a:pt x="925283" y="33353"/>
                </a:cubicBezTo>
                <a:cubicBezTo>
                  <a:pt x="931665" y="39839"/>
                  <a:pt x="934856" y="48034"/>
                  <a:pt x="934856" y="57940"/>
                </a:cubicBezTo>
                <a:cubicBezTo>
                  <a:pt x="934856" y="67928"/>
                  <a:pt x="931634" y="76206"/>
                  <a:pt x="925189" y="82775"/>
                </a:cubicBezTo>
                <a:cubicBezTo>
                  <a:pt x="918745" y="89344"/>
                  <a:pt x="910632" y="92629"/>
                  <a:pt x="900851" y="92629"/>
                </a:cubicBezTo>
                <a:cubicBezTo>
                  <a:pt x="894800" y="92629"/>
                  <a:pt x="889029" y="91261"/>
                  <a:pt x="883537" y="88526"/>
                </a:cubicBezTo>
                <a:cubicBezTo>
                  <a:pt x="878046" y="85791"/>
                  <a:pt x="873870" y="81781"/>
                  <a:pt x="871011" y="76497"/>
                </a:cubicBezTo>
                <a:cubicBezTo>
                  <a:pt x="868151" y="71212"/>
                  <a:pt x="866721" y="64778"/>
                  <a:pt x="866721" y="57194"/>
                </a:cubicBezTo>
                <a:moveTo>
                  <a:pt x="884625" y="58126"/>
                </a:moveTo>
                <a:cubicBezTo>
                  <a:pt x="884625" y="64654"/>
                  <a:pt x="886180" y="69653"/>
                  <a:pt x="889288" y="73124"/>
                </a:cubicBezTo>
                <a:cubicBezTo>
                  <a:pt x="892396" y="76595"/>
                  <a:pt x="896230" y="78331"/>
                  <a:pt x="900789" y="78331"/>
                </a:cubicBezTo>
                <a:cubicBezTo>
                  <a:pt x="905348" y="78331"/>
                  <a:pt x="909171" y="76595"/>
                  <a:pt x="912259" y="73124"/>
                </a:cubicBezTo>
                <a:cubicBezTo>
                  <a:pt x="915346" y="69653"/>
                  <a:pt x="916890" y="64612"/>
                  <a:pt x="916890" y="58002"/>
                </a:cubicBezTo>
                <a:cubicBezTo>
                  <a:pt x="916890" y="51557"/>
                  <a:pt x="915346" y="46599"/>
                  <a:pt x="912259" y="43128"/>
                </a:cubicBezTo>
                <a:cubicBezTo>
                  <a:pt x="909171" y="39657"/>
                  <a:pt x="905348" y="37922"/>
                  <a:pt x="900789" y="37922"/>
                </a:cubicBezTo>
                <a:cubicBezTo>
                  <a:pt x="896230" y="37922"/>
                  <a:pt x="892396" y="39657"/>
                  <a:pt x="889288" y="43128"/>
                </a:cubicBezTo>
                <a:cubicBezTo>
                  <a:pt x="886180" y="46599"/>
                  <a:pt x="884625" y="51599"/>
                  <a:pt x="884625" y="58126"/>
                </a:cubicBezTo>
                <a:close/>
                <a:moveTo>
                  <a:pt x="965276" y="91137"/>
                </a:moveTo>
                <a:lnTo>
                  <a:pt x="947807" y="91137"/>
                </a:lnTo>
                <a:lnTo>
                  <a:pt x="947807" y="25115"/>
                </a:lnTo>
                <a:lnTo>
                  <a:pt x="964033" y="25115"/>
                </a:lnTo>
                <a:lnTo>
                  <a:pt x="964033" y="34503"/>
                </a:lnTo>
                <a:cubicBezTo>
                  <a:pt x="966810" y="30068"/>
                  <a:pt x="969307" y="27146"/>
                  <a:pt x="971524" y="25737"/>
                </a:cubicBezTo>
                <a:cubicBezTo>
                  <a:pt x="973741" y="24328"/>
                  <a:pt x="976259" y="23623"/>
                  <a:pt x="979077" y="23623"/>
                </a:cubicBezTo>
                <a:cubicBezTo>
                  <a:pt x="983056" y="23623"/>
                  <a:pt x="986890" y="24722"/>
                  <a:pt x="990578" y="26918"/>
                </a:cubicBezTo>
                <a:lnTo>
                  <a:pt x="985170" y="42149"/>
                </a:lnTo>
                <a:cubicBezTo>
                  <a:pt x="982227" y="40243"/>
                  <a:pt x="979492" y="39290"/>
                  <a:pt x="976964" y="39290"/>
                </a:cubicBezTo>
                <a:cubicBezTo>
                  <a:pt x="974518" y="39290"/>
                  <a:pt x="972446" y="39963"/>
                  <a:pt x="970747" y="41310"/>
                </a:cubicBezTo>
                <a:cubicBezTo>
                  <a:pt x="969048" y="42657"/>
                  <a:pt x="967711" y="45092"/>
                  <a:pt x="966737" y="48615"/>
                </a:cubicBezTo>
                <a:cubicBezTo>
                  <a:pt x="965763" y="52137"/>
                  <a:pt x="965276" y="59515"/>
                  <a:pt x="965276" y="70746"/>
                </a:cubicBezTo>
                <a:lnTo>
                  <a:pt x="965276" y="911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+Quantity">
            <a:extLst xmlns:a="http://schemas.openxmlformats.org/drawingml/2006/main">
              <a:ext uri="{FF2B5EF4-FFF2-40B4-BE49-F238E27FC236}">
                <a16:creationId xmlns:a16="http://schemas.microsoft.com/office/drawing/2014/main" id="{B38AF39B-3BB3-4642-BBDC-0FE00F03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401" y="822068"/>
            <a:ext cx="618834" cy="119609"/>
          </a:xfrm>
          <a:custGeom xmlns:a="http://schemas.openxmlformats.org/drawingml/2006/main">
            <a:pathLst>
              <a:path w="618834" h="119609">
                <a:moveTo>
                  <a:pt x="23872" y="79574"/>
                </a:moveTo>
                <a:lnTo>
                  <a:pt x="23872" y="55950"/>
                </a:lnTo>
                <a:lnTo>
                  <a:pt x="0" y="55950"/>
                </a:lnTo>
                <a:lnTo>
                  <a:pt x="0" y="39538"/>
                </a:lnTo>
                <a:lnTo>
                  <a:pt x="23872" y="39538"/>
                </a:lnTo>
                <a:lnTo>
                  <a:pt x="23872" y="15915"/>
                </a:lnTo>
                <a:lnTo>
                  <a:pt x="39787" y="15915"/>
                </a:lnTo>
                <a:lnTo>
                  <a:pt x="39787" y="39538"/>
                </a:lnTo>
                <a:lnTo>
                  <a:pt x="63721" y="39538"/>
                </a:lnTo>
                <a:lnTo>
                  <a:pt x="63721" y="55950"/>
                </a:lnTo>
                <a:lnTo>
                  <a:pt x="39787" y="55950"/>
                </a:lnTo>
                <a:lnTo>
                  <a:pt x="39787" y="79574"/>
                </a:lnTo>
                <a:lnTo>
                  <a:pt x="23872" y="79574"/>
                </a:lnTo>
                <a:close/>
                <a:moveTo>
                  <a:pt x="187084" y="81072"/>
                </a:moveTo>
                <a:cubicBezTo>
                  <a:pt x="191602" y="84302"/>
                  <a:pt x="196513" y="86869"/>
                  <a:pt x="201818" y="88775"/>
                </a:cubicBezTo>
                <a:lnTo>
                  <a:pt x="195042" y="101954"/>
                </a:lnTo>
                <a:cubicBezTo>
                  <a:pt x="192265" y="101125"/>
                  <a:pt x="189550" y="99985"/>
                  <a:pt x="186898" y="98535"/>
                </a:cubicBezTo>
                <a:cubicBezTo>
                  <a:pt x="186318" y="98245"/>
                  <a:pt x="182235" y="95551"/>
                  <a:pt x="174651" y="90453"/>
                </a:cubicBezTo>
                <a:cubicBezTo>
                  <a:pt x="168683" y="93064"/>
                  <a:pt x="162073" y="94370"/>
                  <a:pt x="154820" y="94370"/>
                </a:cubicBezTo>
                <a:cubicBezTo>
                  <a:pt x="140811" y="94370"/>
                  <a:pt x="129839" y="90241"/>
                  <a:pt x="121902" y="81983"/>
                </a:cubicBezTo>
                <a:cubicBezTo>
                  <a:pt x="113966" y="73724"/>
                  <a:pt x="109997" y="62124"/>
                  <a:pt x="109997" y="47185"/>
                </a:cubicBezTo>
                <a:cubicBezTo>
                  <a:pt x="109997" y="32287"/>
                  <a:pt x="113976" y="20698"/>
                  <a:pt x="121933" y="12420"/>
                </a:cubicBezTo>
                <a:cubicBezTo>
                  <a:pt x="129891" y="4140"/>
                  <a:pt x="140687" y="0"/>
                  <a:pt x="154322" y="0"/>
                </a:cubicBezTo>
                <a:cubicBezTo>
                  <a:pt x="167833" y="0"/>
                  <a:pt x="178547" y="4132"/>
                  <a:pt x="186463" y="12395"/>
                </a:cubicBezTo>
                <a:cubicBezTo>
                  <a:pt x="194379" y="20656"/>
                  <a:pt x="198337" y="32221"/>
                  <a:pt x="198337" y="47090"/>
                </a:cubicBezTo>
                <a:cubicBezTo>
                  <a:pt x="198337" y="54959"/>
                  <a:pt x="197238" y="61876"/>
                  <a:pt x="195042" y="67840"/>
                </a:cubicBezTo>
                <a:cubicBezTo>
                  <a:pt x="193384" y="72395"/>
                  <a:pt x="190732" y="76805"/>
                  <a:pt x="187084" y="81072"/>
                </a:cubicBezTo>
                <a:moveTo>
                  <a:pt x="172289" y="70754"/>
                </a:moveTo>
                <a:cubicBezTo>
                  <a:pt x="174651" y="67980"/>
                  <a:pt x="176423" y="64626"/>
                  <a:pt x="177604" y="60693"/>
                </a:cubicBezTo>
                <a:cubicBezTo>
                  <a:pt x="178785" y="56759"/>
                  <a:pt x="179376" y="52246"/>
                  <a:pt x="179376" y="47154"/>
                </a:cubicBezTo>
                <a:cubicBezTo>
                  <a:pt x="179376" y="36637"/>
                  <a:pt x="177055" y="28781"/>
                  <a:pt x="172413" y="23585"/>
                </a:cubicBezTo>
                <a:cubicBezTo>
                  <a:pt x="167771" y="18388"/>
                  <a:pt x="161700" y="15790"/>
                  <a:pt x="154198" y="15790"/>
                </a:cubicBezTo>
                <a:cubicBezTo>
                  <a:pt x="146697" y="15790"/>
                  <a:pt x="140615" y="18404"/>
                  <a:pt x="135952" y="23631"/>
                </a:cubicBezTo>
                <a:cubicBezTo>
                  <a:pt x="131289" y="28858"/>
                  <a:pt x="128958" y="36720"/>
                  <a:pt x="128958" y="47216"/>
                </a:cubicBezTo>
                <a:cubicBezTo>
                  <a:pt x="128958" y="57878"/>
                  <a:pt x="131289" y="65853"/>
                  <a:pt x="135952" y="71142"/>
                </a:cubicBezTo>
                <a:cubicBezTo>
                  <a:pt x="140615" y="76432"/>
                  <a:pt x="146510" y="79077"/>
                  <a:pt x="153639" y="79077"/>
                </a:cubicBezTo>
                <a:cubicBezTo>
                  <a:pt x="156291" y="79077"/>
                  <a:pt x="158798" y="78635"/>
                  <a:pt x="161161" y="77752"/>
                </a:cubicBezTo>
                <a:cubicBezTo>
                  <a:pt x="157431" y="75288"/>
                  <a:pt x="153639" y="73368"/>
                  <a:pt x="149784" y="71989"/>
                </a:cubicBezTo>
                <a:lnTo>
                  <a:pt x="154944" y="61297"/>
                </a:lnTo>
                <a:cubicBezTo>
                  <a:pt x="160995" y="63399"/>
                  <a:pt x="166777" y="66551"/>
                  <a:pt x="172289" y="70754"/>
                </a:cubicBezTo>
                <a:close/>
                <a:moveTo>
                  <a:pt x="256111" y="92753"/>
                </a:moveTo>
                <a:lnTo>
                  <a:pt x="256111" y="82869"/>
                </a:lnTo>
                <a:cubicBezTo>
                  <a:pt x="253707" y="86392"/>
                  <a:pt x="250547" y="89168"/>
                  <a:pt x="246631" y="91199"/>
                </a:cubicBezTo>
                <a:cubicBezTo>
                  <a:pt x="242714" y="93230"/>
                  <a:pt x="238580" y="94245"/>
                  <a:pt x="234228" y="94245"/>
                </a:cubicBezTo>
                <a:cubicBezTo>
                  <a:pt x="229794" y="94245"/>
                  <a:pt x="225815" y="93271"/>
                  <a:pt x="222292" y="91323"/>
                </a:cubicBezTo>
                <a:cubicBezTo>
                  <a:pt x="218770" y="89376"/>
                  <a:pt x="216221" y="86640"/>
                  <a:pt x="214646" y="83117"/>
                </a:cubicBezTo>
                <a:cubicBezTo>
                  <a:pt x="213071" y="79595"/>
                  <a:pt x="212283" y="74725"/>
                  <a:pt x="212283" y="68508"/>
                </a:cubicBezTo>
                <a:lnTo>
                  <a:pt x="212283" y="26732"/>
                </a:lnTo>
                <a:lnTo>
                  <a:pt x="229752" y="26732"/>
                </a:lnTo>
                <a:lnTo>
                  <a:pt x="229752" y="56999"/>
                </a:lnTo>
                <a:cubicBezTo>
                  <a:pt x="229752" y="66262"/>
                  <a:pt x="230074" y="71938"/>
                  <a:pt x="230716" y="74025"/>
                </a:cubicBezTo>
                <a:cubicBezTo>
                  <a:pt x="231358" y="76113"/>
                  <a:pt x="232529" y="77767"/>
                  <a:pt x="234228" y="78987"/>
                </a:cubicBezTo>
                <a:cubicBezTo>
                  <a:pt x="235928" y="80207"/>
                  <a:pt x="238083" y="80817"/>
                  <a:pt x="240694" y="80817"/>
                </a:cubicBezTo>
                <a:cubicBezTo>
                  <a:pt x="243678" y="80817"/>
                  <a:pt x="246351" y="80001"/>
                  <a:pt x="248713" y="78367"/>
                </a:cubicBezTo>
                <a:cubicBezTo>
                  <a:pt x="251076" y="76734"/>
                  <a:pt x="252692" y="74708"/>
                  <a:pt x="253562" y="72289"/>
                </a:cubicBezTo>
                <a:cubicBezTo>
                  <a:pt x="254433" y="69869"/>
                  <a:pt x="254868" y="63946"/>
                  <a:pt x="254868" y="54519"/>
                </a:cubicBezTo>
                <a:lnTo>
                  <a:pt x="254868" y="26732"/>
                </a:lnTo>
                <a:lnTo>
                  <a:pt x="272337" y="26732"/>
                </a:lnTo>
                <a:lnTo>
                  <a:pt x="272337" y="92753"/>
                </a:lnTo>
                <a:lnTo>
                  <a:pt x="256111" y="92753"/>
                </a:lnTo>
                <a:close/>
                <a:moveTo>
                  <a:pt x="303503" y="47123"/>
                </a:moveTo>
                <a:lnTo>
                  <a:pt x="287650" y="44263"/>
                </a:lnTo>
                <a:cubicBezTo>
                  <a:pt x="289432" y="37796"/>
                  <a:pt x="292499" y="33009"/>
                  <a:pt x="296851" y="29902"/>
                </a:cubicBezTo>
                <a:cubicBezTo>
                  <a:pt x="301203" y="26794"/>
                  <a:pt x="307668" y="25240"/>
                  <a:pt x="316247" y="25240"/>
                </a:cubicBezTo>
                <a:cubicBezTo>
                  <a:pt x="324039" y="25240"/>
                  <a:pt x="329841" y="26162"/>
                  <a:pt x="333654" y="28006"/>
                </a:cubicBezTo>
                <a:cubicBezTo>
                  <a:pt x="337467" y="29851"/>
                  <a:pt x="340150" y="32192"/>
                  <a:pt x="341705" y="35031"/>
                </a:cubicBezTo>
                <a:cubicBezTo>
                  <a:pt x="343259" y="37870"/>
                  <a:pt x="344036" y="43082"/>
                  <a:pt x="344036" y="50666"/>
                </a:cubicBezTo>
                <a:lnTo>
                  <a:pt x="343849" y="71057"/>
                </a:lnTo>
                <a:cubicBezTo>
                  <a:pt x="343849" y="76859"/>
                  <a:pt x="344129" y="81138"/>
                  <a:pt x="344689" y="83894"/>
                </a:cubicBezTo>
                <a:cubicBezTo>
                  <a:pt x="345248" y="86651"/>
                  <a:pt x="346295" y="89603"/>
                  <a:pt x="347828" y="92753"/>
                </a:cubicBezTo>
                <a:lnTo>
                  <a:pt x="330546" y="92753"/>
                </a:lnTo>
                <a:cubicBezTo>
                  <a:pt x="330090" y="91593"/>
                  <a:pt x="329530" y="89873"/>
                  <a:pt x="328867" y="87593"/>
                </a:cubicBezTo>
                <a:cubicBezTo>
                  <a:pt x="328577" y="86557"/>
                  <a:pt x="328370" y="85873"/>
                  <a:pt x="328245" y="85542"/>
                </a:cubicBezTo>
                <a:cubicBezTo>
                  <a:pt x="325261" y="88443"/>
                  <a:pt x="322070" y="90619"/>
                  <a:pt x="318672" y="92069"/>
                </a:cubicBezTo>
                <a:cubicBezTo>
                  <a:pt x="315273" y="93520"/>
                  <a:pt x="311647" y="94245"/>
                  <a:pt x="307793" y="94245"/>
                </a:cubicBezTo>
                <a:cubicBezTo>
                  <a:pt x="300996" y="94245"/>
                  <a:pt x="295639" y="92409"/>
                  <a:pt x="291722" y="88736"/>
                </a:cubicBezTo>
                <a:cubicBezTo>
                  <a:pt x="287806" y="85063"/>
                  <a:pt x="285848" y="80420"/>
                  <a:pt x="285848" y="74806"/>
                </a:cubicBezTo>
                <a:cubicBezTo>
                  <a:pt x="285848" y="71092"/>
                  <a:pt x="286739" y="67780"/>
                  <a:pt x="288521" y="64871"/>
                </a:cubicBezTo>
                <a:cubicBezTo>
                  <a:pt x="290303" y="61961"/>
                  <a:pt x="292800" y="59732"/>
                  <a:pt x="296012" y="58184"/>
                </a:cubicBezTo>
                <a:cubicBezTo>
                  <a:pt x="299224" y="56637"/>
                  <a:pt x="303855" y="55285"/>
                  <a:pt x="309906" y="54130"/>
                </a:cubicBezTo>
                <a:cubicBezTo>
                  <a:pt x="318071" y="52603"/>
                  <a:pt x="323728" y="51179"/>
                  <a:pt x="326878" y="49858"/>
                </a:cubicBezTo>
                <a:lnTo>
                  <a:pt x="326878" y="48098"/>
                </a:lnTo>
                <a:cubicBezTo>
                  <a:pt x="326878" y="44703"/>
                  <a:pt x="326049" y="42283"/>
                  <a:pt x="324391" y="40838"/>
                </a:cubicBezTo>
                <a:cubicBezTo>
                  <a:pt x="322733" y="39391"/>
                  <a:pt x="319604" y="38668"/>
                  <a:pt x="315004" y="38668"/>
                </a:cubicBezTo>
                <a:cubicBezTo>
                  <a:pt x="311896" y="38668"/>
                  <a:pt x="309471" y="39293"/>
                  <a:pt x="307730" y="40545"/>
                </a:cubicBezTo>
                <a:cubicBezTo>
                  <a:pt x="305990" y="41794"/>
                  <a:pt x="304581" y="43987"/>
                  <a:pt x="303503" y="47123"/>
                </a:cubicBezTo>
                <a:moveTo>
                  <a:pt x="326878" y="61297"/>
                </a:moveTo>
                <a:cubicBezTo>
                  <a:pt x="324640" y="62034"/>
                  <a:pt x="321096" y="62914"/>
                  <a:pt x="316247" y="63939"/>
                </a:cubicBezTo>
                <a:cubicBezTo>
                  <a:pt x="311398" y="64962"/>
                  <a:pt x="308228" y="65965"/>
                  <a:pt x="306736" y="66948"/>
                </a:cubicBezTo>
                <a:cubicBezTo>
                  <a:pt x="304456" y="68545"/>
                  <a:pt x="303316" y="70572"/>
                  <a:pt x="303316" y="73029"/>
                </a:cubicBezTo>
                <a:cubicBezTo>
                  <a:pt x="303316" y="75446"/>
                  <a:pt x="304228" y="77535"/>
                  <a:pt x="306052" y="79296"/>
                </a:cubicBezTo>
                <a:cubicBezTo>
                  <a:pt x="307875" y="81056"/>
                  <a:pt x="310196" y="81936"/>
                  <a:pt x="313015" y="81936"/>
                </a:cubicBezTo>
                <a:cubicBezTo>
                  <a:pt x="316164" y="81936"/>
                  <a:pt x="319169" y="80912"/>
                  <a:pt x="322029" y="78865"/>
                </a:cubicBezTo>
                <a:cubicBezTo>
                  <a:pt x="324142" y="77309"/>
                  <a:pt x="325531" y="75405"/>
                  <a:pt x="326194" y="73151"/>
                </a:cubicBezTo>
                <a:cubicBezTo>
                  <a:pt x="326650" y="71677"/>
                  <a:pt x="326878" y="68873"/>
                  <a:pt x="326878" y="64737"/>
                </a:cubicBezTo>
                <a:lnTo>
                  <a:pt x="326878" y="61297"/>
                </a:lnTo>
                <a:close/>
                <a:moveTo>
                  <a:pt x="421290" y="92753"/>
                </a:moveTo>
                <a:lnTo>
                  <a:pt x="403821" y="92753"/>
                </a:lnTo>
                <a:lnTo>
                  <a:pt x="403821" y="59098"/>
                </a:lnTo>
                <a:cubicBezTo>
                  <a:pt x="403821" y="51977"/>
                  <a:pt x="403448" y="47371"/>
                  <a:pt x="402702" y="45281"/>
                </a:cubicBezTo>
                <a:cubicBezTo>
                  <a:pt x="401956" y="43191"/>
                  <a:pt x="400744" y="41566"/>
                  <a:pt x="399065" y="40407"/>
                </a:cubicBezTo>
                <a:cubicBezTo>
                  <a:pt x="397387" y="39247"/>
                  <a:pt x="395366" y="38668"/>
                  <a:pt x="393004" y="38668"/>
                </a:cubicBezTo>
                <a:cubicBezTo>
                  <a:pt x="389979" y="38668"/>
                  <a:pt x="387264" y="39496"/>
                  <a:pt x="384860" y="41153"/>
                </a:cubicBezTo>
                <a:cubicBezTo>
                  <a:pt x="382456" y="42808"/>
                  <a:pt x="380809" y="45002"/>
                  <a:pt x="379918" y="47735"/>
                </a:cubicBezTo>
                <a:cubicBezTo>
                  <a:pt x="379027" y="50466"/>
                  <a:pt x="378581" y="55516"/>
                  <a:pt x="378581" y="62886"/>
                </a:cubicBezTo>
                <a:lnTo>
                  <a:pt x="378581" y="92753"/>
                </a:lnTo>
                <a:lnTo>
                  <a:pt x="361112" y="92753"/>
                </a:lnTo>
                <a:lnTo>
                  <a:pt x="361112" y="26732"/>
                </a:lnTo>
                <a:lnTo>
                  <a:pt x="377338" y="26732"/>
                </a:lnTo>
                <a:lnTo>
                  <a:pt x="377338" y="36430"/>
                </a:lnTo>
                <a:cubicBezTo>
                  <a:pt x="383099" y="28970"/>
                  <a:pt x="390352" y="25240"/>
                  <a:pt x="399096" y="25240"/>
                </a:cubicBezTo>
                <a:cubicBezTo>
                  <a:pt x="402951" y="25240"/>
                  <a:pt x="406474" y="25934"/>
                  <a:pt x="409665" y="27322"/>
                </a:cubicBezTo>
                <a:cubicBezTo>
                  <a:pt x="412856" y="28711"/>
                  <a:pt x="415270" y="30483"/>
                  <a:pt x="416907" y="32638"/>
                </a:cubicBezTo>
                <a:cubicBezTo>
                  <a:pt x="418544" y="34793"/>
                  <a:pt x="419684" y="37238"/>
                  <a:pt x="420327" y="39973"/>
                </a:cubicBezTo>
                <a:cubicBezTo>
                  <a:pt x="420969" y="42709"/>
                  <a:pt x="421290" y="46625"/>
                  <a:pt x="421290" y="51723"/>
                </a:cubicBezTo>
                <a:lnTo>
                  <a:pt x="421290" y="92753"/>
                </a:lnTo>
                <a:close/>
                <a:moveTo>
                  <a:pt x="469304" y="26732"/>
                </a:moveTo>
                <a:lnTo>
                  <a:pt x="469304" y="40657"/>
                </a:lnTo>
                <a:lnTo>
                  <a:pt x="457367" y="40657"/>
                </a:lnTo>
                <a:lnTo>
                  <a:pt x="457367" y="67222"/>
                </a:lnTo>
                <a:cubicBezTo>
                  <a:pt x="457367" y="72602"/>
                  <a:pt x="457481" y="75737"/>
                  <a:pt x="457709" y="76627"/>
                </a:cubicBezTo>
                <a:cubicBezTo>
                  <a:pt x="457937" y="77515"/>
                  <a:pt x="458455" y="78250"/>
                  <a:pt x="459264" y="78830"/>
                </a:cubicBezTo>
                <a:cubicBezTo>
                  <a:pt x="460072" y="79409"/>
                  <a:pt x="461056" y="79698"/>
                  <a:pt x="462216" y="79698"/>
                </a:cubicBezTo>
                <a:cubicBezTo>
                  <a:pt x="463833" y="79698"/>
                  <a:pt x="466174" y="79139"/>
                  <a:pt x="469241" y="78020"/>
                </a:cubicBezTo>
                <a:lnTo>
                  <a:pt x="470733" y="91623"/>
                </a:lnTo>
                <a:cubicBezTo>
                  <a:pt x="466672" y="93371"/>
                  <a:pt x="462071" y="94245"/>
                  <a:pt x="456932" y="94245"/>
                </a:cubicBezTo>
                <a:cubicBezTo>
                  <a:pt x="453782" y="94245"/>
                  <a:pt x="450944" y="93717"/>
                  <a:pt x="448415" y="92660"/>
                </a:cubicBezTo>
                <a:cubicBezTo>
                  <a:pt x="445887" y="91603"/>
                  <a:pt x="444033" y="90236"/>
                  <a:pt x="442851" y="88557"/>
                </a:cubicBezTo>
                <a:cubicBezTo>
                  <a:pt x="441670" y="86878"/>
                  <a:pt x="440852" y="84609"/>
                  <a:pt x="440396" y="81750"/>
                </a:cubicBezTo>
                <a:cubicBezTo>
                  <a:pt x="440023" y="79719"/>
                  <a:pt x="439836" y="75616"/>
                  <a:pt x="439836" y="69441"/>
                </a:cubicBezTo>
                <a:lnTo>
                  <a:pt x="439836" y="40657"/>
                </a:lnTo>
                <a:lnTo>
                  <a:pt x="431817" y="40657"/>
                </a:lnTo>
                <a:lnTo>
                  <a:pt x="431817" y="26732"/>
                </a:lnTo>
                <a:lnTo>
                  <a:pt x="439836" y="26732"/>
                </a:lnTo>
                <a:lnTo>
                  <a:pt x="439836" y="13552"/>
                </a:lnTo>
                <a:lnTo>
                  <a:pt x="457367" y="3233"/>
                </a:lnTo>
                <a:lnTo>
                  <a:pt x="457367" y="26732"/>
                </a:lnTo>
                <a:lnTo>
                  <a:pt x="469304" y="26732"/>
                </a:lnTo>
                <a:close/>
                <a:moveTo>
                  <a:pt x="481425" y="17780"/>
                </a:moveTo>
                <a:lnTo>
                  <a:pt x="481425" y="1616"/>
                </a:lnTo>
                <a:lnTo>
                  <a:pt x="498894" y="1616"/>
                </a:lnTo>
                <a:lnTo>
                  <a:pt x="498894" y="17780"/>
                </a:lnTo>
                <a:lnTo>
                  <a:pt x="481425" y="17780"/>
                </a:lnTo>
                <a:moveTo>
                  <a:pt x="481425" y="92753"/>
                </a:moveTo>
                <a:lnTo>
                  <a:pt x="481425" y="26732"/>
                </a:lnTo>
                <a:lnTo>
                  <a:pt x="498894" y="26732"/>
                </a:lnTo>
                <a:lnTo>
                  <a:pt x="498894" y="92753"/>
                </a:lnTo>
                <a:lnTo>
                  <a:pt x="481425" y="92753"/>
                </a:lnTo>
                <a:close/>
                <a:moveTo>
                  <a:pt x="547094" y="26732"/>
                </a:moveTo>
                <a:lnTo>
                  <a:pt x="547094" y="40657"/>
                </a:lnTo>
                <a:lnTo>
                  <a:pt x="535158" y="40657"/>
                </a:lnTo>
                <a:lnTo>
                  <a:pt x="535158" y="67222"/>
                </a:lnTo>
                <a:cubicBezTo>
                  <a:pt x="535158" y="72602"/>
                  <a:pt x="535272" y="75737"/>
                  <a:pt x="535500" y="76627"/>
                </a:cubicBezTo>
                <a:cubicBezTo>
                  <a:pt x="535728" y="77515"/>
                  <a:pt x="536246" y="78250"/>
                  <a:pt x="537054" y="78830"/>
                </a:cubicBezTo>
                <a:cubicBezTo>
                  <a:pt x="537863" y="79409"/>
                  <a:pt x="538847" y="79698"/>
                  <a:pt x="540007" y="79698"/>
                </a:cubicBezTo>
                <a:cubicBezTo>
                  <a:pt x="541624" y="79698"/>
                  <a:pt x="543965" y="79139"/>
                  <a:pt x="547032" y="78020"/>
                </a:cubicBezTo>
                <a:lnTo>
                  <a:pt x="548524" y="91623"/>
                </a:lnTo>
                <a:cubicBezTo>
                  <a:pt x="544463" y="93371"/>
                  <a:pt x="539862" y="94245"/>
                  <a:pt x="534723" y="94245"/>
                </a:cubicBezTo>
                <a:cubicBezTo>
                  <a:pt x="531573" y="94245"/>
                  <a:pt x="528734" y="93717"/>
                  <a:pt x="526206" y="92660"/>
                </a:cubicBezTo>
                <a:cubicBezTo>
                  <a:pt x="523678" y="91603"/>
                  <a:pt x="521823" y="90236"/>
                  <a:pt x="520642" y="88557"/>
                </a:cubicBezTo>
                <a:cubicBezTo>
                  <a:pt x="519461" y="86878"/>
                  <a:pt x="518643" y="84609"/>
                  <a:pt x="518187" y="81750"/>
                </a:cubicBezTo>
                <a:cubicBezTo>
                  <a:pt x="517814" y="79719"/>
                  <a:pt x="517627" y="75616"/>
                  <a:pt x="517627" y="69441"/>
                </a:cubicBezTo>
                <a:lnTo>
                  <a:pt x="517627" y="40657"/>
                </a:lnTo>
                <a:lnTo>
                  <a:pt x="509608" y="40657"/>
                </a:lnTo>
                <a:lnTo>
                  <a:pt x="509608" y="26732"/>
                </a:lnTo>
                <a:lnTo>
                  <a:pt x="517627" y="26732"/>
                </a:lnTo>
                <a:lnTo>
                  <a:pt x="517627" y="13552"/>
                </a:lnTo>
                <a:lnTo>
                  <a:pt x="535158" y="3233"/>
                </a:lnTo>
                <a:lnTo>
                  <a:pt x="535158" y="26732"/>
                </a:lnTo>
                <a:lnTo>
                  <a:pt x="547094" y="26732"/>
                </a:lnTo>
                <a:close/>
                <a:moveTo>
                  <a:pt x="550948" y="26732"/>
                </a:moveTo>
                <a:lnTo>
                  <a:pt x="569536" y="26732"/>
                </a:lnTo>
                <a:lnTo>
                  <a:pt x="585326" y="73650"/>
                </a:lnTo>
                <a:lnTo>
                  <a:pt x="600743" y="26732"/>
                </a:lnTo>
                <a:lnTo>
                  <a:pt x="618834" y="26732"/>
                </a:lnTo>
                <a:lnTo>
                  <a:pt x="595521" y="90288"/>
                </a:lnTo>
                <a:lnTo>
                  <a:pt x="591356" y="101830"/>
                </a:lnTo>
                <a:cubicBezTo>
                  <a:pt x="589823" y="105684"/>
                  <a:pt x="588362" y="108627"/>
                  <a:pt x="586973" y="110657"/>
                </a:cubicBezTo>
                <a:cubicBezTo>
                  <a:pt x="585585" y="112688"/>
                  <a:pt x="583989" y="114336"/>
                  <a:pt x="582187" y="115600"/>
                </a:cubicBezTo>
                <a:cubicBezTo>
                  <a:pt x="580384" y="116864"/>
                  <a:pt x="578166" y="117848"/>
                  <a:pt x="575535" y="118553"/>
                </a:cubicBezTo>
                <a:cubicBezTo>
                  <a:pt x="572903" y="119257"/>
                  <a:pt x="569929" y="119609"/>
                  <a:pt x="566614" y="119609"/>
                </a:cubicBezTo>
                <a:cubicBezTo>
                  <a:pt x="563257" y="119609"/>
                  <a:pt x="559962" y="119257"/>
                  <a:pt x="556729" y="118553"/>
                </a:cubicBezTo>
                <a:lnTo>
                  <a:pt x="555175" y="104876"/>
                </a:lnTo>
                <a:cubicBezTo>
                  <a:pt x="557910" y="105415"/>
                  <a:pt x="560376" y="105684"/>
                  <a:pt x="562573" y="105684"/>
                </a:cubicBezTo>
                <a:cubicBezTo>
                  <a:pt x="566634" y="105684"/>
                  <a:pt x="569639" y="104492"/>
                  <a:pt x="571587" y="102109"/>
                </a:cubicBezTo>
                <a:cubicBezTo>
                  <a:pt x="573535" y="99726"/>
                  <a:pt x="575027" y="96691"/>
                  <a:pt x="576063" y="93002"/>
                </a:cubicBezTo>
                <a:lnTo>
                  <a:pt x="550948" y="267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Indicator">
            <a:extLst xmlns:a="http://schemas.openxmlformats.org/drawingml/2006/main">
              <a:ext uri="{FF2B5EF4-FFF2-40B4-BE49-F238E27FC236}">
                <a16:creationId xmlns:a16="http://schemas.microsoft.com/office/drawing/2014/main" id="{B106FA8A-28F3-4766-84F8-956C1F81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084" y="982832"/>
            <a:ext cx="530597" cy="92629"/>
          </a:xfrm>
          <a:custGeom xmlns:a="http://schemas.openxmlformats.org/drawingml/2006/main">
            <a:pathLst>
              <a:path w="530597" h="92629">
                <a:moveTo>
                  <a:pt x="0" y="91137"/>
                </a:moveTo>
                <a:lnTo>
                  <a:pt x="0" y="0"/>
                </a:lnTo>
                <a:lnTo>
                  <a:pt x="18401" y="0"/>
                </a:lnTo>
                <a:lnTo>
                  <a:pt x="18401" y="91137"/>
                </a:lnTo>
                <a:lnTo>
                  <a:pt x="0" y="91137"/>
                </a:lnTo>
                <a:close/>
                <a:moveTo>
                  <a:pt x="95883" y="91137"/>
                </a:moveTo>
                <a:lnTo>
                  <a:pt x="78414" y="91137"/>
                </a:lnTo>
                <a:lnTo>
                  <a:pt x="78414" y="57481"/>
                </a:lnTo>
                <a:cubicBezTo>
                  <a:pt x="78414" y="50361"/>
                  <a:pt x="78041" y="45755"/>
                  <a:pt x="77295" y="43665"/>
                </a:cubicBezTo>
                <a:cubicBezTo>
                  <a:pt x="76549" y="41574"/>
                  <a:pt x="75337" y="39949"/>
                  <a:pt x="73659" y="38790"/>
                </a:cubicBezTo>
                <a:cubicBezTo>
                  <a:pt x="71980" y="37631"/>
                  <a:pt x="69960" y="37052"/>
                  <a:pt x="67597" y="37052"/>
                </a:cubicBezTo>
                <a:cubicBezTo>
                  <a:pt x="64572" y="37052"/>
                  <a:pt x="61857" y="37880"/>
                  <a:pt x="59453" y="39536"/>
                </a:cubicBezTo>
                <a:cubicBezTo>
                  <a:pt x="57050" y="41192"/>
                  <a:pt x="55402" y="43385"/>
                  <a:pt x="54511" y="46118"/>
                </a:cubicBezTo>
                <a:cubicBezTo>
                  <a:pt x="53620" y="48850"/>
                  <a:pt x="53174" y="53900"/>
                  <a:pt x="53174" y="61270"/>
                </a:cubicBezTo>
                <a:lnTo>
                  <a:pt x="53174" y="91137"/>
                </a:lnTo>
                <a:lnTo>
                  <a:pt x="35706" y="91137"/>
                </a:lnTo>
                <a:lnTo>
                  <a:pt x="35706" y="25115"/>
                </a:lnTo>
                <a:lnTo>
                  <a:pt x="51931" y="25115"/>
                </a:lnTo>
                <a:lnTo>
                  <a:pt x="51931" y="34814"/>
                </a:lnTo>
                <a:cubicBezTo>
                  <a:pt x="57692" y="27354"/>
                  <a:pt x="64945" y="23623"/>
                  <a:pt x="73690" y="23623"/>
                </a:cubicBezTo>
                <a:cubicBezTo>
                  <a:pt x="77544" y="23623"/>
                  <a:pt x="81067" y="24318"/>
                  <a:pt x="84258" y="25706"/>
                </a:cubicBezTo>
                <a:cubicBezTo>
                  <a:pt x="87449" y="27094"/>
                  <a:pt x="89863" y="28866"/>
                  <a:pt x="91500" y="31021"/>
                </a:cubicBezTo>
                <a:cubicBezTo>
                  <a:pt x="93138" y="33176"/>
                  <a:pt x="94277" y="35622"/>
                  <a:pt x="94920" y="38357"/>
                </a:cubicBezTo>
                <a:cubicBezTo>
                  <a:pt x="95562" y="41092"/>
                  <a:pt x="95883" y="45009"/>
                  <a:pt x="95883" y="50107"/>
                </a:cubicBezTo>
                <a:lnTo>
                  <a:pt x="95883" y="91137"/>
                </a:lnTo>
                <a:close/>
                <a:moveTo>
                  <a:pt x="174171" y="91137"/>
                </a:moveTo>
                <a:lnTo>
                  <a:pt x="157946" y="91137"/>
                </a:lnTo>
                <a:lnTo>
                  <a:pt x="157946" y="81439"/>
                </a:lnTo>
                <a:cubicBezTo>
                  <a:pt x="155252" y="85210"/>
                  <a:pt x="152071" y="88018"/>
                  <a:pt x="148403" y="89863"/>
                </a:cubicBezTo>
                <a:cubicBezTo>
                  <a:pt x="144735" y="91707"/>
                  <a:pt x="141036" y="92629"/>
                  <a:pt x="137306" y="92629"/>
                </a:cubicBezTo>
                <a:cubicBezTo>
                  <a:pt x="129722" y="92629"/>
                  <a:pt x="123226" y="89572"/>
                  <a:pt x="117817" y="83459"/>
                </a:cubicBezTo>
                <a:cubicBezTo>
                  <a:pt x="112408" y="77346"/>
                  <a:pt x="109704" y="68819"/>
                  <a:pt x="109704" y="57878"/>
                </a:cubicBezTo>
                <a:cubicBezTo>
                  <a:pt x="109704" y="46687"/>
                  <a:pt x="112336" y="38181"/>
                  <a:pt x="117599" y="32358"/>
                </a:cubicBezTo>
                <a:cubicBezTo>
                  <a:pt x="122863" y="26535"/>
                  <a:pt x="129515" y="23623"/>
                  <a:pt x="137555" y="23623"/>
                </a:cubicBezTo>
                <a:cubicBezTo>
                  <a:pt x="144932" y="23623"/>
                  <a:pt x="151315" y="26690"/>
                  <a:pt x="156703" y="32824"/>
                </a:cubicBezTo>
                <a:lnTo>
                  <a:pt x="156703" y="0"/>
                </a:lnTo>
                <a:lnTo>
                  <a:pt x="174171" y="0"/>
                </a:lnTo>
                <a:lnTo>
                  <a:pt x="174171" y="91137"/>
                </a:lnTo>
                <a:moveTo>
                  <a:pt x="127546" y="56729"/>
                </a:moveTo>
                <a:cubicBezTo>
                  <a:pt x="127546" y="63765"/>
                  <a:pt x="128520" y="68855"/>
                  <a:pt x="130468" y="71999"/>
                </a:cubicBezTo>
                <a:cubicBezTo>
                  <a:pt x="133286" y="76552"/>
                  <a:pt x="137224" y="78828"/>
                  <a:pt x="142280" y="78828"/>
                </a:cubicBezTo>
                <a:cubicBezTo>
                  <a:pt x="146300" y="78828"/>
                  <a:pt x="149719" y="77121"/>
                  <a:pt x="152537" y="73707"/>
                </a:cubicBezTo>
                <a:cubicBezTo>
                  <a:pt x="155356" y="70293"/>
                  <a:pt x="156765" y="65193"/>
                  <a:pt x="156765" y="58406"/>
                </a:cubicBezTo>
                <a:cubicBezTo>
                  <a:pt x="156765" y="50832"/>
                  <a:pt x="155397" y="45379"/>
                  <a:pt x="152662" y="42048"/>
                </a:cubicBezTo>
                <a:cubicBezTo>
                  <a:pt x="149926" y="38717"/>
                  <a:pt x="146424" y="37052"/>
                  <a:pt x="142155" y="37052"/>
                </a:cubicBezTo>
                <a:cubicBezTo>
                  <a:pt x="138011" y="37052"/>
                  <a:pt x="134540" y="38696"/>
                  <a:pt x="131742" y="41986"/>
                </a:cubicBezTo>
                <a:cubicBezTo>
                  <a:pt x="128945" y="45276"/>
                  <a:pt x="127546" y="50190"/>
                  <a:pt x="127546" y="56729"/>
                </a:cubicBezTo>
                <a:close/>
                <a:moveTo>
                  <a:pt x="191413" y="16163"/>
                </a:moveTo>
                <a:lnTo>
                  <a:pt x="191413" y="0"/>
                </a:lnTo>
                <a:lnTo>
                  <a:pt x="208882" y="0"/>
                </a:lnTo>
                <a:lnTo>
                  <a:pt x="208882" y="16163"/>
                </a:lnTo>
                <a:lnTo>
                  <a:pt x="191413" y="16163"/>
                </a:lnTo>
                <a:moveTo>
                  <a:pt x="191413" y="91137"/>
                </a:moveTo>
                <a:lnTo>
                  <a:pt x="191413" y="25115"/>
                </a:lnTo>
                <a:lnTo>
                  <a:pt x="208882" y="25115"/>
                </a:lnTo>
                <a:lnTo>
                  <a:pt x="208882" y="91137"/>
                </a:lnTo>
                <a:lnTo>
                  <a:pt x="191413" y="91137"/>
                </a:lnTo>
                <a:close/>
                <a:moveTo>
                  <a:pt x="284374" y="44636"/>
                </a:moveTo>
                <a:lnTo>
                  <a:pt x="267153" y="47744"/>
                </a:lnTo>
                <a:cubicBezTo>
                  <a:pt x="266573" y="44325"/>
                  <a:pt x="265257" y="41750"/>
                  <a:pt x="263206" y="40020"/>
                </a:cubicBezTo>
                <a:cubicBezTo>
                  <a:pt x="261154" y="38290"/>
                  <a:pt x="258491" y="37425"/>
                  <a:pt x="255217" y="37425"/>
                </a:cubicBezTo>
                <a:cubicBezTo>
                  <a:pt x="250866" y="37425"/>
                  <a:pt x="247395" y="38922"/>
                  <a:pt x="244804" y="41918"/>
                </a:cubicBezTo>
                <a:cubicBezTo>
                  <a:pt x="242214" y="44914"/>
                  <a:pt x="240919" y="49923"/>
                  <a:pt x="240919" y="56947"/>
                </a:cubicBezTo>
                <a:cubicBezTo>
                  <a:pt x="240919" y="64757"/>
                  <a:pt x="242235" y="70273"/>
                  <a:pt x="244866" y="73497"/>
                </a:cubicBezTo>
                <a:cubicBezTo>
                  <a:pt x="247498" y="76719"/>
                  <a:pt x="251031" y="78331"/>
                  <a:pt x="255466" y="78331"/>
                </a:cubicBezTo>
                <a:cubicBezTo>
                  <a:pt x="258781" y="78331"/>
                  <a:pt x="261496" y="77388"/>
                  <a:pt x="263610" y="75502"/>
                </a:cubicBezTo>
                <a:cubicBezTo>
                  <a:pt x="265723" y="73616"/>
                  <a:pt x="267215" y="70373"/>
                  <a:pt x="268086" y="65773"/>
                </a:cubicBezTo>
                <a:lnTo>
                  <a:pt x="285244" y="68757"/>
                </a:lnTo>
                <a:cubicBezTo>
                  <a:pt x="283462" y="76631"/>
                  <a:pt x="280043" y="82579"/>
                  <a:pt x="274986" y="86599"/>
                </a:cubicBezTo>
                <a:cubicBezTo>
                  <a:pt x="269930" y="90619"/>
                  <a:pt x="263154" y="92629"/>
                  <a:pt x="254658" y="92629"/>
                </a:cubicBezTo>
                <a:cubicBezTo>
                  <a:pt x="245001" y="92629"/>
                  <a:pt x="237303" y="89583"/>
                  <a:pt x="231563" y="83490"/>
                </a:cubicBezTo>
                <a:cubicBezTo>
                  <a:pt x="225823" y="77398"/>
                  <a:pt x="222953" y="68964"/>
                  <a:pt x="222953" y="58188"/>
                </a:cubicBezTo>
                <a:cubicBezTo>
                  <a:pt x="222953" y="47288"/>
                  <a:pt x="225833" y="38803"/>
                  <a:pt x="231594" y="32731"/>
                </a:cubicBezTo>
                <a:cubicBezTo>
                  <a:pt x="237355" y="26659"/>
                  <a:pt x="245146" y="23623"/>
                  <a:pt x="254969" y="23623"/>
                </a:cubicBezTo>
                <a:cubicBezTo>
                  <a:pt x="263009" y="23623"/>
                  <a:pt x="269402" y="25354"/>
                  <a:pt x="274147" y="28814"/>
                </a:cubicBezTo>
                <a:cubicBezTo>
                  <a:pt x="278893" y="32275"/>
                  <a:pt x="282301" y="37549"/>
                  <a:pt x="284374" y="44636"/>
                </a:cubicBezTo>
                <a:close/>
                <a:moveTo>
                  <a:pt x="310651" y="45506"/>
                </a:moveTo>
                <a:lnTo>
                  <a:pt x="294798" y="42647"/>
                </a:lnTo>
                <a:cubicBezTo>
                  <a:pt x="296580" y="36180"/>
                  <a:pt x="299647" y="31393"/>
                  <a:pt x="303999" y="28286"/>
                </a:cubicBezTo>
                <a:cubicBezTo>
                  <a:pt x="308351" y="25178"/>
                  <a:pt x="314816" y="23623"/>
                  <a:pt x="323395" y="23623"/>
                </a:cubicBezTo>
                <a:cubicBezTo>
                  <a:pt x="331187" y="23623"/>
                  <a:pt x="336989" y="24546"/>
                  <a:pt x="340802" y="26390"/>
                </a:cubicBezTo>
                <a:cubicBezTo>
                  <a:pt x="344615" y="28234"/>
                  <a:pt x="347298" y="30576"/>
                  <a:pt x="348852" y="33415"/>
                </a:cubicBezTo>
                <a:cubicBezTo>
                  <a:pt x="350407" y="36254"/>
                  <a:pt x="351184" y="41465"/>
                  <a:pt x="351184" y="49050"/>
                </a:cubicBezTo>
                <a:lnTo>
                  <a:pt x="350997" y="69441"/>
                </a:lnTo>
                <a:cubicBezTo>
                  <a:pt x="350997" y="75243"/>
                  <a:pt x="351277" y="79522"/>
                  <a:pt x="351837" y="82278"/>
                </a:cubicBezTo>
                <a:cubicBezTo>
                  <a:pt x="352396" y="85034"/>
                  <a:pt x="353442" y="87987"/>
                  <a:pt x="354976" y="91137"/>
                </a:cubicBezTo>
                <a:lnTo>
                  <a:pt x="337694" y="91137"/>
                </a:lnTo>
                <a:cubicBezTo>
                  <a:pt x="337238" y="89976"/>
                  <a:pt x="336678" y="88257"/>
                  <a:pt x="336015" y="85977"/>
                </a:cubicBezTo>
                <a:cubicBezTo>
                  <a:pt x="335725" y="84941"/>
                  <a:pt x="335518" y="84257"/>
                  <a:pt x="335393" y="83926"/>
                </a:cubicBezTo>
                <a:cubicBezTo>
                  <a:pt x="332409" y="86827"/>
                  <a:pt x="329218" y="89003"/>
                  <a:pt x="325820" y="90453"/>
                </a:cubicBezTo>
                <a:cubicBezTo>
                  <a:pt x="322421" y="91904"/>
                  <a:pt x="318795" y="92629"/>
                  <a:pt x="314940" y="92629"/>
                </a:cubicBezTo>
                <a:cubicBezTo>
                  <a:pt x="308143" y="92629"/>
                  <a:pt x="302787" y="90792"/>
                  <a:pt x="298870" y="87119"/>
                </a:cubicBezTo>
                <a:cubicBezTo>
                  <a:pt x="294954" y="83446"/>
                  <a:pt x="292995" y="78803"/>
                  <a:pt x="292995" y="73190"/>
                </a:cubicBezTo>
                <a:cubicBezTo>
                  <a:pt x="292995" y="69476"/>
                  <a:pt x="293886" y="66164"/>
                  <a:pt x="295669" y="63255"/>
                </a:cubicBezTo>
                <a:cubicBezTo>
                  <a:pt x="297451" y="60345"/>
                  <a:pt x="299948" y="58116"/>
                  <a:pt x="303160" y="56568"/>
                </a:cubicBezTo>
                <a:cubicBezTo>
                  <a:pt x="306372" y="55020"/>
                  <a:pt x="311003" y="53669"/>
                  <a:pt x="317054" y="52514"/>
                </a:cubicBezTo>
                <a:cubicBezTo>
                  <a:pt x="325219" y="50987"/>
                  <a:pt x="330876" y="49563"/>
                  <a:pt x="334026" y="48242"/>
                </a:cubicBezTo>
                <a:lnTo>
                  <a:pt x="334026" y="46482"/>
                </a:lnTo>
                <a:cubicBezTo>
                  <a:pt x="334026" y="43087"/>
                  <a:pt x="333197" y="40667"/>
                  <a:pt x="331539" y="39222"/>
                </a:cubicBezTo>
                <a:cubicBezTo>
                  <a:pt x="329881" y="37775"/>
                  <a:pt x="326752" y="37052"/>
                  <a:pt x="322152" y="37052"/>
                </a:cubicBezTo>
                <a:cubicBezTo>
                  <a:pt x="319043" y="37052"/>
                  <a:pt x="316619" y="37677"/>
                  <a:pt x="314878" y="38928"/>
                </a:cubicBezTo>
                <a:cubicBezTo>
                  <a:pt x="313138" y="40178"/>
                  <a:pt x="311728" y="42371"/>
                  <a:pt x="310651" y="45506"/>
                </a:cubicBezTo>
                <a:moveTo>
                  <a:pt x="334026" y="59680"/>
                </a:moveTo>
                <a:cubicBezTo>
                  <a:pt x="331788" y="60417"/>
                  <a:pt x="328244" y="61298"/>
                  <a:pt x="323395" y="62322"/>
                </a:cubicBezTo>
                <a:cubicBezTo>
                  <a:pt x="318546" y="63346"/>
                  <a:pt x="315376" y="64349"/>
                  <a:pt x="313884" y="65332"/>
                </a:cubicBezTo>
                <a:cubicBezTo>
                  <a:pt x="311604" y="66929"/>
                  <a:pt x="310464" y="68956"/>
                  <a:pt x="310464" y="71412"/>
                </a:cubicBezTo>
                <a:cubicBezTo>
                  <a:pt x="310464" y="73829"/>
                  <a:pt x="311376" y="75918"/>
                  <a:pt x="313200" y="77680"/>
                </a:cubicBezTo>
                <a:cubicBezTo>
                  <a:pt x="315023" y="79440"/>
                  <a:pt x="317344" y="80320"/>
                  <a:pt x="320162" y="80320"/>
                </a:cubicBezTo>
                <a:cubicBezTo>
                  <a:pt x="323312" y="80320"/>
                  <a:pt x="326317" y="79296"/>
                  <a:pt x="329177" y="77248"/>
                </a:cubicBezTo>
                <a:cubicBezTo>
                  <a:pt x="331290" y="75693"/>
                  <a:pt x="332679" y="73788"/>
                  <a:pt x="333342" y="71535"/>
                </a:cubicBezTo>
                <a:cubicBezTo>
                  <a:pt x="333798" y="70061"/>
                  <a:pt x="334026" y="67256"/>
                  <a:pt x="334026" y="63121"/>
                </a:cubicBezTo>
                <a:lnTo>
                  <a:pt x="334026" y="59680"/>
                </a:lnTo>
                <a:close/>
                <a:moveTo>
                  <a:pt x="398660" y="25115"/>
                </a:moveTo>
                <a:lnTo>
                  <a:pt x="398660" y="39041"/>
                </a:lnTo>
                <a:lnTo>
                  <a:pt x="386724" y="39041"/>
                </a:lnTo>
                <a:lnTo>
                  <a:pt x="386724" y="65606"/>
                </a:lnTo>
                <a:cubicBezTo>
                  <a:pt x="386724" y="70986"/>
                  <a:pt x="386838" y="74121"/>
                  <a:pt x="387066" y="75010"/>
                </a:cubicBezTo>
                <a:cubicBezTo>
                  <a:pt x="387294" y="75899"/>
                  <a:pt x="387812" y="76633"/>
                  <a:pt x="388620" y="77213"/>
                </a:cubicBezTo>
                <a:cubicBezTo>
                  <a:pt x="389428" y="77792"/>
                  <a:pt x="390413" y="78082"/>
                  <a:pt x="391573" y="78082"/>
                </a:cubicBezTo>
                <a:cubicBezTo>
                  <a:pt x="393190" y="78082"/>
                  <a:pt x="395531" y="77522"/>
                  <a:pt x="398598" y="76403"/>
                </a:cubicBezTo>
                <a:lnTo>
                  <a:pt x="400090" y="90006"/>
                </a:lnTo>
                <a:cubicBezTo>
                  <a:pt x="396029" y="91755"/>
                  <a:pt x="391428" y="92629"/>
                  <a:pt x="386289" y="92629"/>
                </a:cubicBezTo>
                <a:cubicBezTo>
                  <a:pt x="383139" y="92629"/>
                  <a:pt x="380300" y="92101"/>
                  <a:pt x="377772" y="91044"/>
                </a:cubicBezTo>
                <a:cubicBezTo>
                  <a:pt x="375244" y="89987"/>
                  <a:pt x="373389" y="88619"/>
                  <a:pt x="372208" y="86941"/>
                </a:cubicBezTo>
                <a:cubicBezTo>
                  <a:pt x="371027" y="85262"/>
                  <a:pt x="370208" y="82993"/>
                  <a:pt x="369753" y="80133"/>
                </a:cubicBezTo>
                <a:cubicBezTo>
                  <a:pt x="369380" y="78103"/>
                  <a:pt x="369193" y="74000"/>
                  <a:pt x="369193" y="67824"/>
                </a:cubicBezTo>
                <a:lnTo>
                  <a:pt x="369193" y="39041"/>
                </a:lnTo>
                <a:lnTo>
                  <a:pt x="361173" y="39041"/>
                </a:lnTo>
                <a:lnTo>
                  <a:pt x="361173" y="25115"/>
                </a:lnTo>
                <a:lnTo>
                  <a:pt x="369193" y="25115"/>
                </a:lnTo>
                <a:lnTo>
                  <a:pt x="369193" y="11936"/>
                </a:lnTo>
                <a:lnTo>
                  <a:pt x="386724" y="1616"/>
                </a:lnTo>
                <a:lnTo>
                  <a:pt x="386724" y="25115"/>
                </a:lnTo>
                <a:lnTo>
                  <a:pt x="398660" y="25115"/>
                </a:lnTo>
                <a:close/>
                <a:moveTo>
                  <a:pt x="406740" y="57194"/>
                </a:moveTo>
                <a:cubicBezTo>
                  <a:pt x="406740" y="51391"/>
                  <a:pt x="408170" y="45776"/>
                  <a:pt x="411030" y="40346"/>
                </a:cubicBezTo>
                <a:cubicBezTo>
                  <a:pt x="413890" y="34917"/>
                  <a:pt x="417941" y="30773"/>
                  <a:pt x="423184" y="27913"/>
                </a:cubicBezTo>
                <a:cubicBezTo>
                  <a:pt x="428426" y="25053"/>
                  <a:pt x="434280" y="23623"/>
                  <a:pt x="440746" y="23623"/>
                </a:cubicBezTo>
                <a:cubicBezTo>
                  <a:pt x="450734" y="23623"/>
                  <a:pt x="458919" y="26867"/>
                  <a:pt x="465302" y="33353"/>
                </a:cubicBezTo>
                <a:cubicBezTo>
                  <a:pt x="471684" y="39839"/>
                  <a:pt x="474876" y="48034"/>
                  <a:pt x="474876" y="57940"/>
                </a:cubicBezTo>
                <a:cubicBezTo>
                  <a:pt x="474876" y="67928"/>
                  <a:pt x="471653" y="76206"/>
                  <a:pt x="465209" y="82775"/>
                </a:cubicBezTo>
                <a:cubicBezTo>
                  <a:pt x="458764" y="89344"/>
                  <a:pt x="450651" y="92629"/>
                  <a:pt x="440870" y="92629"/>
                </a:cubicBezTo>
                <a:cubicBezTo>
                  <a:pt x="434819" y="92629"/>
                  <a:pt x="429048" y="91261"/>
                  <a:pt x="423557" y="88526"/>
                </a:cubicBezTo>
                <a:cubicBezTo>
                  <a:pt x="418065" y="85791"/>
                  <a:pt x="413890" y="81781"/>
                  <a:pt x="411030" y="76497"/>
                </a:cubicBezTo>
                <a:cubicBezTo>
                  <a:pt x="408170" y="71212"/>
                  <a:pt x="406740" y="64778"/>
                  <a:pt x="406740" y="57194"/>
                </a:cubicBezTo>
                <a:moveTo>
                  <a:pt x="424645" y="58126"/>
                </a:moveTo>
                <a:cubicBezTo>
                  <a:pt x="424645" y="64654"/>
                  <a:pt x="426199" y="69653"/>
                  <a:pt x="429307" y="73124"/>
                </a:cubicBezTo>
                <a:cubicBezTo>
                  <a:pt x="432415" y="76595"/>
                  <a:pt x="436249" y="78331"/>
                  <a:pt x="440808" y="78331"/>
                </a:cubicBezTo>
                <a:cubicBezTo>
                  <a:pt x="445367" y="78331"/>
                  <a:pt x="449190" y="76595"/>
                  <a:pt x="452278" y="73124"/>
                </a:cubicBezTo>
                <a:cubicBezTo>
                  <a:pt x="455365" y="69653"/>
                  <a:pt x="456909" y="64612"/>
                  <a:pt x="456909" y="58002"/>
                </a:cubicBezTo>
                <a:cubicBezTo>
                  <a:pt x="456909" y="51557"/>
                  <a:pt x="455365" y="46599"/>
                  <a:pt x="452278" y="43128"/>
                </a:cubicBezTo>
                <a:cubicBezTo>
                  <a:pt x="449190" y="39657"/>
                  <a:pt x="445367" y="37922"/>
                  <a:pt x="440808" y="37922"/>
                </a:cubicBezTo>
                <a:cubicBezTo>
                  <a:pt x="436249" y="37922"/>
                  <a:pt x="432415" y="39657"/>
                  <a:pt x="429307" y="43128"/>
                </a:cubicBezTo>
                <a:cubicBezTo>
                  <a:pt x="426199" y="46599"/>
                  <a:pt x="424645" y="51599"/>
                  <a:pt x="424645" y="58126"/>
                </a:cubicBezTo>
                <a:close/>
                <a:moveTo>
                  <a:pt x="505295" y="91137"/>
                </a:moveTo>
                <a:lnTo>
                  <a:pt x="487826" y="91137"/>
                </a:lnTo>
                <a:lnTo>
                  <a:pt x="487826" y="25115"/>
                </a:lnTo>
                <a:lnTo>
                  <a:pt x="504052" y="25115"/>
                </a:lnTo>
                <a:lnTo>
                  <a:pt x="504052" y="34503"/>
                </a:lnTo>
                <a:cubicBezTo>
                  <a:pt x="506829" y="30068"/>
                  <a:pt x="509326" y="27146"/>
                  <a:pt x="511543" y="25737"/>
                </a:cubicBezTo>
                <a:cubicBezTo>
                  <a:pt x="513760" y="24328"/>
                  <a:pt x="516278" y="23623"/>
                  <a:pt x="519096" y="23623"/>
                </a:cubicBezTo>
                <a:cubicBezTo>
                  <a:pt x="523075" y="23623"/>
                  <a:pt x="526909" y="24722"/>
                  <a:pt x="530597" y="26918"/>
                </a:cubicBezTo>
                <a:lnTo>
                  <a:pt x="525189" y="42149"/>
                </a:lnTo>
                <a:cubicBezTo>
                  <a:pt x="522246" y="40243"/>
                  <a:pt x="519511" y="39290"/>
                  <a:pt x="516983" y="39290"/>
                </a:cubicBezTo>
                <a:cubicBezTo>
                  <a:pt x="514538" y="39290"/>
                  <a:pt x="512465" y="39963"/>
                  <a:pt x="510766" y="41310"/>
                </a:cubicBezTo>
                <a:cubicBezTo>
                  <a:pt x="509067" y="42657"/>
                  <a:pt x="507730" y="45092"/>
                  <a:pt x="506756" y="48615"/>
                </a:cubicBezTo>
                <a:cubicBezTo>
                  <a:pt x="505782" y="52137"/>
                  <a:pt x="505295" y="59515"/>
                  <a:pt x="505295" y="70746"/>
                </a:cubicBezTo>
                <a:lnTo>
                  <a:pt x="505295" y="911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+OtherHeuristics">
            <a:extLst xmlns:a="http://schemas.openxmlformats.org/drawingml/2006/main">
              <a:ext uri="{FF2B5EF4-FFF2-40B4-BE49-F238E27FC236}">
                <a16:creationId xmlns:a16="http://schemas.microsoft.com/office/drawing/2014/main" id="{60B88C71-8D73-408D-9086-CBDFC452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338" y="1129754"/>
            <a:ext cx="1088864" cy="94370"/>
          </a:xfrm>
          <a:custGeom xmlns:a="http://schemas.openxmlformats.org/drawingml/2006/main">
            <a:pathLst>
              <a:path w="1088864" h="94370">
                <a:moveTo>
                  <a:pt x="23872" y="79574"/>
                </a:moveTo>
                <a:lnTo>
                  <a:pt x="23872" y="55950"/>
                </a:lnTo>
                <a:lnTo>
                  <a:pt x="0" y="55950"/>
                </a:lnTo>
                <a:lnTo>
                  <a:pt x="0" y="39538"/>
                </a:lnTo>
                <a:lnTo>
                  <a:pt x="23872" y="39538"/>
                </a:lnTo>
                <a:lnTo>
                  <a:pt x="23872" y="15915"/>
                </a:lnTo>
                <a:lnTo>
                  <a:pt x="39787" y="15915"/>
                </a:lnTo>
                <a:lnTo>
                  <a:pt x="39787" y="39538"/>
                </a:lnTo>
                <a:lnTo>
                  <a:pt x="63721" y="39538"/>
                </a:lnTo>
                <a:lnTo>
                  <a:pt x="63721" y="55950"/>
                </a:lnTo>
                <a:lnTo>
                  <a:pt x="39787" y="55950"/>
                </a:lnTo>
                <a:lnTo>
                  <a:pt x="39787" y="79574"/>
                </a:lnTo>
                <a:lnTo>
                  <a:pt x="23872" y="79574"/>
                </a:lnTo>
                <a:close/>
                <a:moveTo>
                  <a:pt x="109997" y="47744"/>
                </a:moveTo>
                <a:cubicBezTo>
                  <a:pt x="109997" y="38449"/>
                  <a:pt x="111385" y="30648"/>
                  <a:pt x="114162" y="24340"/>
                </a:cubicBezTo>
                <a:cubicBezTo>
                  <a:pt x="116234" y="19692"/>
                  <a:pt x="119063" y="15521"/>
                  <a:pt x="122648" y="11827"/>
                </a:cubicBezTo>
                <a:cubicBezTo>
                  <a:pt x="126233" y="8134"/>
                  <a:pt x="130160" y="5394"/>
                  <a:pt x="134428" y="3610"/>
                </a:cubicBezTo>
                <a:cubicBezTo>
                  <a:pt x="140106" y="1203"/>
                  <a:pt x="146655" y="0"/>
                  <a:pt x="154073" y="0"/>
                </a:cubicBezTo>
                <a:cubicBezTo>
                  <a:pt x="167501" y="0"/>
                  <a:pt x="178246" y="4171"/>
                  <a:pt x="186307" y="12513"/>
                </a:cubicBezTo>
                <a:cubicBezTo>
                  <a:pt x="194368" y="20854"/>
                  <a:pt x="198398" y="32453"/>
                  <a:pt x="198398" y="47309"/>
                </a:cubicBezTo>
                <a:cubicBezTo>
                  <a:pt x="198398" y="62041"/>
                  <a:pt x="194399" y="73568"/>
                  <a:pt x="186400" y="81890"/>
                </a:cubicBezTo>
                <a:cubicBezTo>
                  <a:pt x="178401" y="90210"/>
                  <a:pt x="167708" y="94370"/>
                  <a:pt x="154322" y="94370"/>
                </a:cubicBezTo>
                <a:cubicBezTo>
                  <a:pt x="140769" y="94370"/>
                  <a:pt x="129994" y="90230"/>
                  <a:pt x="121995" y="81952"/>
                </a:cubicBezTo>
                <a:cubicBezTo>
                  <a:pt x="113996" y="73672"/>
                  <a:pt x="109997" y="62269"/>
                  <a:pt x="109997" y="47744"/>
                </a:cubicBezTo>
                <a:moveTo>
                  <a:pt x="128958" y="47123"/>
                </a:moveTo>
                <a:cubicBezTo>
                  <a:pt x="128958" y="57442"/>
                  <a:pt x="131341" y="65265"/>
                  <a:pt x="136107" y="70591"/>
                </a:cubicBezTo>
                <a:cubicBezTo>
                  <a:pt x="140873" y="75916"/>
                  <a:pt x="146924" y="78579"/>
                  <a:pt x="154260" y="78579"/>
                </a:cubicBezTo>
                <a:cubicBezTo>
                  <a:pt x="161595" y="78579"/>
                  <a:pt x="167615" y="75937"/>
                  <a:pt x="172319" y="70653"/>
                </a:cubicBezTo>
                <a:cubicBezTo>
                  <a:pt x="177023" y="65369"/>
                  <a:pt x="179375" y="57442"/>
                  <a:pt x="179375" y="46874"/>
                </a:cubicBezTo>
                <a:cubicBezTo>
                  <a:pt x="179375" y="36430"/>
                  <a:pt x="177085" y="28638"/>
                  <a:pt x="172506" y="23499"/>
                </a:cubicBezTo>
                <a:cubicBezTo>
                  <a:pt x="167926" y="18360"/>
                  <a:pt x="161844" y="15790"/>
                  <a:pt x="154260" y="15790"/>
                </a:cubicBezTo>
                <a:cubicBezTo>
                  <a:pt x="146675" y="15790"/>
                  <a:pt x="140562" y="18391"/>
                  <a:pt x="135920" y="23592"/>
                </a:cubicBezTo>
                <a:cubicBezTo>
                  <a:pt x="131279" y="28794"/>
                  <a:pt x="128958" y="36637"/>
                  <a:pt x="128958" y="47123"/>
                </a:cubicBezTo>
                <a:close/>
                <a:moveTo>
                  <a:pt x="242931" y="26732"/>
                </a:moveTo>
                <a:lnTo>
                  <a:pt x="242931" y="40657"/>
                </a:lnTo>
                <a:lnTo>
                  <a:pt x="230995" y="40657"/>
                </a:lnTo>
                <a:lnTo>
                  <a:pt x="230995" y="67222"/>
                </a:lnTo>
                <a:cubicBezTo>
                  <a:pt x="230995" y="72602"/>
                  <a:pt x="231109" y="75737"/>
                  <a:pt x="231337" y="76627"/>
                </a:cubicBezTo>
                <a:cubicBezTo>
                  <a:pt x="231565" y="77515"/>
                  <a:pt x="232083" y="78250"/>
                  <a:pt x="232891" y="78830"/>
                </a:cubicBezTo>
                <a:cubicBezTo>
                  <a:pt x="233699" y="79409"/>
                  <a:pt x="234684" y="79698"/>
                  <a:pt x="235844" y="79698"/>
                </a:cubicBezTo>
                <a:cubicBezTo>
                  <a:pt x="237461" y="79698"/>
                  <a:pt x="239802" y="79139"/>
                  <a:pt x="242869" y="78020"/>
                </a:cubicBezTo>
                <a:lnTo>
                  <a:pt x="244361" y="91623"/>
                </a:lnTo>
                <a:cubicBezTo>
                  <a:pt x="240300" y="93371"/>
                  <a:pt x="235699" y="94245"/>
                  <a:pt x="230560" y="94245"/>
                </a:cubicBezTo>
                <a:cubicBezTo>
                  <a:pt x="227410" y="94245"/>
                  <a:pt x="224571" y="93717"/>
                  <a:pt x="222043" y="92660"/>
                </a:cubicBezTo>
                <a:cubicBezTo>
                  <a:pt x="219515" y="91603"/>
                  <a:pt x="217660" y="90236"/>
                  <a:pt x="216479" y="88557"/>
                </a:cubicBezTo>
                <a:cubicBezTo>
                  <a:pt x="215298" y="86878"/>
                  <a:pt x="214479" y="84609"/>
                  <a:pt x="214024" y="81750"/>
                </a:cubicBezTo>
                <a:cubicBezTo>
                  <a:pt x="213651" y="79719"/>
                  <a:pt x="213464" y="75616"/>
                  <a:pt x="213464" y="69441"/>
                </a:cubicBezTo>
                <a:lnTo>
                  <a:pt x="213464" y="40657"/>
                </a:lnTo>
                <a:lnTo>
                  <a:pt x="205445" y="40657"/>
                </a:lnTo>
                <a:lnTo>
                  <a:pt x="205445" y="26732"/>
                </a:lnTo>
                <a:lnTo>
                  <a:pt x="213464" y="26732"/>
                </a:lnTo>
                <a:lnTo>
                  <a:pt x="213464" y="13552"/>
                </a:lnTo>
                <a:lnTo>
                  <a:pt x="230995" y="3233"/>
                </a:lnTo>
                <a:lnTo>
                  <a:pt x="230995" y="26732"/>
                </a:lnTo>
                <a:lnTo>
                  <a:pt x="242931" y="26732"/>
                </a:lnTo>
                <a:close/>
                <a:moveTo>
                  <a:pt x="272459" y="1616"/>
                </a:moveTo>
                <a:lnTo>
                  <a:pt x="272459" y="35171"/>
                </a:lnTo>
                <a:cubicBezTo>
                  <a:pt x="278096" y="28550"/>
                  <a:pt x="284831" y="25240"/>
                  <a:pt x="292664" y="25240"/>
                </a:cubicBezTo>
                <a:cubicBezTo>
                  <a:pt x="296684" y="25240"/>
                  <a:pt x="300310" y="25986"/>
                  <a:pt x="303543" y="27478"/>
                </a:cubicBezTo>
                <a:cubicBezTo>
                  <a:pt x="306776" y="28970"/>
                  <a:pt x="309210" y="30876"/>
                  <a:pt x="310848" y="33197"/>
                </a:cubicBezTo>
                <a:cubicBezTo>
                  <a:pt x="312485" y="35518"/>
                  <a:pt x="313604" y="38088"/>
                  <a:pt x="314205" y="40906"/>
                </a:cubicBezTo>
                <a:cubicBezTo>
                  <a:pt x="314806" y="43724"/>
                  <a:pt x="315106" y="48097"/>
                  <a:pt x="315106" y="54023"/>
                </a:cubicBezTo>
                <a:lnTo>
                  <a:pt x="315106" y="92753"/>
                </a:lnTo>
                <a:lnTo>
                  <a:pt x="297637" y="92753"/>
                </a:lnTo>
                <a:lnTo>
                  <a:pt x="297637" y="57918"/>
                </a:lnTo>
                <a:cubicBezTo>
                  <a:pt x="297637" y="51005"/>
                  <a:pt x="297306" y="46617"/>
                  <a:pt x="296642" y="44754"/>
                </a:cubicBezTo>
                <a:cubicBezTo>
                  <a:pt x="295979" y="42891"/>
                  <a:pt x="294808" y="41410"/>
                  <a:pt x="293130" y="40313"/>
                </a:cubicBezTo>
                <a:cubicBezTo>
                  <a:pt x="291451" y="39216"/>
                  <a:pt x="289348" y="38668"/>
                  <a:pt x="286820" y="38668"/>
                </a:cubicBezTo>
                <a:cubicBezTo>
                  <a:pt x="283919" y="38668"/>
                  <a:pt x="281329" y="39372"/>
                  <a:pt x="279049" y="40780"/>
                </a:cubicBezTo>
                <a:cubicBezTo>
                  <a:pt x="276770" y="42187"/>
                  <a:pt x="275101" y="44309"/>
                  <a:pt x="274045" y="47144"/>
                </a:cubicBezTo>
                <a:cubicBezTo>
                  <a:pt x="272988" y="49979"/>
                  <a:pt x="272459" y="54171"/>
                  <a:pt x="272459" y="59719"/>
                </a:cubicBezTo>
                <a:lnTo>
                  <a:pt x="272459" y="92753"/>
                </a:lnTo>
                <a:lnTo>
                  <a:pt x="254990" y="92753"/>
                </a:lnTo>
                <a:lnTo>
                  <a:pt x="254990" y="1616"/>
                </a:lnTo>
                <a:lnTo>
                  <a:pt x="272459" y="1616"/>
                </a:lnTo>
                <a:close/>
                <a:moveTo>
                  <a:pt x="371077" y="71741"/>
                </a:moveTo>
                <a:lnTo>
                  <a:pt x="388484" y="74725"/>
                </a:lnTo>
                <a:cubicBezTo>
                  <a:pt x="386246" y="81087"/>
                  <a:pt x="382713" y="85930"/>
                  <a:pt x="377884" y="89256"/>
                </a:cubicBezTo>
                <a:cubicBezTo>
                  <a:pt x="373056" y="92582"/>
                  <a:pt x="367016" y="94245"/>
                  <a:pt x="359763" y="94245"/>
                </a:cubicBezTo>
                <a:cubicBezTo>
                  <a:pt x="348282" y="94245"/>
                  <a:pt x="339786" y="90495"/>
                  <a:pt x="334274" y="82993"/>
                </a:cubicBezTo>
                <a:cubicBezTo>
                  <a:pt x="329922" y="76984"/>
                  <a:pt x="327747" y="69399"/>
                  <a:pt x="327747" y="60240"/>
                </a:cubicBezTo>
                <a:cubicBezTo>
                  <a:pt x="327747" y="49298"/>
                  <a:pt x="330606" y="40730"/>
                  <a:pt x="336326" y="34534"/>
                </a:cubicBezTo>
                <a:cubicBezTo>
                  <a:pt x="342045" y="28338"/>
                  <a:pt x="349277" y="25240"/>
                  <a:pt x="358022" y="25240"/>
                </a:cubicBezTo>
                <a:cubicBezTo>
                  <a:pt x="367844" y="25240"/>
                  <a:pt x="375595" y="28483"/>
                  <a:pt x="381272" y="34969"/>
                </a:cubicBezTo>
                <a:cubicBezTo>
                  <a:pt x="386950" y="41455"/>
                  <a:pt x="389665" y="51391"/>
                  <a:pt x="389416" y="64778"/>
                </a:cubicBezTo>
                <a:lnTo>
                  <a:pt x="345651" y="64778"/>
                </a:lnTo>
                <a:cubicBezTo>
                  <a:pt x="345775" y="69959"/>
                  <a:pt x="347184" y="73989"/>
                  <a:pt x="349878" y="76870"/>
                </a:cubicBezTo>
                <a:cubicBezTo>
                  <a:pt x="352572" y="79750"/>
                  <a:pt x="355929" y="81190"/>
                  <a:pt x="359949" y="81190"/>
                </a:cubicBezTo>
                <a:cubicBezTo>
                  <a:pt x="362685" y="81190"/>
                  <a:pt x="364985" y="80444"/>
                  <a:pt x="366850" y="78952"/>
                </a:cubicBezTo>
                <a:cubicBezTo>
                  <a:pt x="368715" y="77460"/>
                  <a:pt x="370124" y="75056"/>
                  <a:pt x="371077" y="71741"/>
                </a:cubicBezTo>
                <a:moveTo>
                  <a:pt x="372072" y="54085"/>
                </a:moveTo>
                <a:cubicBezTo>
                  <a:pt x="371947" y="49050"/>
                  <a:pt x="370642" y="45221"/>
                  <a:pt x="368155" y="42600"/>
                </a:cubicBezTo>
                <a:cubicBezTo>
                  <a:pt x="365669" y="39979"/>
                  <a:pt x="362643" y="38668"/>
                  <a:pt x="359079" y="38668"/>
                </a:cubicBezTo>
                <a:cubicBezTo>
                  <a:pt x="355266" y="38668"/>
                  <a:pt x="352116" y="40050"/>
                  <a:pt x="349629" y="42816"/>
                </a:cubicBezTo>
                <a:cubicBezTo>
                  <a:pt x="347143" y="45582"/>
                  <a:pt x="345920" y="49339"/>
                  <a:pt x="345962" y="54085"/>
                </a:cubicBezTo>
                <a:lnTo>
                  <a:pt x="372072" y="54085"/>
                </a:lnTo>
                <a:close/>
                <a:moveTo>
                  <a:pt x="420356" y="92753"/>
                </a:moveTo>
                <a:lnTo>
                  <a:pt x="402887" y="92753"/>
                </a:lnTo>
                <a:lnTo>
                  <a:pt x="402887" y="26732"/>
                </a:lnTo>
                <a:lnTo>
                  <a:pt x="419112" y="26732"/>
                </a:lnTo>
                <a:lnTo>
                  <a:pt x="419112" y="36119"/>
                </a:lnTo>
                <a:cubicBezTo>
                  <a:pt x="421889" y="31684"/>
                  <a:pt x="424386" y="28763"/>
                  <a:pt x="426604" y="27354"/>
                </a:cubicBezTo>
                <a:cubicBezTo>
                  <a:pt x="428821" y="25944"/>
                  <a:pt x="431339" y="25240"/>
                  <a:pt x="434157" y="25240"/>
                </a:cubicBezTo>
                <a:cubicBezTo>
                  <a:pt x="438136" y="25240"/>
                  <a:pt x="441969" y="26338"/>
                  <a:pt x="445658" y="28535"/>
                </a:cubicBezTo>
                <a:lnTo>
                  <a:pt x="440249" y="43766"/>
                </a:lnTo>
                <a:cubicBezTo>
                  <a:pt x="437307" y="41859"/>
                  <a:pt x="434571" y="40906"/>
                  <a:pt x="432043" y="40906"/>
                </a:cubicBezTo>
                <a:cubicBezTo>
                  <a:pt x="429598" y="40906"/>
                  <a:pt x="427526" y="41579"/>
                  <a:pt x="425827" y="42926"/>
                </a:cubicBezTo>
                <a:cubicBezTo>
                  <a:pt x="424127" y="44273"/>
                  <a:pt x="422791" y="46708"/>
                  <a:pt x="421817" y="50231"/>
                </a:cubicBezTo>
                <a:cubicBezTo>
                  <a:pt x="420843" y="53754"/>
                  <a:pt x="420356" y="61131"/>
                  <a:pt x="420356" y="72362"/>
                </a:cubicBezTo>
                <a:lnTo>
                  <a:pt x="420356" y="92753"/>
                </a:lnTo>
                <a:close/>
                <a:moveTo>
                  <a:pt x="488741" y="92753"/>
                </a:moveTo>
                <a:lnTo>
                  <a:pt x="488741" y="1616"/>
                </a:lnTo>
                <a:lnTo>
                  <a:pt x="507142" y="1616"/>
                </a:lnTo>
                <a:lnTo>
                  <a:pt x="507142" y="37425"/>
                </a:lnTo>
                <a:lnTo>
                  <a:pt x="543199" y="37425"/>
                </a:lnTo>
                <a:lnTo>
                  <a:pt x="543199" y="1616"/>
                </a:lnTo>
                <a:lnTo>
                  <a:pt x="561601" y="1616"/>
                </a:lnTo>
                <a:lnTo>
                  <a:pt x="561601" y="92753"/>
                </a:lnTo>
                <a:lnTo>
                  <a:pt x="543199" y="92753"/>
                </a:lnTo>
                <a:lnTo>
                  <a:pt x="543199" y="52842"/>
                </a:lnTo>
                <a:lnTo>
                  <a:pt x="507142" y="52842"/>
                </a:lnTo>
                <a:lnTo>
                  <a:pt x="507142" y="92753"/>
                </a:lnTo>
                <a:lnTo>
                  <a:pt x="488741" y="92753"/>
                </a:lnTo>
                <a:close/>
                <a:moveTo>
                  <a:pt x="618711" y="71741"/>
                </a:moveTo>
                <a:lnTo>
                  <a:pt x="636118" y="74725"/>
                </a:lnTo>
                <a:cubicBezTo>
                  <a:pt x="633880" y="81087"/>
                  <a:pt x="630347" y="85930"/>
                  <a:pt x="625518" y="89256"/>
                </a:cubicBezTo>
                <a:cubicBezTo>
                  <a:pt x="620690" y="92582"/>
                  <a:pt x="614650" y="94245"/>
                  <a:pt x="607397" y="94245"/>
                </a:cubicBezTo>
                <a:cubicBezTo>
                  <a:pt x="595917" y="94245"/>
                  <a:pt x="587420" y="90495"/>
                  <a:pt x="581908" y="82993"/>
                </a:cubicBezTo>
                <a:cubicBezTo>
                  <a:pt x="577557" y="76984"/>
                  <a:pt x="575381" y="69399"/>
                  <a:pt x="575381" y="60240"/>
                </a:cubicBezTo>
                <a:cubicBezTo>
                  <a:pt x="575381" y="49298"/>
                  <a:pt x="578240" y="40730"/>
                  <a:pt x="583960" y="34534"/>
                </a:cubicBezTo>
                <a:cubicBezTo>
                  <a:pt x="589679" y="28338"/>
                  <a:pt x="596911" y="25240"/>
                  <a:pt x="605656" y="25240"/>
                </a:cubicBezTo>
                <a:cubicBezTo>
                  <a:pt x="615478" y="25240"/>
                  <a:pt x="623229" y="28483"/>
                  <a:pt x="628907" y="34969"/>
                </a:cubicBezTo>
                <a:cubicBezTo>
                  <a:pt x="634585" y="41455"/>
                  <a:pt x="637299" y="51391"/>
                  <a:pt x="637050" y="64778"/>
                </a:cubicBezTo>
                <a:lnTo>
                  <a:pt x="593285" y="64778"/>
                </a:lnTo>
                <a:cubicBezTo>
                  <a:pt x="593409" y="69959"/>
                  <a:pt x="594818" y="73989"/>
                  <a:pt x="597512" y="76870"/>
                </a:cubicBezTo>
                <a:cubicBezTo>
                  <a:pt x="600206" y="79750"/>
                  <a:pt x="603563" y="81190"/>
                  <a:pt x="607583" y="81190"/>
                </a:cubicBezTo>
                <a:cubicBezTo>
                  <a:pt x="610319" y="81190"/>
                  <a:pt x="612619" y="80444"/>
                  <a:pt x="614484" y="78952"/>
                </a:cubicBezTo>
                <a:cubicBezTo>
                  <a:pt x="616349" y="77460"/>
                  <a:pt x="617758" y="75056"/>
                  <a:pt x="618711" y="71741"/>
                </a:cubicBezTo>
                <a:moveTo>
                  <a:pt x="619706" y="54085"/>
                </a:moveTo>
                <a:cubicBezTo>
                  <a:pt x="619582" y="49050"/>
                  <a:pt x="618276" y="45221"/>
                  <a:pt x="615789" y="42600"/>
                </a:cubicBezTo>
                <a:cubicBezTo>
                  <a:pt x="613303" y="39979"/>
                  <a:pt x="610277" y="38668"/>
                  <a:pt x="606713" y="38668"/>
                </a:cubicBezTo>
                <a:cubicBezTo>
                  <a:pt x="602900" y="38668"/>
                  <a:pt x="599750" y="40050"/>
                  <a:pt x="597264" y="42816"/>
                </a:cubicBezTo>
                <a:cubicBezTo>
                  <a:pt x="594777" y="45582"/>
                  <a:pt x="593554" y="49339"/>
                  <a:pt x="593596" y="54085"/>
                </a:cubicBezTo>
                <a:lnTo>
                  <a:pt x="619706" y="54085"/>
                </a:lnTo>
                <a:close/>
                <a:moveTo>
                  <a:pt x="694722" y="92753"/>
                </a:moveTo>
                <a:lnTo>
                  <a:pt x="694722" y="82869"/>
                </a:lnTo>
                <a:cubicBezTo>
                  <a:pt x="692319" y="86392"/>
                  <a:pt x="689158" y="89168"/>
                  <a:pt x="685242" y="91199"/>
                </a:cubicBezTo>
                <a:cubicBezTo>
                  <a:pt x="681325" y="93230"/>
                  <a:pt x="677191" y="94245"/>
                  <a:pt x="672840" y="94245"/>
                </a:cubicBezTo>
                <a:cubicBezTo>
                  <a:pt x="668405" y="94245"/>
                  <a:pt x="664426" y="93271"/>
                  <a:pt x="660903" y="91323"/>
                </a:cubicBezTo>
                <a:cubicBezTo>
                  <a:pt x="657381" y="89376"/>
                  <a:pt x="654832" y="86640"/>
                  <a:pt x="653257" y="83117"/>
                </a:cubicBezTo>
                <a:cubicBezTo>
                  <a:pt x="651682" y="79595"/>
                  <a:pt x="650895" y="74725"/>
                  <a:pt x="650895" y="68508"/>
                </a:cubicBezTo>
                <a:lnTo>
                  <a:pt x="650895" y="26732"/>
                </a:lnTo>
                <a:lnTo>
                  <a:pt x="668364" y="26732"/>
                </a:lnTo>
                <a:lnTo>
                  <a:pt x="668364" y="56999"/>
                </a:lnTo>
                <a:cubicBezTo>
                  <a:pt x="668364" y="66262"/>
                  <a:pt x="668685" y="71938"/>
                  <a:pt x="669327" y="74025"/>
                </a:cubicBezTo>
                <a:cubicBezTo>
                  <a:pt x="669969" y="76113"/>
                  <a:pt x="671140" y="77767"/>
                  <a:pt x="672840" y="78987"/>
                </a:cubicBezTo>
                <a:cubicBezTo>
                  <a:pt x="674539" y="80207"/>
                  <a:pt x="676694" y="80817"/>
                  <a:pt x="679305" y="80817"/>
                </a:cubicBezTo>
                <a:cubicBezTo>
                  <a:pt x="682289" y="80817"/>
                  <a:pt x="684962" y="80001"/>
                  <a:pt x="687324" y="78367"/>
                </a:cubicBezTo>
                <a:cubicBezTo>
                  <a:pt x="689687" y="76734"/>
                  <a:pt x="691303" y="74708"/>
                  <a:pt x="692173" y="72289"/>
                </a:cubicBezTo>
                <a:cubicBezTo>
                  <a:pt x="693044" y="69869"/>
                  <a:pt x="693479" y="63946"/>
                  <a:pt x="693479" y="54519"/>
                </a:cubicBezTo>
                <a:lnTo>
                  <a:pt x="693479" y="26732"/>
                </a:lnTo>
                <a:lnTo>
                  <a:pt x="710948" y="26732"/>
                </a:lnTo>
                <a:lnTo>
                  <a:pt x="710948" y="92753"/>
                </a:lnTo>
                <a:lnTo>
                  <a:pt x="694722" y="92753"/>
                </a:lnTo>
                <a:close/>
                <a:moveTo>
                  <a:pt x="745781" y="92753"/>
                </a:moveTo>
                <a:lnTo>
                  <a:pt x="728312" y="92753"/>
                </a:lnTo>
                <a:lnTo>
                  <a:pt x="728312" y="26732"/>
                </a:lnTo>
                <a:lnTo>
                  <a:pt x="744538" y="26732"/>
                </a:lnTo>
                <a:lnTo>
                  <a:pt x="744538" y="36119"/>
                </a:lnTo>
                <a:cubicBezTo>
                  <a:pt x="747315" y="31684"/>
                  <a:pt x="749812" y="28763"/>
                  <a:pt x="752029" y="27354"/>
                </a:cubicBezTo>
                <a:cubicBezTo>
                  <a:pt x="754246" y="25944"/>
                  <a:pt x="756764" y="25240"/>
                  <a:pt x="759582" y="25240"/>
                </a:cubicBezTo>
                <a:cubicBezTo>
                  <a:pt x="763561" y="25240"/>
                  <a:pt x="767395" y="26338"/>
                  <a:pt x="771083" y="28535"/>
                </a:cubicBezTo>
                <a:lnTo>
                  <a:pt x="765675" y="43766"/>
                </a:lnTo>
                <a:cubicBezTo>
                  <a:pt x="762732" y="41859"/>
                  <a:pt x="759997" y="40906"/>
                  <a:pt x="757468" y="40906"/>
                </a:cubicBezTo>
                <a:cubicBezTo>
                  <a:pt x="755023" y="40906"/>
                  <a:pt x="752951" y="41579"/>
                  <a:pt x="751252" y="42926"/>
                </a:cubicBezTo>
                <a:cubicBezTo>
                  <a:pt x="749553" y="44273"/>
                  <a:pt x="748216" y="46708"/>
                  <a:pt x="747242" y="50231"/>
                </a:cubicBezTo>
                <a:cubicBezTo>
                  <a:pt x="746268" y="53754"/>
                  <a:pt x="745781" y="61131"/>
                  <a:pt x="745781" y="72362"/>
                </a:cubicBezTo>
                <a:lnTo>
                  <a:pt x="745781" y="92753"/>
                </a:lnTo>
                <a:close/>
                <a:moveTo>
                  <a:pt x="778585" y="17780"/>
                </a:moveTo>
                <a:lnTo>
                  <a:pt x="778585" y="1616"/>
                </a:lnTo>
                <a:lnTo>
                  <a:pt x="796054" y="1616"/>
                </a:lnTo>
                <a:lnTo>
                  <a:pt x="796054" y="17780"/>
                </a:lnTo>
                <a:lnTo>
                  <a:pt x="778585" y="17780"/>
                </a:lnTo>
                <a:moveTo>
                  <a:pt x="778585" y="92753"/>
                </a:moveTo>
                <a:lnTo>
                  <a:pt x="778585" y="26732"/>
                </a:lnTo>
                <a:lnTo>
                  <a:pt x="796054" y="26732"/>
                </a:lnTo>
                <a:lnTo>
                  <a:pt x="796054" y="92753"/>
                </a:lnTo>
                <a:lnTo>
                  <a:pt x="778585" y="92753"/>
                </a:lnTo>
                <a:close/>
                <a:moveTo>
                  <a:pt x="807826" y="73979"/>
                </a:moveTo>
                <a:lnTo>
                  <a:pt x="825357" y="71243"/>
                </a:lnTo>
                <a:cubicBezTo>
                  <a:pt x="826103" y="74621"/>
                  <a:pt x="827615" y="77186"/>
                  <a:pt x="829895" y="78937"/>
                </a:cubicBezTo>
                <a:cubicBezTo>
                  <a:pt x="832174" y="80688"/>
                  <a:pt x="835366" y="81563"/>
                  <a:pt x="839469" y="81563"/>
                </a:cubicBezTo>
                <a:cubicBezTo>
                  <a:pt x="843986" y="81563"/>
                  <a:pt x="847385" y="80736"/>
                  <a:pt x="849664" y="79080"/>
                </a:cubicBezTo>
                <a:cubicBezTo>
                  <a:pt x="851198" y="77921"/>
                  <a:pt x="851964" y="76369"/>
                  <a:pt x="851964" y="74424"/>
                </a:cubicBezTo>
                <a:cubicBezTo>
                  <a:pt x="851964" y="73099"/>
                  <a:pt x="851550" y="72002"/>
                  <a:pt x="850721" y="71133"/>
                </a:cubicBezTo>
                <a:cubicBezTo>
                  <a:pt x="849851" y="70305"/>
                  <a:pt x="847903" y="69540"/>
                  <a:pt x="844877" y="68836"/>
                </a:cubicBezTo>
                <a:cubicBezTo>
                  <a:pt x="830786" y="65733"/>
                  <a:pt x="821855" y="62898"/>
                  <a:pt x="818083" y="60331"/>
                </a:cubicBezTo>
                <a:cubicBezTo>
                  <a:pt x="812861" y="56770"/>
                  <a:pt x="810250" y="51821"/>
                  <a:pt x="810250" y="45487"/>
                </a:cubicBezTo>
                <a:cubicBezTo>
                  <a:pt x="810250" y="39773"/>
                  <a:pt x="812509" y="34970"/>
                  <a:pt x="817026" y="31078"/>
                </a:cubicBezTo>
                <a:cubicBezTo>
                  <a:pt x="821544" y="27186"/>
                  <a:pt x="828548" y="25240"/>
                  <a:pt x="838039" y="25240"/>
                </a:cubicBezTo>
                <a:cubicBezTo>
                  <a:pt x="847074" y="25240"/>
                  <a:pt x="853788" y="26706"/>
                  <a:pt x="858181" y="29638"/>
                </a:cubicBezTo>
                <a:cubicBezTo>
                  <a:pt x="862574" y="32570"/>
                  <a:pt x="865600" y="36907"/>
                  <a:pt x="867257" y="42647"/>
                </a:cubicBezTo>
                <a:lnTo>
                  <a:pt x="850783" y="45755"/>
                </a:lnTo>
                <a:cubicBezTo>
                  <a:pt x="850079" y="43185"/>
                  <a:pt x="848742" y="41217"/>
                  <a:pt x="846773" y="39849"/>
                </a:cubicBezTo>
                <a:cubicBezTo>
                  <a:pt x="844805" y="38481"/>
                  <a:pt x="841997" y="37798"/>
                  <a:pt x="838350" y="37798"/>
                </a:cubicBezTo>
                <a:cubicBezTo>
                  <a:pt x="833749" y="37798"/>
                  <a:pt x="830454" y="38439"/>
                  <a:pt x="828465" y="39723"/>
                </a:cubicBezTo>
                <a:cubicBezTo>
                  <a:pt x="827139" y="40632"/>
                  <a:pt x="826476" y="41811"/>
                  <a:pt x="826476" y="43261"/>
                </a:cubicBezTo>
                <a:cubicBezTo>
                  <a:pt x="826476" y="44501"/>
                  <a:pt x="827056" y="45556"/>
                  <a:pt x="828216" y="46425"/>
                </a:cubicBezTo>
                <a:cubicBezTo>
                  <a:pt x="829791" y="47584"/>
                  <a:pt x="835231" y="49219"/>
                  <a:pt x="844535" y="51331"/>
                </a:cubicBezTo>
                <a:cubicBezTo>
                  <a:pt x="853840" y="53442"/>
                  <a:pt x="860336" y="56031"/>
                  <a:pt x="864025" y="59100"/>
                </a:cubicBezTo>
                <a:cubicBezTo>
                  <a:pt x="867672" y="62210"/>
                  <a:pt x="869495" y="66544"/>
                  <a:pt x="869495" y="72100"/>
                </a:cubicBezTo>
                <a:cubicBezTo>
                  <a:pt x="869495" y="78155"/>
                  <a:pt x="866967" y="83360"/>
                  <a:pt x="861911" y="87714"/>
                </a:cubicBezTo>
                <a:cubicBezTo>
                  <a:pt x="856855" y="92068"/>
                  <a:pt x="849374" y="94245"/>
                  <a:pt x="839469" y="94245"/>
                </a:cubicBezTo>
                <a:cubicBezTo>
                  <a:pt x="830475" y="94245"/>
                  <a:pt x="823357" y="92428"/>
                  <a:pt x="818114" y="88792"/>
                </a:cubicBezTo>
                <a:cubicBezTo>
                  <a:pt x="812872" y="85155"/>
                  <a:pt x="809442" y="80218"/>
                  <a:pt x="807826" y="73979"/>
                </a:cubicBezTo>
                <a:close/>
                <a:moveTo>
                  <a:pt x="915044" y="26732"/>
                </a:moveTo>
                <a:lnTo>
                  <a:pt x="915044" y="40657"/>
                </a:lnTo>
                <a:lnTo>
                  <a:pt x="903108" y="40657"/>
                </a:lnTo>
                <a:lnTo>
                  <a:pt x="903108" y="67222"/>
                </a:lnTo>
                <a:cubicBezTo>
                  <a:pt x="903108" y="72602"/>
                  <a:pt x="903222" y="75737"/>
                  <a:pt x="903450" y="76627"/>
                </a:cubicBezTo>
                <a:cubicBezTo>
                  <a:pt x="903678" y="77515"/>
                  <a:pt x="904196" y="78250"/>
                  <a:pt x="905004" y="78830"/>
                </a:cubicBezTo>
                <a:cubicBezTo>
                  <a:pt x="905812" y="79409"/>
                  <a:pt x="906797" y="79698"/>
                  <a:pt x="907957" y="79698"/>
                </a:cubicBezTo>
                <a:cubicBezTo>
                  <a:pt x="909573" y="79698"/>
                  <a:pt x="911915" y="79139"/>
                  <a:pt x="914982" y="78020"/>
                </a:cubicBezTo>
                <a:lnTo>
                  <a:pt x="916474" y="91623"/>
                </a:lnTo>
                <a:cubicBezTo>
                  <a:pt x="912412" y="93371"/>
                  <a:pt x="907812" y="94245"/>
                  <a:pt x="902673" y="94245"/>
                </a:cubicBezTo>
                <a:cubicBezTo>
                  <a:pt x="899523" y="94245"/>
                  <a:pt x="896684" y="93717"/>
                  <a:pt x="894156" y="92660"/>
                </a:cubicBezTo>
                <a:cubicBezTo>
                  <a:pt x="891628" y="91603"/>
                  <a:pt x="889773" y="90236"/>
                  <a:pt x="888592" y="88557"/>
                </a:cubicBezTo>
                <a:cubicBezTo>
                  <a:pt x="887411" y="86878"/>
                  <a:pt x="886592" y="84609"/>
                  <a:pt x="886136" y="81750"/>
                </a:cubicBezTo>
                <a:cubicBezTo>
                  <a:pt x="885763" y="79719"/>
                  <a:pt x="885577" y="75616"/>
                  <a:pt x="885577" y="69441"/>
                </a:cubicBezTo>
                <a:lnTo>
                  <a:pt x="885577" y="40657"/>
                </a:lnTo>
                <a:lnTo>
                  <a:pt x="877557" y="40657"/>
                </a:lnTo>
                <a:lnTo>
                  <a:pt x="877557" y="26732"/>
                </a:lnTo>
                <a:lnTo>
                  <a:pt x="885577" y="26732"/>
                </a:lnTo>
                <a:lnTo>
                  <a:pt x="885577" y="13552"/>
                </a:lnTo>
                <a:lnTo>
                  <a:pt x="903108" y="3233"/>
                </a:lnTo>
                <a:lnTo>
                  <a:pt x="903108" y="26732"/>
                </a:lnTo>
                <a:lnTo>
                  <a:pt x="915044" y="26732"/>
                </a:lnTo>
                <a:close/>
                <a:moveTo>
                  <a:pt x="927166" y="17780"/>
                </a:moveTo>
                <a:lnTo>
                  <a:pt x="927166" y="1616"/>
                </a:lnTo>
                <a:lnTo>
                  <a:pt x="944635" y="1616"/>
                </a:lnTo>
                <a:lnTo>
                  <a:pt x="944635" y="17780"/>
                </a:lnTo>
                <a:lnTo>
                  <a:pt x="927166" y="17780"/>
                </a:lnTo>
                <a:moveTo>
                  <a:pt x="927166" y="92753"/>
                </a:moveTo>
                <a:lnTo>
                  <a:pt x="927166" y="26732"/>
                </a:lnTo>
                <a:lnTo>
                  <a:pt x="944635" y="26732"/>
                </a:lnTo>
                <a:lnTo>
                  <a:pt x="944635" y="92753"/>
                </a:lnTo>
                <a:lnTo>
                  <a:pt x="927166" y="92753"/>
                </a:lnTo>
                <a:close/>
                <a:moveTo>
                  <a:pt x="1020127" y="46252"/>
                </a:moveTo>
                <a:lnTo>
                  <a:pt x="1002906" y="49361"/>
                </a:lnTo>
                <a:cubicBezTo>
                  <a:pt x="1002326" y="45941"/>
                  <a:pt x="1001010" y="43367"/>
                  <a:pt x="998959" y="41636"/>
                </a:cubicBezTo>
                <a:cubicBezTo>
                  <a:pt x="996907" y="39906"/>
                  <a:pt x="994244" y="39041"/>
                  <a:pt x="990970" y="39041"/>
                </a:cubicBezTo>
                <a:cubicBezTo>
                  <a:pt x="986619" y="39041"/>
                  <a:pt x="983148" y="40539"/>
                  <a:pt x="980557" y="43534"/>
                </a:cubicBezTo>
                <a:cubicBezTo>
                  <a:pt x="977967" y="46530"/>
                  <a:pt x="976672" y="51540"/>
                  <a:pt x="976672" y="58563"/>
                </a:cubicBezTo>
                <a:cubicBezTo>
                  <a:pt x="976672" y="66373"/>
                  <a:pt x="977988" y="71890"/>
                  <a:pt x="980619" y="75113"/>
                </a:cubicBezTo>
                <a:cubicBezTo>
                  <a:pt x="983251" y="78336"/>
                  <a:pt x="986784" y="79947"/>
                  <a:pt x="991219" y="79947"/>
                </a:cubicBezTo>
                <a:cubicBezTo>
                  <a:pt x="994534" y="79947"/>
                  <a:pt x="997249" y="79004"/>
                  <a:pt x="999363" y="77118"/>
                </a:cubicBezTo>
                <a:cubicBezTo>
                  <a:pt x="1001476" y="75233"/>
                  <a:pt x="1002968" y="71989"/>
                  <a:pt x="1003839" y="67389"/>
                </a:cubicBezTo>
                <a:lnTo>
                  <a:pt x="1020997" y="70373"/>
                </a:lnTo>
                <a:cubicBezTo>
                  <a:pt x="1019215" y="78248"/>
                  <a:pt x="1015796" y="84195"/>
                  <a:pt x="1010739" y="88215"/>
                </a:cubicBezTo>
                <a:cubicBezTo>
                  <a:pt x="1005683" y="92235"/>
                  <a:pt x="998907" y="94245"/>
                  <a:pt x="990411" y="94245"/>
                </a:cubicBezTo>
                <a:cubicBezTo>
                  <a:pt x="980754" y="94245"/>
                  <a:pt x="973056" y="91199"/>
                  <a:pt x="967316" y="85107"/>
                </a:cubicBezTo>
                <a:cubicBezTo>
                  <a:pt x="961576" y="79014"/>
                  <a:pt x="958706" y="70580"/>
                  <a:pt x="958706" y="59805"/>
                </a:cubicBezTo>
                <a:cubicBezTo>
                  <a:pt x="958706" y="48905"/>
                  <a:pt x="961586" y="40419"/>
                  <a:pt x="967347" y="34347"/>
                </a:cubicBezTo>
                <a:cubicBezTo>
                  <a:pt x="973108" y="28276"/>
                  <a:pt x="980899" y="25240"/>
                  <a:pt x="990722" y="25240"/>
                </a:cubicBezTo>
                <a:cubicBezTo>
                  <a:pt x="998762" y="25240"/>
                  <a:pt x="1005155" y="26970"/>
                  <a:pt x="1009900" y="30431"/>
                </a:cubicBezTo>
                <a:cubicBezTo>
                  <a:pt x="1014646" y="33891"/>
                  <a:pt x="1018054" y="39165"/>
                  <a:pt x="1020127" y="46252"/>
                </a:cubicBezTo>
                <a:close/>
                <a:moveTo>
                  <a:pt x="1027194" y="73979"/>
                </a:moveTo>
                <a:lnTo>
                  <a:pt x="1044725" y="71243"/>
                </a:lnTo>
                <a:cubicBezTo>
                  <a:pt x="1045471" y="74621"/>
                  <a:pt x="1046984" y="77186"/>
                  <a:pt x="1049264" y="78937"/>
                </a:cubicBezTo>
                <a:cubicBezTo>
                  <a:pt x="1051543" y="80688"/>
                  <a:pt x="1054734" y="81563"/>
                  <a:pt x="1058837" y="81563"/>
                </a:cubicBezTo>
                <a:cubicBezTo>
                  <a:pt x="1063355" y="81563"/>
                  <a:pt x="1066753" y="80736"/>
                  <a:pt x="1069033" y="79080"/>
                </a:cubicBezTo>
                <a:cubicBezTo>
                  <a:pt x="1070566" y="77921"/>
                  <a:pt x="1071333" y="76369"/>
                  <a:pt x="1071333" y="74424"/>
                </a:cubicBezTo>
                <a:cubicBezTo>
                  <a:pt x="1071333" y="73099"/>
                  <a:pt x="1070918" y="72002"/>
                  <a:pt x="1070089" y="71133"/>
                </a:cubicBezTo>
                <a:cubicBezTo>
                  <a:pt x="1069219" y="70305"/>
                  <a:pt x="1067271" y="69540"/>
                  <a:pt x="1064246" y="68836"/>
                </a:cubicBezTo>
                <a:cubicBezTo>
                  <a:pt x="1050155" y="65733"/>
                  <a:pt x="1041223" y="62898"/>
                  <a:pt x="1037452" y="60331"/>
                </a:cubicBezTo>
                <a:cubicBezTo>
                  <a:pt x="1032230" y="56770"/>
                  <a:pt x="1029619" y="51821"/>
                  <a:pt x="1029619" y="45487"/>
                </a:cubicBezTo>
                <a:cubicBezTo>
                  <a:pt x="1029619" y="39773"/>
                  <a:pt x="1031877" y="34970"/>
                  <a:pt x="1036395" y="31078"/>
                </a:cubicBezTo>
                <a:cubicBezTo>
                  <a:pt x="1040912" y="27186"/>
                  <a:pt x="1047917" y="25240"/>
                  <a:pt x="1057407" y="25240"/>
                </a:cubicBezTo>
                <a:cubicBezTo>
                  <a:pt x="1066442" y="25240"/>
                  <a:pt x="1073156" y="26706"/>
                  <a:pt x="1077550" y="29638"/>
                </a:cubicBezTo>
                <a:cubicBezTo>
                  <a:pt x="1081943" y="32570"/>
                  <a:pt x="1084968" y="36907"/>
                  <a:pt x="1086626" y="42647"/>
                </a:cubicBezTo>
                <a:lnTo>
                  <a:pt x="1070152" y="45755"/>
                </a:lnTo>
                <a:cubicBezTo>
                  <a:pt x="1069447" y="43185"/>
                  <a:pt x="1068111" y="41217"/>
                  <a:pt x="1066142" y="39849"/>
                </a:cubicBezTo>
                <a:cubicBezTo>
                  <a:pt x="1064173" y="38481"/>
                  <a:pt x="1061365" y="37798"/>
                  <a:pt x="1057718" y="37798"/>
                </a:cubicBezTo>
                <a:cubicBezTo>
                  <a:pt x="1053118" y="37798"/>
                  <a:pt x="1049823" y="38439"/>
                  <a:pt x="1047834" y="39723"/>
                </a:cubicBezTo>
                <a:cubicBezTo>
                  <a:pt x="1046507" y="40632"/>
                  <a:pt x="1045844" y="41811"/>
                  <a:pt x="1045844" y="43261"/>
                </a:cubicBezTo>
                <a:cubicBezTo>
                  <a:pt x="1045844" y="44501"/>
                  <a:pt x="1046425" y="45556"/>
                  <a:pt x="1047585" y="46425"/>
                </a:cubicBezTo>
                <a:cubicBezTo>
                  <a:pt x="1049160" y="47584"/>
                  <a:pt x="1054600" y="49219"/>
                  <a:pt x="1063904" y="51331"/>
                </a:cubicBezTo>
                <a:cubicBezTo>
                  <a:pt x="1073208" y="53442"/>
                  <a:pt x="1079705" y="56031"/>
                  <a:pt x="1083393" y="59100"/>
                </a:cubicBezTo>
                <a:cubicBezTo>
                  <a:pt x="1087040" y="62210"/>
                  <a:pt x="1088864" y="66544"/>
                  <a:pt x="1088864" y="72100"/>
                </a:cubicBezTo>
                <a:cubicBezTo>
                  <a:pt x="1088864" y="78155"/>
                  <a:pt x="1086336" y="83360"/>
                  <a:pt x="1081280" y="87714"/>
                </a:cubicBezTo>
                <a:cubicBezTo>
                  <a:pt x="1076223" y="92068"/>
                  <a:pt x="1068743" y="94245"/>
                  <a:pt x="1058837" y="94245"/>
                </a:cubicBezTo>
                <a:cubicBezTo>
                  <a:pt x="1049844" y="94245"/>
                  <a:pt x="1042726" y="92428"/>
                  <a:pt x="1037483" y="88792"/>
                </a:cubicBezTo>
                <a:cubicBezTo>
                  <a:pt x="1032240" y="85155"/>
                  <a:pt x="1028811" y="80218"/>
                  <a:pt x="1027194" y="739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HeuristicsStore">
            <a:extLst xmlns:a="http://schemas.openxmlformats.org/drawingml/2006/main">
              <a:ext uri="{FF2B5EF4-FFF2-40B4-BE49-F238E27FC236}">
                <a16:creationId xmlns:a16="http://schemas.microsoft.com/office/drawing/2014/main" id="{2C9AAF89-7658-410A-ADE8-76C7CF78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4654" y="79379"/>
            <a:ext cx="962248" cy="94494"/>
          </a:xfrm>
          <a:custGeom xmlns:a="http://schemas.openxmlformats.org/drawingml/2006/main">
            <a:pathLst>
              <a:path w="962248" h="94494">
                <a:moveTo>
                  <a:pt x="0" y="92753"/>
                </a:moveTo>
                <a:lnTo>
                  <a:pt x="0" y="1616"/>
                </a:lnTo>
                <a:lnTo>
                  <a:pt x="18401" y="1616"/>
                </a:lnTo>
                <a:lnTo>
                  <a:pt x="18401" y="37425"/>
                </a:lnTo>
                <a:lnTo>
                  <a:pt x="54458" y="37425"/>
                </a:lnTo>
                <a:lnTo>
                  <a:pt x="54458" y="1616"/>
                </a:lnTo>
                <a:lnTo>
                  <a:pt x="72860" y="1616"/>
                </a:lnTo>
                <a:lnTo>
                  <a:pt x="72860" y="92753"/>
                </a:lnTo>
                <a:lnTo>
                  <a:pt x="54458" y="92753"/>
                </a:lnTo>
                <a:lnTo>
                  <a:pt x="54458" y="52842"/>
                </a:lnTo>
                <a:lnTo>
                  <a:pt x="18401" y="52842"/>
                </a:lnTo>
                <a:lnTo>
                  <a:pt x="18401" y="92753"/>
                </a:lnTo>
                <a:lnTo>
                  <a:pt x="0" y="92753"/>
                </a:lnTo>
                <a:close/>
                <a:moveTo>
                  <a:pt x="129970" y="71741"/>
                </a:moveTo>
                <a:lnTo>
                  <a:pt x="147377" y="74725"/>
                </a:lnTo>
                <a:cubicBezTo>
                  <a:pt x="145139" y="81087"/>
                  <a:pt x="141605" y="85930"/>
                  <a:pt x="136777" y="89256"/>
                </a:cubicBezTo>
                <a:cubicBezTo>
                  <a:pt x="131949" y="92582"/>
                  <a:pt x="125908" y="94245"/>
                  <a:pt x="118655" y="94245"/>
                </a:cubicBezTo>
                <a:cubicBezTo>
                  <a:pt x="107175" y="94245"/>
                  <a:pt x="98679" y="90495"/>
                  <a:pt x="93167" y="82993"/>
                </a:cubicBezTo>
                <a:cubicBezTo>
                  <a:pt x="88815" y="76984"/>
                  <a:pt x="86639" y="69399"/>
                  <a:pt x="86639" y="60240"/>
                </a:cubicBezTo>
                <a:cubicBezTo>
                  <a:pt x="86639" y="49298"/>
                  <a:pt x="89499" y="40730"/>
                  <a:pt x="95218" y="34534"/>
                </a:cubicBezTo>
                <a:cubicBezTo>
                  <a:pt x="100938" y="28338"/>
                  <a:pt x="108170" y="25240"/>
                  <a:pt x="116915" y="25240"/>
                </a:cubicBezTo>
                <a:cubicBezTo>
                  <a:pt x="126737" y="25240"/>
                  <a:pt x="134487" y="28483"/>
                  <a:pt x="140165" y="34969"/>
                </a:cubicBezTo>
                <a:cubicBezTo>
                  <a:pt x="145843" y="41455"/>
                  <a:pt x="148558" y="51391"/>
                  <a:pt x="148309" y="64778"/>
                </a:cubicBezTo>
                <a:lnTo>
                  <a:pt x="104543" y="64778"/>
                </a:lnTo>
                <a:cubicBezTo>
                  <a:pt x="104668" y="69959"/>
                  <a:pt x="106077" y="73989"/>
                  <a:pt x="108771" y="76870"/>
                </a:cubicBezTo>
                <a:cubicBezTo>
                  <a:pt x="111465" y="79750"/>
                  <a:pt x="114822" y="81190"/>
                  <a:pt x="118842" y="81190"/>
                </a:cubicBezTo>
                <a:cubicBezTo>
                  <a:pt x="121577" y="81190"/>
                  <a:pt x="123877" y="80444"/>
                  <a:pt x="125742" y="78952"/>
                </a:cubicBezTo>
                <a:cubicBezTo>
                  <a:pt x="127607" y="77460"/>
                  <a:pt x="129017" y="75056"/>
                  <a:pt x="129970" y="71741"/>
                </a:cubicBezTo>
                <a:moveTo>
                  <a:pt x="130964" y="54085"/>
                </a:moveTo>
                <a:cubicBezTo>
                  <a:pt x="130840" y="49050"/>
                  <a:pt x="129535" y="45221"/>
                  <a:pt x="127048" y="42600"/>
                </a:cubicBezTo>
                <a:cubicBezTo>
                  <a:pt x="124561" y="39979"/>
                  <a:pt x="121536" y="38668"/>
                  <a:pt x="117971" y="38668"/>
                </a:cubicBezTo>
                <a:cubicBezTo>
                  <a:pt x="114159" y="38668"/>
                  <a:pt x="111009" y="40050"/>
                  <a:pt x="108522" y="42816"/>
                </a:cubicBezTo>
                <a:cubicBezTo>
                  <a:pt x="106035" y="45582"/>
                  <a:pt x="104813" y="49339"/>
                  <a:pt x="104854" y="54085"/>
                </a:cubicBezTo>
                <a:lnTo>
                  <a:pt x="130964" y="54085"/>
                </a:lnTo>
                <a:close/>
                <a:moveTo>
                  <a:pt x="205981" y="92753"/>
                </a:moveTo>
                <a:lnTo>
                  <a:pt x="205981" y="82869"/>
                </a:lnTo>
                <a:cubicBezTo>
                  <a:pt x="203577" y="86392"/>
                  <a:pt x="200417" y="89168"/>
                  <a:pt x="196500" y="91199"/>
                </a:cubicBezTo>
                <a:cubicBezTo>
                  <a:pt x="192584" y="93230"/>
                  <a:pt x="188450" y="94245"/>
                  <a:pt x="184098" y="94245"/>
                </a:cubicBezTo>
                <a:cubicBezTo>
                  <a:pt x="179664" y="94245"/>
                  <a:pt x="175685" y="93271"/>
                  <a:pt x="172162" y="91323"/>
                </a:cubicBezTo>
                <a:cubicBezTo>
                  <a:pt x="168639" y="89376"/>
                  <a:pt x="166090" y="86640"/>
                  <a:pt x="164515" y="83117"/>
                </a:cubicBezTo>
                <a:cubicBezTo>
                  <a:pt x="162941" y="79595"/>
                  <a:pt x="162153" y="74725"/>
                  <a:pt x="162153" y="68508"/>
                </a:cubicBezTo>
                <a:lnTo>
                  <a:pt x="162153" y="26732"/>
                </a:lnTo>
                <a:lnTo>
                  <a:pt x="179622" y="26732"/>
                </a:lnTo>
                <a:lnTo>
                  <a:pt x="179622" y="56999"/>
                </a:lnTo>
                <a:cubicBezTo>
                  <a:pt x="179622" y="66262"/>
                  <a:pt x="179943" y="71938"/>
                  <a:pt x="180586" y="74025"/>
                </a:cubicBezTo>
                <a:cubicBezTo>
                  <a:pt x="181228" y="76113"/>
                  <a:pt x="182399" y="77767"/>
                  <a:pt x="184098" y="78987"/>
                </a:cubicBezTo>
                <a:cubicBezTo>
                  <a:pt x="185797" y="80207"/>
                  <a:pt x="187952" y="80817"/>
                  <a:pt x="190563" y="80817"/>
                </a:cubicBezTo>
                <a:cubicBezTo>
                  <a:pt x="193547" y="80817"/>
                  <a:pt x="196221" y="80001"/>
                  <a:pt x="198583" y="78367"/>
                </a:cubicBezTo>
                <a:cubicBezTo>
                  <a:pt x="200945" y="76734"/>
                  <a:pt x="202562" y="74708"/>
                  <a:pt x="203432" y="72289"/>
                </a:cubicBezTo>
                <a:cubicBezTo>
                  <a:pt x="204302" y="69869"/>
                  <a:pt x="204738" y="63946"/>
                  <a:pt x="204738" y="54519"/>
                </a:cubicBezTo>
                <a:lnTo>
                  <a:pt x="204738" y="26732"/>
                </a:lnTo>
                <a:lnTo>
                  <a:pt x="222207" y="26732"/>
                </a:lnTo>
                <a:lnTo>
                  <a:pt x="222207" y="92753"/>
                </a:lnTo>
                <a:lnTo>
                  <a:pt x="205981" y="92753"/>
                </a:lnTo>
                <a:close/>
                <a:moveTo>
                  <a:pt x="257040" y="92753"/>
                </a:moveTo>
                <a:lnTo>
                  <a:pt x="239571" y="92753"/>
                </a:lnTo>
                <a:lnTo>
                  <a:pt x="239571" y="26732"/>
                </a:lnTo>
                <a:lnTo>
                  <a:pt x="255797" y="26732"/>
                </a:lnTo>
                <a:lnTo>
                  <a:pt x="255797" y="36119"/>
                </a:lnTo>
                <a:cubicBezTo>
                  <a:pt x="258574" y="31684"/>
                  <a:pt x="261071" y="28763"/>
                  <a:pt x="263288" y="27354"/>
                </a:cubicBezTo>
                <a:cubicBezTo>
                  <a:pt x="265505" y="25944"/>
                  <a:pt x="268023" y="25240"/>
                  <a:pt x="270841" y="25240"/>
                </a:cubicBezTo>
                <a:cubicBezTo>
                  <a:pt x="274820" y="25240"/>
                  <a:pt x="278654" y="26338"/>
                  <a:pt x="282342" y="28535"/>
                </a:cubicBezTo>
                <a:lnTo>
                  <a:pt x="276934" y="43766"/>
                </a:lnTo>
                <a:cubicBezTo>
                  <a:pt x="273991" y="41859"/>
                  <a:pt x="271256" y="40906"/>
                  <a:pt x="268728" y="40906"/>
                </a:cubicBezTo>
                <a:cubicBezTo>
                  <a:pt x="266282" y="40906"/>
                  <a:pt x="264210" y="41579"/>
                  <a:pt x="262511" y="42926"/>
                </a:cubicBezTo>
                <a:cubicBezTo>
                  <a:pt x="260812" y="44273"/>
                  <a:pt x="259475" y="46708"/>
                  <a:pt x="258501" y="50231"/>
                </a:cubicBezTo>
                <a:cubicBezTo>
                  <a:pt x="257527" y="53754"/>
                  <a:pt x="257040" y="61131"/>
                  <a:pt x="257040" y="72362"/>
                </a:cubicBezTo>
                <a:lnTo>
                  <a:pt x="257040" y="92753"/>
                </a:lnTo>
                <a:close/>
                <a:moveTo>
                  <a:pt x="289844" y="17780"/>
                </a:moveTo>
                <a:lnTo>
                  <a:pt x="289844" y="1616"/>
                </a:lnTo>
                <a:lnTo>
                  <a:pt x="307313" y="1616"/>
                </a:lnTo>
                <a:lnTo>
                  <a:pt x="307313" y="17780"/>
                </a:lnTo>
                <a:lnTo>
                  <a:pt x="289844" y="17780"/>
                </a:lnTo>
                <a:moveTo>
                  <a:pt x="289844" y="92753"/>
                </a:moveTo>
                <a:lnTo>
                  <a:pt x="289844" y="26732"/>
                </a:lnTo>
                <a:lnTo>
                  <a:pt x="307313" y="26732"/>
                </a:lnTo>
                <a:lnTo>
                  <a:pt x="307313" y="92753"/>
                </a:lnTo>
                <a:lnTo>
                  <a:pt x="289844" y="92753"/>
                </a:lnTo>
                <a:close/>
                <a:moveTo>
                  <a:pt x="319084" y="73979"/>
                </a:moveTo>
                <a:lnTo>
                  <a:pt x="336615" y="71243"/>
                </a:lnTo>
                <a:cubicBezTo>
                  <a:pt x="337361" y="74621"/>
                  <a:pt x="338874" y="77186"/>
                  <a:pt x="341153" y="78937"/>
                </a:cubicBezTo>
                <a:cubicBezTo>
                  <a:pt x="343433" y="80688"/>
                  <a:pt x="346624" y="81563"/>
                  <a:pt x="350727" y="81563"/>
                </a:cubicBezTo>
                <a:cubicBezTo>
                  <a:pt x="355244" y="81563"/>
                  <a:pt x="358643" y="80736"/>
                  <a:pt x="360922" y="79080"/>
                </a:cubicBezTo>
                <a:cubicBezTo>
                  <a:pt x="362456" y="77921"/>
                  <a:pt x="363223" y="76369"/>
                  <a:pt x="363223" y="74424"/>
                </a:cubicBezTo>
                <a:cubicBezTo>
                  <a:pt x="363223" y="73099"/>
                  <a:pt x="362808" y="72002"/>
                  <a:pt x="361979" y="71133"/>
                </a:cubicBezTo>
                <a:cubicBezTo>
                  <a:pt x="361109" y="70305"/>
                  <a:pt x="359161" y="69540"/>
                  <a:pt x="356135" y="68836"/>
                </a:cubicBezTo>
                <a:cubicBezTo>
                  <a:pt x="342044" y="65733"/>
                  <a:pt x="333113" y="62898"/>
                  <a:pt x="329341" y="60331"/>
                </a:cubicBezTo>
                <a:cubicBezTo>
                  <a:pt x="324119" y="56770"/>
                  <a:pt x="321508" y="51821"/>
                  <a:pt x="321508" y="45487"/>
                </a:cubicBezTo>
                <a:cubicBezTo>
                  <a:pt x="321508" y="39773"/>
                  <a:pt x="323767" y="34970"/>
                  <a:pt x="328285" y="31078"/>
                </a:cubicBezTo>
                <a:cubicBezTo>
                  <a:pt x="332802" y="27186"/>
                  <a:pt x="339806" y="25240"/>
                  <a:pt x="349297" y="25240"/>
                </a:cubicBezTo>
                <a:cubicBezTo>
                  <a:pt x="358332" y="25240"/>
                  <a:pt x="365046" y="26706"/>
                  <a:pt x="369439" y="29638"/>
                </a:cubicBezTo>
                <a:cubicBezTo>
                  <a:pt x="373832" y="32570"/>
                  <a:pt x="376858" y="36907"/>
                  <a:pt x="378516" y="42647"/>
                </a:cubicBezTo>
                <a:lnTo>
                  <a:pt x="362041" y="45755"/>
                </a:lnTo>
                <a:cubicBezTo>
                  <a:pt x="361337" y="43185"/>
                  <a:pt x="360000" y="41217"/>
                  <a:pt x="358032" y="39849"/>
                </a:cubicBezTo>
                <a:cubicBezTo>
                  <a:pt x="356063" y="38481"/>
                  <a:pt x="353255" y="37798"/>
                  <a:pt x="349608" y="37798"/>
                </a:cubicBezTo>
                <a:cubicBezTo>
                  <a:pt x="345008" y="37798"/>
                  <a:pt x="341713" y="38439"/>
                  <a:pt x="339723" y="39723"/>
                </a:cubicBezTo>
                <a:cubicBezTo>
                  <a:pt x="338397" y="40632"/>
                  <a:pt x="337734" y="41811"/>
                  <a:pt x="337734" y="43261"/>
                </a:cubicBezTo>
                <a:cubicBezTo>
                  <a:pt x="337734" y="44501"/>
                  <a:pt x="338314" y="45556"/>
                  <a:pt x="339475" y="46425"/>
                </a:cubicBezTo>
                <a:cubicBezTo>
                  <a:pt x="341050" y="47584"/>
                  <a:pt x="346489" y="49219"/>
                  <a:pt x="355794" y="51331"/>
                </a:cubicBezTo>
                <a:cubicBezTo>
                  <a:pt x="365098" y="53442"/>
                  <a:pt x="371594" y="56031"/>
                  <a:pt x="375283" y="59100"/>
                </a:cubicBezTo>
                <a:cubicBezTo>
                  <a:pt x="378930" y="62210"/>
                  <a:pt x="380754" y="66544"/>
                  <a:pt x="380754" y="72100"/>
                </a:cubicBezTo>
                <a:cubicBezTo>
                  <a:pt x="380754" y="78155"/>
                  <a:pt x="378226" y="83360"/>
                  <a:pt x="373169" y="87714"/>
                </a:cubicBezTo>
                <a:cubicBezTo>
                  <a:pt x="368113" y="92068"/>
                  <a:pt x="360632" y="94245"/>
                  <a:pt x="350727" y="94245"/>
                </a:cubicBezTo>
                <a:cubicBezTo>
                  <a:pt x="341733" y="94245"/>
                  <a:pt x="334615" y="92428"/>
                  <a:pt x="329373" y="88792"/>
                </a:cubicBezTo>
                <a:cubicBezTo>
                  <a:pt x="324130" y="85155"/>
                  <a:pt x="320700" y="80218"/>
                  <a:pt x="319084" y="73979"/>
                </a:cubicBezTo>
                <a:close/>
                <a:moveTo>
                  <a:pt x="426303" y="26732"/>
                </a:moveTo>
                <a:lnTo>
                  <a:pt x="426303" y="40657"/>
                </a:lnTo>
                <a:lnTo>
                  <a:pt x="414367" y="40657"/>
                </a:lnTo>
                <a:lnTo>
                  <a:pt x="414367" y="67222"/>
                </a:lnTo>
                <a:cubicBezTo>
                  <a:pt x="414367" y="72602"/>
                  <a:pt x="414481" y="75737"/>
                  <a:pt x="414709" y="76627"/>
                </a:cubicBezTo>
                <a:cubicBezTo>
                  <a:pt x="414936" y="77515"/>
                  <a:pt x="415455" y="78250"/>
                  <a:pt x="416263" y="78830"/>
                </a:cubicBezTo>
                <a:cubicBezTo>
                  <a:pt x="417071" y="79409"/>
                  <a:pt x="418055" y="79698"/>
                  <a:pt x="419216" y="79698"/>
                </a:cubicBezTo>
                <a:cubicBezTo>
                  <a:pt x="420832" y="79698"/>
                  <a:pt x="423174" y="79139"/>
                  <a:pt x="426241" y="78020"/>
                </a:cubicBezTo>
                <a:lnTo>
                  <a:pt x="427733" y="91623"/>
                </a:lnTo>
                <a:cubicBezTo>
                  <a:pt x="423671" y="93371"/>
                  <a:pt x="419071" y="94245"/>
                  <a:pt x="413931" y="94245"/>
                </a:cubicBezTo>
                <a:cubicBezTo>
                  <a:pt x="410782" y="94245"/>
                  <a:pt x="407943" y="93717"/>
                  <a:pt x="405415" y="92660"/>
                </a:cubicBezTo>
                <a:cubicBezTo>
                  <a:pt x="402886" y="91603"/>
                  <a:pt x="401032" y="90236"/>
                  <a:pt x="399851" y="88557"/>
                </a:cubicBezTo>
                <a:cubicBezTo>
                  <a:pt x="398669" y="86878"/>
                  <a:pt x="397851" y="84609"/>
                  <a:pt x="397395" y="81750"/>
                </a:cubicBezTo>
                <a:cubicBezTo>
                  <a:pt x="397022" y="79719"/>
                  <a:pt x="396835" y="75616"/>
                  <a:pt x="396835" y="69441"/>
                </a:cubicBezTo>
                <a:lnTo>
                  <a:pt x="396835" y="40657"/>
                </a:lnTo>
                <a:lnTo>
                  <a:pt x="388816" y="40657"/>
                </a:lnTo>
                <a:lnTo>
                  <a:pt x="388816" y="26732"/>
                </a:lnTo>
                <a:lnTo>
                  <a:pt x="396835" y="26732"/>
                </a:lnTo>
                <a:lnTo>
                  <a:pt x="396835" y="13552"/>
                </a:lnTo>
                <a:lnTo>
                  <a:pt x="414367" y="3233"/>
                </a:lnTo>
                <a:lnTo>
                  <a:pt x="414367" y="26732"/>
                </a:lnTo>
                <a:lnTo>
                  <a:pt x="426303" y="26732"/>
                </a:lnTo>
                <a:close/>
                <a:moveTo>
                  <a:pt x="438424" y="17780"/>
                </a:moveTo>
                <a:lnTo>
                  <a:pt x="438424" y="1616"/>
                </a:lnTo>
                <a:lnTo>
                  <a:pt x="455893" y="1616"/>
                </a:lnTo>
                <a:lnTo>
                  <a:pt x="455893" y="17780"/>
                </a:lnTo>
                <a:lnTo>
                  <a:pt x="438424" y="17780"/>
                </a:lnTo>
                <a:moveTo>
                  <a:pt x="438424" y="92753"/>
                </a:moveTo>
                <a:lnTo>
                  <a:pt x="438424" y="26732"/>
                </a:lnTo>
                <a:lnTo>
                  <a:pt x="455893" y="26732"/>
                </a:lnTo>
                <a:lnTo>
                  <a:pt x="455893" y="92753"/>
                </a:lnTo>
                <a:lnTo>
                  <a:pt x="438424" y="92753"/>
                </a:lnTo>
                <a:close/>
                <a:moveTo>
                  <a:pt x="531386" y="46252"/>
                </a:moveTo>
                <a:lnTo>
                  <a:pt x="514165" y="49361"/>
                </a:lnTo>
                <a:cubicBezTo>
                  <a:pt x="513585" y="45941"/>
                  <a:pt x="512269" y="43367"/>
                  <a:pt x="510218" y="41636"/>
                </a:cubicBezTo>
                <a:cubicBezTo>
                  <a:pt x="508166" y="39906"/>
                  <a:pt x="505504" y="39041"/>
                  <a:pt x="502229" y="39041"/>
                </a:cubicBezTo>
                <a:cubicBezTo>
                  <a:pt x="497878" y="39041"/>
                  <a:pt x="494407" y="40539"/>
                  <a:pt x="491816" y="43534"/>
                </a:cubicBezTo>
                <a:cubicBezTo>
                  <a:pt x="489226" y="46530"/>
                  <a:pt x="487931" y="51540"/>
                  <a:pt x="487931" y="58563"/>
                </a:cubicBezTo>
                <a:cubicBezTo>
                  <a:pt x="487931" y="66373"/>
                  <a:pt x="489247" y="71890"/>
                  <a:pt x="491879" y="75113"/>
                </a:cubicBezTo>
                <a:cubicBezTo>
                  <a:pt x="494510" y="78336"/>
                  <a:pt x="498043" y="79947"/>
                  <a:pt x="502478" y="79947"/>
                </a:cubicBezTo>
                <a:cubicBezTo>
                  <a:pt x="505794" y="79947"/>
                  <a:pt x="508508" y="79004"/>
                  <a:pt x="510622" y="77118"/>
                </a:cubicBezTo>
                <a:cubicBezTo>
                  <a:pt x="512736" y="75233"/>
                  <a:pt x="514228" y="71989"/>
                  <a:pt x="515098" y="67389"/>
                </a:cubicBezTo>
                <a:lnTo>
                  <a:pt x="532256" y="70373"/>
                </a:lnTo>
                <a:cubicBezTo>
                  <a:pt x="530474" y="78248"/>
                  <a:pt x="527055" y="84195"/>
                  <a:pt x="521999" y="88215"/>
                </a:cubicBezTo>
                <a:cubicBezTo>
                  <a:pt x="516942" y="92235"/>
                  <a:pt x="510166" y="94245"/>
                  <a:pt x="501670" y="94245"/>
                </a:cubicBezTo>
                <a:cubicBezTo>
                  <a:pt x="492013" y="94245"/>
                  <a:pt x="484315" y="91199"/>
                  <a:pt x="478575" y="85107"/>
                </a:cubicBezTo>
                <a:cubicBezTo>
                  <a:pt x="472835" y="79014"/>
                  <a:pt x="469965" y="70580"/>
                  <a:pt x="469965" y="59805"/>
                </a:cubicBezTo>
                <a:cubicBezTo>
                  <a:pt x="469965" y="48905"/>
                  <a:pt x="472845" y="40419"/>
                  <a:pt x="478606" y="34347"/>
                </a:cubicBezTo>
                <a:cubicBezTo>
                  <a:pt x="484367" y="28276"/>
                  <a:pt x="492158" y="25240"/>
                  <a:pt x="501981" y="25240"/>
                </a:cubicBezTo>
                <a:cubicBezTo>
                  <a:pt x="510021" y="25240"/>
                  <a:pt x="516414" y="26970"/>
                  <a:pt x="521159" y="30431"/>
                </a:cubicBezTo>
                <a:cubicBezTo>
                  <a:pt x="525905" y="33891"/>
                  <a:pt x="529313" y="39165"/>
                  <a:pt x="531386" y="46252"/>
                </a:cubicBezTo>
                <a:close/>
                <a:moveTo>
                  <a:pt x="538454" y="73979"/>
                </a:moveTo>
                <a:lnTo>
                  <a:pt x="555985" y="71243"/>
                </a:lnTo>
                <a:cubicBezTo>
                  <a:pt x="556731" y="74621"/>
                  <a:pt x="558243" y="77186"/>
                  <a:pt x="560523" y="78937"/>
                </a:cubicBezTo>
                <a:cubicBezTo>
                  <a:pt x="562802" y="80688"/>
                  <a:pt x="565994" y="81563"/>
                  <a:pt x="570097" y="81563"/>
                </a:cubicBezTo>
                <a:cubicBezTo>
                  <a:pt x="574614" y="81563"/>
                  <a:pt x="578013" y="80736"/>
                  <a:pt x="580292" y="79080"/>
                </a:cubicBezTo>
                <a:cubicBezTo>
                  <a:pt x="581826" y="77921"/>
                  <a:pt x="582592" y="76369"/>
                  <a:pt x="582592" y="74424"/>
                </a:cubicBezTo>
                <a:cubicBezTo>
                  <a:pt x="582592" y="73099"/>
                  <a:pt x="582178" y="72002"/>
                  <a:pt x="581349" y="71133"/>
                </a:cubicBezTo>
                <a:cubicBezTo>
                  <a:pt x="580479" y="70305"/>
                  <a:pt x="578531" y="69540"/>
                  <a:pt x="575505" y="68836"/>
                </a:cubicBezTo>
                <a:cubicBezTo>
                  <a:pt x="561414" y="65733"/>
                  <a:pt x="552483" y="62898"/>
                  <a:pt x="548711" y="60331"/>
                </a:cubicBezTo>
                <a:cubicBezTo>
                  <a:pt x="543489" y="56770"/>
                  <a:pt x="540878" y="51821"/>
                  <a:pt x="540878" y="45487"/>
                </a:cubicBezTo>
                <a:cubicBezTo>
                  <a:pt x="540878" y="39773"/>
                  <a:pt x="543137" y="34970"/>
                  <a:pt x="547654" y="31078"/>
                </a:cubicBezTo>
                <a:cubicBezTo>
                  <a:pt x="552172" y="27186"/>
                  <a:pt x="559176" y="25240"/>
                  <a:pt x="568667" y="25240"/>
                </a:cubicBezTo>
                <a:cubicBezTo>
                  <a:pt x="577702" y="25240"/>
                  <a:pt x="584416" y="26706"/>
                  <a:pt x="588809" y="29638"/>
                </a:cubicBezTo>
                <a:cubicBezTo>
                  <a:pt x="593202" y="32570"/>
                  <a:pt x="596228" y="36907"/>
                  <a:pt x="597885" y="42647"/>
                </a:cubicBezTo>
                <a:lnTo>
                  <a:pt x="581411" y="45755"/>
                </a:lnTo>
                <a:cubicBezTo>
                  <a:pt x="580707" y="43185"/>
                  <a:pt x="579370" y="41217"/>
                  <a:pt x="577401" y="39849"/>
                </a:cubicBezTo>
                <a:cubicBezTo>
                  <a:pt x="575433" y="38481"/>
                  <a:pt x="572625" y="37798"/>
                  <a:pt x="568978" y="37798"/>
                </a:cubicBezTo>
                <a:cubicBezTo>
                  <a:pt x="564377" y="37798"/>
                  <a:pt x="561082" y="38439"/>
                  <a:pt x="559093" y="39723"/>
                </a:cubicBezTo>
                <a:cubicBezTo>
                  <a:pt x="557767" y="40632"/>
                  <a:pt x="557104" y="41811"/>
                  <a:pt x="557104" y="43261"/>
                </a:cubicBezTo>
                <a:cubicBezTo>
                  <a:pt x="557104" y="44501"/>
                  <a:pt x="557684" y="45556"/>
                  <a:pt x="558844" y="46425"/>
                </a:cubicBezTo>
                <a:cubicBezTo>
                  <a:pt x="560419" y="47584"/>
                  <a:pt x="565859" y="49219"/>
                  <a:pt x="575163" y="51331"/>
                </a:cubicBezTo>
                <a:cubicBezTo>
                  <a:pt x="584468" y="53442"/>
                  <a:pt x="590964" y="56031"/>
                  <a:pt x="594653" y="59100"/>
                </a:cubicBezTo>
                <a:cubicBezTo>
                  <a:pt x="598300" y="62210"/>
                  <a:pt x="600123" y="66544"/>
                  <a:pt x="600123" y="72100"/>
                </a:cubicBezTo>
                <a:cubicBezTo>
                  <a:pt x="600123" y="78155"/>
                  <a:pt x="597595" y="83360"/>
                  <a:pt x="592539" y="87714"/>
                </a:cubicBezTo>
                <a:cubicBezTo>
                  <a:pt x="587483" y="92068"/>
                  <a:pt x="580002" y="94245"/>
                  <a:pt x="570097" y="94245"/>
                </a:cubicBezTo>
                <a:cubicBezTo>
                  <a:pt x="561103" y="94245"/>
                  <a:pt x="553985" y="92428"/>
                  <a:pt x="548742" y="88792"/>
                </a:cubicBezTo>
                <a:cubicBezTo>
                  <a:pt x="543500" y="85155"/>
                  <a:pt x="540070" y="80218"/>
                  <a:pt x="538454" y="73979"/>
                </a:cubicBezTo>
                <a:close/>
                <a:moveTo>
                  <a:pt x="646253" y="63162"/>
                </a:moveTo>
                <a:lnTo>
                  <a:pt x="664157" y="61421"/>
                </a:lnTo>
                <a:cubicBezTo>
                  <a:pt x="665235" y="67453"/>
                  <a:pt x="667421" y="71883"/>
                  <a:pt x="670716" y="74711"/>
                </a:cubicBezTo>
                <a:cubicBezTo>
                  <a:pt x="674011" y="77539"/>
                  <a:pt x="678455" y="78952"/>
                  <a:pt x="684051" y="78952"/>
                </a:cubicBezTo>
                <a:cubicBezTo>
                  <a:pt x="689977" y="78952"/>
                  <a:pt x="694443" y="77695"/>
                  <a:pt x="697448" y="75179"/>
                </a:cubicBezTo>
                <a:cubicBezTo>
                  <a:pt x="700452" y="72664"/>
                  <a:pt x="701955" y="69722"/>
                  <a:pt x="701955" y="66354"/>
                </a:cubicBezTo>
                <a:cubicBezTo>
                  <a:pt x="701955" y="64192"/>
                  <a:pt x="701323" y="62353"/>
                  <a:pt x="700059" y="60836"/>
                </a:cubicBezTo>
                <a:cubicBezTo>
                  <a:pt x="698794" y="59318"/>
                  <a:pt x="696588" y="57998"/>
                  <a:pt x="693438" y="56875"/>
                </a:cubicBezTo>
                <a:cubicBezTo>
                  <a:pt x="691283" y="56128"/>
                  <a:pt x="686371" y="54799"/>
                  <a:pt x="678704" y="52889"/>
                </a:cubicBezTo>
                <a:cubicBezTo>
                  <a:pt x="668840" y="50438"/>
                  <a:pt x="661919" y="47427"/>
                  <a:pt x="657940" y="43855"/>
                </a:cubicBezTo>
                <a:cubicBezTo>
                  <a:pt x="652345" y="38830"/>
                  <a:pt x="649548" y="32704"/>
                  <a:pt x="649548" y="25479"/>
                </a:cubicBezTo>
                <a:cubicBezTo>
                  <a:pt x="649548" y="20828"/>
                  <a:pt x="650864" y="16478"/>
                  <a:pt x="653495" y="12430"/>
                </a:cubicBezTo>
                <a:cubicBezTo>
                  <a:pt x="656127" y="8380"/>
                  <a:pt x="659919" y="5296"/>
                  <a:pt x="664872" y="3178"/>
                </a:cubicBezTo>
                <a:cubicBezTo>
                  <a:pt x="669825" y="1059"/>
                  <a:pt x="675803" y="0"/>
                  <a:pt x="682807" y="0"/>
                </a:cubicBezTo>
                <a:cubicBezTo>
                  <a:pt x="694246" y="0"/>
                  <a:pt x="702856" y="2519"/>
                  <a:pt x="708638" y="7557"/>
                </a:cubicBezTo>
                <a:cubicBezTo>
                  <a:pt x="714419" y="12594"/>
                  <a:pt x="717455" y="19317"/>
                  <a:pt x="717745" y="27727"/>
                </a:cubicBezTo>
                <a:lnTo>
                  <a:pt x="699344" y="28473"/>
                </a:lnTo>
                <a:cubicBezTo>
                  <a:pt x="698556" y="23789"/>
                  <a:pt x="696867" y="20422"/>
                  <a:pt x="694277" y="18370"/>
                </a:cubicBezTo>
                <a:cubicBezTo>
                  <a:pt x="691687" y="16319"/>
                  <a:pt x="687801" y="15293"/>
                  <a:pt x="682621" y="15293"/>
                </a:cubicBezTo>
                <a:cubicBezTo>
                  <a:pt x="677274" y="15293"/>
                  <a:pt x="673088" y="16392"/>
                  <a:pt x="670063" y="18590"/>
                </a:cubicBezTo>
                <a:cubicBezTo>
                  <a:pt x="668115" y="19999"/>
                  <a:pt x="667141" y="21885"/>
                  <a:pt x="667141" y="24249"/>
                </a:cubicBezTo>
                <a:cubicBezTo>
                  <a:pt x="667141" y="26405"/>
                  <a:pt x="668053" y="28250"/>
                  <a:pt x="669876" y="29784"/>
                </a:cubicBezTo>
                <a:cubicBezTo>
                  <a:pt x="672197" y="31733"/>
                  <a:pt x="677834" y="33766"/>
                  <a:pt x="686786" y="35884"/>
                </a:cubicBezTo>
                <a:cubicBezTo>
                  <a:pt x="695738" y="38002"/>
                  <a:pt x="702359" y="40192"/>
                  <a:pt x="706648" y="42456"/>
                </a:cubicBezTo>
                <a:cubicBezTo>
                  <a:pt x="710938" y="44719"/>
                  <a:pt x="714295" y="47812"/>
                  <a:pt x="716719" y="51737"/>
                </a:cubicBezTo>
                <a:cubicBezTo>
                  <a:pt x="719144" y="55660"/>
                  <a:pt x="720356" y="60507"/>
                  <a:pt x="720356" y="66280"/>
                </a:cubicBezTo>
                <a:cubicBezTo>
                  <a:pt x="720356" y="71511"/>
                  <a:pt x="718906" y="76410"/>
                  <a:pt x="716004" y="80978"/>
                </a:cubicBezTo>
                <a:cubicBezTo>
                  <a:pt x="713103" y="85546"/>
                  <a:pt x="709000" y="88941"/>
                  <a:pt x="703695" y="91162"/>
                </a:cubicBezTo>
                <a:cubicBezTo>
                  <a:pt x="698390" y="93383"/>
                  <a:pt x="691780" y="94494"/>
                  <a:pt x="683864" y="94494"/>
                </a:cubicBezTo>
                <a:cubicBezTo>
                  <a:pt x="672342" y="94494"/>
                  <a:pt x="663494" y="91826"/>
                  <a:pt x="657319" y="86490"/>
                </a:cubicBezTo>
                <a:cubicBezTo>
                  <a:pt x="651143" y="81154"/>
                  <a:pt x="647455" y="73378"/>
                  <a:pt x="646253" y="63162"/>
                </a:cubicBezTo>
                <a:close/>
                <a:moveTo>
                  <a:pt x="765988" y="26732"/>
                </a:moveTo>
                <a:lnTo>
                  <a:pt x="765988" y="40657"/>
                </a:lnTo>
                <a:lnTo>
                  <a:pt x="754052" y="40657"/>
                </a:lnTo>
                <a:lnTo>
                  <a:pt x="754052" y="67222"/>
                </a:lnTo>
                <a:cubicBezTo>
                  <a:pt x="754052" y="72602"/>
                  <a:pt x="754166" y="75737"/>
                  <a:pt x="754394" y="76627"/>
                </a:cubicBezTo>
                <a:cubicBezTo>
                  <a:pt x="754622" y="77515"/>
                  <a:pt x="755140" y="78250"/>
                  <a:pt x="755948" y="78830"/>
                </a:cubicBezTo>
                <a:cubicBezTo>
                  <a:pt x="756756" y="79409"/>
                  <a:pt x="757741" y="79698"/>
                  <a:pt x="758901" y="79698"/>
                </a:cubicBezTo>
                <a:cubicBezTo>
                  <a:pt x="760518" y="79698"/>
                  <a:pt x="762859" y="79139"/>
                  <a:pt x="765926" y="78020"/>
                </a:cubicBezTo>
                <a:lnTo>
                  <a:pt x="767418" y="91623"/>
                </a:lnTo>
                <a:cubicBezTo>
                  <a:pt x="763357" y="93371"/>
                  <a:pt x="758756" y="94245"/>
                  <a:pt x="753617" y="94245"/>
                </a:cubicBezTo>
                <a:cubicBezTo>
                  <a:pt x="750467" y="94245"/>
                  <a:pt x="747628" y="93717"/>
                  <a:pt x="745100" y="92660"/>
                </a:cubicBezTo>
                <a:cubicBezTo>
                  <a:pt x="742572" y="91603"/>
                  <a:pt x="740717" y="90236"/>
                  <a:pt x="739536" y="88557"/>
                </a:cubicBezTo>
                <a:cubicBezTo>
                  <a:pt x="738355" y="86878"/>
                  <a:pt x="737536" y="84609"/>
                  <a:pt x="737081" y="81750"/>
                </a:cubicBezTo>
                <a:cubicBezTo>
                  <a:pt x="736708" y="79719"/>
                  <a:pt x="736521" y="75616"/>
                  <a:pt x="736521" y="69441"/>
                </a:cubicBezTo>
                <a:lnTo>
                  <a:pt x="736521" y="40657"/>
                </a:lnTo>
                <a:lnTo>
                  <a:pt x="728502" y="40657"/>
                </a:lnTo>
                <a:lnTo>
                  <a:pt x="728502" y="26732"/>
                </a:lnTo>
                <a:lnTo>
                  <a:pt x="736521" y="26732"/>
                </a:lnTo>
                <a:lnTo>
                  <a:pt x="736521" y="13552"/>
                </a:lnTo>
                <a:lnTo>
                  <a:pt x="754052" y="3233"/>
                </a:lnTo>
                <a:lnTo>
                  <a:pt x="754052" y="26732"/>
                </a:lnTo>
                <a:lnTo>
                  <a:pt x="765988" y="26732"/>
                </a:lnTo>
                <a:close/>
                <a:moveTo>
                  <a:pt x="774068" y="58810"/>
                </a:moveTo>
                <a:cubicBezTo>
                  <a:pt x="774068" y="53008"/>
                  <a:pt x="775498" y="47392"/>
                  <a:pt x="778358" y="41963"/>
                </a:cubicBezTo>
                <a:cubicBezTo>
                  <a:pt x="781218" y="36534"/>
                  <a:pt x="785269" y="32389"/>
                  <a:pt x="790512" y="29529"/>
                </a:cubicBezTo>
                <a:cubicBezTo>
                  <a:pt x="795754" y="26670"/>
                  <a:pt x="801609" y="25240"/>
                  <a:pt x="808074" y="25240"/>
                </a:cubicBezTo>
                <a:cubicBezTo>
                  <a:pt x="818062" y="25240"/>
                  <a:pt x="826247" y="28483"/>
                  <a:pt x="832630" y="34969"/>
                </a:cubicBezTo>
                <a:cubicBezTo>
                  <a:pt x="839012" y="41455"/>
                  <a:pt x="842204" y="49651"/>
                  <a:pt x="842204" y="59556"/>
                </a:cubicBezTo>
                <a:cubicBezTo>
                  <a:pt x="842204" y="69544"/>
                  <a:pt x="838981" y="77823"/>
                  <a:pt x="832537" y="84392"/>
                </a:cubicBezTo>
                <a:cubicBezTo>
                  <a:pt x="826092" y="90961"/>
                  <a:pt x="817979" y="94245"/>
                  <a:pt x="808198" y="94245"/>
                </a:cubicBezTo>
                <a:cubicBezTo>
                  <a:pt x="802147" y="94245"/>
                  <a:pt x="796376" y="92878"/>
                  <a:pt x="790885" y="90142"/>
                </a:cubicBezTo>
                <a:cubicBezTo>
                  <a:pt x="785393" y="87407"/>
                  <a:pt x="781218" y="83397"/>
                  <a:pt x="778358" y="78113"/>
                </a:cubicBezTo>
                <a:cubicBezTo>
                  <a:pt x="775498" y="72829"/>
                  <a:pt x="774068" y="66394"/>
                  <a:pt x="774068" y="58810"/>
                </a:cubicBezTo>
                <a:moveTo>
                  <a:pt x="791973" y="59743"/>
                </a:moveTo>
                <a:cubicBezTo>
                  <a:pt x="791973" y="66270"/>
                  <a:pt x="793527" y="71269"/>
                  <a:pt x="796635" y="74740"/>
                </a:cubicBezTo>
                <a:cubicBezTo>
                  <a:pt x="799743" y="78211"/>
                  <a:pt x="803577" y="79947"/>
                  <a:pt x="808136" y="79947"/>
                </a:cubicBezTo>
                <a:cubicBezTo>
                  <a:pt x="812695" y="79947"/>
                  <a:pt x="816518" y="78211"/>
                  <a:pt x="819606" y="74740"/>
                </a:cubicBezTo>
                <a:cubicBezTo>
                  <a:pt x="822694" y="71269"/>
                  <a:pt x="824237" y="66229"/>
                  <a:pt x="824237" y="59618"/>
                </a:cubicBezTo>
                <a:cubicBezTo>
                  <a:pt x="824237" y="53174"/>
                  <a:pt x="822694" y="48216"/>
                  <a:pt x="819606" y="44745"/>
                </a:cubicBezTo>
                <a:cubicBezTo>
                  <a:pt x="816518" y="41274"/>
                  <a:pt x="812695" y="39538"/>
                  <a:pt x="808136" y="39538"/>
                </a:cubicBezTo>
                <a:cubicBezTo>
                  <a:pt x="803577" y="39538"/>
                  <a:pt x="799743" y="41274"/>
                  <a:pt x="796635" y="44745"/>
                </a:cubicBezTo>
                <a:cubicBezTo>
                  <a:pt x="793527" y="48216"/>
                  <a:pt x="791973" y="53215"/>
                  <a:pt x="791973" y="59743"/>
                </a:cubicBezTo>
                <a:close/>
                <a:moveTo>
                  <a:pt x="872623" y="92753"/>
                </a:moveTo>
                <a:lnTo>
                  <a:pt x="855154" y="92753"/>
                </a:lnTo>
                <a:lnTo>
                  <a:pt x="855154" y="26732"/>
                </a:lnTo>
                <a:lnTo>
                  <a:pt x="871380" y="26732"/>
                </a:lnTo>
                <a:lnTo>
                  <a:pt x="871380" y="36119"/>
                </a:lnTo>
                <a:cubicBezTo>
                  <a:pt x="874157" y="31684"/>
                  <a:pt x="876654" y="28763"/>
                  <a:pt x="878871" y="27354"/>
                </a:cubicBezTo>
                <a:cubicBezTo>
                  <a:pt x="881089" y="25944"/>
                  <a:pt x="883606" y="25240"/>
                  <a:pt x="886425" y="25240"/>
                </a:cubicBezTo>
                <a:cubicBezTo>
                  <a:pt x="890403" y="25240"/>
                  <a:pt x="894237" y="26338"/>
                  <a:pt x="897925" y="28535"/>
                </a:cubicBezTo>
                <a:lnTo>
                  <a:pt x="892517" y="43766"/>
                </a:lnTo>
                <a:cubicBezTo>
                  <a:pt x="889574" y="41859"/>
                  <a:pt x="886839" y="40906"/>
                  <a:pt x="884311" y="40906"/>
                </a:cubicBezTo>
                <a:cubicBezTo>
                  <a:pt x="881866" y="40906"/>
                  <a:pt x="879793" y="41579"/>
                  <a:pt x="878094" y="42926"/>
                </a:cubicBezTo>
                <a:cubicBezTo>
                  <a:pt x="876395" y="44273"/>
                  <a:pt x="875058" y="46708"/>
                  <a:pt x="874084" y="50231"/>
                </a:cubicBezTo>
                <a:cubicBezTo>
                  <a:pt x="873110" y="53754"/>
                  <a:pt x="872623" y="61131"/>
                  <a:pt x="872623" y="72362"/>
                </a:cubicBezTo>
                <a:lnTo>
                  <a:pt x="872623" y="92753"/>
                </a:lnTo>
                <a:close/>
                <a:moveTo>
                  <a:pt x="943660" y="71741"/>
                </a:moveTo>
                <a:lnTo>
                  <a:pt x="961067" y="74725"/>
                </a:lnTo>
                <a:cubicBezTo>
                  <a:pt x="958829" y="81087"/>
                  <a:pt x="955296" y="85930"/>
                  <a:pt x="950468" y="89256"/>
                </a:cubicBezTo>
                <a:cubicBezTo>
                  <a:pt x="945639" y="92582"/>
                  <a:pt x="939599" y="94245"/>
                  <a:pt x="932346" y="94245"/>
                </a:cubicBezTo>
                <a:cubicBezTo>
                  <a:pt x="920866" y="94245"/>
                  <a:pt x="912370" y="90495"/>
                  <a:pt x="906857" y="82993"/>
                </a:cubicBezTo>
                <a:cubicBezTo>
                  <a:pt x="902506" y="76984"/>
                  <a:pt x="900330" y="69399"/>
                  <a:pt x="900330" y="60240"/>
                </a:cubicBezTo>
                <a:cubicBezTo>
                  <a:pt x="900330" y="49298"/>
                  <a:pt x="903190" y="40730"/>
                  <a:pt x="908909" y="34534"/>
                </a:cubicBezTo>
                <a:cubicBezTo>
                  <a:pt x="914628" y="28338"/>
                  <a:pt x="921860" y="25240"/>
                  <a:pt x="930605" y="25240"/>
                </a:cubicBezTo>
                <a:cubicBezTo>
                  <a:pt x="940428" y="25240"/>
                  <a:pt x="948178" y="28483"/>
                  <a:pt x="953856" y="34969"/>
                </a:cubicBezTo>
                <a:cubicBezTo>
                  <a:pt x="959534" y="41455"/>
                  <a:pt x="962248" y="51391"/>
                  <a:pt x="962000" y="64778"/>
                </a:cubicBezTo>
                <a:lnTo>
                  <a:pt x="918234" y="64778"/>
                </a:lnTo>
                <a:cubicBezTo>
                  <a:pt x="918358" y="69959"/>
                  <a:pt x="919767" y="73989"/>
                  <a:pt x="922461" y="76870"/>
                </a:cubicBezTo>
                <a:cubicBezTo>
                  <a:pt x="925155" y="79750"/>
                  <a:pt x="928512" y="81190"/>
                  <a:pt x="932532" y="81190"/>
                </a:cubicBezTo>
                <a:cubicBezTo>
                  <a:pt x="935268" y="81190"/>
                  <a:pt x="937568" y="80444"/>
                  <a:pt x="939433" y="78952"/>
                </a:cubicBezTo>
                <a:cubicBezTo>
                  <a:pt x="941298" y="77460"/>
                  <a:pt x="942707" y="75056"/>
                  <a:pt x="943660" y="71741"/>
                </a:cubicBezTo>
                <a:moveTo>
                  <a:pt x="944655" y="54085"/>
                </a:moveTo>
                <a:cubicBezTo>
                  <a:pt x="944531" y="49050"/>
                  <a:pt x="943225" y="45221"/>
                  <a:pt x="940738" y="42600"/>
                </a:cubicBezTo>
                <a:cubicBezTo>
                  <a:pt x="938252" y="39979"/>
                  <a:pt x="935226" y="38668"/>
                  <a:pt x="931662" y="38668"/>
                </a:cubicBezTo>
                <a:cubicBezTo>
                  <a:pt x="927849" y="38668"/>
                  <a:pt x="924699" y="40050"/>
                  <a:pt x="922213" y="42816"/>
                </a:cubicBezTo>
                <a:cubicBezTo>
                  <a:pt x="919726" y="45582"/>
                  <a:pt x="918503" y="49339"/>
                  <a:pt x="918545" y="54085"/>
                </a:cubicBezTo>
                <a:lnTo>
                  <a:pt x="944655" y="540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FDE375-339E-48E8-B74D-E2D9EF41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936" y="2283493"/>
            <a:ext cx="721470" cy="328905"/>
          </a:xfrm>
          <a:custGeom xmlns:a="http://schemas.openxmlformats.org/drawingml/2006/main">
            <a:pathLst>
              <a:path w="721470" h="328905" fill="none">
                <a:moveTo>
                  <a:pt x="0" y="217502"/>
                </a:moveTo>
                <a:lnTo>
                  <a:pt x="0" y="111403"/>
                </a:lnTo>
                <a:lnTo>
                  <a:pt x="519883" y="111403"/>
                </a:lnTo>
                <a:lnTo>
                  <a:pt x="519883" y="0"/>
                </a:lnTo>
                <a:lnTo>
                  <a:pt x="721470" y="164453"/>
                </a:lnTo>
                <a:lnTo>
                  <a:pt x="519883" y="328905"/>
                </a:lnTo>
                <a:lnTo>
                  <a:pt x="519883" y="217502"/>
                </a:lnTo>
                <a:lnTo>
                  <a:pt x="0" y="21750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000000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2FF3ED-2E76-479A-A9E8-3255F961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491" y="1938672"/>
            <a:ext cx="1379280" cy="954886"/>
          </a:xfrm>
          <a:custGeom xmlns:a="http://schemas.openxmlformats.org/drawingml/2006/main">
            <a:pathLst>
              <a:path w="1379280" h="954886">
                <a:moveTo>
                  <a:pt x="0" y="0"/>
                </a:moveTo>
                <a:lnTo>
                  <a:pt x="1167083" y="0"/>
                </a:lnTo>
                <a:lnTo>
                  <a:pt x="1379280" y="477443"/>
                </a:lnTo>
                <a:lnTo>
                  <a:pt x="1167083" y="954886"/>
                </a:lnTo>
                <a:lnTo>
                  <a:pt x="0" y="954886"/>
                </a:lnTo>
                <a:lnTo>
                  <a:pt x="212197" y="4774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5595C-A0B7-437C-BAD6-4C285ECC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491" y="1938672"/>
            <a:ext cx="1379280" cy="954886"/>
          </a:xfrm>
          <a:custGeom xmlns:a="http://schemas.openxmlformats.org/drawingml/2006/main">
            <a:pathLst>
              <a:path w="1379280" h="954886" fill="none">
                <a:moveTo>
                  <a:pt x="0" y="0"/>
                </a:moveTo>
                <a:lnTo>
                  <a:pt x="1167083" y="0"/>
                </a:lnTo>
                <a:lnTo>
                  <a:pt x="1379280" y="477443"/>
                </a:lnTo>
                <a:lnTo>
                  <a:pt x="1167083" y="954886"/>
                </a:lnTo>
                <a:lnTo>
                  <a:pt x="0" y="954886"/>
                </a:lnTo>
                <a:lnTo>
                  <a:pt x="212197" y="47744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B85450"/>
            </a:solidFill>
            <a:miter/>
          </a:ln>
        </p:spPr>
      </p:sp>
      <p:sp>
        <p:nvSpPr>
          <p:cNvPr id="41" name="Text LOKI">
            <a:extLst xmlns:a="http://schemas.openxmlformats.org/drawingml/2006/main">
              <a:ext uri="{FF2B5EF4-FFF2-40B4-BE49-F238E27FC236}">
                <a16:creationId xmlns:a16="http://schemas.microsoft.com/office/drawing/2014/main" id="{30871390-239F-4D06-9B70-706A7C8D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664" y="2355647"/>
            <a:ext cx="333799" cy="110098"/>
          </a:xfrm>
          <a:custGeom xmlns:a="http://schemas.openxmlformats.org/drawingml/2006/main">
            <a:pathLst>
              <a:path w="333799" h="110098">
                <a:moveTo>
                  <a:pt x="0" y="108212"/>
                </a:moveTo>
                <a:lnTo>
                  <a:pt x="0" y="2756"/>
                </a:lnTo>
                <a:lnTo>
                  <a:pt x="21468" y="2756"/>
                </a:lnTo>
                <a:lnTo>
                  <a:pt x="21468" y="90225"/>
                </a:lnTo>
                <a:lnTo>
                  <a:pt x="74849" y="90225"/>
                </a:lnTo>
                <a:lnTo>
                  <a:pt x="74849" y="108212"/>
                </a:lnTo>
                <a:lnTo>
                  <a:pt x="0" y="108212"/>
                </a:lnTo>
                <a:close/>
                <a:moveTo>
                  <a:pt x="85825" y="55702"/>
                </a:moveTo>
                <a:cubicBezTo>
                  <a:pt x="85825" y="44857"/>
                  <a:pt x="87445" y="35756"/>
                  <a:pt x="90685" y="28397"/>
                </a:cubicBezTo>
                <a:cubicBezTo>
                  <a:pt x="93102" y="22974"/>
                  <a:pt x="96402" y="18108"/>
                  <a:pt x="100585" y="13798"/>
                </a:cubicBezTo>
                <a:cubicBezTo>
                  <a:pt x="104767" y="9489"/>
                  <a:pt x="109348" y="6293"/>
                  <a:pt x="114329" y="4211"/>
                </a:cubicBezTo>
                <a:cubicBezTo>
                  <a:pt x="120953" y="1404"/>
                  <a:pt x="128593" y="0"/>
                  <a:pt x="137248" y="0"/>
                </a:cubicBezTo>
                <a:cubicBezTo>
                  <a:pt x="152914" y="0"/>
                  <a:pt x="165449" y="4866"/>
                  <a:pt x="174854" y="14599"/>
                </a:cubicBezTo>
                <a:cubicBezTo>
                  <a:pt x="184258" y="24329"/>
                  <a:pt x="188960" y="37861"/>
                  <a:pt x="188960" y="55194"/>
                </a:cubicBezTo>
                <a:cubicBezTo>
                  <a:pt x="188960" y="72382"/>
                  <a:pt x="184294" y="85830"/>
                  <a:pt x="174962" y="95538"/>
                </a:cubicBezTo>
                <a:cubicBezTo>
                  <a:pt x="165630" y="105245"/>
                  <a:pt x="153156" y="110098"/>
                  <a:pt x="137538" y="110098"/>
                </a:cubicBezTo>
                <a:cubicBezTo>
                  <a:pt x="121727" y="110098"/>
                  <a:pt x="109155" y="105269"/>
                  <a:pt x="99823" y="95610"/>
                </a:cubicBezTo>
                <a:cubicBezTo>
                  <a:pt x="90491" y="85951"/>
                  <a:pt x="85825" y="72648"/>
                  <a:pt x="85825" y="55702"/>
                </a:cubicBezTo>
                <a:moveTo>
                  <a:pt x="107946" y="54976"/>
                </a:moveTo>
                <a:cubicBezTo>
                  <a:pt x="107946" y="67016"/>
                  <a:pt x="110727" y="76143"/>
                  <a:pt x="116287" y="82356"/>
                </a:cubicBezTo>
                <a:cubicBezTo>
                  <a:pt x="121848" y="88569"/>
                  <a:pt x="128907" y="91676"/>
                  <a:pt x="137465" y="91676"/>
                </a:cubicBezTo>
                <a:cubicBezTo>
                  <a:pt x="146024" y="91676"/>
                  <a:pt x="153047" y="88593"/>
                  <a:pt x="158535" y="82428"/>
                </a:cubicBezTo>
                <a:cubicBezTo>
                  <a:pt x="164023" y="76263"/>
                  <a:pt x="166767" y="67016"/>
                  <a:pt x="166767" y="54686"/>
                </a:cubicBezTo>
                <a:cubicBezTo>
                  <a:pt x="166767" y="42502"/>
                  <a:pt x="164095" y="33411"/>
                  <a:pt x="158752" y="27416"/>
                </a:cubicBezTo>
                <a:cubicBezTo>
                  <a:pt x="153409" y="21420"/>
                  <a:pt x="146314" y="18422"/>
                  <a:pt x="137465" y="18422"/>
                </a:cubicBezTo>
                <a:cubicBezTo>
                  <a:pt x="128617" y="18422"/>
                  <a:pt x="121485" y="21456"/>
                  <a:pt x="116069" y="27524"/>
                </a:cubicBezTo>
                <a:cubicBezTo>
                  <a:pt x="110654" y="33593"/>
                  <a:pt x="107946" y="42743"/>
                  <a:pt x="107946" y="54976"/>
                </a:cubicBezTo>
                <a:close/>
                <a:moveTo>
                  <a:pt x="206030" y="108212"/>
                </a:moveTo>
                <a:lnTo>
                  <a:pt x="206030" y="1886"/>
                </a:lnTo>
                <a:lnTo>
                  <a:pt x="227498" y="1886"/>
                </a:lnTo>
                <a:lnTo>
                  <a:pt x="227498" y="49138"/>
                </a:lnTo>
                <a:lnTo>
                  <a:pt x="270870" y="1886"/>
                </a:lnTo>
                <a:lnTo>
                  <a:pt x="299736" y="1886"/>
                </a:lnTo>
                <a:lnTo>
                  <a:pt x="259701" y="43250"/>
                </a:lnTo>
                <a:lnTo>
                  <a:pt x="301912" y="108212"/>
                </a:lnTo>
                <a:lnTo>
                  <a:pt x="274134" y="108212"/>
                </a:lnTo>
                <a:lnTo>
                  <a:pt x="244905" y="58270"/>
                </a:lnTo>
                <a:lnTo>
                  <a:pt x="227498" y="76082"/>
                </a:lnTo>
                <a:lnTo>
                  <a:pt x="227498" y="108212"/>
                </a:lnTo>
                <a:lnTo>
                  <a:pt x="206030" y="108212"/>
                </a:lnTo>
                <a:close/>
                <a:moveTo>
                  <a:pt x="312331" y="108212"/>
                </a:moveTo>
                <a:lnTo>
                  <a:pt x="312331" y="1886"/>
                </a:lnTo>
                <a:lnTo>
                  <a:pt x="333799" y="1886"/>
                </a:lnTo>
                <a:lnTo>
                  <a:pt x="333799" y="108212"/>
                </a:lnTo>
                <a:lnTo>
                  <a:pt x="312331" y="1082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305b94f784010"/>
          <a:stretch xmlns:a="http://schemas.openxmlformats.org/drawingml/2006/main"/>
        </p:blipFill>
        <p:spPr>
          <a:xfrm xmlns:a="http://schemas.openxmlformats.org/drawingml/2006/main">
            <a:off x="8249959" y="2166784"/>
            <a:ext cx="381954" cy="381954"/>
          </a:xfrm>
          <a:prstGeom xmlns:a="http://schemas.openxmlformats.org/drawingml/2006/main" prst="rect">
            <a:avLst/>
          </a:prstGeom>
        </p:spPr>
      </p:pic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bc52c7c7b47d5"/>
          <a:stretch xmlns:a="http://schemas.openxmlformats.org/drawingml/2006/main"/>
        </p:blipFill>
        <p:spPr>
          <a:xfrm xmlns:a="http://schemas.openxmlformats.org/drawingml/2006/main">
            <a:off x="8631913" y="2145564"/>
            <a:ext cx="424394" cy="424394"/>
          </a:xfrm>
          <a:prstGeom xmlns:a="http://schemas.openxmlformats.org/drawingml/2006/main" prst="rect">
            <a:avLst/>
          </a:prstGeom>
        </p:spPr>
      </p:pic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BD90C5-DB02-4145-86EC-909682A8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0235" y="2256013"/>
            <a:ext cx="499724" cy="328799"/>
          </a:xfrm>
          <a:custGeom xmlns:a="http://schemas.openxmlformats.org/drawingml/2006/main">
            <a:pathLst>
              <a:path w="499724" h="328799" fill="none">
                <a:moveTo>
                  <a:pt x="2122" y="223656"/>
                </a:moveTo>
                <a:lnTo>
                  <a:pt x="0" y="117557"/>
                </a:lnTo>
                <a:lnTo>
                  <a:pt x="297076" y="111403"/>
                </a:lnTo>
                <a:lnTo>
                  <a:pt x="294742" y="0"/>
                </a:lnTo>
                <a:lnTo>
                  <a:pt x="499724" y="160209"/>
                </a:lnTo>
                <a:lnTo>
                  <a:pt x="301638" y="328799"/>
                </a:lnTo>
                <a:lnTo>
                  <a:pt x="299304" y="217502"/>
                </a:lnTo>
                <a:lnTo>
                  <a:pt x="2122" y="2236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000000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19247A-1BBC-403B-B778-C95F1F53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940" y="2218879"/>
            <a:ext cx="414421" cy="328905"/>
          </a:xfrm>
          <a:custGeom xmlns:a="http://schemas.openxmlformats.org/drawingml/2006/main">
            <a:pathLst>
              <a:path w="414421" h="328905" fill="none">
                <a:moveTo>
                  <a:pt x="1273" y="220154"/>
                </a:moveTo>
                <a:lnTo>
                  <a:pt x="0" y="114056"/>
                </a:lnTo>
                <a:lnTo>
                  <a:pt x="212197" y="111403"/>
                </a:lnTo>
                <a:lnTo>
                  <a:pt x="210818" y="0"/>
                </a:lnTo>
                <a:lnTo>
                  <a:pt x="414421" y="162012"/>
                </a:lnTo>
                <a:lnTo>
                  <a:pt x="214956" y="328905"/>
                </a:lnTo>
                <a:lnTo>
                  <a:pt x="213470" y="217502"/>
                </a:lnTo>
                <a:lnTo>
                  <a:pt x="1273" y="22015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000000"/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E8C092-8FE8-4D7D-9F30-B08AEA9E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021" y="771589"/>
            <a:ext cx="1665746" cy="244026"/>
          </a:xfrm>
          <a:custGeom xmlns:a="http://schemas.openxmlformats.org/drawingml/2006/main">
            <a:pathLst>
              <a:path w="1665746" h="244026">
                <a:moveTo>
                  <a:pt x="0" y="244026"/>
                </a:moveTo>
                <a:lnTo>
                  <a:pt x="0" y="0"/>
                </a:lnTo>
                <a:lnTo>
                  <a:pt x="1665746" y="0"/>
                </a:lnTo>
                <a:lnTo>
                  <a:pt x="1665746" y="244026"/>
                </a:lnTo>
              </a:path>
            </a:pathLst>
          </a:custGeom>
          <a:solidFill xmlns:a="http://schemas.openxmlformats.org/drawingml/2006/main">
            <a:srgbClr val="CDEB8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EF8D4-F285-4547-B61D-20EF19CE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021" y="771589"/>
            <a:ext cx="1665746" cy="244026"/>
          </a:xfrm>
          <a:custGeom xmlns:a="http://schemas.openxmlformats.org/drawingml/2006/main">
            <a:pathLst>
              <a:path w="1665746" h="244026" fill="none">
                <a:moveTo>
                  <a:pt x="0" y="244026"/>
                </a:moveTo>
                <a:lnTo>
                  <a:pt x="0" y="0"/>
                </a:lnTo>
                <a:lnTo>
                  <a:pt x="1665746" y="0"/>
                </a:lnTo>
                <a:lnTo>
                  <a:pt x="1665746" y="244026"/>
                </a:lnTo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36393D"/>
            </a:solidFill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E5322E-CD02-4F7D-978D-6AFB0444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021" y="1015616"/>
            <a:ext cx="1665746" cy="1538428"/>
          </a:xfrm>
          <a:custGeom xmlns:a="http://schemas.openxmlformats.org/drawingml/2006/main">
            <a:pathLst>
              <a:path w="1665746" h="1538428" fill="none">
                <a:moveTo>
                  <a:pt x="0" y="0"/>
                </a:moveTo>
                <a:lnTo>
                  <a:pt x="0" y="1538428"/>
                </a:lnTo>
                <a:lnTo>
                  <a:pt x="1665746" y="1538428"/>
                </a:lnTo>
                <a:lnTo>
                  <a:pt x="16657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36393D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224B19-449A-4FD4-85FF-8ED00DB6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6021" y="1015616"/>
            <a:ext cx="1665746" cy="10"/>
          </a:xfrm>
          <a:custGeom xmlns:a="http://schemas.openxmlformats.org/drawingml/2006/main">
            <a:pathLst>
              <a:path w="1665746" h="1" fill="none">
                <a:moveTo>
                  <a:pt x="0" y="0"/>
                </a:moveTo>
                <a:lnTo>
                  <a:pt x="166574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36393D"/>
            </a:solidFill>
            <a:miter/>
          </a:ln>
        </p:spPr>
      </p:sp>
      <p:sp>
        <p:nvSpPr>
          <p:cNvPr id="50" name="Text Scams">
            <a:extLst xmlns:a="http://schemas.openxmlformats.org/drawingml/2006/main">
              <a:ext uri="{FF2B5EF4-FFF2-40B4-BE49-F238E27FC236}">
                <a16:creationId xmlns:a16="http://schemas.microsoft.com/office/drawing/2014/main" id="{A5367AAB-AD9F-49E2-A64B-C563F6C3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5216" y="843288"/>
            <a:ext cx="399739" cy="94494"/>
          </a:xfrm>
          <a:custGeom xmlns:a="http://schemas.openxmlformats.org/drawingml/2006/main">
            <a:pathLst>
              <a:path w="399739" h="94494">
                <a:moveTo>
                  <a:pt x="0" y="63162"/>
                </a:moveTo>
                <a:lnTo>
                  <a:pt x="17904" y="61421"/>
                </a:lnTo>
                <a:cubicBezTo>
                  <a:pt x="18982" y="67453"/>
                  <a:pt x="21168" y="71883"/>
                  <a:pt x="24463" y="74711"/>
                </a:cubicBezTo>
                <a:cubicBezTo>
                  <a:pt x="27758" y="77539"/>
                  <a:pt x="32203" y="78952"/>
                  <a:pt x="37798" y="78952"/>
                </a:cubicBezTo>
                <a:cubicBezTo>
                  <a:pt x="43724" y="78952"/>
                  <a:pt x="48190" y="77695"/>
                  <a:pt x="51195" y="75179"/>
                </a:cubicBezTo>
                <a:cubicBezTo>
                  <a:pt x="54199" y="72664"/>
                  <a:pt x="55702" y="69722"/>
                  <a:pt x="55702" y="66354"/>
                </a:cubicBezTo>
                <a:cubicBezTo>
                  <a:pt x="55702" y="64192"/>
                  <a:pt x="55070" y="62353"/>
                  <a:pt x="53806" y="60836"/>
                </a:cubicBezTo>
                <a:cubicBezTo>
                  <a:pt x="52542" y="59318"/>
                  <a:pt x="50335" y="57998"/>
                  <a:pt x="47185" y="56875"/>
                </a:cubicBezTo>
                <a:cubicBezTo>
                  <a:pt x="45030" y="56128"/>
                  <a:pt x="40118" y="54799"/>
                  <a:pt x="32451" y="52889"/>
                </a:cubicBezTo>
                <a:cubicBezTo>
                  <a:pt x="22587" y="50438"/>
                  <a:pt x="15666" y="47427"/>
                  <a:pt x="11687" y="43855"/>
                </a:cubicBezTo>
                <a:cubicBezTo>
                  <a:pt x="6092" y="38830"/>
                  <a:pt x="3295" y="32704"/>
                  <a:pt x="3295" y="25479"/>
                </a:cubicBezTo>
                <a:cubicBezTo>
                  <a:pt x="3295" y="20828"/>
                  <a:pt x="4611" y="16478"/>
                  <a:pt x="7242" y="12430"/>
                </a:cubicBezTo>
                <a:cubicBezTo>
                  <a:pt x="9874" y="8380"/>
                  <a:pt x="13666" y="5296"/>
                  <a:pt x="18619" y="3178"/>
                </a:cubicBezTo>
                <a:cubicBezTo>
                  <a:pt x="23572" y="1059"/>
                  <a:pt x="29550" y="0"/>
                  <a:pt x="36554" y="0"/>
                </a:cubicBezTo>
                <a:cubicBezTo>
                  <a:pt x="47993" y="0"/>
                  <a:pt x="56603" y="2519"/>
                  <a:pt x="62385" y="7557"/>
                </a:cubicBezTo>
                <a:cubicBezTo>
                  <a:pt x="68166" y="12594"/>
                  <a:pt x="71202" y="19317"/>
                  <a:pt x="71492" y="27727"/>
                </a:cubicBezTo>
                <a:lnTo>
                  <a:pt x="53091" y="28473"/>
                </a:lnTo>
                <a:cubicBezTo>
                  <a:pt x="52303" y="23789"/>
                  <a:pt x="50614" y="20422"/>
                  <a:pt x="48024" y="18370"/>
                </a:cubicBezTo>
                <a:cubicBezTo>
                  <a:pt x="45434" y="16319"/>
                  <a:pt x="41548" y="15293"/>
                  <a:pt x="36368" y="15293"/>
                </a:cubicBezTo>
                <a:cubicBezTo>
                  <a:pt x="31021" y="15293"/>
                  <a:pt x="26835" y="16392"/>
                  <a:pt x="23810" y="18590"/>
                </a:cubicBezTo>
                <a:cubicBezTo>
                  <a:pt x="21862" y="19999"/>
                  <a:pt x="20888" y="21885"/>
                  <a:pt x="20888" y="24249"/>
                </a:cubicBezTo>
                <a:cubicBezTo>
                  <a:pt x="20888" y="26405"/>
                  <a:pt x="21800" y="28250"/>
                  <a:pt x="23623" y="29784"/>
                </a:cubicBezTo>
                <a:cubicBezTo>
                  <a:pt x="25944" y="31733"/>
                  <a:pt x="31581" y="33766"/>
                  <a:pt x="40533" y="35884"/>
                </a:cubicBezTo>
                <a:cubicBezTo>
                  <a:pt x="49485" y="38002"/>
                  <a:pt x="56106" y="40192"/>
                  <a:pt x="60395" y="42456"/>
                </a:cubicBezTo>
                <a:cubicBezTo>
                  <a:pt x="64685" y="44719"/>
                  <a:pt x="68042" y="47812"/>
                  <a:pt x="70466" y="51737"/>
                </a:cubicBezTo>
                <a:cubicBezTo>
                  <a:pt x="72891" y="55660"/>
                  <a:pt x="74103" y="60507"/>
                  <a:pt x="74103" y="66280"/>
                </a:cubicBezTo>
                <a:cubicBezTo>
                  <a:pt x="74103" y="71511"/>
                  <a:pt x="72653" y="76410"/>
                  <a:pt x="69751" y="80978"/>
                </a:cubicBezTo>
                <a:cubicBezTo>
                  <a:pt x="66850" y="85546"/>
                  <a:pt x="62747" y="88941"/>
                  <a:pt x="57442" y="91162"/>
                </a:cubicBezTo>
                <a:cubicBezTo>
                  <a:pt x="52137" y="93383"/>
                  <a:pt x="45527" y="94494"/>
                  <a:pt x="37611" y="94494"/>
                </a:cubicBezTo>
                <a:cubicBezTo>
                  <a:pt x="26089" y="94494"/>
                  <a:pt x="17241" y="91826"/>
                  <a:pt x="11066" y="86490"/>
                </a:cubicBezTo>
                <a:cubicBezTo>
                  <a:pt x="4890" y="81154"/>
                  <a:pt x="1202" y="73378"/>
                  <a:pt x="0" y="63162"/>
                </a:cubicBezTo>
                <a:close/>
                <a:moveTo>
                  <a:pt x="147027" y="46252"/>
                </a:moveTo>
                <a:lnTo>
                  <a:pt x="129807" y="49361"/>
                </a:lnTo>
                <a:cubicBezTo>
                  <a:pt x="129226" y="45941"/>
                  <a:pt x="127911" y="43367"/>
                  <a:pt x="125859" y="41636"/>
                </a:cubicBezTo>
                <a:cubicBezTo>
                  <a:pt x="123808" y="39906"/>
                  <a:pt x="121145" y="39041"/>
                  <a:pt x="117871" y="39041"/>
                </a:cubicBezTo>
                <a:cubicBezTo>
                  <a:pt x="113519" y="39041"/>
                  <a:pt x="110048" y="40539"/>
                  <a:pt x="107458" y="43534"/>
                </a:cubicBezTo>
                <a:cubicBezTo>
                  <a:pt x="104867" y="46530"/>
                  <a:pt x="103572" y="51540"/>
                  <a:pt x="103572" y="58563"/>
                </a:cubicBezTo>
                <a:cubicBezTo>
                  <a:pt x="103572" y="66373"/>
                  <a:pt x="104888" y="71890"/>
                  <a:pt x="107520" y="75113"/>
                </a:cubicBezTo>
                <a:cubicBezTo>
                  <a:pt x="110152" y="78336"/>
                  <a:pt x="113685" y="79947"/>
                  <a:pt x="118119" y="79947"/>
                </a:cubicBezTo>
                <a:cubicBezTo>
                  <a:pt x="121435" y="79947"/>
                  <a:pt x="124149" y="79004"/>
                  <a:pt x="126263" y="77118"/>
                </a:cubicBezTo>
                <a:cubicBezTo>
                  <a:pt x="128377" y="75233"/>
                  <a:pt x="129869" y="71989"/>
                  <a:pt x="130739" y="67389"/>
                </a:cubicBezTo>
                <a:lnTo>
                  <a:pt x="147897" y="70373"/>
                </a:lnTo>
                <a:cubicBezTo>
                  <a:pt x="146115" y="78248"/>
                  <a:pt x="142696" y="84195"/>
                  <a:pt x="137640" y="88215"/>
                </a:cubicBezTo>
                <a:cubicBezTo>
                  <a:pt x="132583" y="92235"/>
                  <a:pt x="125807" y="94245"/>
                  <a:pt x="117311" y="94245"/>
                </a:cubicBezTo>
                <a:cubicBezTo>
                  <a:pt x="107654" y="94245"/>
                  <a:pt x="99956" y="91199"/>
                  <a:pt x="94216" y="85107"/>
                </a:cubicBezTo>
                <a:cubicBezTo>
                  <a:pt x="88476" y="79014"/>
                  <a:pt x="85606" y="70580"/>
                  <a:pt x="85606" y="59805"/>
                </a:cubicBezTo>
                <a:cubicBezTo>
                  <a:pt x="85606" y="48905"/>
                  <a:pt x="88486" y="40419"/>
                  <a:pt x="94247" y="34347"/>
                </a:cubicBezTo>
                <a:cubicBezTo>
                  <a:pt x="100008" y="28276"/>
                  <a:pt x="107800" y="25240"/>
                  <a:pt x="117622" y="25240"/>
                </a:cubicBezTo>
                <a:cubicBezTo>
                  <a:pt x="125662" y="25240"/>
                  <a:pt x="132055" y="26970"/>
                  <a:pt x="136800" y="30431"/>
                </a:cubicBezTo>
                <a:cubicBezTo>
                  <a:pt x="141546" y="33891"/>
                  <a:pt x="144955" y="39165"/>
                  <a:pt x="147027" y="46252"/>
                </a:cubicBezTo>
                <a:close/>
                <a:moveTo>
                  <a:pt x="173304" y="47123"/>
                </a:moveTo>
                <a:lnTo>
                  <a:pt x="157452" y="44263"/>
                </a:lnTo>
                <a:cubicBezTo>
                  <a:pt x="159234" y="37796"/>
                  <a:pt x="162301" y="33009"/>
                  <a:pt x="166652" y="29902"/>
                </a:cubicBezTo>
                <a:cubicBezTo>
                  <a:pt x="171004" y="26794"/>
                  <a:pt x="177469" y="25240"/>
                  <a:pt x="186048" y="25240"/>
                </a:cubicBezTo>
                <a:cubicBezTo>
                  <a:pt x="193840" y="25240"/>
                  <a:pt x="199642" y="26162"/>
                  <a:pt x="203455" y="28006"/>
                </a:cubicBezTo>
                <a:cubicBezTo>
                  <a:pt x="207268" y="29851"/>
                  <a:pt x="209952" y="32192"/>
                  <a:pt x="211506" y="35031"/>
                </a:cubicBezTo>
                <a:cubicBezTo>
                  <a:pt x="213060" y="37870"/>
                  <a:pt x="213837" y="43082"/>
                  <a:pt x="213837" y="50666"/>
                </a:cubicBezTo>
                <a:lnTo>
                  <a:pt x="213651" y="71057"/>
                </a:lnTo>
                <a:cubicBezTo>
                  <a:pt x="213651" y="76859"/>
                  <a:pt x="213930" y="81138"/>
                  <a:pt x="214490" y="83894"/>
                </a:cubicBezTo>
                <a:cubicBezTo>
                  <a:pt x="215049" y="86651"/>
                  <a:pt x="216096" y="89603"/>
                  <a:pt x="217629" y="92753"/>
                </a:cubicBezTo>
                <a:lnTo>
                  <a:pt x="200347" y="92753"/>
                </a:lnTo>
                <a:cubicBezTo>
                  <a:pt x="199891" y="91593"/>
                  <a:pt x="199331" y="89873"/>
                  <a:pt x="198668" y="87593"/>
                </a:cubicBezTo>
                <a:cubicBezTo>
                  <a:pt x="198378" y="86557"/>
                  <a:pt x="198171" y="85873"/>
                  <a:pt x="198047" y="85542"/>
                </a:cubicBezTo>
                <a:cubicBezTo>
                  <a:pt x="195063" y="88443"/>
                  <a:pt x="191871" y="90619"/>
                  <a:pt x="188473" y="92069"/>
                </a:cubicBezTo>
                <a:cubicBezTo>
                  <a:pt x="185074" y="93520"/>
                  <a:pt x="181448" y="94245"/>
                  <a:pt x="177594" y="94245"/>
                </a:cubicBezTo>
                <a:cubicBezTo>
                  <a:pt x="170797" y="94245"/>
                  <a:pt x="165440" y="92409"/>
                  <a:pt x="161524" y="88736"/>
                </a:cubicBezTo>
                <a:cubicBezTo>
                  <a:pt x="157607" y="85063"/>
                  <a:pt x="155649" y="80420"/>
                  <a:pt x="155649" y="74806"/>
                </a:cubicBezTo>
                <a:cubicBezTo>
                  <a:pt x="155649" y="71092"/>
                  <a:pt x="156540" y="67780"/>
                  <a:pt x="158322" y="64871"/>
                </a:cubicBezTo>
                <a:cubicBezTo>
                  <a:pt x="160104" y="61961"/>
                  <a:pt x="162601" y="59732"/>
                  <a:pt x="165813" y="58184"/>
                </a:cubicBezTo>
                <a:cubicBezTo>
                  <a:pt x="169025" y="56637"/>
                  <a:pt x="173656" y="55285"/>
                  <a:pt x="179707" y="54130"/>
                </a:cubicBezTo>
                <a:cubicBezTo>
                  <a:pt x="187872" y="52603"/>
                  <a:pt x="193529" y="51179"/>
                  <a:pt x="196679" y="49858"/>
                </a:cubicBezTo>
                <a:lnTo>
                  <a:pt x="196679" y="48098"/>
                </a:lnTo>
                <a:cubicBezTo>
                  <a:pt x="196679" y="44703"/>
                  <a:pt x="195850" y="42283"/>
                  <a:pt x="194192" y="40838"/>
                </a:cubicBezTo>
                <a:cubicBezTo>
                  <a:pt x="192535" y="39391"/>
                  <a:pt x="189405" y="38668"/>
                  <a:pt x="184805" y="38668"/>
                </a:cubicBezTo>
                <a:cubicBezTo>
                  <a:pt x="181697" y="38668"/>
                  <a:pt x="179272" y="39293"/>
                  <a:pt x="177532" y="40545"/>
                </a:cubicBezTo>
                <a:cubicBezTo>
                  <a:pt x="175791" y="41794"/>
                  <a:pt x="174382" y="43987"/>
                  <a:pt x="173304" y="47123"/>
                </a:cubicBezTo>
                <a:moveTo>
                  <a:pt x="196679" y="61297"/>
                </a:moveTo>
                <a:cubicBezTo>
                  <a:pt x="194441" y="62034"/>
                  <a:pt x="190897" y="62914"/>
                  <a:pt x="186048" y="63939"/>
                </a:cubicBezTo>
                <a:cubicBezTo>
                  <a:pt x="181199" y="64962"/>
                  <a:pt x="178029" y="65965"/>
                  <a:pt x="176537" y="66948"/>
                </a:cubicBezTo>
                <a:cubicBezTo>
                  <a:pt x="174257" y="68545"/>
                  <a:pt x="173118" y="70572"/>
                  <a:pt x="173118" y="73029"/>
                </a:cubicBezTo>
                <a:cubicBezTo>
                  <a:pt x="173118" y="75446"/>
                  <a:pt x="174029" y="77535"/>
                  <a:pt x="175853" y="79296"/>
                </a:cubicBezTo>
                <a:cubicBezTo>
                  <a:pt x="177677" y="81056"/>
                  <a:pt x="179997" y="81936"/>
                  <a:pt x="182816" y="81936"/>
                </a:cubicBezTo>
                <a:cubicBezTo>
                  <a:pt x="185966" y="81936"/>
                  <a:pt x="188970" y="80912"/>
                  <a:pt x="191830" y="78865"/>
                </a:cubicBezTo>
                <a:cubicBezTo>
                  <a:pt x="193944" y="77309"/>
                  <a:pt x="195332" y="75405"/>
                  <a:pt x="195995" y="73151"/>
                </a:cubicBezTo>
                <a:cubicBezTo>
                  <a:pt x="196451" y="71677"/>
                  <a:pt x="196679" y="68873"/>
                  <a:pt x="196679" y="64737"/>
                </a:cubicBezTo>
                <a:lnTo>
                  <a:pt x="196679" y="61297"/>
                </a:lnTo>
                <a:close/>
                <a:moveTo>
                  <a:pt x="229732" y="26732"/>
                </a:moveTo>
                <a:lnTo>
                  <a:pt x="245834" y="26732"/>
                </a:lnTo>
                <a:lnTo>
                  <a:pt x="245834" y="35746"/>
                </a:lnTo>
                <a:cubicBezTo>
                  <a:pt x="251595" y="28742"/>
                  <a:pt x="258454" y="25240"/>
                  <a:pt x="266411" y="25240"/>
                </a:cubicBezTo>
                <a:cubicBezTo>
                  <a:pt x="270638" y="25240"/>
                  <a:pt x="274306" y="26114"/>
                  <a:pt x="277415" y="27862"/>
                </a:cubicBezTo>
                <a:cubicBezTo>
                  <a:pt x="280523" y="29611"/>
                  <a:pt x="283072" y="32255"/>
                  <a:pt x="285061" y="35795"/>
                </a:cubicBezTo>
                <a:cubicBezTo>
                  <a:pt x="287962" y="32255"/>
                  <a:pt x="291091" y="29611"/>
                  <a:pt x="294448" y="27862"/>
                </a:cubicBezTo>
                <a:cubicBezTo>
                  <a:pt x="297805" y="26114"/>
                  <a:pt x="301390" y="25240"/>
                  <a:pt x="305203" y="25240"/>
                </a:cubicBezTo>
                <a:cubicBezTo>
                  <a:pt x="310052" y="25240"/>
                  <a:pt x="314155" y="26224"/>
                  <a:pt x="317512" y="28193"/>
                </a:cubicBezTo>
                <a:cubicBezTo>
                  <a:pt x="320869" y="30161"/>
                  <a:pt x="323377" y="33052"/>
                  <a:pt x="325035" y="36865"/>
                </a:cubicBezTo>
                <a:cubicBezTo>
                  <a:pt x="326236" y="39683"/>
                  <a:pt x="326837" y="44242"/>
                  <a:pt x="326837" y="50542"/>
                </a:cubicBezTo>
                <a:lnTo>
                  <a:pt x="326837" y="92753"/>
                </a:lnTo>
                <a:lnTo>
                  <a:pt x="309368" y="92753"/>
                </a:lnTo>
                <a:lnTo>
                  <a:pt x="309368" y="55061"/>
                </a:lnTo>
                <a:cubicBezTo>
                  <a:pt x="309368" y="48520"/>
                  <a:pt x="308768" y="44298"/>
                  <a:pt x="307566" y="42394"/>
                </a:cubicBezTo>
                <a:cubicBezTo>
                  <a:pt x="305949" y="39910"/>
                  <a:pt x="303463" y="38668"/>
                  <a:pt x="300106" y="38668"/>
                </a:cubicBezTo>
                <a:cubicBezTo>
                  <a:pt x="297660" y="38668"/>
                  <a:pt x="295360" y="39413"/>
                  <a:pt x="293205" y="40904"/>
                </a:cubicBezTo>
                <a:cubicBezTo>
                  <a:pt x="291050" y="42393"/>
                  <a:pt x="289496" y="44577"/>
                  <a:pt x="288542" y="47455"/>
                </a:cubicBezTo>
                <a:cubicBezTo>
                  <a:pt x="287589" y="50331"/>
                  <a:pt x="287113" y="54875"/>
                  <a:pt x="287113" y="61085"/>
                </a:cubicBezTo>
                <a:lnTo>
                  <a:pt x="287113" y="92753"/>
                </a:lnTo>
                <a:lnTo>
                  <a:pt x="269644" y="92753"/>
                </a:lnTo>
                <a:lnTo>
                  <a:pt x="269644" y="56613"/>
                </a:lnTo>
                <a:cubicBezTo>
                  <a:pt x="269644" y="50197"/>
                  <a:pt x="269333" y="46057"/>
                  <a:pt x="268711" y="44195"/>
                </a:cubicBezTo>
                <a:cubicBezTo>
                  <a:pt x="268090" y="42331"/>
                  <a:pt x="267126" y="40944"/>
                  <a:pt x="265820" y="40034"/>
                </a:cubicBezTo>
                <a:cubicBezTo>
                  <a:pt x="264515" y="39123"/>
                  <a:pt x="262743" y="38668"/>
                  <a:pt x="260505" y="38668"/>
                </a:cubicBezTo>
                <a:cubicBezTo>
                  <a:pt x="257811" y="38668"/>
                  <a:pt x="255387" y="39393"/>
                  <a:pt x="253232" y="40842"/>
                </a:cubicBezTo>
                <a:cubicBezTo>
                  <a:pt x="251076" y="42290"/>
                  <a:pt x="249533" y="44380"/>
                  <a:pt x="248600" y="47113"/>
                </a:cubicBezTo>
                <a:cubicBezTo>
                  <a:pt x="247668" y="49846"/>
                  <a:pt x="247201" y="54379"/>
                  <a:pt x="247201" y="60712"/>
                </a:cubicBezTo>
                <a:lnTo>
                  <a:pt x="247201" y="92753"/>
                </a:lnTo>
                <a:lnTo>
                  <a:pt x="229732" y="92753"/>
                </a:lnTo>
                <a:lnTo>
                  <a:pt x="229732" y="26732"/>
                </a:lnTo>
                <a:close/>
                <a:moveTo>
                  <a:pt x="338069" y="73979"/>
                </a:moveTo>
                <a:lnTo>
                  <a:pt x="355600" y="71243"/>
                </a:lnTo>
                <a:cubicBezTo>
                  <a:pt x="356346" y="74621"/>
                  <a:pt x="357859" y="77186"/>
                  <a:pt x="360138" y="78937"/>
                </a:cubicBezTo>
                <a:cubicBezTo>
                  <a:pt x="362418" y="80688"/>
                  <a:pt x="365609" y="81563"/>
                  <a:pt x="369712" y="81563"/>
                </a:cubicBezTo>
                <a:cubicBezTo>
                  <a:pt x="374229" y="81563"/>
                  <a:pt x="377628" y="80736"/>
                  <a:pt x="379907" y="79080"/>
                </a:cubicBezTo>
                <a:cubicBezTo>
                  <a:pt x="381441" y="77921"/>
                  <a:pt x="382208" y="76369"/>
                  <a:pt x="382208" y="74424"/>
                </a:cubicBezTo>
                <a:cubicBezTo>
                  <a:pt x="382208" y="73099"/>
                  <a:pt x="381793" y="72002"/>
                  <a:pt x="380964" y="71133"/>
                </a:cubicBezTo>
                <a:cubicBezTo>
                  <a:pt x="380094" y="70305"/>
                  <a:pt x="378146" y="69540"/>
                  <a:pt x="375121" y="68836"/>
                </a:cubicBezTo>
                <a:cubicBezTo>
                  <a:pt x="361029" y="65733"/>
                  <a:pt x="352098" y="62898"/>
                  <a:pt x="348327" y="60331"/>
                </a:cubicBezTo>
                <a:cubicBezTo>
                  <a:pt x="343105" y="56770"/>
                  <a:pt x="340493" y="51821"/>
                  <a:pt x="340493" y="45487"/>
                </a:cubicBezTo>
                <a:cubicBezTo>
                  <a:pt x="340493" y="39773"/>
                  <a:pt x="342752" y="34970"/>
                  <a:pt x="347270" y="31078"/>
                </a:cubicBezTo>
                <a:cubicBezTo>
                  <a:pt x="351787" y="27186"/>
                  <a:pt x="358791" y="25240"/>
                  <a:pt x="368282" y="25240"/>
                </a:cubicBezTo>
                <a:cubicBezTo>
                  <a:pt x="377317" y="25240"/>
                  <a:pt x="384031" y="26706"/>
                  <a:pt x="388424" y="29638"/>
                </a:cubicBezTo>
                <a:cubicBezTo>
                  <a:pt x="392817" y="32570"/>
                  <a:pt x="395843" y="36907"/>
                  <a:pt x="397501" y="42647"/>
                </a:cubicBezTo>
                <a:lnTo>
                  <a:pt x="381026" y="45755"/>
                </a:lnTo>
                <a:cubicBezTo>
                  <a:pt x="380322" y="43185"/>
                  <a:pt x="378985" y="41217"/>
                  <a:pt x="377017" y="39849"/>
                </a:cubicBezTo>
                <a:cubicBezTo>
                  <a:pt x="375048" y="38481"/>
                  <a:pt x="372240" y="37798"/>
                  <a:pt x="368593" y="37798"/>
                </a:cubicBezTo>
                <a:cubicBezTo>
                  <a:pt x="363993" y="37798"/>
                  <a:pt x="360698" y="38439"/>
                  <a:pt x="358708" y="39723"/>
                </a:cubicBezTo>
                <a:cubicBezTo>
                  <a:pt x="357382" y="40632"/>
                  <a:pt x="356719" y="41811"/>
                  <a:pt x="356719" y="43261"/>
                </a:cubicBezTo>
                <a:cubicBezTo>
                  <a:pt x="356719" y="44501"/>
                  <a:pt x="357299" y="45556"/>
                  <a:pt x="358460" y="46425"/>
                </a:cubicBezTo>
                <a:cubicBezTo>
                  <a:pt x="360035" y="47584"/>
                  <a:pt x="365474" y="49219"/>
                  <a:pt x="374779" y="51331"/>
                </a:cubicBezTo>
                <a:cubicBezTo>
                  <a:pt x="384083" y="53442"/>
                  <a:pt x="390579" y="56031"/>
                  <a:pt x="394268" y="59100"/>
                </a:cubicBezTo>
                <a:cubicBezTo>
                  <a:pt x="397915" y="62210"/>
                  <a:pt x="399739" y="66544"/>
                  <a:pt x="399739" y="72100"/>
                </a:cubicBezTo>
                <a:cubicBezTo>
                  <a:pt x="399739" y="78155"/>
                  <a:pt x="397211" y="83360"/>
                  <a:pt x="392154" y="87714"/>
                </a:cubicBezTo>
                <a:cubicBezTo>
                  <a:pt x="387098" y="92068"/>
                  <a:pt x="379617" y="94245"/>
                  <a:pt x="369712" y="94245"/>
                </a:cubicBezTo>
                <a:cubicBezTo>
                  <a:pt x="360719" y="94245"/>
                  <a:pt x="353600" y="92428"/>
                  <a:pt x="348358" y="88792"/>
                </a:cubicBezTo>
                <a:cubicBezTo>
                  <a:pt x="343115" y="85155"/>
                  <a:pt x="339685" y="80218"/>
                  <a:pt x="338069" y="739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NewSetofScams">
            <a:extLst xmlns:a="http://schemas.openxmlformats.org/drawingml/2006/main">
              <a:ext uri="{FF2B5EF4-FFF2-40B4-BE49-F238E27FC236}">
                <a16:creationId xmlns:a16="http://schemas.microsoft.com/office/drawing/2014/main" id="{1F966D7B-FFC3-40D5-B780-75F49706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4097" y="1368931"/>
            <a:ext cx="1261324" cy="110243"/>
          </a:xfrm>
          <a:custGeom xmlns:a="http://schemas.openxmlformats.org/drawingml/2006/main">
            <a:pathLst>
              <a:path w="1261324" h="110243">
                <a:moveTo>
                  <a:pt x="0" y="108212"/>
                </a:moveTo>
                <a:lnTo>
                  <a:pt x="0" y="1886"/>
                </a:lnTo>
                <a:lnTo>
                  <a:pt x="20888" y="1886"/>
                </a:lnTo>
                <a:lnTo>
                  <a:pt x="64405" y="73043"/>
                </a:lnTo>
                <a:lnTo>
                  <a:pt x="64405" y="1886"/>
                </a:lnTo>
                <a:lnTo>
                  <a:pt x="84350" y="1886"/>
                </a:lnTo>
                <a:lnTo>
                  <a:pt x="84350" y="108212"/>
                </a:lnTo>
                <a:lnTo>
                  <a:pt x="62809" y="108212"/>
                </a:lnTo>
                <a:lnTo>
                  <a:pt x="19945" y="38680"/>
                </a:lnTo>
                <a:lnTo>
                  <a:pt x="19945" y="108212"/>
                </a:lnTo>
                <a:lnTo>
                  <a:pt x="0" y="108212"/>
                </a:lnTo>
                <a:close/>
                <a:moveTo>
                  <a:pt x="151487" y="83698"/>
                </a:moveTo>
                <a:lnTo>
                  <a:pt x="171795" y="87179"/>
                </a:lnTo>
                <a:cubicBezTo>
                  <a:pt x="169184" y="94601"/>
                  <a:pt x="165062" y="100252"/>
                  <a:pt x="159429" y="104132"/>
                </a:cubicBezTo>
                <a:cubicBezTo>
                  <a:pt x="153796" y="108013"/>
                  <a:pt x="146749" y="109953"/>
                  <a:pt x="138287" y="109953"/>
                </a:cubicBezTo>
                <a:cubicBezTo>
                  <a:pt x="124894" y="109953"/>
                  <a:pt x="114981" y="105577"/>
                  <a:pt x="108551" y="96825"/>
                </a:cubicBezTo>
                <a:cubicBezTo>
                  <a:pt x="103474" y="89814"/>
                  <a:pt x="100935" y="80966"/>
                  <a:pt x="100935" y="70280"/>
                </a:cubicBezTo>
                <a:cubicBezTo>
                  <a:pt x="100935" y="57515"/>
                  <a:pt x="104271" y="47518"/>
                  <a:pt x="110944" y="40289"/>
                </a:cubicBezTo>
                <a:cubicBezTo>
                  <a:pt x="117617" y="33061"/>
                  <a:pt x="126054" y="29446"/>
                  <a:pt x="136256" y="29446"/>
                </a:cubicBezTo>
                <a:cubicBezTo>
                  <a:pt x="147716" y="29446"/>
                  <a:pt x="156758" y="33230"/>
                  <a:pt x="163382" y="40797"/>
                </a:cubicBezTo>
                <a:cubicBezTo>
                  <a:pt x="170006" y="48364"/>
                  <a:pt x="173173" y="59957"/>
                  <a:pt x="172883" y="75574"/>
                </a:cubicBezTo>
                <a:lnTo>
                  <a:pt x="121823" y="75574"/>
                </a:lnTo>
                <a:cubicBezTo>
                  <a:pt x="121968" y="81618"/>
                  <a:pt x="123612" y="86321"/>
                  <a:pt x="126755" y="89681"/>
                </a:cubicBezTo>
                <a:cubicBezTo>
                  <a:pt x="129898" y="93042"/>
                  <a:pt x="133815" y="94722"/>
                  <a:pt x="138505" y="94722"/>
                </a:cubicBezTo>
                <a:cubicBezTo>
                  <a:pt x="141696" y="94722"/>
                  <a:pt x="144380" y="93852"/>
                  <a:pt x="146555" y="92111"/>
                </a:cubicBezTo>
                <a:cubicBezTo>
                  <a:pt x="148731" y="90370"/>
                  <a:pt x="150375" y="87566"/>
                  <a:pt x="151487" y="83698"/>
                </a:cubicBezTo>
                <a:moveTo>
                  <a:pt x="152648" y="63100"/>
                </a:moveTo>
                <a:cubicBezTo>
                  <a:pt x="152503" y="57225"/>
                  <a:pt x="150980" y="52758"/>
                  <a:pt x="148079" y="49700"/>
                </a:cubicBezTo>
                <a:cubicBezTo>
                  <a:pt x="145177" y="46642"/>
                  <a:pt x="141648" y="45113"/>
                  <a:pt x="137489" y="45113"/>
                </a:cubicBezTo>
                <a:cubicBezTo>
                  <a:pt x="133041" y="45113"/>
                  <a:pt x="129366" y="46726"/>
                  <a:pt x="126465" y="49952"/>
                </a:cubicBezTo>
                <a:cubicBezTo>
                  <a:pt x="123564" y="53179"/>
                  <a:pt x="122138" y="57562"/>
                  <a:pt x="122186" y="63100"/>
                </a:cubicBezTo>
                <a:lnTo>
                  <a:pt x="152648" y="63100"/>
                </a:lnTo>
                <a:close/>
                <a:moveTo>
                  <a:pt x="203831" y="108212"/>
                </a:moveTo>
                <a:lnTo>
                  <a:pt x="179461" y="31187"/>
                </a:lnTo>
                <a:lnTo>
                  <a:pt x="199261" y="31187"/>
                </a:lnTo>
                <a:lnTo>
                  <a:pt x="213694" y="81667"/>
                </a:lnTo>
                <a:lnTo>
                  <a:pt x="226967" y="31187"/>
                </a:lnTo>
                <a:lnTo>
                  <a:pt x="246622" y="31187"/>
                </a:lnTo>
                <a:lnTo>
                  <a:pt x="259460" y="81667"/>
                </a:lnTo>
                <a:lnTo>
                  <a:pt x="274183" y="31187"/>
                </a:lnTo>
                <a:lnTo>
                  <a:pt x="294273" y="31187"/>
                </a:lnTo>
                <a:lnTo>
                  <a:pt x="269541" y="108212"/>
                </a:lnTo>
                <a:lnTo>
                  <a:pt x="249959" y="108212"/>
                </a:lnTo>
                <a:lnTo>
                  <a:pt x="236686" y="58675"/>
                </a:lnTo>
                <a:lnTo>
                  <a:pt x="223631" y="108212"/>
                </a:lnTo>
                <a:lnTo>
                  <a:pt x="203831" y="108212"/>
                </a:lnTo>
                <a:close/>
                <a:moveTo>
                  <a:pt x="341031" y="73689"/>
                </a:moveTo>
                <a:lnTo>
                  <a:pt x="361919" y="71658"/>
                </a:lnTo>
                <a:cubicBezTo>
                  <a:pt x="363176" y="78695"/>
                  <a:pt x="365727" y="83863"/>
                  <a:pt x="369571" y="87163"/>
                </a:cubicBezTo>
                <a:cubicBezTo>
                  <a:pt x="373415" y="90462"/>
                  <a:pt x="378601" y="92111"/>
                  <a:pt x="385128" y="92111"/>
                </a:cubicBezTo>
                <a:cubicBezTo>
                  <a:pt x="392043" y="92111"/>
                  <a:pt x="397252" y="90644"/>
                  <a:pt x="400758" y="87709"/>
                </a:cubicBezTo>
                <a:cubicBezTo>
                  <a:pt x="404264" y="84775"/>
                  <a:pt x="406016" y="81343"/>
                  <a:pt x="406016" y="77413"/>
                </a:cubicBezTo>
                <a:cubicBezTo>
                  <a:pt x="406016" y="74891"/>
                  <a:pt x="405279" y="72745"/>
                  <a:pt x="403804" y="70976"/>
                </a:cubicBezTo>
                <a:cubicBezTo>
                  <a:pt x="402329" y="69205"/>
                  <a:pt x="399755" y="67664"/>
                  <a:pt x="396080" y="66354"/>
                </a:cubicBezTo>
                <a:cubicBezTo>
                  <a:pt x="393566" y="65482"/>
                  <a:pt x="387836" y="63932"/>
                  <a:pt x="378891" y="61703"/>
                </a:cubicBezTo>
                <a:cubicBezTo>
                  <a:pt x="367383" y="58845"/>
                  <a:pt x="359308" y="55331"/>
                  <a:pt x="354666" y="51164"/>
                </a:cubicBezTo>
                <a:cubicBezTo>
                  <a:pt x="348139" y="45301"/>
                  <a:pt x="344875" y="38155"/>
                  <a:pt x="344875" y="29725"/>
                </a:cubicBezTo>
                <a:cubicBezTo>
                  <a:pt x="344875" y="24299"/>
                  <a:pt x="346410" y="19225"/>
                  <a:pt x="349481" y="14501"/>
                </a:cubicBezTo>
                <a:cubicBezTo>
                  <a:pt x="352551" y="9776"/>
                  <a:pt x="356975" y="6178"/>
                  <a:pt x="362753" y="3708"/>
                </a:cubicBezTo>
                <a:cubicBezTo>
                  <a:pt x="368531" y="1236"/>
                  <a:pt x="375506" y="0"/>
                  <a:pt x="383678" y="0"/>
                </a:cubicBezTo>
                <a:cubicBezTo>
                  <a:pt x="397023" y="0"/>
                  <a:pt x="407068" y="2939"/>
                  <a:pt x="413813" y="8817"/>
                </a:cubicBezTo>
                <a:cubicBezTo>
                  <a:pt x="420558" y="14693"/>
                  <a:pt x="424100" y="22537"/>
                  <a:pt x="424438" y="32348"/>
                </a:cubicBezTo>
                <a:lnTo>
                  <a:pt x="402970" y="33218"/>
                </a:lnTo>
                <a:cubicBezTo>
                  <a:pt x="402051" y="27754"/>
                  <a:pt x="400081" y="23826"/>
                  <a:pt x="397059" y="21432"/>
                </a:cubicBezTo>
                <a:cubicBezTo>
                  <a:pt x="394037" y="19039"/>
                  <a:pt x="389504" y="17842"/>
                  <a:pt x="383460" y="17842"/>
                </a:cubicBezTo>
                <a:cubicBezTo>
                  <a:pt x="377223" y="17842"/>
                  <a:pt x="372339" y="19124"/>
                  <a:pt x="368809" y="21688"/>
                </a:cubicBezTo>
                <a:cubicBezTo>
                  <a:pt x="366537" y="23332"/>
                  <a:pt x="365400" y="25533"/>
                  <a:pt x="365400" y="28291"/>
                </a:cubicBezTo>
                <a:cubicBezTo>
                  <a:pt x="365400" y="30806"/>
                  <a:pt x="366464" y="32959"/>
                  <a:pt x="368592" y="34748"/>
                </a:cubicBezTo>
                <a:cubicBezTo>
                  <a:pt x="371299" y="37022"/>
                  <a:pt x="377875" y="39394"/>
                  <a:pt x="388319" y="41865"/>
                </a:cubicBezTo>
                <a:cubicBezTo>
                  <a:pt x="398763" y="44335"/>
                  <a:pt x="406488" y="46891"/>
                  <a:pt x="411492" y="49532"/>
                </a:cubicBezTo>
                <a:cubicBezTo>
                  <a:pt x="416497" y="52172"/>
                  <a:pt x="420413" y="55781"/>
                  <a:pt x="423242" y="60359"/>
                </a:cubicBezTo>
                <a:cubicBezTo>
                  <a:pt x="426070" y="64936"/>
                  <a:pt x="427485" y="70592"/>
                  <a:pt x="427485" y="77326"/>
                </a:cubicBezTo>
                <a:cubicBezTo>
                  <a:pt x="427485" y="83429"/>
                  <a:pt x="425792" y="89146"/>
                  <a:pt x="422408" y="94475"/>
                </a:cubicBezTo>
                <a:cubicBezTo>
                  <a:pt x="419023" y="99804"/>
                  <a:pt x="414236" y="103765"/>
                  <a:pt x="408047" y="106356"/>
                </a:cubicBezTo>
                <a:cubicBezTo>
                  <a:pt x="401858" y="108947"/>
                  <a:pt x="394146" y="110243"/>
                  <a:pt x="384911" y="110243"/>
                </a:cubicBezTo>
                <a:cubicBezTo>
                  <a:pt x="371469" y="110243"/>
                  <a:pt x="361145" y="107130"/>
                  <a:pt x="353941" y="100905"/>
                </a:cubicBezTo>
                <a:cubicBezTo>
                  <a:pt x="346737" y="94680"/>
                  <a:pt x="342433" y="85608"/>
                  <a:pt x="341031" y="73689"/>
                </a:cubicBezTo>
                <a:close/>
                <a:moveTo>
                  <a:pt x="490005" y="83698"/>
                </a:moveTo>
                <a:lnTo>
                  <a:pt x="510313" y="87179"/>
                </a:lnTo>
                <a:cubicBezTo>
                  <a:pt x="507702" y="94601"/>
                  <a:pt x="503580" y="100252"/>
                  <a:pt x="497947" y="104132"/>
                </a:cubicBezTo>
                <a:cubicBezTo>
                  <a:pt x="492314" y="108013"/>
                  <a:pt x="485266" y="109953"/>
                  <a:pt x="476805" y="109953"/>
                </a:cubicBezTo>
                <a:cubicBezTo>
                  <a:pt x="463411" y="109953"/>
                  <a:pt x="453499" y="105577"/>
                  <a:pt x="447068" y="96825"/>
                </a:cubicBezTo>
                <a:cubicBezTo>
                  <a:pt x="441991" y="89814"/>
                  <a:pt x="439453" y="80966"/>
                  <a:pt x="439453" y="70280"/>
                </a:cubicBezTo>
                <a:cubicBezTo>
                  <a:pt x="439453" y="57515"/>
                  <a:pt x="442789" y="47518"/>
                  <a:pt x="449462" y="40289"/>
                </a:cubicBezTo>
                <a:cubicBezTo>
                  <a:pt x="456134" y="33061"/>
                  <a:pt x="464572" y="29446"/>
                  <a:pt x="474774" y="29446"/>
                </a:cubicBezTo>
                <a:cubicBezTo>
                  <a:pt x="486233" y="29446"/>
                  <a:pt x="495275" y="33230"/>
                  <a:pt x="501899" y="40797"/>
                </a:cubicBezTo>
                <a:cubicBezTo>
                  <a:pt x="508524" y="48364"/>
                  <a:pt x="511691" y="59957"/>
                  <a:pt x="511401" y="75574"/>
                </a:cubicBezTo>
                <a:lnTo>
                  <a:pt x="460341" y="75574"/>
                </a:lnTo>
                <a:cubicBezTo>
                  <a:pt x="460486" y="81618"/>
                  <a:pt x="462130" y="86321"/>
                  <a:pt x="465273" y="89681"/>
                </a:cubicBezTo>
                <a:cubicBezTo>
                  <a:pt x="468416" y="93042"/>
                  <a:pt x="472332" y="94722"/>
                  <a:pt x="477022" y="94722"/>
                </a:cubicBezTo>
                <a:cubicBezTo>
                  <a:pt x="480213" y="94722"/>
                  <a:pt x="482897" y="93852"/>
                  <a:pt x="485073" y="92111"/>
                </a:cubicBezTo>
                <a:cubicBezTo>
                  <a:pt x="487249" y="90370"/>
                  <a:pt x="488893" y="87566"/>
                  <a:pt x="490005" y="83698"/>
                </a:cubicBezTo>
                <a:moveTo>
                  <a:pt x="491165" y="63100"/>
                </a:moveTo>
                <a:cubicBezTo>
                  <a:pt x="491020" y="57225"/>
                  <a:pt x="489497" y="52758"/>
                  <a:pt x="486596" y="49700"/>
                </a:cubicBezTo>
                <a:cubicBezTo>
                  <a:pt x="483695" y="46642"/>
                  <a:pt x="480165" y="45113"/>
                  <a:pt x="476007" y="45113"/>
                </a:cubicBezTo>
                <a:cubicBezTo>
                  <a:pt x="471558" y="45113"/>
                  <a:pt x="467884" y="46726"/>
                  <a:pt x="464983" y="49952"/>
                </a:cubicBezTo>
                <a:cubicBezTo>
                  <a:pt x="462081" y="53179"/>
                  <a:pt x="460655" y="57562"/>
                  <a:pt x="460703" y="63100"/>
                </a:cubicBezTo>
                <a:lnTo>
                  <a:pt x="491165" y="63100"/>
                </a:lnTo>
                <a:close/>
                <a:moveTo>
                  <a:pt x="563309" y="31187"/>
                </a:moveTo>
                <a:lnTo>
                  <a:pt x="563309" y="47433"/>
                </a:lnTo>
                <a:lnTo>
                  <a:pt x="549383" y="47433"/>
                </a:lnTo>
                <a:lnTo>
                  <a:pt x="549383" y="78426"/>
                </a:lnTo>
                <a:cubicBezTo>
                  <a:pt x="549383" y="84702"/>
                  <a:pt x="549516" y="88360"/>
                  <a:pt x="549782" y="89398"/>
                </a:cubicBezTo>
                <a:cubicBezTo>
                  <a:pt x="550048" y="90434"/>
                  <a:pt x="550652" y="91291"/>
                  <a:pt x="551595" y="91968"/>
                </a:cubicBezTo>
                <a:cubicBezTo>
                  <a:pt x="552538" y="92644"/>
                  <a:pt x="553687" y="92981"/>
                  <a:pt x="555040" y="92981"/>
                </a:cubicBezTo>
                <a:cubicBezTo>
                  <a:pt x="556926" y="92981"/>
                  <a:pt x="559658" y="92328"/>
                  <a:pt x="563236" y="91023"/>
                </a:cubicBezTo>
                <a:lnTo>
                  <a:pt x="564977" y="106893"/>
                </a:lnTo>
                <a:cubicBezTo>
                  <a:pt x="560238" y="108933"/>
                  <a:pt x="554871" y="109953"/>
                  <a:pt x="548876" y="109953"/>
                </a:cubicBezTo>
                <a:cubicBezTo>
                  <a:pt x="545201" y="109953"/>
                  <a:pt x="541889" y="109336"/>
                  <a:pt x="538939" y="108103"/>
                </a:cubicBezTo>
                <a:cubicBezTo>
                  <a:pt x="535990" y="106870"/>
                  <a:pt x="533826" y="105275"/>
                  <a:pt x="532448" y="103316"/>
                </a:cubicBezTo>
                <a:cubicBezTo>
                  <a:pt x="531070" y="101358"/>
                  <a:pt x="530115" y="98711"/>
                  <a:pt x="529583" y="95375"/>
                </a:cubicBezTo>
                <a:cubicBezTo>
                  <a:pt x="529148" y="93005"/>
                  <a:pt x="528930" y="88219"/>
                  <a:pt x="528930" y="81014"/>
                </a:cubicBezTo>
                <a:lnTo>
                  <a:pt x="528930" y="47433"/>
                </a:lnTo>
                <a:lnTo>
                  <a:pt x="519574" y="47433"/>
                </a:lnTo>
                <a:lnTo>
                  <a:pt x="519574" y="31187"/>
                </a:lnTo>
                <a:lnTo>
                  <a:pt x="528930" y="31187"/>
                </a:lnTo>
                <a:lnTo>
                  <a:pt x="528930" y="15811"/>
                </a:lnTo>
                <a:lnTo>
                  <a:pt x="549383" y="3771"/>
                </a:lnTo>
                <a:lnTo>
                  <a:pt x="549383" y="31187"/>
                </a:lnTo>
                <a:lnTo>
                  <a:pt x="563309" y="31187"/>
                </a:lnTo>
                <a:close/>
                <a:moveTo>
                  <a:pt x="614029" y="68612"/>
                </a:moveTo>
                <a:cubicBezTo>
                  <a:pt x="614029" y="61842"/>
                  <a:pt x="615697" y="55291"/>
                  <a:pt x="619034" y="48957"/>
                </a:cubicBezTo>
                <a:cubicBezTo>
                  <a:pt x="622370" y="42622"/>
                  <a:pt x="627096" y="37787"/>
                  <a:pt x="633213" y="34451"/>
                </a:cubicBezTo>
                <a:cubicBezTo>
                  <a:pt x="639330" y="31115"/>
                  <a:pt x="646159" y="29446"/>
                  <a:pt x="653702" y="29446"/>
                </a:cubicBezTo>
                <a:cubicBezTo>
                  <a:pt x="665355" y="29446"/>
                  <a:pt x="674905" y="33230"/>
                  <a:pt x="682351" y="40797"/>
                </a:cubicBezTo>
                <a:cubicBezTo>
                  <a:pt x="689797" y="48364"/>
                  <a:pt x="693520" y="57926"/>
                  <a:pt x="693520" y="69482"/>
                </a:cubicBezTo>
                <a:cubicBezTo>
                  <a:pt x="693520" y="81135"/>
                  <a:pt x="689761" y="90793"/>
                  <a:pt x="682242" y="98457"/>
                </a:cubicBezTo>
                <a:cubicBezTo>
                  <a:pt x="674723" y="106121"/>
                  <a:pt x="665258" y="109953"/>
                  <a:pt x="653847" y="109953"/>
                </a:cubicBezTo>
                <a:cubicBezTo>
                  <a:pt x="646788" y="109953"/>
                  <a:pt x="640055" y="108357"/>
                  <a:pt x="633648" y="105166"/>
                </a:cubicBezTo>
                <a:cubicBezTo>
                  <a:pt x="627241" y="101975"/>
                  <a:pt x="622370" y="97297"/>
                  <a:pt x="619034" y="91132"/>
                </a:cubicBezTo>
                <a:cubicBezTo>
                  <a:pt x="615697" y="84967"/>
                  <a:pt x="614029" y="77460"/>
                  <a:pt x="614029" y="68612"/>
                </a:cubicBezTo>
                <a:moveTo>
                  <a:pt x="634917" y="69700"/>
                </a:moveTo>
                <a:cubicBezTo>
                  <a:pt x="634917" y="77315"/>
                  <a:pt x="636731" y="83148"/>
                  <a:pt x="640357" y="87197"/>
                </a:cubicBezTo>
                <a:cubicBezTo>
                  <a:pt x="643983" y="91247"/>
                  <a:pt x="648456" y="93271"/>
                  <a:pt x="653775" y="93271"/>
                </a:cubicBezTo>
                <a:cubicBezTo>
                  <a:pt x="659093" y="93271"/>
                  <a:pt x="663554" y="91247"/>
                  <a:pt x="667156" y="87197"/>
                </a:cubicBezTo>
                <a:cubicBezTo>
                  <a:pt x="670758" y="83148"/>
                  <a:pt x="672560" y="77267"/>
                  <a:pt x="672560" y="69555"/>
                </a:cubicBezTo>
                <a:cubicBezTo>
                  <a:pt x="672560" y="62036"/>
                  <a:pt x="670758" y="56252"/>
                  <a:pt x="667156" y="52202"/>
                </a:cubicBezTo>
                <a:cubicBezTo>
                  <a:pt x="663554" y="48153"/>
                  <a:pt x="659093" y="46128"/>
                  <a:pt x="653775" y="46128"/>
                </a:cubicBezTo>
                <a:cubicBezTo>
                  <a:pt x="648456" y="46128"/>
                  <a:pt x="643983" y="48153"/>
                  <a:pt x="640357" y="52202"/>
                </a:cubicBezTo>
                <a:cubicBezTo>
                  <a:pt x="636731" y="56252"/>
                  <a:pt x="634917" y="62084"/>
                  <a:pt x="634917" y="69700"/>
                </a:cubicBezTo>
                <a:close/>
                <a:moveTo>
                  <a:pt x="700579" y="31187"/>
                </a:moveTo>
                <a:lnTo>
                  <a:pt x="711894" y="31187"/>
                </a:lnTo>
                <a:lnTo>
                  <a:pt x="711894" y="25371"/>
                </a:lnTo>
                <a:cubicBezTo>
                  <a:pt x="711894" y="18877"/>
                  <a:pt x="712583" y="14030"/>
                  <a:pt x="713961" y="10832"/>
                </a:cubicBezTo>
                <a:cubicBezTo>
                  <a:pt x="715339" y="7633"/>
                  <a:pt x="717877" y="5028"/>
                  <a:pt x="721576" y="3017"/>
                </a:cubicBezTo>
                <a:cubicBezTo>
                  <a:pt x="725275" y="1006"/>
                  <a:pt x="729953" y="0"/>
                  <a:pt x="735611" y="0"/>
                </a:cubicBezTo>
                <a:cubicBezTo>
                  <a:pt x="741413" y="0"/>
                  <a:pt x="747094" y="870"/>
                  <a:pt x="752655" y="2611"/>
                </a:cubicBezTo>
                <a:lnTo>
                  <a:pt x="749899" y="16827"/>
                </a:lnTo>
                <a:cubicBezTo>
                  <a:pt x="746659" y="16053"/>
                  <a:pt x="743540" y="15666"/>
                  <a:pt x="740542" y="15666"/>
                </a:cubicBezTo>
                <a:cubicBezTo>
                  <a:pt x="737593" y="15666"/>
                  <a:pt x="735478" y="16359"/>
                  <a:pt x="734196" y="17744"/>
                </a:cubicBezTo>
                <a:cubicBezTo>
                  <a:pt x="732915" y="19129"/>
                  <a:pt x="732274" y="21788"/>
                  <a:pt x="732274" y="25723"/>
                </a:cubicBezTo>
                <a:lnTo>
                  <a:pt x="732274" y="31187"/>
                </a:lnTo>
                <a:lnTo>
                  <a:pt x="747505" y="31187"/>
                </a:lnTo>
                <a:lnTo>
                  <a:pt x="747505" y="47288"/>
                </a:lnTo>
                <a:lnTo>
                  <a:pt x="732274" y="47288"/>
                </a:lnTo>
                <a:lnTo>
                  <a:pt x="732274" y="108212"/>
                </a:lnTo>
                <a:lnTo>
                  <a:pt x="711894" y="108212"/>
                </a:lnTo>
                <a:lnTo>
                  <a:pt x="711894" y="47288"/>
                </a:lnTo>
                <a:lnTo>
                  <a:pt x="700579" y="47288"/>
                </a:lnTo>
                <a:lnTo>
                  <a:pt x="700579" y="31187"/>
                </a:lnTo>
                <a:close/>
                <a:moveTo>
                  <a:pt x="794961" y="73689"/>
                </a:moveTo>
                <a:lnTo>
                  <a:pt x="815849" y="71658"/>
                </a:lnTo>
                <a:cubicBezTo>
                  <a:pt x="817106" y="78695"/>
                  <a:pt x="819657" y="83863"/>
                  <a:pt x="823501" y="87163"/>
                </a:cubicBezTo>
                <a:cubicBezTo>
                  <a:pt x="827345" y="90462"/>
                  <a:pt x="832531" y="92111"/>
                  <a:pt x="839058" y="92111"/>
                </a:cubicBezTo>
                <a:cubicBezTo>
                  <a:pt x="845973" y="92111"/>
                  <a:pt x="851183" y="90644"/>
                  <a:pt x="854688" y="87709"/>
                </a:cubicBezTo>
                <a:cubicBezTo>
                  <a:pt x="858194" y="84775"/>
                  <a:pt x="859946" y="81343"/>
                  <a:pt x="859946" y="77413"/>
                </a:cubicBezTo>
                <a:cubicBezTo>
                  <a:pt x="859946" y="74891"/>
                  <a:pt x="859209" y="72745"/>
                  <a:pt x="857734" y="70976"/>
                </a:cubicBezTo>
                <a:cubicBezTo>
                  <a:pt x="856260" y="69205"/>
                  <a:pt x="853685" y="67664"/>
                  <a:pt x="850010" y="66354"/>
                </a:cubicBezTo>
                <a:cubicBezTo>
                  <a:pt x="847496" y="65482"/>
                  <a:pt x="841766" y="63932"/>
                  <a:pt x="832821" y="61703"/>
                </a:cubicBezTo>
                <a:cubicBezTo>
                  <a:pt x="821313" y="58845"/>
                  <a:pt x="813238" y="55331"/>
                  <a:pt x="808596" y="51164"/>
                </a:cubicBezTo>
                <a:cubicBezTo>
                  <a:pt x="802069" y="45301"/>
                  <a:pt x="798805" y="38155"/>
                  <a:pt x="798805" y="29725"/>
                </a:cubicBezTo>
                <a:cubicBezTo>
                  <a:pt x="798805" y="24299"/>
                  <a:pt x="800340" y="19225"/>
                  <a:pt x="803411" y="14501"/>
                </a:cubicBezTo>
                <a:cubicBezTo>
                  <a:pt x="806481" y="9776"/>
                  <a:pt x="810905" y="6178"/>
                  <a:pt x="816683" y="3708"/>
                </a:cubicBezTo>
                <a:cubicBezTo>
                  <a:pt x="822461" y="1236"/>
                  <a:pt x="829436" y="0"/>
                  <a:pt x="837608" y="0"/>
                </a:cubicBezTo>
                <a:cubicBezTo>
                  <a:pt x="850953" y="0"/>
                  <a:pt x="860998" y="2939"/>
                  <a:pt x="867743" y="8817"/>
                </a:cubicBezTo>
                <a:cubicBezTo>
                  <a:pt x="874488" y="14693"/>
                  <a:pt x="878030" y="22537"/>
                  <a:pt x="878369" y="32348"/>
                </a:cubicBezTo>
                <a:lnTo>
                  <a:pt x="856900" y="33218"/>
                </a:lnTo>
                <a:cubicBezTo>
                  <a:pt x="855982" y="27754"/>
                  <a:pt x="854011" y="23826"/>
                  <a:pt x="850989" y="21432"/>
                </a:cubicBezTo>
                <a:cubicBezTo>
                  <a:pt x="847967" y="19039"/>
                  <a:pt x="843434" y="17842"/>
                  <a:pt x="837390" y="17842"/>
                </a:cubicBezTo>
                <a:cubicBezTo>
                  <a:pt x="831153" y="17842"/>
                  <a:pt x="826269" y="19124"/>
                  <a:pt x="822739" y="21688"/>
                </a:cubicBezTo>
                <a:cubicBezTo>
                  <a:pt x="820467" y="23332"/>
                  <a:pt x="819331" y="25533"/>
                  <a:pt x="819331" y="28291"/>
                </a:cubicBezTo>
                <a:cubicBezTo>
                  <a:pt x="819331" y="30806"/>
                  <a:pt x="820394" y="32959"/>
                  <a:pt x="822522" y="34748"/>
                </a:cubicBezTo>
                <a:cubicBezTo>
                  <a:pt x="825230" y="37022"/>
                  <a:pt x="831806" y="39394"/>
                  <a:pt x="842250" y="41865"/>
                </a:cubicBezTo>
                <a:cubicBezTo>
                  <a:pt x="852694" y="44335"/>
                  <a:pt x="860418" y="46891"/>
                  <a:pt x="865422" y="49532"/>
                </a:cubicBezTo>
                <a:cubicBezTo>
                  <a:pt x="870427" y="52172"/>
                  <a:pt x="874343" y="55781"/>
                  <a:pt x="877172" y="60359"/>
                </a:cubicBezTo>
                <a:cubicBezTo>
                  <a:pt x="880001" y="64936"/>
                  <a:pt x="881415" y="70592"/>
                  <a:pt x="881415" y="77326"/>
                </a:cubicBezTo>
                <a:cubicBezTo>
                  <a:pt x="881415" y="83429"/>
                  <a:pt x="879722" y="89146"/>
                  <a:pt x="876338" y="94475"/>
                </a:cubicBezTo>
                <a:cubicBezTo>
                  <a:pt x="872953" y="99804"/>
                  <a:pt x="868166" y="103765"/>
                  <a:pt x="861977" y="106356"/>
                </a:cubicBezTo>
                <a:cubicBezTo>
                  <a:pt x="855788" y="108947"/>
                  <a:pt x="848076" y="110243"/>
                  <a:pt x="838841" y="110243"/>
                </a:cubicBezTo>
                <a:cubicBezTo>
                  <a:pt x="825399" y="110243"/>
                  <a:pt x="815076" y="107130"/>
                  <a:pt x="807871" y="100905"/>
                </a:cubicBezTo>
                <a:cubicBezTo>
                  <a:pt x="800667" y="94680"/>
                  <a:pt x="796363" y="85608"/>
                  <a:pt x="794961" y="73689"/>
                </a:cubicBezTo>
                <a:close/>
                <a:moveTo>
                  <a:pt x="966492" y="53961"/>
                </a:moveTo>
                <a:lnTo>
                  <a:pt x="946402" y="57587"/>
                </a:lnTo>
                <a:cubicBezTo>
                  <a:pt x="945725" y="53598"/>
                  <a:pt x="944190" y="50594"/>
                  <a:pt x="941796" y="48576"/>
                </a:cubicBezTo>
                <a:cubicBezTo>
                  <a:pt x="939403" y="46557"/>
                  <a:pt x="936296" y="45548"/>
                  <a:pt x="932476" y="45548"/>
                </a:cubicBezTo>
                <a:cubicBezTo>
                  <a:pt x="927399" y="45548"/>
                  <a:pt x="923350" y="47295"/>
                  <a:pt x="920328" y="50790"/>
                </a:cubicBezTo>
                <a:cubicBezTo>
                  <a:pt x="917306" y="54285"/>
                  <a:pt x="915795" y="60130"/>
                  <a:pt x="915795" y="68324"/>
                </a:cubicBezTo>
                <a:cubicBezTo>
                  <a:pt x="915795" y="77435"/>
                  <a:pt x="917330" y="83871"/>
                  <a:pt x="920400" y="87632"/>
                </a:cubicBezTo>
                <a:cubicBezTo>
                  <a:pt x="923471" y="91392"/>
                  <a:pt x="927593" y="93271"/>
                  <a:pt x="932766" y="93271"/>
                </a:cubicBezTo>
                <a:cubicBezTo>
                  <a:pt x="936635" y="93271"/>
                  <a:pt x="939802" y="92171"/>
                  <a:pt x="942268" y="89971"/>
                </a:cubicBezTo>
                <a:cubicBezTo>
                  <a:pt x="944734" y="87771"/>
                  <a:pt x="946474" y="83988"/>
                  <a:pt x="947490" y="78621"/>
                </a:cubicBezTo>
                <a:lnTo>
                  <a:pt x="967508" y="82102"/>
                </a:lnTo>
                <a:cubicBezTo>
                  <a:pt x="965428" y="91289"/>
                  <a:pt x="961439" y="98227"/>
                  <a:pt x="955540" y="102918"/>
                </a:cubicBezTo>
                <a:cubicBezTo>
                  <a:pt x="949641" y="107608"/>
                  <a:pt x="941736" y="109953"/>
                  <a:pt x="931824" y="109953"/>
                </a:cubicBezTo>
                <a:cubicBezTo>
                  <a:pt x="920558" y="109953"/>
                  <a:pt x="911576" y="106399"/>
                  <a:pt x="904879" y="99291"/>
                </a:cubicBezTo>
                <a:cubicBezTo>
                  <a:pt x="898183" y="92183"/>
                  <a:pt x="894834" y="82344"/>
                  <a:pt x="894834" y="69772"/>
                </a:cubicBezTo>
                <a:cubicBezTo>
                  <a:pt x="894834" y="57056"/>
                  <a:pt x="898195" y="47155"/>
                  <a:pt x="904916" y="40072"/>
                </a:cubicBezTo>
                <a:cubicBezTo>
                  <a:pt x="911637" y="32988"/>
                  <a:pt x="920727" y="29446"/>
                  <a:pt x="932186" y="29446"/>
                </a:cubicBezTo>
                <a:cubicBezTo>
                  <a:pt x="941567" y="29446"/>
                  <a:pt x="949025" y="31465"/>
                  <a:pt x="954561" y="35503"/>
                </a:cubicBezTo>
                <a:cubicBezTo>
                  <a:pt x="960098" y="39540"/>
                  <a:pt x="964074" y="45693"/>
                  <a:pt x="966492" y="53961"/>
                </a:cubicBezTo>
                <a:close/>
                <a:moveTo>
                  <a:pt x="997149" y="54976"/>
                </a:moveTo>
                <a:lnTo>
                  <a:pt x="978655" y="51640"/>
                </a:lnTo>
                <a:cubicBezTo>
                  <a:pt x="980734" y="44096"/>
                  <a:pt x="984312" y="38511"/>
                  <a:pt x="989389" y="34886"/>
                </a:cubicBezTo>
                <a:cubicBezTo>
                  <a:pt x="994466" y="31260"/>
                  <a:pt x="1002009" y="29446"/>
                  <a:pt x="1012018" y="29446"/>
                </a:cubicBezTo>
                <a:cubicBezTo>
                  <a:pt x="1021108" y="29446"/>
                  <a:pt x="1027877" y="30522"/>
                  <a:pt x="1032326" y="32674"/>
                </a:cubicBezTo>
                <a:cubicBezTo>
                  <a:pt x="1036774" y="34826"/>
                  <a:pt x="1039905" y="37558"/>
                  <a:pt x="1041718" y="40870"/>
                </a:cubicBezTo>
                <a:cubicBezTo>
                  <a:pt x="1043531" y="44182"/>
                  <a:pt x="1044438" y="50262"/>
                  <a:pt x="1044438" y="59111"/>
                </a:cubicBezTo>
                <a:lnTo>
                  <a:pt x="1044220" y="82900"/>
                </a:lnTo>
                <a:cubicBezTo>
                  <a:pt x="1044220" y="89669"/>
                  <a:pt x="1044547" y="94661"/>
                  <a:pt x="1045199" y="97877"/>
                </a:cubicBezTo>
                <a:cubicBezTo>
                  <a:pt x="1045852" y="101092"/>
                  <a:pt x="1047073" y="104537"/>
                  <a:pt x="1048862" y="108212"/>
                </a:cubicBezTo>
                <a:lnTo>
                  <a:pt x="1028699" y="108212"/>
                </a:lnTo>
                <a:cubicBezTo>
                  <a:pt x="1028167" y="106858"/>
                  <a:pt x="1027515" y="104852"/>
                  <a:pt x="1026741" y="102192"/>
                </a:cubicBezTo>
                <a:cubicBezTo>
                  <a:pt x="1026402" y="100984"/>
                  <a:pt x="1026161" y="100186"/>
                  <a:pt x="1026016" y="99799"/>
                </a:cubicBezTo>
                <a:cubicBezTo>
                  <a:pt x="1022534" y="103184"/>
                  <a:pt x="1018811" y="105722"/>
                  <a:pt x="1014846" y="107414"/>
                </a:cubicBezTo>
                <a:cubicBezTo>
                  <a:pt x="1010881" y="109107"/>
                  <a:pt x="1006651" y="109953"/>
                  <a:pt x="1002154" y="109953"/>
                </a:cubicBezTo>
                <a:cubicBezTo>
                  <a:pt x="994224" y="109953"/>
                  <a:pt x="987975" y="107810"/>
                  <a:pt x="983405" y="103525"/>
                </a:cubicBezTo>
                <a:cubicBezTo>
                  <a:pt x="978836" y="99240"/>
                  <a:pt x="976551" y="93823"/>
                  <a:pt x="976551" y="87274"/>
                </a:cubicBezTo>
                <a:cubicBezTo>
                  <a:pt x="976551" y="82941"/>
                  <a:pt x="977591" y="79077"/>
                  <a:pt x="979670" y="75683"/>
                </a:cubicBezTo>
                <a:cubicBezTo>
                  <a:pt x="981749" y="72288"/>
                  <a:pt x="984662" y="69688"/>
                  <a:pt x="988410" y="67882"/>
                </a:cubicBezTo>
                <a:cubicBezTo>
                  <a:pt x="992157" y="66076"/>
                  <a:pt x="997560" y="64500"/>
                  <a:pt x="1004620" y="63152"/>
                </a:cubicBezTo>
                <a:cubicBezTo>
                  <a:pt x="1014145" y="61370"/>
                  <a:pt x="1020745" y="59709"/>
                  <a:pt x="1024420" y="58168"/>
                </a:cubicBezTo>
                <a:lnTo>
                  <a:pt x="1024420" y="56114"/>
                </a:lnTo>
                <a:cubicBezTo>
                  <a:pt x="1024420" y="52154"/>
                  <a:pt x="1023453" y="49331"/>
                  <a:pt x="1021519" y="47644"/>
                </a:cubicBezTo>
                <a:cubicBezTo>
                  <a:pt x="1019585" y="45956"/>
                  <a:pt x="1015934" y="45113"/>
                  <a:pt x="1010567" y="45113"/>
                </a:cubicBezTo>
                <a:cubicBezTo>
                  <a:pt x="1006941" y="45113"/>
                  <a:pt x="1004112" y="45842"/>
                  <a:pt x="1002081" y="47302"/>
                </a:cubicBezTo>
                <a:cubicBezTo>
                  <a:pt x="1000050" y="48760"/>
                  <a:pt x="998407" y="51318"/>
                  <a:pt x="997149" y="54976"/>
                </a:cubicBezTo>
                <a:moveTo>
                  <a:pt x="1024420" y="71513"/>
                </a:moveTo>
                <a:cubicBezTo>
                  <a:pt x="1021809" y="72373"/>
                  <a:pt x="1017675" y="73400"/>
                  <a:pt x="1012018" y="74595"/>
                </a:cubicBezTo>
                <a:cubicBezTo>
                  <a:pt x="1006360" y="75789"/>
                  <a:pt x="1002661" y="76959"/>
                  <a:pt x="1000921" y="78106"/>
                </a:cubicBezTo>
                <a:cubicBezTo>
                  <a:pt x="998261" y="79969"/>
                  <a:pt x="996932" y="82334"/>
                  <a:pt x="996932" y="85200"/>
                </a:cubicBezTo>
                <a:cubicBezTo>
                  <a:pt x="996932" y="88020"/>
                  <a:pt x="997996" y="90457"/>
                  <a:pt x="1000123" y="92512"/>
                </a:cubicBezTo>
                <a:cubicBezTo>
                  <a:pt x="1002251" y="94566"/>
                  <a:pt x="1004958" y="95592"/>
                  <a:pt x="1008246" y="95592"/>
                </a:cubicBezTo>
                <a:cubicBezTo>
                  <a:pt x="1011921" y="95592"/>
                  <a:pt x="1015426" y="94398"/>
                  <a:pt x="1018763" y="92009"/>
                </a:cubicBezTo>
                <a:cubicBezTo>
                  <a:pt x="1021229" y="90194"/>
                  <a:pt x="1022849" y="87972"/>
                  <a:pt x="1023622" y="85343"/>
                </a:cubicBezTo>
                <a:cubicBezTo>
                  <a:pt x="1024154" y="83624"/>
                  <a:pt x="1024420" y="80351"/>
                  <a:pt x="1024420" y="75527"/>
                </a:cubicBezTo>
                <a:lnTo>
                  <a:pt x="1024420" y="71513"/>
                </a:lnTo>
                <a:close/>
                <a:moveTo>
                  <a:pt x="1062984" y="31187"/>
                </a:moveTo>
                <a:lnTo>
                  <a:pt x="1081769" y="31187"/>
                </a:lnTo>
                <a:lnTo>
                  <a:pt x="1081769" y="41704"/>
                </a:lnTo>
                <a:cubicBezTo>
                  <a:pt x="1088490" y="33532"/>
                  <a:pt x="1096492" y="29446"/>
                  <a:pt x="1105776" y="29446"/>
                </a:cubicBezTo>
                <a:cubicBezTo>
                  <a:pt x="1110708" y="29446"/>
                  <a:pt x="1114987" y="30466"/>
                  <a:pt x="1118613" y="32506"/>
                </a:cubicBezTo>
                <a:cubicBezTo>
                  <a:pt x="1122240" y="34546"/>
                  <a:pt x="1125213" y="37631"/>
                  <a:pt x="1127534" y="41760"/>
                </a:cubicBezTo>
                <a:cubicBezTo>
                  <a:pt x="1130919" y="37631"/>
                  <a:pt x="1134569" y="34546"/>
                  <a:pt x="1138486" y="32506"/>
                </a:cubicBezTo>
                <a:cubicBezTo>
                  <a:pt x="1142402" y="30466"/>
                  <a:pt x="1146585" y="29446"/>
                  <a:pt x="1151033" y="29446"/>
                </a:cubicBezTo>
                <a:cubicBezTo>
                  <a:pt x="1156690" y="29446"/>
                  <a:pt x="1161477" y="30595"/>
                  <a:pt x="1165394" y="32892"/>
                </a:cubicBezTo>
                <a:cubicBezTo>
                  <a:pt x="1169310" y="35188"/>
                  <a:pt x="1172236" y="38561"/>
                  <a:pt x="1174170" y="43009"/>
                </a:cubicBezTo>
                <a:cubicBezTo>
                  <a:pt x="1175572" y="46297"/>
                  <a:pt x="1176273" y="51616"/>
                  <a:pt x="1176273" y="58965"/>
                </a:cubicBezTo>
                <a:lnTo>
                  <a:pt x="1176273" y="108212"/>
                </a:lnTo>
                <a:lnTo>
                  <a:pt x="1155893" y="108212"/>
                </a:lnTo>
                <a:lnTo>
                  <a:pt x="1155893" y="64237"/>
                </a:lnTo>
                <a:cubicBezTo>
                  <a:pt x="1155893" y="56607"/>
                  <a:pt x="1155192" y="51681"/>
                  <a:pt x="1153789" y="49460"/>
                </a:cubicBezTo>
                <a:cubicBezTo>
                  <a:pt x="1151904" y="46562"/>
                  <a:pt x="1149002" y="45113"/>
                  <a:pt x="1145086" y="45113"/>
                </a:cubicBezTo>
                <a:cubicBezTo>
                  <a:pt x="1142233" y="45113"/>
                  <a:pt x="1139550" y="45982"/>
                  <a:pt x="1137035" y="47721"/>
                </a:cubicBezTo>
                <a:cubicBezTo>
                  <a:pt x="1134521" y="49459"/>
                  <a:pt x="1132708" y="52007"/>
                  <a:pt x="1131596" y="55364"/>
                </a:cubicBezTo>
                <a:cubicBezTo>
                  <a:pt x="1130484" y="58720"/>
                  <a:pt x="1129928" y="64021"/>
                  <a:pt x="1129928" y="71266"/>
                </a:cubicBezTo>
                <a:lnTo>
                  <a:pt x="1129928" y="108212"/>
                </a:lnTo>
                <a:lnTo>
                  <a:pt x="1109547" y="108212"/>
                </a:lnTo>
                <a:lnTo>
                  <a:pt x="1109547" y="66048"/>
                </a:lnTo>
                <a:cubicBezTo>
                  <a:pt x="1109547" y="58563"/>
                  <a:pt x="1109184" y="53734"/>
                  <a:pt x="1108459" y="51561"/>
                </a:cubicBezTo>
                <a:cubicBezTo>
                  <a:pt x="1107734" y="49386"/>
                  <a:pt x="1106610" y="47768"/>
                  <a:pt x="1105087" y="46706"/>
                </a:cubicBezTo>
                <a:cubicBezTo>
                  <a:pt x="1103563" y="45644"/>
                  <a:pt x="1101496" y="45113"/>
                  <a:pt x="1098885" y="45113"/>
                </a:cubicBezTo>
                <a:cubicBezTo>
                  <a:pt x="1095743" y="45113"/>
                  <a:pt x="1092914" y="45958"/>
                  <a:pt x="1090400" y="47649"/>
                </a:cubicBezTo>
                <a:cubicBezTo>
                  <a:pt x="1087885" y="49338"/>
                  <a:pt x="1086084" y="51777"/>
                  <a:pt x="1084996" y="54965"/>
                </a:cubicBezTo>
                <a:cubicBezTo>
                  <a:pt x="1083908" y="58153"/>
                  <a:pt x="1083364" y="63442"/>
                  <a:pt x="1083364" y="70831"/>
                </a:cubicBezTo>
                <a:lnTo>
                  <a:pt x="1083364" y="108212"/>
                </a:lnTo>
                <a:lnTo>
                  <a:pt x="1062984" y="108212"/>
                </a:lnTo>
                <a:lnTo>
                  <a:pt x="1062984" y="31187"/>
                </a:lnTo>
                <a:close/>
                <a:moveTo>
                  <a:pt x="1189376" y="86309"/>
                </a:moveTo>
                <a:lnTo>
                  <a:pt x="1209829" y="83117"/>
                </a:lnTo>
                <a:cubicBezTo>
                  <a:pt x="1210700" y="87058"/>
                  <a:pt x="1212465" y="90050"/>
                  <a:pt x="1215124" y="92093"/>
                </a:cubicBezTo>
                <a:cubicBezTo>
                  <a:pt x="1217783" y="94136"/>
                  <a:pt x="1221506" y="95157"/>
                  <a:pt x="1226293" y="95157"/>
                </a:cubicBezTo>
                <a:cubicBezTo>
                  <a:pt x="1231564" y="95157"/>
                  <a:pt x="1235529" y="94192"/>
                  <a:pt x="1238188" y="92260"/>
                </a:cubicBezTo>
                <a:cubicBezTo>
                  <a:pt x="1239977" y="90908"/>
                  <a:pt x="1240871" y="89097"/>
                  <a:pt x="1240871" y="86828"/>
                </a:cubicBezTo>
                <a:cubicBezTo>
                  <a:pt x="1240871" y="85282"/>
                  <a:pt x="1240388" y="84002"/>
                  <a:pt x="1239421" y="82988"/>
                </a:cubicBezTo>
                <a:cubicBezTo>
                  <a:pt x="1238405" y="82023"/>
                  <a:pt x="1236133" y="81130"/>
                  <a:pt x="1232603" y="80309"/>
                </a:cubicBezTo>
                <a:cubicBezTo>
                  <a:pt x="1216163" y="76689"/>
                  <a:pt x="1205744" y="73381"/>
                  <a:pt x="1201344" y="70386"/>
                </a:cubicBezTo>
                <a:cubicBezTo>
                  <a:pt x="1195251" y="66231"/>
                  <a:pt x="1192205" y="60458"/>
                  <a:pt x="1192205" y="53068"/>
                </a:cubicBezTo>
                <a:cubicBezTo>
                  <a:pt x="1192205" y="46401"/>
                  <a:pt x="1194840" y="40798"/>
                  <a:pt x="1200111" y="36257"/>
                </a:cubicBezTo>
                <a:cubicBezTo>
                  <a:pt x="1205381" y="31717"/>
                  <a:pt x="1213552" y="29446"/>
                  <a:pt x="1224625" y="29446"/>
                </a:cubicBezTo>
                <a:cubicBezTo>
                  <a:pt x="1235166" y="29446"/>
                  <a:pt x="1242999" y="31157"/>
                  <a:pt x="1248124" y="34578"/>
                </a:cubicBezTo>
                <a:cubicBezTo>
                  <a:pt x="1253250" y="37999"/>
                  <a:pt x="1256779" y="43058"/>
                  <a:pt x="1258713" y="49754"/>
                </a:cubicBezTo>
                <a:lnTo>
                  <a:pt x="1239493" y="53381"/>
                </a:lnTo>
                <a:cubicBezTo>
                  <a:pt x="1238671" y="50383"/>
                  <a:pt x="1237112" y="48086"/>
                  <a:pt x="1234815" y="46491"/>
                </a:cubicBezTo>
                <a:cubicBezTo>
                  <a:pt x="1232519" y="44895"/>
                  <a:pt x="1229243" y="44097"/>
                  <a:pt x="1224988" y="44097"/>
                </a:cubicBezTo>
                <a:cubicBezTo>
                  <a:pt x="1219621" y="44097"/>
                  <a:pt x="1215777" y="44846"/>
                  <a:pt x="1213456" y="46343"/>
                </a:cubicBezTo>
                <a:cubicBezTo>
                  <a:pt x="1211908" y="47404"/>
                  <a:pt x="1211135" y="48780"/>
                  <a:pt x="1211135" y="50471"/>
                </a:cubicBezTo>
                <a:cubicBezTo>
                  <a:pt x="1211135" y="51918"/>
                  <a:pt x="1211812" y="53149"/>
                  <a:pt x="1213166" y="54163"/>
                </a:cubicBezTo>
                <a:cubicBezTo>
                  <a:pt x="1215003" y="55515"/>
                  <a:pt x="1221349" y="57423"/>
                  <a:pt x="1232204" y="59886"/>
                </a:cubicBezTo>
                <a:cubicBezTo>
                  <a:pt x="1243059" y="62349"/>
                  <a:pt x="1250639" y="65370"/>
                  <a:pt x="1254942" y="68949"/>
                </a:cubicBezTo>
                <a:cubicBezTo>
                  <a:pt x="1259197" y="72579"/>
                  <a:pt x="1261324" y="77635"/>
                  <a:pt x="1261324" y="84117"/>
                </a:cubicBezTo>
                <a:cubicBezTo>
                  <a:pt x="1261324" y="91181"/>
                  <a:pt x="1258375" y="97253"/>
                  <a:pt x="1252476" y="102333"/>
                </a:cubicBezTo>
                <a:cubicBezTo>
                  <a:pt x="1246577" y="107413"/>
                  <a:pt x="1237849" y="109953"/>
                  <a:pt x="1226293" y="109953"/>
                </a:cubicBezTo>
                <a:cubicBezTo>
                  <a:pt x="1215801" y="109953"/>
                  <a:pt x="1207496" y="107832"/>
                  <a:pt x="1201380" y="103591"/>
                </a:cubicBezTo>
                <a:cubicBezTo>
                  <a:pt x="1195263" y="99348"/>
                  <a:pt x="1191262" y="93587"/>
                  <a:pt x="1189376" y="863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NewCategoryScams">
            <a:extLst xmlns:a="http://schemas.openxmlformats.org/drawingml/2006/main">
              <a:ext uri="{FF2B5EF4-FFF2-40B4-BE49-F238E27FC236}">
                <a16:creationId xmlns:a16="http://schemas.microsoft.com/office/drawing/2014/main" id="{0E5084B8-BDF1-498A-B297-68455D76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8549" y="1549299"/>
            <a:ext cx="1492452" cy="139544"/>
          </a:xfrm>
          <a:custGeom xmlns:a="http://schemas.openxmlformats.org/drawingml/2006/main">
            <a:pathLst>
              <a:path w="1492452" h="139544">
                <a:moveTo>
                  <a:pt x="84350" y="108212"/>
                </a:moveTo>
                <a:lnTo>
                  <a:pt x="84350" y="1886"/>
                </a:lnTo>
                <a:lnTo>
                  <a:pt x="64405" y="1886"/>
                </a:lnTo>
                <a:lnTo>
                  <a:pt x="64405" y="73043"/>
                </a:lnTo>
                <a:lnTo>
                  <a:pt x="20888" y="1886"/>
                </a:lnTo>
                <a:lnTo>
                  <a:pt x="0" y="1886"/>
                </a:lnTo>
                <a:lnTo>
                  <a:pt x="0" y="108212"/>
                </a:lnTo>
                <a:lnTo>
                  <a:pt x="19945" y="108212"/>
                </a:lnTo>
                <a:lnTo>
                  <a:pt x="19945" y="38680"/>
                </a:lnTo>
                <a:lnTo>
                  <a:pt x="62809" y="108212"/>
                </a:lnTo>
                <a:lnTo>
                  <a:pt x="84350" y="108212"/>
                </a:lnTo>
                <a:close/>
                <a:moveTo>
                  <a:pt x="413511" y="72778"/>
                </a:moveTo>
                <a:lnTo>
                  <a:pt x="413233" y="73657"/>
                </a:lnTo>
                <a:lnTo>
                  <a:pt x="412943" y="74514"/>
                </a:lnTo>
                <a:lnTo>
                  <a:pt x="412641" y="75349"/>
                </a:lnTo>
                <a:lnTo>
                  <a:pt x="412326" y="76162"/>
                </a:lnTo>
                <a:lnTo>
                  <a:pt x="412000" y="76954"/>
                </a:lnTo>
                <a:lnTo>
                  <a:pt x="411661" y="77723"/>
                </a:lnTo>
                <a:lnTo>
                  <a:pt x="411311" y="78472"/>
                </a:lnTo>
                <a:lnTo>
                  <a:pt x="410948" y="79198"/>
                </a:lnTo>
                <a:lnTo>
                  <a:pt x="410573" y="79903"/>
                </a:lnTo>
                <a:lnTo>
                  <a:pt x="410187" y="80586"/>
                </a:lnTo>
                <a:lnTo>
                  <a:pt x="409788" y="81247"/>
                </a:lnTo>
                <a:lnTo>
                  <a:pt x="409377" y="81886"/>
                </a:lnTo>
                <a:lnTo>
                  <a:pt x="408954" y="82504"/>
                </a:lnTo>
                <a:lnTo>
                  <a:pt x="408519" y="83100"/>
                </a:lnTo>
                <a:lnTo>
                  <a:pt x="408071" y="83675"/>
                </a:lnTo>
                <a:lnTo>
                  <a:pt x="407612" y="84227"/>
                </a:lnTo>
                <a:lnTo>
                  <a:pt x="407140" y="84758"/>
                </a:lnTo>
                <a:lnTo>
                  <a:pt x="406657" y="85267"/>
                </a:lnTo>
                <a:lnTo>
                  <a:pt x="406161" y="85755"/>
                </a:lnTo>
                <a:lnTo>
                  <a:pt x="405654" y="86220"/>
                </a:lnTo>
                <a:lnTo>
                  <a:pt x="405136" y="86665"/>
                </a:lnTo>
                <a:lnTo>
                  <a:pt x="404610" y="87092"/>
                </a:lnTo>
                <a:lnTo>
                  <a:pt x="404075" y="87499"/>
                </a:lnTo>
                <a:lnTo>
                  <a:pt x="403532" y="87887"/>
                </a:lnTo>
                <a:lnTo>
                  <a:pt x="402981" y="88257"/>
                </a:lnTo>
                <a:lnTo>
                  <a:pt x="402422" y="88607"/>
                </a:lnTo>
                <a:lnTo>
                  <a:pt x="401854" y="88938"/>
                </a:lnTo>
                <a:lnTo>
                  <a:pt x="401278" y="89251"/>
                </a:lnTo>
                <a:lnTo>
                  <a:pt x="400693" y="89545"/>
                </a:lnTo>
                <a:lnTo>
                  <a:pt x="400101" y="89819"/>
                </a:lnTo>
                <a:lnTo>
                  <a:pt x="399500" y="90075"/>
                </a:lnTo>
                <a:lnTo>
                  <a:pt x="398890" y="90312"/>
                </a:lnTo>
                <a:lnTo>
                  <a:pt x="398273" y="90530"/>
                </a:lnTo>
                <a:lnTo>
                  <a:pt x="397647" y="90729"/>
                </a:lnTo>
                <a:lnTo>
                  <a:pt x="397013" y="90909"/>
                </a:lnTo>
                <a:lnTo>
                  <a:pt x="396370" y="91070"/>
                </a:lnTo>
                <a:lnTo>
                  <a:pt x="395719" y="91212"/>
                </a:lnTo>
                <a:lnTo>
                  <a:pt x="395060" y="91335"/>
                </a:lnTo>
                <a:lnTo>
                  <a:pt x="394393" y="91439"/>
                </a:lnTo>
                <a:lnTo>
                  <a:pt x="393717" y="91524"/>
                </a:lnTo>
                <a:lnTo>
                  <a:pt x="393033" y="91590"/>
                </a:lnTo>
                <a:lnTo>
                  <a:pt x="392340" y="91638"/>
                </a:lnTo>
                <a:lnTo>
                  <a:pt x="391639" y="91666"/>
                </a:lnTo>
                <a:lnTo>
                  <a:pt x="390930" y="91676"/>
                </a:lnTo>
                <a:lnTo>
                  <a:pt x="389971" y="91661"/>
                </a:lnTo>
                <a:lnTo>
                  <a:pt x="389027" y="91616"/>
                </a:lnTo>
                <a:lnTo>
                  <a:pt x="388097" y="91542"/>
                </a:lnTo>
                <a:lnTo>
                  <a:pt x="387183" y="91438"/>
                </a:lnTo>
                <a:lnTo>
                  <a:pt x="386284" y="91304"/>
                </a:lnTo>
                <a:lnTo>
                  <a:pt x="385400" y="91141"/>
                </a:lnTo>
                <a:lnTo>
                  <a:pt x="384531" y="90948"/>
                </a:lnTo>
                <a:lnTo>
                  <a:pt x="383678" y="90725"/>
                </a:lnTo>
                <a:lnTo>
                  <a:pt x="382839" y="90472"/>
                </a:lnTo>
                <a:lnTo>
                  <a:pt x="382015" y="90190"/>
                </a:lnTo>
                <a:lnTo>
                  <a:pt x="381207" y="89878"/>
                </a:lnTo>
                <a:lnTo>
                  <a:pt x="380414" y="89536"/>
                </a:lnTo>
                <a:lnTo>
                  <a:pt x="379636" y="89165"/>
                </a:lnTo>
                <a:lnTo>
                  <a:pt x="378873" y="88764"/>
                </a:lnTo>
                <a:lnTo>
                  <a:pt x="378125" y="88333"/>
                </a:lnTo>
                <a:lnTo>
                  <a:pt x="377392" y="87872"/>
                </a:lnTo>
                <a:lnTo>
                  <a:pt x="376674" y="87382"/>
                </a:lnTo>
                <a:lnTo>
                  <a:pt x="375971" y="86862"/>
                </a:lnTo>
                <a:lnTo>
                  <a:pt x="375284" y="86312"/>
                </a:lnTo>
                <a:lnTo>
                  <a:pt x="374612" y="85732"/>
                </a:lnTo>
                <a:lnTo>
                  <a:pt x="373954" y="85123"/>
                </a:lnTo>
                <a:lnTo>
                  <a:pt x="373312" y="84484"/>
                </a:lnTo>
                <a:lnTo>
                  <a:pt x="372685" y="83816"/>
                </a:lnTo>
                <a:lnTo>
                  <a:pt x="372073" y="83117"/>
                </a:lnTo>
                <a:lnTo>
                  <a:pt x="371481" y="82384"/>
                </a:lnTo>
                <a:lnTo>
                  <a:pt x="370915" y="81610"/>
                </a:lnTo>
                <a:lnTo>
                  <a:pt x="370373" y="80796"/>
                </a:lnTo>
                <a:lnTo>
                  <a:pt x="369857" y="79942"/>
                </a:lnTo>
                <a:lnTo>
                  <a:pt x="369366" y="79048"/>
                </a:lnTo>
                <a:lnTo>
                  <a:pt x="368900" y="78113"/>
                </a:lnTo>
                <a:lnTo>
                  <a:pt x="368459" y="77138"/>
                </a:lnTo>
                <a:lnTo>
                  <a:pt x="368044" y="76122"/>
                </a:lnTo>
                <a:lnTo>
                  <a:pt x="367653" y="75067"/>
                </a:lnTo>
                <a:lnTo>
                  <a:pt x="367288" y="73971"/>
                </a:lnTo>
                <a:lnTo>
                  <a:pt x="366948" y="72834"/>
                </a:lnTo>
                <a:lnTo>
                  <a:pt x="366633" y="71658"/>
                </a:lnTo>
                <a:lnTo>
                  <a:pt x="366344" y="70441"/>
                </a:lnTo>
                <a:lnTo>
                  <a:pt x="366079" y="69184"/>
                </a:lnTo>
                <a:lnTo>
                  <a:pt x="365840" y="67886"/>
                </a:lnTo>
                <a:lnTo>
                  <a:pt x="365626" y="66549"/>
                </a:lnTo>
                <a:lnTo>
                  <a:pt x="365437" y="65171"/>
                </a:lnTo>
                <a:lnTo>
                  <a:pt x="365274" y="63752"/>
                </a:lnTo>
                <a:lnTo>
                  <a:pt x="365135" y="62294"/>
                </a:lnTo>
                <a:lnTo>
                  <a:pt x="365022" y="60795"/>
                </a:lnTo>
                <a:lnTo>
                  <a:pt x="364934" y="59256"/>
                </a:lnTo>
                <a:lnTo>
                  <a:pt x="364871" y="57676"/>
                </a:lnTo>
                <a:lnTo>
                  <a:pt x="364833" y="56056"/>
                </a:lnTo>
                <a:lnTo>
                  <a:pt x="364820" y="54396"/>
                </a:lnTo>
                <a:lnTo>
                  <a:pt x="364833" y="52831"/>
                </a:lnTo>
                <a:lnTo>
                  <a:pt x="364871" y="51302"/>
                </a:lnTo>
                <a:lnTo>
                  <a:pt x="364935" y="49810"/>
                </a:lnTo>
                <a:lnTo>
                  <a:pt x="365025" y="48354"/>
                </a:lnTo>
                <a:lnTo>
                  <a:pt x="365140" y="46935"/>
                </a:lnTo>
                <a:lnTo>
                  <a:pt x="365280" y="45552"/>
                </a:lnTo>
                <a:lnTo>
                  <a:pt x="365447" y="44206"/>
                </a:lnTo>
                <a:lnTo>
                  <a:pt x="365638" y="42896"/>
                </a:lnTo>
                <a:lnTo>
                  <a:pt x="365855" y="41623"/>
                </a:lnTo>
                <a:lnTo>
                  <a:pt x="366098" y="40387"/>
                </a:lnTo>
                <a:lnTo>
                  <a:pt x="366367" y="39187"/>
                </a:lnTo>
                <a:lnTo>
                  <a:pt x="366661" y="38023"/>
                </a:lnTo>
                <a:lnTo>
                  <a:pt x="366980" y="36896"/>
                </a:lnTo>
                <a:lnTo>
                  <a:pt x="367325" y="35805"/>
                </a:lnTo>
                <a:lnTo>
                  <a:pt x="367696" y="34751"/>
                </a:lnTo>
                <a:lnTo>
                  <a:pt x="368092" y="33734"/>
                </a:lnTo>
                <a:lnTo>
                  <a:pt x="368514" y="32753"/>
                </a:lnTo>
                <a:lnTo>
                  <a:pt x="368961" y="31808"/>
                </a:lnTo>
                <a:lnTo>
                  <a:pt x="369434" y="30900"/>
                </a:lnTo>
                <a:lnTo>
                  <a:pt x="369932" y="30029"/>
                </a:lnTo>
                <a:lnTo>
                  <a:pt x="370456" y="29194"/>
                </a:lnTo>
                <a:lnTo>
                  <a:pt x="371006" y="28395"/>
                </a:lnTo>
                <a:lnTo>
                  <a:pt x="371581" y="27633"/>
                </a:lnTo>
                <a:lnTo>
                  <a:pt x="372182" y="26908"/>
                </a:lnTo>
                <a:lnTo>
                  <a:pt x="372803" y="26216"/>
                </a:lnTo>
                <a:lnTo>
                  <a:pt x="373440" y="25553"/>
                </a:lnTo>
                <a:lnTo>
                  <a:pt x="374092" y="24919"/>
                </a:lnTo>
                <a:lnTo>
                  <a:pt x="374760" y="24315"/>
                </a:lnTo>
                <a:lnTo>
                  <a:pt x="375443" y="23741"/>
                </a:lnTo>
                <a:lnTo>
                  <a:pt x="376141" y="23195"/>
                </a:lnTo>
                <a:lnTo>
                  <a:pt x="376856" y="22680"/>
                </a:lnTo>
                <a:lnTo>
                  <a:pt x="377585" y="22194"/>
                </a:lnTo>
                <a:lnTo>
                  <a:pt x="378330" y="21737"/>
                </a:lnTo>
                <a:lnTo>
                  <a:pt x="379091" y="21310"/>
                </a:lnTo>
                <a:lnTo>
                  <a:pt x="379867" y="20912"/>
                </a:lnTo>
                <a:lnTo>
                  <a:pt x="380659" y="20544"/>
                </a:lnTo>
                <a:lnTo>
                  <a:pt x="381466" y="20205"/>
                </a:lnTo>
                <a:lnTo>
                  <a:pt x="382288" y="19895"/>
                </a:lnTo>
                <a:lnTo>
                  <a:pt x="383126" y="19615"/>
                </a:lnTo>
                <a:lnTo>
                  <a:pt x="383980" y="19365"/>
                </a:lnTo>
                <a:lnTo>
                  <a:pt x="384849" y="19144"/>
                </a:lnTo>
                <a:lnTo>
                  <a:pt x="385733" y="18953"/>
                </a:lnTo>
                <a:lnTo>
                  <a:pt x="386633" y="18790"/>
                </a:lnTo>
                <a:lnTo>
                  <a:pt x="387549" y="18658"/>
                </a:lnTo>
                <a:lnTo>
                  <a:pt x="388480" y="18555"/>
                </a:lnTo>
                <a:lnTo>
                  <a:pt x="389426" y="18481"/>
                </a:lnTo>
                <a:lnTo>
                  <a:pt x="390388" y="18437"/>
                </a:lnTo>
                <a:lnTo>
                  <a:pt x="391366" y="18422"/>
                </a:lnTo>
                <a:lnTo>
                  <a:pt x="392074" y="18430"/>
                </a:lnTo>
                <a:lnTo>
                  <a:pt x="392774" y="18455"/>
                </a:lnTo>
                <a:lnTo>
                  <a:pt x="393465" y="18497"/>
                </a:lnTo>
                <a:lnTo>
                  <a:pt x="394147" y="18555"/>
                </a:lnTo>
                <a:lnTo>
                  <a:pt x="394820" y="18630"/>
                </a:lnTo>
                <a:lnTo>
                  <a:pt x="395484" y="18721"/>
                </a:lnTo>
                <a:lnTo>
                  <a:pt x="396139" y="18829"/>
                </a:lnTo>
                <a:lnTo>
                  <a:pt x="396785" y="18954"/>
                </a:lnTo>
                <a:lnTo>
                  <a:pt x="397422" y="19095"/>
                </a:lnTo>
                <a:lnTo>
                  <a:pt x="398051" y="19253"/>
                </a:lnTo>
                <a:lnTo>
                  <a:pt x="398670" y="19428"/>
                </a:lnTo>
                <a:lnTo>
                  <a:pt x="399280" y="19619"/>
                </a:lnTo>
                <a:lnTo>
                  <a:pt x="399882" y="19827"/>
                </a:lnTo>
                <a:lnTo>
                  <a:pt x="400474" y="20051"/>
                </a:lnTo>
                <a:lnTo>
                  <a:pt x="401058" y="20292"/>
                </a:lnTo>
                <a:lnTo>
                  <a:pt x="401632" y="20550"/>
                </a:lnTo>
                <a:lnTo>
                  <a:pt x="402198" y="20824"/>
                </a:lnTo>
                <a:lnTo>
                  <a:pt x="402755" y="21115"/>
                </a:lnTo>
                <a:lnTo>
                  <a:pt x="403303" y="21422"/>
                </a:lnTo>
                <a:lnTo>
                  <a:pt x="403841" y="21746"/>
                </a:lnTo>
                <a:lnTo>
                  <a:pt x="404371" y="22087"/>
                </a:lnTo>
                <a:lnTo>
                  <a:pt x="404892" y="22444"/>
                </a:lnTo>
                <a:lnTo>
                  <a:pt x="405404" y="22818"/>
                </a:lnTo>
                <a:lnTo>
                  <a:pt x="405908" y="23209"/>
                </a:lnTo>
                <a:lnTo>
                  <a:pt x="406399" y="23614"/>
                </a:lnTo>
                <a:lnTo>
                  <a:pt x="406876" y="24031"/>
                </a:lnTo>
                <a:lnTo>
                  <a:pt x="407339" y="24460"/>
                </a:lnTo>
                <a:lnTo>
                  <a:pt x="407788" y="24901"/>
                </a:lnTo>
                <a:lnTo>
                  <a:pt x="408223" y="25355"/>
                </a:lnTo>
                <a:lnTo>
                  <a:pt x="408643" y="25820"/>
                </a:lnTo>
                <a:lnTo>
                  <a:pt x="409049" y="26298"/>
                </a:lnTo>
                <a:lnTo>
                  <a:pt x="409441" y="26787"/>
                </a:lnTo>
                <a:lnTo>
                  <a:pt x="409819" y="27289"/>
                </a:lnTo>
                <a:lnTo>
                  <a:pt x="410182" y="27802"/>
                </a:lnTo>
                <a:lnTo>
                  <a:pt x="410532" y="28328"/>
                </a:lnTo>
                <a:lnTo>
                  <a:pt x="410867" y="28866"/>
                </a:lnTo>
                <a:lnTo>
                  <a:pt x="411187" y="29416"/>
                </a:lnTo>
                <a:lnTo>
                  <a:pt x="411494" y="29978"/>
                </a:lnTo>
                <a:lnTo>
                  <a:pt x="411786" y="30553"/>
                </a:lnTo>
                <a:lnTo>
                  <a:pt x="412064" y="31139"/>
                </a:lnTo>
                <a:lnTo>
                  <a:pt x="412328" y="31737"/>
                </a:lnTo>
                <a:lnTo>
                  <a:pt x="412578" y="32348"/>
                </a:lnTo>
                <a:lnTo>
                  <a:pt x="412813" y="32970"/>
                </a:lnTo>
                <a:lnTo>
                  <a:pt x="413034" y="33605"/>
                </a:lnTo>
                <a:lnTo>
                  <a:pt x="413241" y="34251"/>
                </a:lnTo>
                <a:lnTo>
                  <a:pt x="413434" y="34910"/>
                </a:lnTo>
                <a:lnTo>
                  <a:pt x="413613" y="35581"/>
                </a:lnTo>
                <a:lnTo>
                  <a:pt x="413777" y="36264"/>
                </a:lnTo>
                <a:lnTo>
                  <a:pt x="435028" y="31187"/>
                </a:lnTo>
                <a:lnTo>
                  <a:pt x="434719" y="30131"/>
                </a:lnTo>
                <a:lnTo>
                  <a:pt x="434398" y="29096"/>
                </a:lnTo>
                <a:lnTo>
                  <a:pt x="434064" y="28082"/>
                </a:lnTo>
                <a:lnTo>
                  <a:pt x="433718" y="27088"/>
                </a:lnTo>
                <a:lnTo>
                  <a:pt x="433359" y="26115"/>
                </a:lnTo>
                <a:lnTo>
                  <a:pt x="432988" y="25162"/>
                </a:lnTo>
                <a:lnTo>
                  <a:pt x="432604" y="24231"/>
                </a:lnTo>
                <a:lnTo>
                  <a:pt x="432207" y="23320"/>
                </a:lnTo>
                <a:lnTo>
                  <a:pt x="431798" y="22430"/>
                </a:lnTo>
                <a:lnTo>
                  <a:pt x="431376" y="21560"/>
                </a:lnTo>
                <a:lnTo>
                  <a:pt x="430942" y="20711"/>
                </a:lnTo>
                <a:lnTo>
                  <a:pt x="430495" y="19883"/>
                </a:lnTo>
                <a:lnTo>
                  <a:pt x="430035" y="19075"/>
                </a:lnTo>
                <a:lnTo>
                  <a:pt x="429563" y="18289"/>
                </a:lnTo>
                <a:lnTo>
                  <a:pt x="429078" y="17523"/>
                </a:lnTo>
                <a:lnTo>
                  <a:pt x="428581" y="16777"/>
                </a:lnTo>
                <a:lnTo>
                  <a:pt x="428071" y="16052"/>
                </a:lnTo>
                <a:lnTo>
                  <a:pt x="427548" y="15349"/>
                </a:lnTo>
                <a:lnTo>
                  <a:pt x="427013" y="14665"/>
                </a:lnTo>
                <a:lnTo>
                  <a:pt x="426465" y="14003"/>
                </a:lnTo>
                <a:lnTo>
                  <a:pt x="425905" y="13361"/>
                </a:lnTo>
                <a:lnTo>
                  <a:pt x="425332" y="12740"/>
                </a:lnTo>
                <a:lnTo>
                  <a:pt x="424746" y="12139"/>
                </a:lnTo>
                <a:lnTo>
                  <a:pt x="424148" y="11559"/>
                </a:lnTo>
                <a:lnTo>
                  <a:pt x="423120" y="10616"/>
                </a:lnTo>
                <a:lnTo>
                  <a:pt x="422067" y="9713"/>
                </a:lnTo>
                <a:lnTo>
                  <a:pt x="420988" y="8850"/>
                </a:lnTo>
                <a:lnTo>
                  <a:pt x="419883" y="8027"/>
                </a:lnTo>
                <a:lnTo>
                  <a:pt x="418753" y="7245"/>
                </a:lnTo>
                <a:lnTo>
                  <a:pt x="417598" y="6502"/>
                </a:lnTo>
                <a:lnTo>
                  <a:pt x="416417" y="5800"/>
                </a:lnTo>
                <a:lnTo>
                  <a:pt x="415211" y="5137"/>
                </a:lnTo>
                <a:lnTo>
                  <a:pt x="413980" y="4515"/>
                </a:lnTo>
                <a:lnTo>
                  <a:pt x="412723" y="3933"/>
                </a:lnTo>
                <a:lnTo>
                  <a:pt x="411440" y="3391"/>
                </a:lnTo>
                <a:lnTo>
                  <a:pt x="410132" y="2890"/>
                </a:lnTo>
                <a:lnTo>
                  <a:pt x="408799" y="2428"/>
                </a:lnTo>
                <a:lnTo>
                  <a:pt x="407440" y="2007"/>
                </a:lnTo>
                <a:lnTo>
                  <a:pt x="406056" y="1626"/>
                </a:lnTo>
                <a:lnTo>
                  <a:pt x="404646" y="1284"/>
                </a:lnTo>
                <a:lnTo>
                  <a:pt x="403211" y="983"/>
                </a:lnTo>
                <a:lnTo>
                  <a:pt x="401751" y="722"/>
                </a:lnTo>
                <a:lnTo>
                  <a:pt x="400265" y="502"/>
                </a:lnTo>
                <a:lnTo>
                  <a:pt x="398753" y="321"/>
                </a:lnTo>
                <a:lnTo>
                  <a:pt x="397217" y="181"/>
                </a:lnTo>
                <a:lnTo>
                  <a:pt x="395654" y="80"/>
                </a:lnTo>
                <a:lnTo>
                  <a:pt x="394067" y="20"/>
                </a:lnTo>
                <a:lnTo>
                  <a:pt x="392454" y="0"/>
                </a:lnTo>
                <a:lnTo>
                  <a:pt x="390607" y="26"/>
                </a:lnTo>
                <a:lnTo>
                  <a:pt x="388790" y="102"/>
                </a:lnTo>
                <a:lnTo>
                  <a:pt x="387004" y="230"/>
                </a:lnTo>
                <a:lnTo>
                  <a:pt x="385247" y="409"/>
                </a:lnTo>
                <a:lnTo>
                  <a:pt x="383520" y="638"/>
                </a:lnTo>
                <a:lnTo>
                  <a:pt x="381824" y="919"/>
                </a:lnTo>
                <a:lnTo>
                  <a:pt x="380157" y="1251"/>
                </a:lnTo>
                <a:lnTo>
                  <a:pt x="378520" y="1634"/>
                </a:lnTo>
                <a:lnTo>
                  <a:pt x="376913" y="2068"/>
                </a:lnTo>
                <a:lnTo>
                  <a:pt x="375336" y="2553"/>
                </a:lnTo>
                <a:lnTo>
                  <a:pt x="373789" y="3090"/>
                </a:lnTo>
                <a:lnTo>
                  <a:pt x="372273" y="3677"/>
                </a:lnTo>
                <a:lnTo>
                  <a:pt x="370786" y="4315"/>
                </a:lnTo>
                <a:lnTo>
                  <a:pt x="369329" y="5005"/>
                </a:lnTo>
                <a:lnTo>
                  <a:pt x="367902" y="5745"/>
                </a:lnTo>
                <a:lnTo>
                  <a:pt x="366505" y="6537"/>
                </a:lnTo>
                <a:lnTo>
                  <a:pt x="365137" y="7379"/>
                </a:lnTo>
                <a:lnTo>
                  <a:pt x="363800" y="8273"/>
                </a:lnTo>
                <a:lnTo>
                  <a:pt x="362493" y="9218"/>
                </a:lnTo>
                <a:lnTo>
                  <a:pt x="361216" y="10213"/>
                </a:lnTo>
                <a:lnTo>
                  <a:pt x="359969" y="11260"/>
                </a:lnTo>
                <a:lnTo>
                  <a:pt x="358752" y="12358"/>
                </a:lnTo>
                <a:lnTo>
                  <a:pt x="357564" y="13507"/>
                </a:lnTo>
                <a:lnTo>
                  <a:pt x="356407" y="14707"/>
                </a:lnTo>
                <a:lnTo>
                  <a:pt x="355288" y="15953"/>
                </a:lnTo>
                <a:lnTo>
                  <a:pt x="354218" y="17241"/>
                </a:lnTo>
                <a:lnTo>
                  <a:pt x="353194" y="18569"/>
                </a:lnTo>
                <a:lnTo>
                  <a:pt x="352218" y="19939"/>
                </a:lnTo>
                <a:lnTo>
                  <a:pt x="351290" y="21350"/>
                </a:lnTo>
                <a:lnTo>
                  <a:pt x="350410" y="22802"/>
                </a:lnTo>
                <a:lnTo>
                  <a:pt x="349577" y="24296"/>
                </a:lnTo>
                <a:lnTo>
                  <a:pt x="348792" y="25830"/>
                </a:lnTo>
                <a:lnTo>
                  <a:pt x="348054" y="27406"/>
                </a:lnTo>
                <a:lnTo>
                  <a:pt x="347364" y="29024"/>
                </a:lnTo>
                <a:lnTo>
                  <a:pt x="346721" y="30682"/>
                </a:lnTo>
                <a:lnTo>
                  <a:pt x="346126" y="32382"/>
                </a:lnTo>
                <a:lnTo>
                  <a:pt x="345579" y="34122"/>
                </a:lnTo>
                <a:lnTo>
                  <a:pt x="345079" y="35905"/>
                </a:lnTo>
                <a:lnTo>
                  <a:pt x="344627" y="37728"/>
                </a:lnTo>
                <a:lnTo>
                  <a:pt x="344222" y="39593"/>
                </a:lnTo>
                <a:lnTo>
                  <a:pt x="343865" y="41498"/>
                </a:lnTo>
                <a:lnTo>
                  <a:pt x="343556" y="43446"/>
                </a:lnTo>
                <a:lnTo>
                  <a:pt x="343294" y="45434"/>
                </a:lnTo>
                <a:lnTo>
                  <a:pt x="343080" y="47463"/>
                </a:lnTo>
                <a:lnTo>
                  <a:pt x="342913" y="49534"/>
                </a:lnTo>
                <a:lnTo>
                  <a:pt x="342794" y="51646"/>
                </a:lnTo>
                <a:lnTo>
                  <a:pt x="342723" y="53800"/>
                </a:lnTo>
                <a:lnTo>
                  <a:pt x="342699" y="55994"/>
                </a:lnTo>
                <a:lnTo>
                  <a:pt x="342723" y="58069"/>
                </a:lnTo>
                <a:lnTo>
                  <a:pt x="342794" y="60108"/>
                </a:lnTo>
                <a:lnTo>
                  <a:pt x="342912" y="62110"/>
                </a:lnTo>
                <a:lnTo>
                  <a:pt x="343078" y="64074"/>
                </a:lnTo>
                <a:lnTo>
                  <a:pt x="343291" y="66002"/>
                </a:lnTo>
                <a:lnTo>
                  <a:pt x="343551" y="67893"/>
                </a:lnTo>
                <a:lnTo>
                  <a:pt x="343859" y="69746"/>
                </a:lnTo>
                <a:lnTo>
                  <a:pt x="344214" y="71563"/>
                </a:lnTo>
                <a:lnTo>
                  <a:pt x="344617" y="73343"/>
                </a:lnTo>
                <a:lnTo>
                  <a:pt x="345066" y="75086"/>
                </a:lnTo>
                <a:lnTo>
                  <a:pt x="345563" y="76792"/>
                </a:lnTo>
                <a:lnTo>
                  <a:pt x="346108" y="78461"/>
                </a:lnTo>
                <a:lnTo>
                  <a:pt x="346700" y="80094"/>
                </a:lnTo>
                <a:lnTo>
                  <a:pt x="347339" y="81689"/>
                </a:lnTo>
                <a:lnTo>
                  <a:pt x="348025" y="83247"/>
                </a:lnTo>
                <a:lnTo>
                  <a:pt x="348759" y="84769"/>
                </a:lnTo>
                <a:lnTo>
                  <a:pt x="349540" y="86253"/>
                </a:lnTo>
                <a:lnTo>
                  <a:pt x="350369" y="87701"/>
                </a:lnTo>
                <a:lnTo>
                  <a:pt x="351245" y="89111"/>
                </a:lnTo>
                <a:lnTo>
                  <a:pt x="352168" y="90485"/>
                </a:lnTo>
                <a:lnTo>
                  <a:pt x="353139" y="91822"/>
                </a:lnTo>
                <a:lnTo>
                  <a:pt x="354157" y="93122"/>
                </a:lnTo>
                <a:lnTo>
                  <a:pt x="355222" y="94384"/>
                </a:lnTo>
                <a:lnTo>
                  <a:pt x="356334" y="95610"/>
                </a:lnTo>
                <a:lnTo>
                  <a:pt x="357484" y="96793"/>
                </a:lnTo>
                <a:lnTo>
                  <a:pt x="358659" y="97924"/>
                </a:lnTo>
                <a:lnTo>
                  <a:pt x="359861" y="99006"/>
                </a:lnTo>
                <a:lnTo>
                  <a:pt x="361089" y="100037"/>
                </a:lnTo>
                <a:lnTo>
                  <a:pt x="362343" y="101018"/>
                </a:lnTo>
                <a:lnTo>
                  <a:pt x="363624" y="101949"/>
                </a:lnTo>
                <a:lnTo>
                  <a:pt x="364930" y="102829"/>
                </a:lnTo>
                <a:lnTo>
                  <a:pt x="366263" y="103659"/>
                </a:lnTo>
                <a:lnTo>
                  <a:pt x="367622" y="104439"/>
                </a:lnTo>
                <a:lnTo>
                  <a:pt x="369007" y="105168"/>
                </a:lnTo>
                <a:lnTo>
                  <a:pt x="370418" y="105847"/>
                </a:lnTo>
                <a:lnTo>
                  <a:pt x="371855" y="106476"/>
                </a:lnTo>
                <a:lnTo>
                  <a:pt x="373319" y="107055"/>
                </a:lnTo>
                <a:lnTo>
                  <a:pt x="374809" y="107583"/>
                </a:lnTo>
                <a:lnTo>
                  <a:pt x="376325" y="108061"/>
                </a:lnTo>
                <a:lnTo>
                  <a:pt x="377867" y="108488"/>
                </a:lnTo>
                <a:lnTo>
                  <a:pt x="379436" y="108865"/>
                </a:lnTo>
                <a:lnTo>
                  <a:pt x="381030" y="109192"/>
                </a:lnTo>
                <a:lnTo>
                  <a:pt x="382651" y="109469"/>
                </a:lnTo>
                <a:lnTo>
                  <a:pt x="384298" y="109695"/>
                </a:lnTo>
                <a:lnTo>
                  <a:pt x="385971" y="109872"/>
                </a:lnTo>
                <a:lnTo>
                  <a:pt x="387671" y="109997"/>
                </a:lnTo>
                <a:lnTo>
                  <a:pt x="389396" y="110073"/>
                </a:lnTo>
                <a:lnTo>
                  <a:pt x="391148" y="110098"/>
                </a:lnTo>
                <a:lnTo>
                  <a:pt x="392564" y="110083"/>
                </a:lnTo>
                <a:lnTo>
                  <a:pt x="393959" y="110039"/>
                </a:lnTo>
                <a:lnTo>
                  <a:pt x="395334" y="109965"/>
                </a:lnTo>
                <a:lnTo>
                  <a:pt x="396687" y="109862"/>
                </a:lnTo>
                <a:lnTo>
                  <a:pt x="398020" y="109729"/>
                </a:lnTo>
                <a:lnTo>
                  <a:pt x="399332" y="109567"/>
                </a:lnTo>
                <a:lnTo>
                  <a:pt x="400624" y="109375"/>
                </a:lnTo>
                <a:lnTo>
                  <a:pt x="401894" y="109153"/>
                </a:lnTo>
                <a:lnTo>
                  <a:pt x="403144" y="108902"/>
                </a:lnTo>
                <a:lnTo>
                  <a:pt x="404373" y="108622"/>
                </a:lnTo>
                <a:lnTo>
                  <a:pt x="405581" y="108312"/>
                </a:lnTo>
                <a:lnTo>
                  <a:pt x="406769" y="107972"/>
                </a:lnTo>
                <a:lnTo>
                  <a:pt x="407935" y="107603"/>
                </a:lnTo>
                <a:lnTo>
                  <a:pt x="409081" y="107205"/>
                </a:lnTo>
                <a:lnTo>
                  <a:pt x="410207" y="106777"/>
                </a:lnTo>
                <a:lnTo>
                  <a:pt x="411311" y="106319"/>
                </a:lnTo>
                <a:lnTo>
                  <a:pt x="412394" y="105832"/>
                </a:lnTo>
                <a:lnTo>
                  <a:pt x="413457" y="105316"/>
                </a:lnTo>
                <a:lnTo>
                  <a:pt x="414499" y="104770"/>
                </a:lnTo>
                <a:lnTo>
                  <a:pt x="415521" y="104194"/>
                </a:lnTo>
                <a:lnTo>
                  <a:pt x="416521" y="103589"/>
                </a:lnTo>
                <a:lnTo>
                  <a:pt x="417501" y="102954"/>
                </a:lnTo>
                <a:lnTo>
                  <a:pt x="418460" y="102290"/>
                </a:lnTo>
                <a:lnTo>
                  <a:pt x="419398" y="101596"/>
                </a:lnTo>
                <a:lnTo>
                  <a:pt x="420315" y="100872"/>
                </a:lnTo>
                <a:lnTo>
                  <a:pt x="421209" y="100116"/>
                </a:lnTo>
                <a:lnTo>
                  <a:pt x="422082" y="99329"/>
                </a:lnTo>
                <a:lnTo>
                  <a:pt x="422933" y="98511"/>
                </a:lnTo>
                <a:lnTo>
                  <a:pt x="423761" y="97662"/>
                </a:lnTo>
                <a:lnTo>
                  <a:pt x="424568" y="96781"/>
                </a:lnTo>
                <a:lnTo>
                  <a:pt x="425352" y="95869"/>
                </a:lnTo>
                <a:lnTo>
                  <a:pt x="426115" y="94925"/>
                </a:lnTo>
                <a:lnTo>
                  <a:pt x="426855" y="93951"/>
                </a:lnTo>
                <a:lnTo>
                  <a:pt x="427574" y="92945"/>
                </a:lnTo>
                <a:lnTo>
                  <a:pt x="428270" y="91907"/>
                </a:lnTo>
                <a:lnTo>
                  <a:pt x="428944" y="90839"/>
                </a:lnTo>
                <a:lnTo>
                  <a:pt x="429597" y="89739"/>
                </a:lnTo>
                <a:lnTo>
                  <a:pt x="430227" y="88608"/>
                </a:lnTo>
                <a:lnTo>
                  <a:pt x="430835" y="87445"/>
                </a:lnTo>
                <a:lnTo>
                  <a:pt x="431421" y="86251"/>
                </a:lnTo>
                <a:lnTo>
                  <a:pt x="431986" y="85026"/>
                </a:lnTo>
                <a:lnTo>
                  <a:pt x="432528" y="83770"/>
                </a:lnTo>
                <a:lnTo>
                  <a:pt x="433048" y="82482"/>
                </a:lnTo>
                <a:lnTo>
                  <a:pt x="433546" y="81163"/>
                </a:lnTo>
                <a:lnTo>
                  <a:pt x="434022" y="79813"/>
                </a:lnTo>
                <a:lnTo>
                  <a:pt x="434476" y="78431"/>
                </a:lnTo>
                <a:lnTo>
                  <a:pt x="434908" y="77019"/>
                </a:lnTo>
                <a:lnTo>
                  <a:pt x="435318" y="75574"/>
                </a:lnTo>
                <a:lnTo>
                  <a:pt x="414502" y="69047"/>
                </a:lnTo>
                <a:lnTo>
                  <a:pt x="414272" y="70012"/>
                </a:lnTo>
                <a:lnTo>
                  <a:pt x="414031" y="70956"/>
                </a:lnTo>
                <a:lnTo>
                  <a:pt x="413777" y="71878"/>
                </a:lnTo>
                <a:lnTo>
                  <a:pt x="413511" y="72778"/>
                </a:lnTo>
                <a:close/>
                <a:moveTo>
                  <a:pt x="537101" y="31187"/>
                </a:moveTo>
                <a:lnTo>
                  <a:pt x="527745" y="31187"/>
                </a:lnTo>
                <a:lnTo>
                  <a:pt x="527745" y="47433"/>
                </a:lnTo>
                <a:lnTo>
                  <a:pt x="537101" y="47433"/>
                </a:lnTo>
                <a:lnTo>
                  <a:pt x="537101" y="81014"/>
                </a:lnTo>
                <a:lnTo>
                  <a:pt x="537102" y="81902"/>
                </a:lnTo>
                <a:lnTo>
                  <a:pt x="537106" y="82765"/>
                </a:lnTo>
                <a:lnTo>
                  <a:pt x="537111" y="83602"/>
                </a:lnTo>
                <a:lnTo>
                  <a:pt x="537119" y="84415"/>
                </a:lnTo>
                <a:lnTo>
                  <a:pt x="537129" y="85202"/>
                </a:lnTo>
                <a:lnTo>
                  <a:pt x="537142" y="85964"/>
                </a:lnTo>
                <a:lnTo>
                  <a:pt x="537157" y="86701"/>
                </a:lnTo>
                <a:lnTo>
                  <a:pt x="537174" y="87413"/>
                </a:lnTo>
                <a:lnTo>
                  <a:pt x="537193" y="88099"/>
                </a:lnTo>
                <a:lnTo>
                  <a:pt x="537214" y="88760"/>
                </a:lnTo>
                <a:lnTo>
                  <a:pt x="537238" y="89397"/>
                </a:lnTo>
                <a:lnTo>
                  <a:pt x="537264" y="90008"/>
                </a:lnTo>
                <a:lnTo>
                  <a:pt x="537293" y="90593"/>
                </a:lnTo>
                <a:lnTo>
                  <a:pt x="537323" y="91154"/>
                </a:lnTo>
                <a:lnTo>
                  <a:pt x="537356" y="91689"/>
                </a:lnTo>
                <a:lnTo>
                  <a:pt x="537391" y="92200"/>
                </a:lnTo>
                <a:lnTo>
                  <a:pt x="537429" y="92685"/>
                </a:lnTo>
                <a:lnTo>
                  <a:pt x="537468" y="93144"/>
                </a:lnTo>
                <a:lnTo>
                  <a:pt x="537510" y="93579"/>
                </a:lnTo>
                <a:lnTo>
                  <a:pt x="537554" y="93989"/>
                </a:lnTo>
                <a:lnTo>
                  <a:pt x="537601" y="94373"/>
                </a:lnTo>
                <a:lnTo>
                  <a:pt x="537649" y="94732"/>
                </a:lnTo>
                <a:lnTo>
                  <a:pt x="537700" y="95066"/>
                </a:lnTo>
                <a:lnTo>
                  <a:pt x="537754" y="95375"/>
                </a:lnTo>
                <a:lnTo>
                  <a:pt x="537822" y="95788"/>
                </a:lnTo>
                <a:lnTo>
                  <a:pt x="537896" y="96194"/>
                </a:lnTo>
                <a:lnTo>
                  <a:pt x="537973" y="96593"/>
                </a:lnTo>
                <a:lnTo>
                  <a:pt x="538055" y="96985"/>
                </a:lnTo>
                <a:lnTo>
                  <a:pt x="538141" y="97370"/>
                </a:lnTo>
                <a:lnTo>
                  <a:pt x="538232" y="97748"/>
                </a:lnTo>
                <a:lnTo>
                  <a:pt x="538327" y="98118"/>
                </a:lnTo>
                <a:lnTo>
                  <a:pt x="538427" y="98481"/>
                </a:lnTo>
                <a:lnTo>
                  <a:pt x="538531" y="98837"/>
                </a:lnTo>
                <a:lnTo>
                  <a:pt x="538639" y="99186"/>
                </a:lnTo>
                <a:lnTo>
                  <a:pt x="538752" y="99528"/>
                </a:lnTo>
                <a:lnTo>
                  <a:pt x="538869" y="99862"/>
                </a:lnTo>
                <a:lnTo>
                  <a:pt x="538990" y="100190"/>
                </a:lnTo>
                <a:lnTo>
                  <a:pt x="539116" y="100510"/>
                </a:lnTo>
                <a:lnTo>
                  <a:pt x="539247" y="100823"/>
                </a:lnTo>
                <a:lnTo>
                  <a:pt x="539382" y="101129"/>
                </a:lnTo>
                <a:lnTo>
                  <a:pt x="539521" y="101427"/>
                </a:lnTo>
                <a:lnTo>
                  <a:pt x="539664" y="101719"/>
                </a:lnTo>
                <a:lnTo>
                  <a:pt x="539812" y="102003"/>
                </a:lnTo>
                <a:lnTo>
                  <a:pt x="539965" y="102280"/>
                </a:lnTo>
                <a:lnTo>
                  <a:pt x="540122" y="102550"/>
                </a:lnTo>
                <a:lnTo>
                  <a:pt x="540283" y="102813"/>
                </a:lnTo>
                <a:lnTo>
                  <a:pt x="540449" y="103068"/>
                </a:lnTo>
                <a:lnTo>
                  <a:pt x="540619" y="103316"/>
                </a:lnTo>
                <a:lnTo>
                  <a:pt x="540795" y="103559"/>
                </a:lnTo>
                <a:lnTo>
                  <a:pt x="540979" y="103799"/>
                </a:lnTo>
                <a:lnTo>
                  <a:pt x="541172" y="104034"/>
                </a:lnTo>
                <a:lnTo>
                  <a:pt x="541373" y="104265"/>
                </a:lnTo>
                <a:lnTo>
                  <a:pt x="541582" y="104493"/>
                </a:lnTo>
                <a:lnTo>
                  <a:pt x="541799" y="104717"/>
                </a:lnTo>
                <a:lnTo>
                  <a:pt x="542025" y="104937"/>
                </a:lnTo>
                <a:lnTo>
                  <a:pt x="542259" y="105154"/>
                </a:lnTo>
                <a:lnTo>
                  <a:pt x="542500" y="105367"/>
                </a:lnTo>
                <a:lnTo>
                  <a:pt x="542750" y="105575"/>
                </a:lnTo>
                <a:lnTo>
                  <a:pt x="543009" y="105781"/>
                </a:lnTo>
                <a:lnTo>
                  <a:pt x="543275" y="105982"/>
                </a:lnTo>
                <a:lnTo>
                  <a:pt x="543550" y="106179"/>
                </a:lnTo>
                <a:lnTo>
                  <a:pt x="543832" y="106373"/>
                </a:lnTo>
                <a:lnTo>
                  <a:pt x="544123" y="106563"/>
                </a:lnTo>
                <a:lnTo>
                  <a:pt x="544422" y="106750"/>
                </a:lnTo>
                <a:lnTo>
                  <a:pt x="544730" y="106932"/>
                </a:lnTo>
                <a:lnTo>
                  <a:pt x="545045" y="107111"/>
                </a:lnTo>
                <a:lnTo>
                  <a:pt x="545369" y="107286"/>
                </a:lnTo>
                <a:lnTo>
                  <a:pt x="545701" y="107457"/>
                </a:lnTo>
                <a:lnTo>
                  <a:pt x="546041" y="107624"/>
                </a:lnTo>
                <a:lnTo>
                  <a:pt x="546389" y="107788"/>
                </a:lnTo>
                <a:lnTo>
                  <a:pt x="546745" y="107947"/>
                </a:lnTo>
                <a:lnTo>
                  <a:pt x="547110" y="108103"/>
                </a:lnTo>
                <a:lnTo>
                  <a:pt x="547480" y="108254"/>
                </a:lnTo>
                <a:lnTo>
                  <a:pt x="547855" y="108399"/>
                </a:lnTo>
                <a:lnTo>
                  <a:pt x="548233" y="108537"/>
                </a:lnTo>
                <a:lnTo>
                  <a:pt x="548615" y="108668"/>
                </a:lnTo>
                <a:lnTo>
                  <a:pt x="549001" y="108794"/>
                </a:lnTo>
                <a:lnTo>
                  <a:pt x="549390" y="108913"/>
                </a:lnTo>
                <a:lnTo>
                  <a:pt x="549783" y="109025"/>
                </a:lnTo>
                <a:lnTo>
                  <a:pt x="550180" y="109131"/>
                </a:lnTo>
                <a:lnTo>
                  <a:pt x="550581" y="109230"/>
                </a:lnTo>
                <a:lnTo>
                  <a:pt x="550986" y="109323"/>
                </a:lnTo>
                <a:lnTo>
                  <a:pt x="551394" y="109410"/>
                </a:lnTo>
                <a:lnTo>
                  <a:pt x="551806" y="109490"/>
                </a:lnTo>
                <a:lnTo>
                  <a:pt x="552222" y="109564"/>
                </a:lnTo>
                <a:lnTo>
                  <a:pt x="552642" y="109632"/>
                </a:lnTo>
                <a:lnTo>
                  <a:pt x="553065" y="109693"/>
                </a:lnTo>
                <a:lnTo>
                  <a:pt x="553492" y="109747"/>
                </a:lnTo>
                <a:lnTo>
                  <a:pt x="553923" y="109795"/>
                </a:lnTo>
                <a:lnTo>
                  <a:pt x="554358" y="109837"/>
                </a:lnTo>
                <a:lnTo>
                  <a:pt x="554797" y="109873"/>
                </a:lnTo>
                <a:lnTo>
                  <a:pt x="555239" y="109901"/>
                </a:lnTo>
                <a:lnTo>
                  <a:pt x="555685" y="109924"/>
                </a:lnTo>
                <a:lnTo>
                  <a:pt x="556135" y="109940"/>
                </a:lnTo>
                <a:lnTo>
                  <a:pt x="556589" y="109950"/>
                </a:lnTo>
                <a:lnTo>
                  <a:pt x="557046" y="109953"/>
                </a:lnTo>
                <a:lnTo>
                  <a:pt x="557792" y="109948"/>
                </a:lnTo>
                <a:lnTo>
                  <a:pt x="558532" y="109932"/>
                </a:lnTo>
                <a:lnTo>
                  <a:pt x="559265" y="109905"/>
                </a:lnTo>
                <a:lnTo>
                  <a:pt x="559992" y="109868"/>
                </a:lnTo>
                <a:lnTo>
                  <a:pt x="560712" y="109820"/>
                </a:lnTo>
                <a:lnTo>
                  <a:pt x="561425" y="109762"/>
                </a:lnTo>
                <a:lnTo>
                  <a:pt x="562132" y="109693"/>
                </a:lnTo>
                <a:lnTo>
                  <a:pt x="562832" y="109613"/>
                </a:lnTo>
                <a:lnTo>
                  <a:pt x="563526" y="109523"/>
                </a:lnTo>
                <a:lnTo>
                  <a:pt x="564213" y="109422"/>
                </a:lnTo>
                <a:lnTo>
                  <a:pt x="564894" y="109310"/>
                </a:lnTo>
                <a:lnTo>
                  <a:pt x="565568" y="109188"/>
                </a:lnTo>
                <a:lnTo>
                  <a:pt x="566236" y="109055"/>
                </a:lnTo>
                <a:lnTo>
                  <a:pt x="566897" y="108912"/>
                </a:lnTo>
                <a:lnTo>
                  <a:pt x="567552" y="108758"/>
                </a:lnTo>
                <a:lnTo>
                  <a:pt x="568200" y="108593"/>
                </a:lnTo>
                <a:lnTo>
                  <a:pt x="568841" y="108418"/>
                </a:lnTo>
                <a:lnTo>
                  <a:pt x="569476" y="108232"/>
                </a:lnTo>
                <a:lnTo>
                  <a:pt x="570104" y="108035"/>
                </a:lnTo>
                <a:lnTo>
                  <a:pt x="570726" y="107828"/>
                </a:lnTo>
                <a:lnTo>
                  <a:pt x="571341" y="107610"/>
                </a:lnTo>
                <a:lnTo>
                  <a:pt x="571950" y="107382"/>
                </a:lnTo>
                <a:lnTo>
                  <a:pt x="572552" y="107143"/>
                </a:lnTo>
                <a:lnTo>
                  <a:pt x="573148" y="106893"/>
                </a:lnTo>
                <a:lnTo>
                  <a:pt x="571407" y="91023"/>
                </a:lnTo>
                <a:lnTo>
                  <a:pt x="570964" y="91183"/>
                </a:lnTo>
                <a:lnTo>
                  <a:pt x="570530" y="91336"/>
                </a:lnTo>
                <a:lnTo>
                  <a:pt x="570105" y="91482"/>
                </a:lnTo>
                <a:lnTo>
                  <a:pt x="569688" y="91621"/>
                </a:lnTo>
                <a:lnTo>
                  <a:pt x="569281" y="91754"/>
                </a:lnTo>
                <a:lnTo>
                  <a:pt x="568882" y="91880"/>
                </a:lnTo>
                <a:lnTo>
                  <a:pt x="568492" y="91999"/>
                </a:lnTo>
                <a:lnTo>
                  <a:pt x="568111" y="92111"/>
                </a:lnTo>
                <a:lnTo>
                  <a:pt x="567739" y="92216"/>
                </a:lnTo>
                <a:lnTo>
                  <a:pt x="567375" y="92315"/>
                </a:lnTo>
                <a:lnTo>
                  <a:pt x="567020" y="92407"/>
                </a:lnTo>
                <a:lnTo>
                  <a:pt x="566674" y="92492"/>
                </a:lnTo>
                <a:lnTo>
                  <a:pt x="566337" y="92570"/>
                </a:lnTo>
                <a:lnTo>
                  <a:pt x="566009" y="92641"/>
                </a:lnTo>
                <a:lnTo>
                  <a:pt x="565690" y="92706"/>
                </a:lnTo>
                <a:lnTo>
                  <a:pt x="565379" y="92764"/>
                </a:lnTo>
                <a:lnTo>
                  <a:pt x="565077" y="92815"/>
                </a:lnTo>
                <a:lnTo>
                  <a:pt x="564784" y="92859"/>
                </a:lnTo>
                <a:lnTo>
                  <a:pt x="564500" y="92896"/>
                </a:lnTo>
                <a:lnTo>
                  <a:pt x="564225" y="92927"/>
                </a:lnTo>
                <a:lnTo>
                  <a:pt x="563958" y="92951"/>
                </a:lnTo>
                <a:lnTo>
                  <a:pt x="563700" y="92968"/>
                </a:lnTo>
                <a:lnTo>
                  <a:pt x="563451" y="92978"/>
                </a:lnTo>
                <a:lnTo>
                  <a:pt x="563211" y="92981"/>
                </a:lnTo>
                <a:lnTo>
                  <a:pt x="563043" y="92979"/>
                </a:lnTo>
                <a:lnTo>
                  <a:pt x="562877" y="92974"/>
                </a:lnTo>
                <a:lnTo>
                  <a:pt x="562713" y="92965"/>
                </a:lnTo>
                <a:lnTo>
                  <a:pt x="562551" y="92953"/>
                </a:lnTo>
                <a:lnTo>
                  <a:pt x="562392" y="92937"/>
                </a:lnTo>
                <a:lnTo>
                  <a:pt x="562234" y="92918"/>
                </a:lnTo>
                <a:lnTo>
                  <a:pt x="562079" y="92895"/>
                </a:lnTo>
                <a:lnTo>
                  <a:pt x="561926" y="92869"/>
                </a:lnTo>
                <a:lnTo>
                  <a:pt x="561775" y="92839"/>
                </a:lnTo>
                <a:lnTo>
                  <a:pt x="561626" y="92805"/>
                </a:lnTo>
                <a:lnTo>
                  <a:pt x="561479" y="92768"/>
                </a:lnTo>
                <a:lnTo>
                  <a:pt x="561335" y="92728"/>
                </a:lnTo>
                <a:lnTo>
                  <a:pt x="561192" y="92684"/>
                </a:lnTo>
                <a:lnTo>
                  <a:pt x="561052" y="92636"/>
                </a:lnTo>
                <a:lnTo>
                  <a:pt x="560913" y="92585"/>
                </a:lnTo>
                <a:lnTo>
                  <a:pt x="560777" y="92531"/>
                </a:lnTo>
                <a:lnTo>
                  <a:pt x="560644" y="92473"/>
                </a:lnTo>
                <a:lnTo>
                  <a:pt x="560512" y="92411"/>
                </a:lnTo>
                <a:lnTo>
                  <a:pt x="560382" y="92346"/>
                </a:lnTo>
                <a:lnTo>
                  <a:pt x="560255" y="92278"/>
                </a:lnTo>
                <a:lnTo>
                  <a:pt x="560129" y="92206"/>
                </a:lnTo>
                <a:lnTo>
                  <a:pt x="560006" y="92130"/>
                </a:lnTo>
                <a:lnTo>
                  <a:pt x="559885" y="92051"/>
                </a:lnTo>
                <a:lnTo>
                  <a:pt x="559766" y="91968"/>
                </a:lnTo>
                <a:lnTo>
                  <a:pt x="559650" y="91883"/>
                </a:lnTo>
                <a:lnTo>
                  <a:pt x="559537" y="91795"/>
                </a:lnTo>
                <a:lnTo>
                  <a:pt x="559428" y="91706"/>
                </a:lnTo>
                <a:lnTo>
                  <a:pt x="559323" y="91615"/>
                </a:lnTo>
                <a:lnTo>
                  <a:pt x="559221" y="91522"/>
                </a:lnTo>
                <a:lnTo>
                  <a:pt x="559122" y="91427"/>
                </a:lnTo>
                <a:lnTo>
                  <a:pt x="559027" y="91330"/>
                </a:lnTo>
                <a:lnTo>
                  <a:pt x="558936" y="91231"/>
                </a:lnTo>
                <a:lnTo>
                  <a:pt x="558848" y="91131"/>
                </a:lnTo>
                <a:lnTo>
                  <a:pt x="558764" y="91028"/>
                </a:lnTo>
                <a:lnTo>
                  <a:pt x="558683" y="90924"/>
                </a:lnTo>
                <a:lnTo>
                  <a:pt x="558606" y="90818"/>
                </a:lnTo>
                <a:lnTo>
                  <a:pt x="558532" y="90710"/>
                </a:lnTo>
                <a:lnTo>
                  <a:pt x="558462" y="90600"/>
                </a:lnTo>
                <a:lnTo>
                  <a:pt x="558395" y="90488"/>
                </a:lnTo>
                <a:lnTo>
                  <a:pt x="558332" y="90374"/>
                </a:lnTo>
                <a:lnTo>
                  <a:pt x="558272" y="90259"/>
                </a:lnTo>
                <a:lnTo>
                  <a:pt x="558216" y="90142"/>
                </a:lnTo>
                <a:lnTo>
                  <a:pt x="558163" y="90022"/>
                </a:lnTo>
                <a:lnTo>
                  <a:pt x="558114" y="89901"/>
                </a:lnTo>
                <a:lnTo>
                  <a:pt x="558068" y="89778"/>
                </a:lnTo>
                <a:lnTo>
                  <a:pt x="558026" y="89653"/>
                </a:lnTo>
                <a:lnTo>
                  <a:pt x="557988" y="89527"/>
                </a:lnTo>
                <a:lnTo>
                  <a:pt x="557953" y="89398"/>
                </a:lnTo>
                <a:lnTo>
                  <a:pt x="557920" y="89254"/>
                </a:lnTo>
                <a:lnTo>
                  <a:pt x="557889" y="89084"/>
                </a:lnTo>
                <a:lnTo>
                  <a:pt x="557859" y="88886"/>
                </a:lnTo>
                <a:lnTo>
                  <a:pt x="557831" y="88661"/>
                </a:lnTo>
                <a:lnTo>
                  <a:pt x="557804" y="88408"/>
                </a:lnTo>
                <a:lnTo>
                  <a:pt x="557778" y="88128"/>
                </a:lnTo>
                <a:lnTo>
                  <a:pt x="557754" y="87821"/>
                </a:lnTo>
                <a:lnTo>
                  <a:pt x="557731" y="87487"/>
                </a:lnTo>
                <a:lnTo>
                  <a:pt x="557710" y="87125"/>
                </a:lnTo>
                <a:lnTo>
                  <a:pt x="557690" y="86736"/>
                </a:lnTo>
                <a:lnTo>
                  <a:pt x="557671" y="86320"/>
                </a:lnTo>
                <a:lnTo>
                  <a:pt x="557654" y="85876"/>
                </a:lnTo>
                <a:lnTo>
                  <a:pt x="557638" y="85405"/>
                </a:lnTo>
                <a:lnTo>
                  <a:pt x="557623" y="84907"/>
                </a:lnTo>
                <a:lnTo>
                  <a:pt x="557610" y="84382"/>
                </a:lnTo>
                <a:lnTo>
                  <a:pt x="557598" y="83829"/>
                </a:lnTo>
                <a:lnTo>
                  <a:pt x="557588" y="83249"/>
                </a:lnTo>
                <a:lnTo>
                  <a:pt x="557579" y="82642"/>
                </a:lnTo>
                <a:lnTo>
                  <a:pt x="557571" y="82008"/>
                </a:lnTo>
                <a:lnTo>
                  <a:pt x="557565" y="81346"/>
                </a:lnTo>
                <a:lnTo>
                  <a:pt x="557560" y="80657"/>
                </a:lnTo>
                <a:lnTo>
                  <a:pt x="557557" y="79940"/>
                </a:lnTo>
                <a:lnTo>
                  <a:pt x="557555" y="79197"/>
                </a:lnTo>
                <a:lnTo>
                  <a:pt x="557554" y="78426"/>
                </a:lnTo>
                <a:lnTo>
                  <a:pt x="557554" y="47433"/>
                </a:lnTo>
                <a:lnTo>
                  <a:pt x="571479" y="47433"/>
                </a:lnTo>
                <a:lnTo>
                  <a:pt x="571479" y="31187"/>
                </a:lnTo>
                <a:lnTo>
                  <a:pt x="557554" y="31187"/>
                </a:lnTo>
                <a:lnTo>
                  <a:pt x="557554" y="3771"/>
                </a:lnTo>
                <a:lnTo>
                  <a:pt x="537101" y="15811"/>
                </a:lnTo>
                <a:lnTo>
                  <a:pt x="537101" y="31187"/>
                </a:lnTo>
                <a:close/>
                <a:moveTo>
                  <a:pt x="150887" y="85543"/>
                </a:moveTo>
                <a:lnTo>
                  <a:pt x="150723" y="85977"/>
                </a:lnTo>
                <a:lnTo>
                  <a:pt x="150554" y="86399"/>
                </a:lnTo>
                <a:lnTo>
                  <a:pt x="150379" y="86811"/>
                </a:lnTo>
                <a:lnTo>
                  <a:pt x="150198" y="87211"/>
                </a:lnTo>
                <a:lnTo>
                  <a:pt x="150012" y="87601"/>
                </a:lnTo>
                <a:lnTo>
                  <a:pt x="149820" y="87979"/>
                </a:lnTo>
                <a:lnTo>
                  <a:pt x="149623" y="88346"/>
                </a:lnTo>
                <a:lnTo>
                  <a:pt x="149420" y="88702"/>
                </a:lnTo>
                <a:lnTo>
                  <a:pt x="149212" y="89047"/>
                </a:lnTo>
                <a:lnTo>
                  <a:pt x="148998" y="89381"/>
                </a:lnTo>
                <a:lnTo>
                  <a:pt x="148779" y="89704"/>
                </a:lnTo>
                <a:lnTo>
                  <a:pt x="148554" y="90016"/>
                </a:lnTo>
                <a:lnTo>
                  <a:pt x="148324" y="90316"/>
                </a:lnTo>
                <a:lnTo>
                  <a:pt x="148088" y="90606"/>
                </a:lnTo>
                <a:lnTo>
                  <a:pt x="147846" y="90884"/>
                </a:lnTo>
                <a:lnTo>
                  <a:pt x="147599" y="91152"/>
                </a:lnTo>
                <a:lnTo>
                  <a:pt x="147346" y="91408"/>
                </a:lnTo>
                <a:lnTo>
                  <a:pt x="147088" y="91654"/>
                </a:lnTo>
                <a:lnTo>
                  <a:pt x="146825" y="91888"/>
                </a:lnTo>
                <a:lnTo>
                  <a:pt x="146555" y="92111"/>
                </a:lnTo>
                <a:lnTo>
                  <a:pt x="146281" y="92324"/>
                </a:lnTo>
                <a:lnTo>
                  <a:pt x="146001" y="92528"/>
                </a:lnTo>
                <a:lnTo>
                  <a:pt x="145716" y="92723"/>
                </a:lnTo>
                <a:lnTo>
                  <a:pt x="145425" y="92909"/>
                </a:lnTo>
                <a:lnTo>
                  <a:pt x="145129" y="93085"/>
                </a:lnTo>
                <a:lnTo>
                  <a:pt x="144828" y="93253"/>
                </a:lnTo>
                <a:lnTo>
                  <a:pt x="144522" y="93412"/>
                </a:lnTo>
                <a:lnTo>
                  <a:pt x="144210" y="93561"/>
                </a:lnTo>
                <a:lnTo>
                  <a:pt x="143893" y="93702"/>
                </a:lnTo>
                <a:lnTo>
                  <a:pt x="143571" y="93833"/>
                </a:lnTo>
                <a:lnTo>
                  <a:pt x="143244" y="93956"/>
                </a:lnTo>
                <a:lnTo>
                  <a:pt x="142911" y="94069"/>
                </a:lnTo>
                <a:lnTo>
                  <a:pt x="142573" y="94173"/>
                </a:lnTo>
                <a:lnTo>
                  <a:pt x="142229" y="94269"/>
                </a:lnTo>
                <a:lnTo>
                  <a:pt x="141881" y="94355"/>
                </a:lnTo>
                <a:lnTo>
                  <a:pt x="141527" y="94432"/>
                </a:lnTo>
                <a:lnTo>
                  <a:pt x="141168" y="94500"/>
                </a:lnTo>
                <a:lnTo>
                  <a:pt x="140803" y="94559"/>
                </a:lnTo>
                <a:lnTo>
                  <a:pt x="140433" y="94609"/>
                </a:lnTo>
                <a:lnTo>
                  <a:pt x="140058" y="94649"/>
                </a:lnTo>
                <a:lnTo>
                  <a:pt x="139678" y="94681"/>
                </a:lnTo>
                <a:lnTo>
                  <a:pt x="139292" y="94704"/>
                </a:lnTo>
                <a:lnTo>
                  <a:pt x="138901" y="94717"/>
                </a:lnTo>
                <a:lnTo>
                  <a:pt x="138505" y="94722"/>
                </a:lnTo>
                <a:lnTo>
                  <a:pt x="137923" y="94713"/>
                </a:lnTo>
                <a:lnTo>
                  <a:pt x="137348" y="94687"/>
                </a:lnTo>
                <a:lnTo>
                  <a:pt x="136782" y="94643"/>
                </a:lnTo>
                <a:lnTo>
                  <a:pt x="136224" y="94582"/>
                </a:lnTo>
                <a:lnTo>
                  <a:pt x="135674" y="94503"/>
                </a:lnTo>
                <a:lnTo>
                  <a:pt x="135132" y="94407"/>
                </a:lnTo>
                <a:lnTo>
                  <a:pt x="134598" y="94293"/>
                </a:lnTo>
                <a:lnTo>
                  <a:pt x="134073" y="94162"/>
                </a:lnTo>
                <a:lnTo>
                  <a:pt x="133555" y="94013"/>
                </a:lnTo>
                <a:lnTo>
                  <a:pt x="133045" y="93847"/>
                </a:lnTo>
                <a:lnTo>
                  <a:pt x="132543" y="93663"/>
                </a:lnTo>
                <a:lnTo>
                  <a:pt x="132050" y="93462"/>
                </a:lnTo>
                <a:lnTo>
                  <a:pt x="131564" y="93243"/>
                </a:lnTo>
                <a:lnTo>
                  <a:pt x="131087" y="93007"/>
                </a:lnTo>
                <a:lnTo>
                  <a:pt x="130617" y="92753"/>
                </a:lnTo>
                <a:lnTo>
                  <a:pt x="130156" y="92482"/>
                </a:lnTo>
                <a:lnTo>
                  <a:pt x="129703" y="92193"/>
                </a:lnTo>
                <a:lnTo>
                  <a:pt x="129257" y="91886"/>
                </a:lnTo>
                <a:lnTo>
                  <a:pt x="128820" y="91563"/>
                </a:lnTo>
                <a:lnTo>
                  <a:pt x="128391" y="91221"/>
                </a:lnTo>
                <a:lnTo>
                  <a:pt x="127970" y="90863"/>
                </a:lnTo>
                <a:lnTo>
                  <a:pt x="127557" y="90486"/>
                </a:lnTo>
                <a:lnTo>
                  <a:pt x="127152" y="90092"/>
                </a:lnTo>
                <a:lnTo>
                  <a:pt x="126755" y="89681"/>
                </a:lnTo>
                <a:lnTo>
                  <a:pt x="126370" y="89254"/>
                </a:lnTo>
                <a:lnTo>
                  <a:pt x="126001" y="88813"/>
                </a:lnTo>
                <a:lnTo>
                  <a:pt x="125647" y="88358"/>
                </a:lnTo>
                <a:lnTo>
                  <a:pt x="125309" y="87889"/>
                </a:lnTo>
                <a:lnTo>
                  <a:pt x="124986" y="87406"/>
                </a:lnTo>
                <a:lnTo>
                  <a:pt x="124679" y="86909"/>
                </a:lnTo>
                <a:lnTo>
                  <a:pt x="124388" y="86398"/>
                </a:lnTo>
                <a:lnTo>
                  <a:pt x="124112" y="85873"/>
                </a:lnTo>
                <a:lnTo>
                  <a:pt x="123852" y="85335"/>
                </a:lnTo>
                <a:lnTo>
                  <a:pt x="123607" y="84782"/>
                </a:lnTo>
                <a:lnTo>
                  <a:pt x="123378" y="84215"/>
                </a:lnTo>
                <a:lnTo>
                  <a:pt x="123165" y="83634"/>
                </a:lnTo>
                <a:lnTo>
                  <a:pt x="122967" y="83039"/>
                </a:lnTo>
                <a:lnTo>
                  <a:pt x="122785" y="82431"/>
                </a:lnTo>
                <a:lnTo>
                  <a:pt x="122619" y="81808"/>
                </a:lnTo>
                <a:lnTo>
                  <a:pt x="122468" y="81171"/>
                </a:lnTo>
                <a:lnTo>
                  <a:pt x="122333" y="80521"/>
                </a:lnTo>
                <a:lnTo>
                  <a:pt x="122213" y="79856"/>
                </a:lnTo>
                <a:lnTo>
                  <a:pt x="122109" y="79177"/>
                </a:lnTo>
                <a:lnTo>
                  <a:pt x="122021" y="78485"/>
                </a:lnTo>
                <a:lnTo>
                  <a:pt x="121948" y="77778"/>
                </a:lnTo>
                <a:lnTo>
                  <a:pt x="121891" y="77057"/>
                </a:lnTo>
                <a:lnTo>
                  <a:pt x="121849" y="76323"/>
                </a:lnTo>
                <a:lnTo>
                  <a:pt x="121823" y="75574"/>
                </a:lnTo>
                <a:lnTo>
                  <a:pt x="172883" y="75574"/>
                </a:lnTo>
                <a:lnTo>
                  <a:pt x="172901" y="73643"/>
                </a:lnTo>
                <a:lnTo>
                  <a:pt x="172884" y="71754"/>
                </a:lnTo>
                <a:lnTo>
                  <a:pt x="172830" y="69906"/>
                </a:lnTo>
                <a:lnTo>
                  <a:pt x="172740" y="68101"/>
                </a:lnTo>
                <a:lnTo>
                  <a:pt x="172614" y="66337"/>
                </a:lnTo>
                <a:lnTo>
                  <a:pt x="172453" y="64616"/>
                </a:lnTo>
                <a:lnTo>
                  <a:pt x="172255" y="62936"/>
                </a:lnTo>
                <a:lnTo>
                  <a:pt x="172021" y="61298"/>
                </a:lnTo>
                <a:lnTo>
                  <a:pt x="171751" y="59703"/>
                </a:lnTo>
                <a:lnTo>
                  <a:pt x="171445" y="58149"/>
                </a:lnTo>
                <a:lnTo>
                  <a:pt x="171103" y="56637"/>
                </a:lnTo>
                <a:lnTo>
                  <a:pt x="170725" y="55167"/>
                </a:lnTo>
                <a:lnTo>
                  <a:pt x="170312" y="53739"/>
                </a:lnTo>
                <a:lnTo>
                  <a:pt x="169862" y="52353"/>
                </a:lnTo>
                <a:lnTo>
                  <a:pt x="169376" y="51008"/>
                </a:lnTo>
                <a:lnTo>
                  <a:pt x="168854" y="49706"/>
                </a:lnTo>
                <a:lnTo>
                  <a:pt x="168296" y="48446"/>
                </a:lnTo>
                <a:lnTo>
                  <a:pt x="167702" y="47227"/>
                </a:lnTo>
                <a:lnTo>
                  <a:pt x="167072" y="46051"/>
                </a:lnTo>
                <a:lnTo>
                  <a:pt x="166406" y="44916"/>
                </a:lnTo>
                <a:lnTo>
                  <a:pt x="165704" y="43823"/>
                </a:lnTo>
                <a:lnTo>
                  <a:pt x="164966" y="42773"/>
                </a:lnTo>
                <a:lnTo>
                  <a:pt x="164192" y="41764"/>
                </a:lnTo>
                <a:lnTo>
                  <a:pt x="163382" y="40797"/>
                </a:lnTo>
                <a:lnTo>
                  <a:pt x="162541" y="39871"/>
                </a:lnTo>
                <a:lnTo>
                  <a:pt x="161676" y="38984"/>
                </a:lnTo>
                <a:lnTo>
                  <a:pt x="160785" y="38137"/>
                </a:lnTo>
                <a:lnTo>
                  <a:pt x="159868" y="37329"/>
                </a:lnTo>
                <a:lnTo>
                  <a:pt x="158927" y="36560"/>
                </a:lnTo>
                <a:lnTo>
                  <a:pt x="157961" y="35831"/>
                </a:lnTo>
                <a:lnTo>
                  <a:pt x="156969" y="35142"/>
                </a:lnTo>
                <a:lnTo>
                  <a:pt x="155952" y="34491"/>
                </a:lnTo>
                <a:lnTo>
                  <a:pt x="154910" y="33880"/>
                </a:lnTo>
                <a:lnTo>
                  <a:pt x="153843" y="33309"/>
                </a:lnTo>
                <a:lnTo>
                  <a:pt x="152750" y="32777"/>
                </a:lnTo>
                <a:lnTo>
                  <a:pt x="151632" y="32284"/>
                </a:lnTo>
                <a:lnTo>
                  <a:pt x="150490" y="31831"/>
                </a:lnTo>
                <a:lnTo>
                  <a:pt x="149322" y="31417"/>
                </a:lnTo>
                <a:lnTo>
                  <a:pt x="148128" y="31043"/>
                </a:lnTo>
                <a:lnTo>
                  <a:pt x="146910" y="30708"/>
                </a:lnTo>
                <a:lnTo>
                  <a:pt x="145666" y="30412"/>
                </a:lnTo>
                <a:lnTo>
                  <a:pt x="144398" y="30156"/>
                </a:lnTo>
                <a:lnTo>
                  <a:pt x="143104" y="29939"/>
                </a:lnTo>
                <a:lnTo>
                  <a:pt x="141785" y="29762"/>
                </a:lnTo>
                <a:lnTo>
                  <a:pt x="140440" y="29624"/>
                </a:lnTo>
                <a:lnTo>
                  <a:pt x="139071" y="29525"/>
                </a:lnTo>
                <a:lnTo>
                  <a:pt x="137676" y="29466"/>
                </a:lnTo>
                <a:lnTo>
                  <a:pt x="136256" y="29446"/>
                </a:lnTo>
                <a:lnTo>
                  <a:pt x="134990" y="29465"/>
                </a:lnTo>
                <a:lnTo>
                  <a:pt x="133743" y="29522"/>
                </a:lnTo>
                <a:lnTo>
                  <a:pt x="132513" y="29616"/>
                </a:lnTo>
                <a:lnTo>
                  <a:pt x="131302" y="29748"/>
                </a:lnTo>
                <a:lnTo>
                  <a:pt x="130110" y="29917"/>
                </a:lnTo>
                <a:lnTo>
                  <a:pt x="128936" y="30124"/>
                </a:lnTo>
                <a:lnTo>
                  <a:pt x="127780" y="30369"/>
                </a:lnTo>
                <a:lnTo>
                  <a:pt x="126642" y="30651"/>
                </a:lnTo>
                <a:lnTo>
                  <a:pt x="125523" y="30971"/>
                </a:lnTo>
                <a:lnTo>
                  <a:pt x="124423" y="31329"/>
                </a:lnTo>
                <a:lnTo>
                  <a:pt x="123340" y="31724"/>
                </a:lnTo>
                <a:lnTo>
                  <a:pt x="122277" y="32157"/>
                </a:lnTo>
                <a:lnTo>
                  <a:pt x="121231" y="32628"/>
                </a:lnTo>
                <a:lnTo>
                  <a:pt x="120204" y="33136"/>
                </a:lnTo>
                <a:lnTo>
                  <a:pt x="119195" y="33682"/>
                </a:lnTo>
                <a:lnTo>
                  <a:pt x="118205" y="34266"/>
                </a:lnTo>
                <a:lnTo>
                  <a:pt x="117233" y="34887"/>
                </a:lnTo>
                <a:lnTo>
                  <a:pt x="116279" y="35546"/>
                </a:lnTo>
                <a:lnTo>
                  <a:pt x="115344" y="36242"/>
                </a:lnTo>
                <a:lnTo>
                  <a:pt x="114427" y="36976"/>
                </a:lnTo>
                <a:lnTo>
                  <a:pt x="113529" y="37748"/>
                </a:lnTo>
                <a:lnTo>
                  <a:pt x="112649" y="38558"/>
                </a:lnTo>
                <a:lnTo>
                  <a:pt x="111787" y="39405"/>
                </a:lnTo>
                <a:lnTo>
                  <a:pt x="110944" y="40289"/>
                </a:lnTo>
                <a:lnTo>
                  <a:pt x="110127" y="41207"/>
                </a:lnTo>
                <a:lnTo>
                  <a:pt x="109345" y="42154"/>
                </a:lnTo>
                <a:lnTo>
                  <a:pt x="108598" y="43130"/>
                </a:lnTo>
                <a:lnTo>
                  <a:pt x="107886" y="44134"/>
                </a:lnTo>
                <a:lnTo>
                  <a:pt x="107208" y="45168"/>
                </a:lnTo>
                <a:lnTo>
                  <a:pt x="106565" y="46230"/>
                </a:lnTo>
                <a:lnTo>
                  <a:pt x="105957" y="47321"/>
                </a:lnTo>
                <a:lnTo>
                  <a:pt x="105384" y="48441"/>
                </a:lnTo>
                <a:lnTo>
                  <a:pt x="104845" y="49589"/>
                </a:lnTo>
                <a:lnTo>
                  <a:pt x="104341" y="50767"/>
                </a:lnTo>
                <a:lnTo>
                  <a:pt x="103872" y="51973"/>
                </a:lnTo>
                <a:lnTo>
                  <a:pt x="103437" y="53209"/>
                </a:lnTo>
                <a:lnTo>
                  <a:pt x="103038" y="54473"/>
                </a:lnTo>
                <a:lnTo>
                  <a:pt x="102673" y="55765"/>
                </a:lnTo>
                <a:lnTo>
                  <a:pt x="102343" y="57087"/>
                </a:lnTo>
                <a:lnTo>
                  <a:pt x="102047" y="58438"/>
                </a:lnTo>
                <a:lnTo>
                  <a:pt x="101787" y="59817"/>
                </a:lnTo>
                <a:lnTo>
                  <a:pt x="101561" y="61225"/>
                </a:lnTo>
                <a:lnTo>
                  <a:pt x="101370" y="62662"/>
                </a:lnTo>
                <a:lnTo>
                  <a:pt x="101213" y="64128"/>
                </a:lnTo>
                <a:lnTo>
                  <a:pt x="101092" y="65623"/>
                </a:lnTo>
                <a:lnTo>
                  <a:pt x="101005" y="67146"/>
                </a:lnTo>
                <a:lnTo>
                  <a:pt x="100953" y="68699"/>
                </a:lnTo>
                <a:lnTo>
                  <a:pt x="100935" y="70280"/>
                </a:lnTo>
                <a:lnTo>
                  <a:pt x="100948" y="71606"/>
                </a:lnTo>
                <a:lnTo>
                  <a:pt x="100988" y="72913"/>
                </a:lnTo>
                <a:lnTo>
                  <a:pt x="101054" y="74201"/>
                </a:lnTo>
                <a:lnTo>
                  <a:pt x="101147" y="75470"/>
                </a:lnTo>
                <a:lnTo>
                  <a:pt x="101266" y="76719"/>
                </a:lnTo>
                <a:lnTo>
                  <a:pt x="101411" y="77950"/>
                </a:lnTo>
                <a:lnTo>
                  <a:pt x="101583" y="79161"/>
                </a:lnTo>
                <a:lnTo>
                  <a:pt x="101781" y="80353"/>
                </a:lnTo>
                <a:lnTo>
                  <a:pt x="102006" y="81526"/>
                </a:lnTo>
                <a:lnTo>
                  <a:pt x="102257" y="82680"/>
                </a:lnTo>
                <a:lnTo>
                  <a:pt x="102535" y="83815"/>
                </a:lnTo>
                <a:lnTo>
                  <a:pt x="102839" y="84931"/>
                </a:lnTo>
                <a:lnTo>
                  <a:pt x="103170" y="86027"/>
                </a:lnTo>
                <a:lnTo>
                  <a:pt x="103527" y="87104"/>
                </a:lnTo>
                <a:lnTo>
                  <a:pt x="103910" y="88163"/>
                </a:lnTo>
                <a:lnTo>
                  <a:pt x="104320" y="89202"/>
                </a:lnTo>
                <a:lnTo>
                  <a:pt x="104756" y="90222"/>
                </a:lnTo>
                <a:lnTo>
                  <a:pt x="105219" y="91222"/>
                </a:lnTo>
                <a:lnTo>
                  <a:pt x="105708" y="92204"/>
                </a:lnTo>
                <a:lnTo>
                  <a:pt x="106224" y="93167"/>
                </a:lnTo>
                <a:lnTo>
                  <a:pt x="106766" y="94110"/>
                </a:lnTo>
                <a:lnTo>
                  <a:pt x="107334" y="95034"/>
                </a:lnTo>
                <a:lnTo>
                  <a:pt x="107929" y="95939"/>
                </a:lnTo>
                <a:lnTo>
                  <a:pt x="108551" y="96825"/>
                </a:lnTo>
                <a:lnTo>
                  <a:pt x="109373" y="97896"/>
                </a:lnTo>
                <a:lnTo>
                  <a:pt x="110231" y="98922"/>
                </a:lnTo>
                <a:lnTo>
                  <a:pt x="111125" y="99902"/>
                </a:lnTo>
                <a:lnTo>
                  <a:pt x="112056" y="100836"/>
                </a:lnTo>
                <a:lnTo>
                  <a:pt x="113023" y="101725"/>
                </a:lnTo>
                <a:lnTo>
                  <a:pt x="114027" y="102569"/>
                </a:lnTo>
                <a:lnTo>
                  <a:pt x="115066" y="103366"/>
                </a:lnTo>
                <a:lnTo>
                  <a:pt x="116142" y="104118"/>
                </a:lnTo>
                <a:lnTo>
                  <a:pt x="117254" y="104825"/>
                </a:lnTo>
                <a:lnTo>
                  <a:pt x="118402" y="105486"/>
                </a:lnTo>
                <a:lnTo>
                  <a:pt x="119587" y="106101"/>
                </a:lnTo>
                <a:lnTo>
                  <a:pt x="120808" y="106671"/>
                </a:lnTo>
                <a:lnTo>
                  <a:pt x="122065" y="107195"/>
                </a:lnTo>
                <a:lnTo>
                  <a:pt x="123358" y="107674"/>
                </a:lnTo>
                <a:lnTo>
                  <a:pt x="124688" y="108107"/>
                </a:lnTo>
                <a:lnTo>
                  <a:pt x="126054" y="108494"/>
                </a:lnTo>
                <a:lnTo>
                  <a:pt x="127456" y="108836"/>
                </a:lnTo>
                <a:lnTo>
                  <a:pt x="128895" y="109132"/>
                </a:lnTo>
                <a:lnTo>
                  <a:pt x="130370" y="109383"/>
                </a:lnTo>
                <a:lnTo>
                  <a:pt x="131881" y="109588"/>
                </a:lnTo>
                <a:lnTo>
                  <a:pt x="133428" y="109748"/>
                </a:lnTo>
                <a:lnTo>
                  <a:pt x="135011" y="109862"/>
                </a:lnTo>
                <a:lnTo>
                  <a:pt x="136631" y="109930"/>
                </a:lnTo>
                <a:lnTo>
                  <a:pt x="138287" y="109953"/>
                </a:lnTo>
                <a:lnTo>
                  <a:pt x="139338" y="109943"/>
                </a:lnTo>
                <a:lnTo>
                  <a:pt x="140373" y="109912"/>
                </a:lnTo>
                <a:lnTo>
                  <a:pt x="141394" y="109862"/>
                </a:lnTo>
                <a:lnTo>
                  <a:pt x="142400" y="109791"/>
                </a:lnTo>
                <a:lnTo>
                  <a:pt x="143392" y="109700"/>
                </a:lnTo>
                <a:lnTo>
                  <a:pt x="144368" y="109589"/>
                </a:lnTo>
                <a:lnTo>
                  <a:pt x="145330" y="109458"/>
                </a:lnTo>
                <a:lnTo>
                  <a:pt x="146277" y="109306"/>
                </a:lnTo>
                <a:lnTo>
                  <a:pt x="147210" y="109134"/>
                </a:lnTo>
                <a:lnTo>
                  <a:pt x="148128" y="108942"/>
                </a:lnTo>
                <a:lnTo>
                  <a:pt x="149031" y="108730"/>
                </a:lnTo>
                <a:lnTo>
                  <a:pt x="149919" y="108498"/>
                </a:lnTo>
                <a:lnTo>
                  <a:pt x="150792" y="108245"/>
                </a:lnTo>
                <a:lnTo>
                  <a:pt x="151651" y="107972"/>
                </a:lnTo>
                <a:lnTo>
                  <a:pt x="152495" y="107679"/>
                </a:lnTo>
                <a:lnTo>
                  <a:pt x="153325" y="107366"/>
                </a:lnTo>
                <a:lnTo>
                  <a:pt x="154139" y="107033"/>
                </a:lnTo>
                <a:lnTo>
                  <a:pt x="154939" y="106679"/>
                </a:lnTo>
                <a:lnTo>
                  <a:pt x="155724" y="106305"/>
                </a:lnTo>
                <a:lnTo>
                  <a:pt x="156495" y="105911"/>
                </a:lnTo>
                <a:lnTo>
                  <a:pt x="157251" y="105497"/>
                </a:lnTo>
                <a:lnTo>
                  <a:pt x="157991" y="105062"/>
                </a:lnTo>
                <a:lnTo>
                  <a:pt x="158718" y="104607"/>
                </a:lnTo>
                <a:lnTo>
                  <a:pt x="159429" y="104132"/>
                </a:lnTo>
                <a:lnTo>
                  <a:pt x="160125" y="103638"/>
                </a:lnTo>
                <a:lnTo>
                  <a:pt x="160806" y="103125"/>
                </a:lnTo>
                <a:lnTo>
                  <a:pt x="161471" y="102594"/>
                </a:lnTo>
                <a:lnTo>
                  <a:pt x="162120" y="102045"/>
                </a:lnTo>
                <a:lnTo>
                  <a:pt x="162753" y="101477"/>
                </a:lnTo>
                <a:lnTo>
                  <a:pt x="163371" y="100890"/>
                </a:lnTo>
                <a:lnTo>
                  <a:pt x="163972" y="100285"/>
                </a:lnTo>
                <a:lnTo>
                  <a:pt x="164559" y="99662"/>
                </a:lnTo>
                <a:lnTo>
                  <a:pt x="165129" y="99020"/>
                </a:lnTo>
                <a:lnTo>
                  <a:pt x="165684" y="98360"/>
                </a:lnTo>
                <a:lnTo>
                  <a:pt x="166222" y="97681"/>
                </a:lnTo>
                <a:lnTo>
                  <a:pt x="166745" y="96984"/>
                </a:lnTo>
                <a:lnTo>
                  <a:pt x="167253" y="96268"/>
                </a:lnTo>
                <a:lnTo>
                  <a:pt x="167745" y="95534"/>
                </a:lnTo>
                <a:lnTo>
                  <a:pt x="168220" y="94782"/>
                </a:lnTo>
                <a:lnTo>
                  <a:pt x="168681" y="94011"/>
                </a:lnTo>
                <a:lnTo>
                  <a:pt x="169125" y="93221"/>
                </a:lnTo>
                <a:lnTo>
                  <a:pt x="169554" y="92413"/>
                </a:lnTo>
                <a:lnTo>
                  <a:pt x="169967" y="91587"/>
                </a:lnTo>
                <a:lnTo>
                  <a:pt x="170364" y="90742"/>
                </a:lnTo>
                <a:lnTo>
                  <a:pt x="170745" y="89879"/>
                </a:lnTo>
                <a:lnTo>
                  <a:pt x="171111" y="88998"/>
                </a:lnTo>
                <a:lnTo>
                  <a:pt x="171461" y="88097"/>
                </a:lnTo>
                <a:lnTo>
                  <a:pt x="171795" y="87179"/>
                </a:lnTo>
                <a:lnTo>
                  <a:pt x="151487" y="83698"/>
                </a:lnTo>
                <a:lnTo>
                  <a:pt x="151346" y="84176"/>
                </a:lnTo>
                <a:lnTo>
                  <a:pt x="151198" y="84642"/>
                </a:lnTo>
                <a:lnTo>
                  <a:pt x="151045" y="85098"/>
                </a:lnTo>
                <a:lnTo>
                  <a:pt x="150887" y="85543"/>
                </a:lnTo>
                <a:close/>
                <a:moveTo>
                  <a:pt x="122237" y="61077"/>
                </a:moveTo>
                <a:lnTo>
                  <a:pt x="122285" y="60427"/>
                </a:lnTo>
                <a:lnTo>
                  <a:pt x="122348" y="59789"/>
                </a:lnTo>
                <a:lnTo>
                  <a:pt x="122426" y="59163"/>
                </a:lnTo>
                <a:lnTo>
                  <a:pt x="122520" y="58549"/>
                </a:lnTo>
                <a:lnTo>
                  <a:pt x="122629" y="57947"/>
                </a:lnTo>
                <a:lnTo>
                  <a:pt x="122754" y="57357"/>
                </a:lnTo>
                <a:lnTo>
                  <a:pt x="122894" y="56779"/>
                </a:lnTo>
                <a:lnTo>
                  <a:pt x="123049" y="56213"/>
                </a:lnTo>
                <a:lnTo>
                  <a:pt x="123219" y="55659"/>
                </a:lnTo>
                <a:lnTo>
                  <a:pt x="123405" y="55117"/>
                </a:lnTo>
                <a:lnTo>
                  <a:pt x="123607" y="54588"/>
                </a:lnTo>
                <a:lnTo>
                  <a:pt x="123823" y="54070"/>
                </a:lnTo>
                <a:lnTo>
                  <a:pt x="124056" y="53564"/>
                </a:lnTo>
                <a:lnTo>
                  <a:pt x="124303" y="53070"/>
                </a:lnTo>
                <a:lnTo>
                  <a:pt x="124566" y="52589"/>
                </a:lnTo>
                <a:lnTo>
                  <a:pt x="124844" y="52119"/>
                </a:lnTo>
                <a:lnTo>
                  <a:pt x="125137" y="51662"/>
                </a:lnTo>
                <a:lnTo>
                  <a:pt x="125446" y="51216"/>
                </a:lnTo>
                <a:lnTo>
                  <a:pt x="125771" y="50783"/>
                </a:lnTo>
                <a:lnTo>
                  <a:pt x="126110" y="50361"/>
                </a:lnTo>
                <a:lnTo>
                  <a:pt x="126465" y="49952"/>
                </a:lnTo>
                <a:lnTo>
                  <a:pt x="126832" y="49557"/>
                </a:lnTo>
                <a:lnTo>
                  <a:pt x="127207" y="49179"/>
                </a:lnTo>
                <a:lnTo>
                  <a:pt x="127589" y="48817"/>
                </a:lnTo>
                <a:lnTo>
                  <a:pt x="127980" y="48473"/>
                </a:lnTo>
                <a:lnTo>
                  <a:pt x="128379" y="48145"/>
                </a:lnTo>
                <a:lnTo>
                  <a:pt x="128786" y="47835"/>
                </a:lnTo>
                <a:lnTo>
                  <a:pt x="129201" y="47540"/>
                </a:lnTo>
                <a:lnTo>
                  <a:pt x="129624" y="47263"/>
                </a:lnTo>
                <a:lnTo>
                  <a:pt x="130055" y="47003"/>
                </a:lnTo>
                <a:lnTo>
                  <a:pt x="130494" y="46759"/>
                </a:lnTo>
                <a:lnTo>
                  <a:pt x="130942" y="46532"/>
                </a:lnTo>
                <a:lnTo>
                  <a:pt x="131397" y="46322"/>
                </a:lnTo>
                <a:lnTo>
                  <a:pt x="131860" y="46129"/>
                </a:lnTo>
                <a:lnTo>
                  <a:pt x="132332" y="45953"/>
                </a:lnTo>
                <a:lnTo>
                  <a:pt x="132811" y="45793"/>
                </a:lnTo>
                <a:lnTo>
                  <a:pt x="133299" y="45650"/>
                </a:lnTo>
                <a:lnTo>
                  <a:pt x="133794" y="45524"/>
                </a:lnTo>
                <a:lnTo>
                  <a:pt x="134298" y="45415"/>
                </a:lnTo>
                <a:lnTo>
                  <a:pt x="134810" y="45323"/>
                </a:lnTo>
                <a:lnTo>
                  <a:pt x="135330" y="45247"/>
                </a:lnTo>
                <a:lnTo>
                  <a:pt x="135858" y="45188"/>
                </a:lnTo>
                <a:lnTo>
                  <a:pt x="136393" y="45146"/>
                </a:lnTo>
                <a:lnTo>
                  <a:pt x="136937" y="45121"/>
                </a:lnTo>
                <a:lnTo>
                  <a:pt x="137489" y="45113"/>
                </a:lnTo>
                <a:lnTo>
                  <a:pt x="138006" y="45121"/>
                </a:lnTo>
                <a:lnTo>
                  <a:pt x="138516" y="45144"/>
                </a:lnTo>
                <a:lnTo>
                  <a:pt x="139019" y="45184"/>
                </a:lnTo>
                <a:lnTo>
                  <a:pt x="139516" y="45240"/>
                </a:lnTo>
                <a:lnTo>
                  <a:pt x="140006" y="45312"/>
                </a:lnTo>
                <a:lnTo>
                  <a:pt x="140490" y="45399"/>
                </a:lnTo>
                <a:lnTo>
                  <a:pt x="140967" y="45503"/>
                </a:lnTo>
                <a:lnTo>
                  <a:pt x="141438" y="45622"/>
                </a:lnTo>
                <a:lnTo>
                  <a:pt x="141902" y="45758"/>
                </a:lnTo>
                <a:lnTo>
                  <a:pt x="142360" y="45909"/>
                </a:lnTo>
                <a:lnTo>
                  <a:pt x="142811" y="46076"/>
                </a:lnTo>
                <a:lnTo>
                  <a:pt x="143255" y="46259"/>
                </a:lnTo>
                <a:lnTo>
                  <a:pt x="143693" y="46459"/>
                </a:lnTo>
                <a:lnTo>
                  <a:pt x="144125" y="46674"/>
                </a:lnTo>
                <a:lnTo>
                  <a:pt x="144550" y="46905"/>
                </a:lnTo>
                <a:lnTo>
                  <a:pt x="144968" y="47151"/>
                </a:lnTo>
                <a:lnTo>
                  <a:pt x="145380" y="47414"/>
                </a:lnTo>
                <a:lnTo>
                  <a:pt x="145785" y="47693"/>
                </a:lnTo>
                <a:lnTo>
                  <a:pt x="146183" y="47988"/>
                </a:lnTo>
                <a:lnTo>
                  <a:pt x="146576" y="48298"/>
                </a:lnTo>
                <a:lnTo>
                  <a:pt x="146961" y="48625"/>
                </a:lnTo>
                <a:lnTo>
                  <a:pt x="147340" y="48967"/>
                </a:lnTo>
                <a:lnTo>
                  <a:pt x="147713" y="49326"/>
                </a:lnTo>
                <a:lnTo>
                  <a:pt x="148079" y="49700"/>
                </a:lnTo>
                <a:lnTo>
                  <a:pt x="148434" y="50090"/>
                </a:lnTo>
                <a:lnTo>
                  <a:pt x="148775" y="50494"/>
                </a:lnTo>
                <a:lnTo>
                  <a:pt x="149102" y="50913"/>
                </a:lnTo>
                <a:lnTo>
                  <a:pt x="149414" y="51346"/>
                </a:lnTo>
                <a:lnTo>
                  <a:pt x="149712" y="51795"/>
                </a:lnTo>
                <a:lnTo>
                  <a:pt x="149996" y="52258"/>
                </a:lnTo>
                <a:lnTo>
                  <a:pt x="150265" y="52735"/>
                </a:lnTo>
                <a:lnTo>
                  <a:pt x="150520" y="53228"/>
                </a:lnTo>
                <a:lnTo>
                  <a:pt x="150761" y="53735"/>
                </a:lnTo>
                <a:lnTo>
                  <a:pt x="150987" y="54256"/>
                </a:lnTo>
                <a:lnTo>
                  <a:pt x="151199" y="54793"/>
                </a:lnTo>
                <a:lnTo>
                  <a:pt x="151397" y="55344"/>
                </a:lnTo>
                <a:lnTo>
                  <a:pt x="151580" y="55909"/>
                </a:lnTo>
                <a:lnTo>
                  <a:pt x="151749" y="56490"/>
                </a:lnTo>
                <a:lnTo>
                  <a:pt x="151903" y="57085"/>
                </a:lnTo>
                <a:lnTo>
                  <a:pt x="152043" y="57694"/>
                </a:lnTo>
                <a:lnTo>
                  <a:pt x="152169" y="58319"/>
                </a:lnTo>
                <a:lnTo>
                  <a:pt x="152281" y="58958"/>
                </a:lnTo>
                <a:lnTo>
                  <a:pt x="152378" y="59611"/>
                </a:lnTo>
                <a:lnTo>
                  <a:pt x="152460" y="60280"/>
                </a:lnTo>
                <a:lnTo>
                  <a:pt x="152529" y="60963"/>
                </a:lnTo>
                <a:lnTo>
                  <a:pt x="152583" y="61660"/>
                </a:lnTo>
                <a:lnTo>
                  <a:pt x="152622" y="62373"/>
                </a:lnTo>
                <a:lnTo>
                  <a:pt x="152648" y="63100"/>
                </a:lnTo>
                <a:lnTo>
                  <a:pt x="122186" y="63100"/>
                </a:lnTo>
                <a:lnTo>
                  <a:pt x="122188" y="62413"/>
                </a:lnTo>
                <a:lnTo>
                  <a:pt x="122205" y="61739"/>
                </a:lnTo>
                <a:lnTo>
                  <a:pt x="122237" y="61077"/>
                </a:lnTo>
                <a:close/>
                <a:moveTo>
                  <a:pt x="469462" y="53239"/>
                </a:moveTo>
                <a:lnTo>
                  <a:pt x="469637" y="52833"/>
                </a:lnTo>
                <a:lnTo>
                  <a:pt x="469816" y="52439"/>
                </a:lnTo>
                <a:lnTo>
                  <a:pt x="469999" y="52056"/>
                </a:lnTo>
                <a:lnTo>
                  <a:pt x="470187" y="51685"/>
                </a:lnTo>
                <a:lnTo>
                  <a:pt x="470378" y="51325"/>
                </a:lnTo>
                <a:lnTo>
                  <a:pt x="470574" y="50977"/>
                </a:lnTo>
                <a:lnTo>
                  <a:pt x="470773" y="50640"/>
                </a:lnTo>
                <a:lnTo>
                  <a:pt x="470977" y="50314"/>
                </a:lnTo>
                <a:lnTo>
                  <a:pt x="471184" y="50000"/>
                </a:lnTo>
                <a:lnTo>
                  <a:pt x="471396" y="49698"/>
                </a:lnTo>
                <a:lnTo>
                  <a:pt x="471611" y="49406"/>
                </a:lnTo>
                <a:lnTo>
                  <a:pt x="471831" y="49127"/>
                </a:lnTo>
                <a:lnTo>
                  <a:pt x="472054" y="48859"/>
                </a:lnTo>
                <a:lnTo>
                  <a:pt x="472282" y="48602"/>
                </a:lnTo>
                <a:lnTo>
                  <a:pt x="472514" y="48357"/>
                </a:lnTo>
                <a:lnTo>
                  <a:pt x="472750" y="48123"/>
                </a:lnTo>
                <a:lnTo>
                  <a:pt x="472989" y="47900"/>
                </a:lnTo>
                <a:lnTo>
                  <a:pt x="473233" y="47689"/>
                </a:lnTo>
                <a:lnTo>
                  <a:pt x="473481" y="47490"/>
                </a:lnTo>
                <a:lnTo>
                  <a:pt x="473733" y="47302"/>
                </a:lnTo>
                <a:lnTo>
                  <a:pt x="473991" y="47123"/>
                </a:lnTo>
                <a:lnTo>
                  <a:pt x="474257" y="46952"/>
                </a:lnTo>
                <a:lnTo>
                  <a:pt x="474532" y="46789"/>
                </a:lnTo>
                <a:lnTo>
                  <a:pt x="474815" y="46633"/>
                </a:lnTo>
                <a:lnTo>
                  <a:pt x="475106" y="46485"/>
                </a:lnTo>
                <a:lnTo>
                  <a:pt x="475405" y="46344"/>
                </a:lnTo>
                <a:lnTo>
                  <a:pt x="475713" y="46211"/>
                </a:lnTo>
                <a:lnTo>
                  <a:pt x="476029" y="46086"/>
                </a:lnTo>
                <a:lnTo>
                  <a:pt x="476354" y="45968"/>
                </a:lnTo>
                <a:lnTo>
                  <a:pt x="476687" y="45858"/>
                </a:lnTo>
                <a:lnTo>
                  <a:pt x="477028" y="45755"/>
                </a:lnTo>
                <a:lnTo>
                  <a:pt x="477377" y="45660"/>
                </a:lnTo>
                <a:lnTo>
                  <a:pt x="477735" y="45573"/>
                </a:lnTo>
                <a:lnTo>
                  <a:pt x="478101" y="45493"/>
                </a:lnTo>
                <a:lnTo>
                  <a:pt x="478475" y="45420"/>
                </a:lnTo>
                <a:lnTo>
                  <a:pt x="478858" y="45356"/>
                </a:lnTo>
                <a:lnTo>
                  <a:pt x="479249" y="45299"/>
                </a:lnTo>
                <a:lnTo>
                  <a:pt x="479648" y="45249"/>
                </a:lnTo>
                <a:lnTo>
                  <a:pt x="480056" y="45208"/>
                </a:lnTo>
                <a:lnTo>
                  <a:pt x="480472" y="45173"/>
                </a:lnTo>
                <a:lnTo>
                  <a:pt x="480896" y="45147"/>
                </a:lnTo>
                <a:lnTo>
                  <a:pt x="481328" y="45128"/>
                </a:lnTo>
                <a:lnTo>
                  <a:pt x="481769" y="45116"/>
                </a:lnTo>
                <a:lnTo>
                  <a:pt x="482218" y="45113"/>
                </a:lnTo>
                <a:lnTo>
                  <a:pt x="482880" y="45117"/>
                </a:lnTo>
                <a:lnTo>
                  <a:pt x="483524" y="45130"/>
                </a:lnTo>
                <a:lnTo>
                  <a:pt x="484151" y="45152"/>
                </a:lnTo>
                <a:lnTo>
                  <a:pt x="484759" y="45183"/>
                </a:lnTo>
                <a:lnTo>
                  <a:pt x="485349" y="45222"/>
                </a:lnTo>
                <a:lnTo>
                  <a:pt x="485922" y="45271"/>
                </a:lnTo>
                <a:lnTo>
                  <a:pt x="486477" y="45328"/>
                </a:lnTo>
                <a:lnTo>
                  <a:pt x="487013" y="45394"/>
                </a:lnTo>
                <a:lnTo>
                  <a:pt x="487532" y="45469"/>
                </a:lnTo>
                <a:lnTo>
                  <a:pt x="488033" y="45552"/>
                </a:lnTo>
                <a:lnTo>
                  <a:pt x="488516" y="45644"/>
                </a:lnTo>
                <a:lnTo>
                  <a:pt x="488982" y="45745"/>
                </a:lnTo>
                <a:lnTo>
                  <a:pt x="489429" y="45855"/>
                </a:lnTo>
                <a:lnTo>
                  <a:pt x="489859" y="45974"/>
                </a:lnTo>
                <a:lnTo>
                  <a:pt x="490270" y="46102"/>
                </a:lnTo>
                <a:lnTo>
                  <a:pt x="490664" y="46238"/>
                </a:lnTo>
                <a:lnTo>
                  <a:pt x="491040" y="46383"/>
                </a:lnTo>
                <a:lnTo>
                  <a:pt x="491398" y="46537"/>
                </a:lnTo>
                <a:lnTo>
                  <a:pt x="491738" y="46699"/>
                </a:lnTo>
                <a:lnTo>
                  <a:pt x="492060" y="46871"/>
                </a:lnTo>
                <a:lnTo>
                  <a:pt x="492364" y="47051"/>
                </a:lnTo>
                <a:lnTo>
                  <a:pt x="492651" y="47240"/>
                </a:lnTo>
                <a:lnTo>
                  <a:pt x="492920" y="47438"/>
                </a:lnTo>
                <a:lnTo>
                  <a:pt x="493170" y="47644"/>
                </a:lnTo>
                <a:lnTo>
                  <a:pt x="493407" y="47861"/>
                </a:lnTo>
                <a:lnTo>
                  <a:pt x="493634" y="48090"/>
                </a:lnTo>
                <a:lnTo>
                  <a:pt x="493850" y="48330"/>
                </a:lnTo>
                <a:lnTo>
                  <a:pt x="494057" y="48582"/>
                </a:lnTo>
                <a:lnTo>
                  <a:pt x="494253" y="48846"/>
                </a:lnTo>
                <a:lnTo>
                  <a:pt x="494439" y="49122"/>
                </a:lnTo>
                <a:lnTo>
                  <a:pt x="494616" y="49410"/>
                </a:lnTo>
                <a:lnTo>
                  <a:pt x="494782" y="49710"/>
                </a:lnTo>
                <a:lnTo>
                  <a:pt x="494938" y="50021"/>
                </a:lnTo>
                <a:lnTo>
                  <a:pt x="495084" y="50344"/>
                </a:lnTo>
                <a:lnTo>
                  <a:pt x="495220" y="50679"/>
                </a:lnTo>
                <a:lnTo>
                  <a:pt x="495346" y="51026"/>
                </a:lnTo>
                <a:lnTo>
                  <a:pt x="495462" y="51385"/>
                </a:lnTo>
                <a:lnTo>
                  <a:pt x="495568" y="51756"/>
                </a:lnTo>
                <a:lnTo>
                  <a:pt x="495663" y="52138"/>
                </a:lnTo>
                <a:lnTo>
                  <a:pt x="495749" y="52533"/>
                </a:lnTo>
                <a:lnTo>
                  <a:pt x="495825" y="52939"/>
                </a:lnTo>
                <a:lnTo>
                  <a:pt x="495890" y="53357"/>
                </a:lnTo>
                <a:lnTo>
                  <a:pt x="495945" y="53787"/>
                </a:lnTo>
                <a:lnTo>
                  <a:pt x="495991" y="54229"/>
                </a:lnTo>
                <a:lnTo>
                  <a:pt x="496026" y="54682"/>
                </a:lnTo>
                <a:lnTo>
                  <a:pt x="496051" y="55148"/>
                </a:lnTo>
                <a:lnTo>
                  <a:pt x="496066" y="55625"/>
                </a:lnTo>
                <a:lnTo>
                  <a:pt x="496071" y="56114"/>
                </a:lnTo>
                <a:lnTo>
                  <a:pt x="496071" y="58168"/>
                </a:lnTo>
                <a:lnTo>
                  <a:pt x="495597" y="58361"/>
                </a:lnTo>
                <a:lnTo>
                  <a:pt x="495092" y="58555"/>
                </a:lnTo>
                <a:lnTo>
                  <a:pt x="494556" y="58751"/>
                </a:lnTo>
                <a:lnTo>
                  <a:pt x="493990" y="58948"/>
                </a:lnTo>
                <a:lnTo>
                  <a:pt x="493394" y="59147"/>
                </a:lnTo>
                <a:lnTo>
                  <a:pt x="492767" y="59346"/>
                </a:lnTo>
                <a:lnTo>
                  <a:pt x="492109" y="59547"/>
                </a:lnTo>
                <a:lnTo>
                  <a:pt x="491421" y="59749"/>
                </a:lnTo>
                <a:lnTo>
                  <a:pt x="490703" y="59952"/>
                </a:lnTo>
                <a:lnTo>
                  <a:pt x="489954" y="60157"/>
                </a:lnTo>
                <a:lnTo>
                  <a:pt x="489175" y="60363"/>
                </a:lnTo>
                <a:lnTo>
                  <a:pt x="488365" y="60570"/>
                </a:lnTo>
                <a:lnTo>
                  <a:pt x="487525" y="60778"/>
                </a:lnTo>
                <a:lnTo>
                  <a:pt x="486654" y="60987"/>
                </a:lnTo>
                <a:lnTo>
                  <a:pt x="485753" y="61198"/>
                </a:lnTo>
                <a:lnTo>
                  <a:pt x="484821" y="61410"/>
                </a:lnTo>
                <a:lnTo>
                  <a:pt x="483859" y="61624"/>
                </a:lnTo>
                <a:lnTo>
                  <a:pt x="482867" y="61838"/>
                </a:lnTo>
                <a:lnTo>
                  <a:pt x="481844" y="62054"/>
                </a:lnTo>
                <a:lnTo>
                  <a:pt x="480790" y="62271"/>
                </a:lnTo>
                <a:lnTo>
                  <a:pt x="479706" y="62489"/>
                </a:lnTo>
                <a:lnTo>
                  <a:pt x="478592" y="62709"/>
                </a:lnTo>
                <a:lnTo>
                  <a:pt x="477447" y="62930"/>
                </a:lnTo>
                <a:lnTo>
                  <a:pt x="476271" y="63152"/>
                </a:lnTo>
                <a:lnTo>
                  <a:pt x="475397" y="63321"/>
                </a:lnTo>
                <a:lnTo>
                  <a:pt x="474541" y="63493"/>
                </a:lnTo>
                <a:lnTo>
                  <a:pt x="473701" y="63668"/>
                </a:lnTo>
                <a:lnTo>
                  <a:pt x="472879" y="63845"/>
                </a:lnTo>
                <a:lnTo>
                  <a:pt x="472075" y="64024"/>
                </a:lnTo>
                <a:lnTo>
                  <a:pt x="471287" y="64205"/>
                </a:lnTo>
                <a:lnTo>
                  <a:pt x="470517" y="64389"/>
                </a:lnTo>
                <a:lnTo>
                  <a:pt x="469764" y="64576"/>
                </a:lnTo>
                <a:lnTo>
                  <a:pt x="469028" y="64765"/>
                </a:lnTo>
                <a:lnTo>
                  <a:pt x="468309" y="64956"/>
                </a:lnTo>
                <a:lnTo>
                  <a:pt x="467608" y="65149"/>
                </a:lnTo>
                <a:lnTo>
                  <a:pt x="466924" y="65345"/>
                </a:lnTo>
                <a:lnTo>
                  <a:pt x="466257" y="65543"/>
                </a:lnTo>
                <a:lnTo>
                  <a:pt x="465608" y="65744"/>
                </a:lnTo>
                <a:lnTo>
                  <a:pt x="464975" y="65947"/>
                </a:lnTo>
                <a:lnTo>
                  <a:pt x="464360" y="66153"/>
                </a:lnTo>
                <a:lnTo>
                  <a:pt x="463763" y="66360"/>
                </a:lnTo>
                <a:lnTo>
                  <a:pt x="463182" y="66571"/>
                </a:lnTo>
                <a:lnTo>
                  <a:pt x="462619" y="66783"/>
                </a:lnTo>
                <a:lnTo>
                  <a:pt x="462073" y="66998"/>
                </a:lnTo>
                <a:lnTo>
                  <a:pt x="461544" y="67216"/>
                </a:lnTo>
                <a:lnTo>
                  <a:pt x="461032" y="67435"/>
                </a:lnTo>
                <a:lnTo>
                  <a:pt x="460538" y="67657"/>
                </a:lnTo>
                <a:lnTo>
                  <a:pt x="460061" y="67882"/>
                </a:lnTo>
                <a:lnTo>
                  <a:pt x="459597" y="68112"/>
                </a:lnTo>
                <a:lnTo>
                  <a:pt x="459142" y="68350"/>
                </a:lnTo>
                <a:lnTo>
                  <a:pt x="458695" y="68596"/>
                </a:lnTo>
                <a:lnTo>
                  <a:pt x="458257" y="68851"/>
                </a:lnTo>
                <a:lnTo>
                  <a:pt x="457828" y="69114"/>
                </a:lnTo>
                <a:lnTo>
                  <a:pt x="457407" y="69385"/>
                </a:lnTo>
                <a:lnTo>
                  <a:pt x="456995" y="69665"/>
                </a:lnTo>
                <a:lnTo>
                  <a:pt x="456592" y="69952"/>
                </a:lnTo>
                <a:lnTo>
                  <a:pt x="456197" y="70249"/>
                </a:lnTo>
                <a:lnTo>
                  <a:pt x="455811" y="70553"/>
                </a:lnTo>
                <a:lnTo>
                  <a:pt x="455434" y="70866"/>
                </a:lnTo>
                <a:lnTo>
                  <a:pt x="455066" y="71186"/>
                </a:lnTo>
                <a:lnTo>
                  <a:pt x="454706" y="71516"/>
                </a:lnTo>
                <a:lnTo>
                  <a:pt x="454355" y="71853"/>
                </a:lnTo>
                <a:lnTo>
                  <a:pt x="454012" y="72199"/>
                </a:lnTo>
                <a:lnTo>
                  <a:pt x="453679" y="72553"/>
                </a:lnTo>
                <a:lnTo>
                  <a:pt x="453354" y="72915"/>
                </a:lnTo>
                <a:lnTo>
                  <a:pt x="453037" y="73286"/>
                </a:lnTo>
                <a:lnTo>
                  <a:pt x="452729" y="73665"/>
                </a:lnTo>
                <a:lnTo>
                  <a:pt x="452431" y="74052"/>
                </a:lnTo>
                <a:lnTo>
                  <a:pt x="452140" y="74447"/>
                </a:lnTo>
                <a:lnTo>
                  <a:pt x="451859" y="74851"/>
                </a:lnTo>
                <a:lnTo>
                  <a:pt x="451586" y="75263"/>
                </a:lnTo>
                <a:lnTo>
                  <a:pt x="451321" y="75683"/>
                </a:lnTo>
                <a:lnTo>
                  <a:pt x="451067" y="76110"/>
                </a:lnTo>
                <a:lnTo>
                  <a:pt x="450823" y="76541"/>
                </a:lnTo>
                <a:lnTo>
                  <a:pt x="450590" y="76978"/>
                </a:lnTo>
                <a:lnTo>
                  <a:pt x="450368" y="77419"/>
                </a:lnTo>
                <a:lnTo>
                  <a:pt x="450157" y="77865"/>
                </a:lnTo>
                <a:lnTo>
                  <a:pt x="449957" y="78317"/>
                </a:lnTo>
                <a:lnTo>
                  <a:pt x="449767" y="78773"/>
                </a:lnTo>
                <a:lnTo>
                  <a:pt x="449589" y="79234"/>
                </a:lnTo>
                <a:lnTo>
                  <a:pt x="449421" y="79699"/>
                </a:lnTo>
                <a:lnTo>
                  <a:pt x="449264" y="80170"/>
                </a:lnTo>
                <a:lnTo>
                  <a:pt x="449118" y="80646"/>
                </a:lnTo>
                <a:lnTo>
                  <a:pt x="448982" y="81126"/>
                </a:lnTo>
                <a:lnTo>
                  <a:pt x="448858" y="81612"/>
                </a:lnTo>
                <a:lnTo>
                  <a:pt x="448744" y="82102"/>
                </a:lnTo>
                <a:lnTo>
                  <a:pt x="448641" y="82597"/>
                </a:lnTo>
                <a:lnTo>
                  <a:pt x="448549" y="83097"/>
                </a:lnTo>
                <a:lnTo>
                  <a:pt x="448468" y="83602"/>
                </a:lnTo>
                <a:lnTo>
                  <a:pt x="448398" y="84112"/>
                </a:lnTo>
                <a:lnTo>
                  <a:pt x="448338" y="84627"/>
                </a:lnTo>
                <a:lnTo>
                  <a:pt x="448289" y="85147"/>
                </a:lnTo>
                <a:lnTo>
                  <a:pt x="448251" y="85671"/>
                </a:lnTo>
                <a:lnTo>
                  <a:pt x="448224" y="86201"/>
                </a:lnTo>
                <a:lnTo>
                  <a:pt x="448208" y="86735"/>
                </a:lnTo>
                <a:lnTo>
                  <a:pt x="448203" y="87274"/>
                </a:lnTo>
                <a:lnTo>
                  <a:pt x="448215" y="88087"/>
                </a:lnTo>
                <a:lnTo>
                  <a:pt x="448250" y="88888"/>
                </a:lnTo>
                <a:lnTo>
                  <a:pt x="448310" y="89677"/>
                </a:lnTo>
                <a:lnTo>
                  <a:pt x="448393" y="90454"/>
                </a:lnTo>
                <a:lnTo>
                  <a:pt x="448500" y="91220"/>
                </a:lnTo>
                <a:lnTo>
                  <a:pt x="448631" y="91973"/>
                </a:lnTo>
                <a:lnTo>
                  <a:pt x="448786" y="92715"/>
                </a:lnTo>
                <a:lnTo>
                  <a:pt x="448964" y="93446"/>
                </a:lnTo>
                <a:lnTo>
                  <a:pt x="449167" y="94164"/>
                </a:lnTo>
                <a:lnTo>
                  <a:pt x="449393" y="94871"/>
                </a:lnTo>
                <a:lnTo>
                  <a:pt x="449643" y="95565"/>
                </a:lnTo>
                <a:lnTo>
                  <a:pt x="449916" y="96248"/>
                </a:lnTo>
                <a:lnTo>
                  <a:pt x="450214" y="96920"/>
                </a:lnTo>
                <a:lnTo>
                  <a:pt x="450535" y="97579"/>
                </a:lnTo>
                <a:lnTo>
                  <a:pt x="450880" y="98227"/>
                </a:lnTo>
                <a:lnTo>
                  <a:pt x="451249" y="98863"/>
                </a:lnTo>
                <a:lnTo>
                  <a:pt x="451642" y="99487"/>
                </a:lnTo>
                <a:lnTo>
                  <a:pt x="452058" y="100099"/>
                </a:lnTo>
                <a:lnTo>
                  <a:pt x="452498" y="100699"/>
                </a:lnTo>
                <a:lnTo>
                  <a:pt x="452962" y="101288"/>
                </a:lnTo>
                <a:lnTo>
                  <a:pt x="453450" y="101865"/>
                </a:lnTo>
                <a:lnTo>
                  <a:pt x="453962" y="102430"/>
                </a:lnTo>
                <a:lnTo>
                  <a:pt x="454497" y="102983"/>
                </a:lnTo>
                <a:lnTo>
                  <a:pt x="455057" y="103525"/>
                </a:lnTo>
                <a:lnTo>
                  <a:pt x="455637" y="104050"/>
                </a:lnTo>
                <a:lnTo>
                  <a:pt x="456234" y="104552"/>
                </a:lnTo>
                <a:lnTo>
                  <a:pt x="456849" y="105032"/>
                </a:lnTo>
                <a:lnTo>
                  <a:pt x="457481" y="105489"/>
                </a:lnTo>
                <a:lnTo>
                  <a:pt x="458131" y="105924"/>
                </a:lnTo>
                <a:lnTo>
                  <a:pt x="458799" y="106337"/>
                </a:lnTo>
                <a:lnTo>
                  <a:pt x="459484" y="106728"/>
                </a:lnTo>
                <a:lnTo>
                  <a:pt x="460186" y="107096"/>
                </a:lnTo>
                <a:lnTo>
                  <a:pt x="460906" y="107442"/>
                </a:lnTo>
                <a:lnTo>
                  <a:pt x="461643" y="107766"/>
                </a:lnTo>
                <a:lnTo>
                  <a:pt x="462398" y="108067"/>
                </a:lnTo>
                <a:lnTo>
                  <a:pt x="463171" y="108346"/>
                </a:lnTo>
                <a:lnTo>
                  <a:pt x="463961" y="108603"/>
                </a:lnTo>
                <a:lnTo>
                  <a:pt x="464768" y="108837"/>
                </a:lnTo>
                <a:lnTo>
                  <a:pt x="465593" y="109049"/>
                </a:lnTo>
                <a:lnTo>
                  <a:pt x="466436" y="109239"/>
                </a:lnTo>
                <a:lnTo>
                  <a:pt x="467295" y="109406"/>
                </a:lnTo>
                <a:lnTo>
                  <a:pt x="468173" y="109551"/>
                </a:lnTo>
                <a:lnTo>
                  <a:pt x="469068" y="109674"/>
                </a:lnTo>
                <a:lnTo>
                  <a:pt x="469980" y="109774"/>
                </a:lnTo>
                <a:lnTo>
                  <a:pt x="470910" y="109852"/>
                </a:lnTo>
                <a:lnTo>
                  <a:pt x="471858" y="109908"/>
                </a:lnTo>
                <a:lnTo>
                  <a:pt x="472823" y="109942"/>
                </a:lnTo>
                <a:lnTo>
                  <a:pt x="473805" y="109953"/>
                </a:lnTo>
                <a:lnTo>
                  <a:pt x="474366" y="109948"/>
                </a:lnTo>
                <a:lnTo>
                  <a:pt x="474924" y="109935"/>
                </a:lnTo>
                <a:lnTo>
                  <a:pt x="475479" y="109913"/>
                </a:lnTo>
                <a:lnTo>
                  <a:pt x="476031" y="109882"/>
                </a:lnTo>
                <a:lnTo>
                  <a:pt x="476581" y="109843"/>
                </a:lnTo>
                <a:lnTo>
                  <a:pt x="477128" y="109794"/>
                </a:lnTo>
                <a:lnTo>
                  <a:pt x="477672" y="109737"/>
                </a:lnTo>
                <a:lnTo>
                  <a:pt x="478213" y="109671"/>
                </a:lnTo>
                <a:lnTo>
                  <a:pt x="478752" y="109596"/>
                </a:lnTo>
                <a:lnTo>
                  <a:pt x="479288" y="109512"/>
                </a:lnTo>
                <a:lnTo>
                  <a:pt x="479821" y="109420"/>
                </a:lnTo>
                <a:lnTo>
                  <a:pt x="480351" y="109318"/>
                </a:lnTo>
                <a:lnTo>
                  <a:pt x="480878" y="109208"/>
                </a:lnTo>
                <a:lnTo>
                  <a:pt x="481403" y="109089"/>
                </a:lnTo>
                <a:lnTo>
                  <a:pt x="481925" y="108961"/>
                </a:lnTo>
                <a:lnTo>
                  <a:pt x="482444" y="108825"/>
                </a:lnTo>
                <a:lnTo>
                  <a:pt x="482960" y="108679"/>
                </a:lnTo>
                <a:lnTo>
                  <a:pt x="483474" y="108525"/>
                </a:lnTo>
                <a:lnTo>
                  <a:pt x="483985" y="108362"/>
                </a:lnTo>
                <a:lnTo>
                  <a:pt x="484493" y="108190"/>
                </a:lnTo>
                <a:lnTo>
                  <a:pt x="484998" y="108009"/>
                </a:lnTo>
                <a:lnTo>
                  <a:pt x="485501" y="107820"/>
                </a:lnTo>
                <a:lnTo>
                  <a:pt x="486001" y="107621"/>
                </a:lnTo>
                <a:lnTo>
                  <a:pt x="486498" y="107414"/>
                </a:lnTo>
                <a:lnTo>
                  <a:pt x="486992" y="107198"/>
                </a:lnTo>
                <a:lnTo>
                  <a:pt x="487484" y="106974"/>
                </a:lnTo>
                <a:lnTo>
                  <a:pt x="487973" y="106740"/>
                </a:lnTo>
                <a:lnTo>
                  <a:pt x="488460" y="106498"/>
                </a:lnTo>
                <a:lnTo>
                  <a:pt x="488944" y="106246"/>
                </a:lnTo>
                <a:lnTo>
                  <a:pt x="489426" y="105986"/>
                </a:lnTo>
                <a:lnTo>
                  <a:pt x="489905" y="105718"/>
                </a:lnTo>
                <a:lnTo>
                  <a:pt x="490382" y="105440"/>
                </a:lnTo>
                <a:lnTo>
                  <a:pt x="490856" y="105154"/>
                </a:lnTo>
                <a:lnTo>
                  <a:pt x="491328" y="104858"/>
                </a:lnTo>
                <a:lnTo>
                  <a:pt x="491797" y="104554"/>
                </a:lnTo>
                <a:lnTo>
                  <a:pt x="492264" y="104241"/>
                </a:lnTo>
                <a:lnTo>
                  <a:pt x="492728" y="103920"/>
                </a:lnTo>
                <a:lnTo>
                  <a:pt x="493189" y="103589"/>
                </a:lnTo>
                <a:lnTo>
                  <a:pt x="493648" y="103250"/>
                </a:lnTo>
                <a:lnTo>
                  <a:pt x="494105" y="102901"/>
                </a:lnTo>
                <a:lnTo>
                  <a:pt x="494559" y="102544"/>
                </a:lnTo>
                <a:lnTo>
                  <a:pt x="495011" y="102179"/>
                </a:lnTo>
                <a:lnTo>
                  <a:pt x="495460" y="101804"/>
                </a:lnTo>
                <a:lnTo>
                  <a:pt x="495906" y="101421"/>
                </a:lnTo>
                <a:lnTo>
                  <a:pt x="496350" y="101028"/>
                </a:lnTo>
                <a:lnTo>
                  <a:pt x="496792" y="100627"/>
                </a:lnTo>
                <a:lnTo>
                  <a:pt x="497231" y="100218"/>
                </a:lnTo>
                <a:lnTo>
                  <a:pt x="497667" y="99799"/>
                </a:lnTo>
                <a:lnTo>
                  <a:pt x="497686" y="99849"/>
                </a:lnTo>
                <a:lnTo>
                  <a:pt x="497705" y="99904"/>
                </a:lnTo>
                <a:lnTo>
                  <a:pt x="497726" y="99963"/>
                </a:lnTo>
                <a:lnTo>
                  <a:pt x="497748" y="100027"/>
                </a:lnTo>
                <a:lnTo>
                  <a:pt x="497770" y="100094"/>
                </a:lnTo>
                <a:lnTo>
                  <a:pt x="497794" y="100166"/>
                </a:lnTo>
                <a:lnTo>
                  <a:pt x="497819" y="100242"/>
                </a:lnTo>
                <a:lnTo>
                  <a:pt x="497844" y="100323"/>
                </a:lnTo>
                <a:lnTo>
                  <a:pt x="497871" y="100407"/>
                </a:lnTo>
                <a:lnTo>
                  <a:pt x="497899" y="100496"/>
                </a:lnTo>
                <a:lnTo>
                  <a:pt x="497927" y="100590"/>
                </a:lnTo>
                <a:lnTo>
                  <a:pt x="497957" y="100687"/>
                </a:lnTo>
                <a:lnTo>
                  <a:pt x="497988" y="100789"/>
                </a:lnTo>
                <a:lnTo>
                  <a:pt x="498020" y="100895"/>
                </a:lnTo>
                <a:lnTo>
                  <a:pt x="498052" y="101006"/>
                </a:lnTo>
                <a:lnTo>
                  <a:pt x="498086" y="101121"/>
                </a:lnTo>
                <a:lnTo>
                  <a:pt x="498121" y="101239"/>
                </a:lnTo>
                <a:lnTo>
                  <a:pt x="498157" y="101363"/>
                </a:lnTo>
                <a:lnTo>
                  <a:pt x="498193" y="101490"/>
                </a:lnTo>
                <a:lnTo>
                  <a:pt x="498231" y="101622"/>
                </a:lnTo>
                <a:lnTo>
                  <a:pt x="498270" y="101758"/>
                </a:lnTo>
                <a:lnTo>
                  <a:pt x="498310" y="101899"/>
                </a:lnTo>
                <a:lnTo>
                  <a:pt x="498350" y="102043"/>
                </a:lnTo>
                <a:lnTo>
                  <a:pt x="498392" y="102192"/>
                </a:lnTo>
                <a:lnTo>
                  <a:pt x="498488" y="102521"/>
                </a:lnTo>
                <a:lnTo>
                  <a:pt x="498583" y="102844"/>
                </a:lnTo>
                <a:lnTo>
                  <a:pt x="498677" y="103159"/>
                </a:lnTo>
                <a:lnTo>
                  <a:pt x="498769" y="103468"/>
                </a:lnTo>
                <a:lnTo>
                  <a:pt x="498860" y="103769"/>
                </a:lnTo>
                <a:lnTo>
                  <a:pt x="498950" y="104064"/>
                </a:lnTo>
                <a:lnTo>
                  <a:pt x="499038" y="104353"/>
                </a:lnTo>
                <a:lnTo>
                  <a:pt x="499126" y="104634"/>
                </a:lnTo>
                <a:lnTo>
                  <a:pt x="499212" y="104909"/>
                </a:lnTo>
                <a:lnTo>
                  <a:pt x="499296" y="105177"/>
                </a:lnTo>
                <a:lnTo>
                  <a:pt x="499380" y="105438"/>
                </a:lnTo>
                <a:lnTo>
                  <a:pt x="499462" y="105692"/>
                </a:lnTo>
                <a:lnTo>
                  <a:pt x="499543" y="105939"/>
                </a:lnTo>
                <a:lnTo>
                  <a:pt x="499623" y="106180"/>
                </a:lnTo>
                <a:lnTo>
                  <a:pt x="499701" y="106414"/>
                </a:lnTo>
                <a:lnTo>
                  <a:pt x="499778" y="106641"/>
                </a:lnTo>
                <a:lnTo>
                  <a:pt x="499854" y="106861"/>
                </a:lnTo>
                <a:lnTo>
                  <a:pt x="499929" y="107074"/>
                </a:lnTo>
                <a:lnTo>
                  <a:pt x="500002" y="107281"/>
                </a:lnTo>
                <a:lnTo>
                  <a:pt x="500075" y="107481"/>
                </a:lnTo>
                <a:lnTo>
                  <a:pt x="500145" y="107674"/>
                </a:lnTo>
                <a:lnTo>
                  <a:pt x="500215" y="107860"/>
                </a:lnTo>
                <a:lnTo>
                  <a:pt x="500283" y="108040"/>
                </a:lnTo>
                <a:lnTo>
                  <a:pt x="500351" y="108212"/>
                </a:lnTo>
                <a:lnTo>
                  <a:pt x="520513" y="108212"/>
                </a:lnTo>
                <a:lnTo>
                  <a:pt x="520293" y="107754"/>
                </a:lnTo>
                <a:lnTo>
                  <a:pt x="520078" y="107298"/>
                </a:lnTo>
                <a:lnTo>
                  <a:pt x="519869" y="106845"/>
                </a:lnTo>
                <a:lnTo>
                  <a:pt x="519666" y="106394"/>
                </a:lnTo>
                <a:lnTo>
                  <a:pt x="519469" y="105945"/>
                </a:lnTo>
                <a:lnTo>
                  <a:pt x="519278" y="105499"/>
                </a:lnTo>
                <a:lnTo>
                  <a:pt x="519093" y="105055"/>
                </a:lnTo>
                <a:lnTo>
                  <a:pt x="518914" y="104614"/>
                </a:lnTo>
                <a:lnTo>
                  <a:pt x="518740" y="104175"/>
                </a:lnTo>
                <a:lnTo>
                  <a:pt x="518573" y="103738"/>
                </a:lnTo>
                <a:lnTo>
                  <a:pt x="518412" y="103304"/>
                </a:lnTo>
                <a:lnTo>
                  <a:pt x="518256" y="102872"/>
                </a:lnTo>
                <a:lnTo>
                  <a:pt x="518106" y="102443"/>
                </a:lnTo>
                <a:lnTo>
                  <a:pt x="517963" y="102016"/>
                </a:lnTo>
                <a:lnTo>
                  <a:pt x="517825" y="101591"/>
                </a:lnTo>
                <a:lnTo>
                  <a:pt x="517693" y="101169"/>
                </a:lnTo>
                <a:lnTo>
                  <a:pt x="517567" y="100749"/>
                </a:lnTo>
                <a:lnTo>
                  <a:pt x="517447" y="100332"/>
                </a:lnTo>
                <a:lnTo>
                  <a:pt x="517333" y="99916"/>
                </a:lnTo>
                <a:lnTo>
                  <a:pt x="517224" y="99504"/>
                </a:lnTo>
                <a:lnTo>
                  <a:pt x="517122" y="99093"/>
                </a:lnTo>
                <a:lnTo>
                  <a:pt x="517026" y="98686"/>
                </a:lnTo>
                <a:lnTo>
                  <a:pt x="516935" y="98280"/>
                </a:lnTo>
                <a:lnTo>
                  <a:pt x="516851" y="97877"/>
                </a:lnTo>
                <a:lnTo>
                  <a:pt x="516771" y="97466"/>
                </a:lnTo>
                <a:lnTo>
                  <a:pt x="516694" y="97036"/>
                </a:lnTo>
                <a:lnTo>
                  <a:pt x="516621" y="96588"/>
                </a:lnTo>
                <a:lnTo>
                  <a:pt x="516552" y="96121"/>
                </a:lnTo>
                <a:lnTo>
                  <a:pt x="516485" y="95636"/>
                </a:lnTo>
                <a:lnTo>
                  <a:pt x="516422" y="95132"/>
                </a:lnTo>
                <a:lnTo>
                  <a:pt x="516363" y="94610"/>
                </a:lnTo>
                <a:lnTo>
                  <a:pt x="516307" y="94069"/>
                </a:lnTo>
                <a:lnTo>
                  <a:pt x="516254" y="93510"/>
                </a:lnTo>
                <a:lnTo>
                  <a:pt x="516205" y="92932"/>
                </a:lnTo>
                <a:lnTo>
                  <a:pt x="516159" y="92336"/>
                </a:lnTo>
                <a:lnTo>
                  <a:pt x="516116" y="91721"/>
                </a:lnTo>
                <a:lnTo>
                  <a:pt x="516077" y="91088"/>
                </a:lnTo>
                <a:lnTo>
                  <a:pt x="516042" y="90436"/>
                </a:lnTo>
                <a:lnTo>
                  <a:pt x="516009" y="89766"/>
                </a:lnTo>
                <a:lnTo>
                  <a:pt x="515980" y="89077"/>
                </a:lnTo>
                <a:lnTo>
                  <a:pt x="515955" y="88369"/>
                </a:lnTo>
                <a:lnTo>
                  <a:pt x="515933" y="87644"/>
                </a:lnTo>
                <a:lnTo>
                  <a:pt x="515914" y="86899"/>
                </a:lnTo>
                <a:lnTo>
                  <a:pt x="515899" y="86136"/>
                </a:lnTo>
                <a:lnTo>
                  <a:pt x="515887" y="85355"/>
                </a:lnTo>
                <a:lnTo>
                  <a:pt x="515878" y="84555"/>
                </a:lnTo>
                <a:lnTo>
                  <a:pt x="515873" y="83737"/>
                </a:lnTo>
                <a:lnTo>
                  <a:pt x="515872" y="82900"/>
                </a:lnTo>
                <a:lnTo>
                  <a:pt x="516089" y="59111"/>
                </a:lnTo>
                <a:lnTo>
                  <a:pt x="516084" y="58019"/>
                </a:lnTo>
                <a:lnTo>
                  <a:pt x="516070" y="56956"/>
                </a:lnTo>
                <a:lnTo>
                  <a:pt x="516047" y="55922"/>
                </a:lnTo>
                <a:lnTo>
                  <a:pt x="516014" y="54917"/>
                </a:lnTo>
                <a:lnTo>
                  <a:pt x="515971" y="53941"/>
                </a:lnTo>
                <a:lnTo>
                  <a:pt x="515919" y="52993"/>
                </a:lnTo>
                <a:lnTo>
                  <a:pt x="515858" y="52075"/>
                </a:lnTo>
                <a:lnTo>
                  <a:pt x="515787" y="51185"/>
                </a:lnTo>
                <a:lnTo>
                  <a:pt x="515707" y="50324"/>
                </a:lnTo>
                <a:lnTo>
                  <a:pt x="515617" y="49492"/>
                </a:lnTo>
                <a:lnTo>
                  <a:pt x="515518" y="48688"/>
                </a:lnTo>
                <a:lnTo>
                  <a:pt x="515409" y="47914"/>
                </a:lnTo>
                <a:lnTo>
                  <a:pt x="515291" y="47168"/>
                </a:lnTo>
                <a:lnTo>
                  <a:pt x="515164" y="46452"/>
                </a:lnTo>
                <a:lnTo>
                  <a:pt x="515027" y="45764"/>
                </a:lnTo>
                <a:lnTo>
                  <a:pt x="514880" y="45105"/>
                </a:lnTo>
                <a:lnTo>
                  <a:pt x="514725" y="44474"/>
                </a:lnTo>
                <a:lnTo>
                  <a:pt x="514559" y="43873"/>
                </a:lnTo>
                <a:lnTo>
                  <a:pt x="514385" y="43300"/>
                </a:lnTo>
                <a:lnTo>
                  <a:pt x="514200" y="42756"/>
                </a:lnTo>
                <a:lnTo>
                  <a:pt x="514007" y="42241"/>
                </a:lnTo>
                <a:lnTo>
                  <a:pt x="513804" y="41755"/>
                </a:lnTo>
                <a:lnTo>
                  <a:pt x="513591" y="41298"/>
                </a:lnTo>
                <a:lnTo>
                  <a:pt x="513369" y="40870"/>
                </a:lnTo>
                <a:lnTo>
                  <a:pt x="513136" y="40459"/>
                </a:lnTo>
                <a:lnTo>
                  <a:pt x="512889" y="40054"/>
                </a:lnTo>
                <a:lnTo>
                  <a:pt x="512628" y="39655"/>
                </a:lnTo>
                <a:lnTo>
                  <a:pt x="512353" y="39262"/>
                </a:lnTo>
                <a:lnTo>
                  <a:pt x="512065" y="38875"/>
                </a:lnTo>
                <a:lnTo>
                  <a:pt x="511762" y="38494"/>
                </a:lnTo>
                <a:lnTo>
                  <a:pt x="511447" y="38120"/>
                </a:lnTo>
                <a:lnTo>
                  <a:pt x="511117" y="37751"/>
                </a:lnTo>
                <a:lnTo>
                  <a:pt x="510774" y="37388"/>
                </a:lnTo>
                <a:lnTo>
                  <a:pt x="510417" y="37032"/>
                </a:lnTo>
                <a:lnTo>
                  <a:pt x="510046" y="36681"/>
                </a:lnTo>
                <a:lnTo>
                  <a:pt x="509661" y="36337"/>
                </a:lnTo>
                <a:lnTo>
                  <a:pt x="509263" y="35998"/>
                </a:lnTo>
                <a:lnTo>
                  <a:pt x="508851" y="35666"/>
                </a:lnTo>
                <a:lnTo>
                  <a:pt x="508426" y="35339"/>
                </a:lnTo>
                <a:lnTo>
                  <a:pt x="507986" y="35019"/>
                </a:lnTo>
                <a:lnTo>
                  <a:pt x="507533" y="34705"/>
                </a:lnTo>
                <a:lnTo>
                  <a:pt x="507066" y="34397"/>
                </a:lnTo>
                <a:lnTo>
                  <a:pt x="506586" y="34094"/>
                </a:lnTo>
                <a:lnTo>
                  <a:pt x="506091" y="33798"/>
                </a:lnTo>
                <a:lnTo>
                  <a:pt x="505583" y="33508"/>
                </a:lnTo>
                <a:lnTo>
                  <a:pt x="505062" y="33224"/>
                </a:lnTo>
                <a:lnTo>
                  <a:pt x="504526" y="32946"/>
                </a:lnTo>
                <a:lnTo>
                  <a:pt x="503977" y="32674"/>
                </a:lnTo>
                <a:lnTo>
                  <a:pt x="503409" y="32411"/>
                </a:lnTo>
                <a:lnTo>
                  <a:pt x="502816" y="32158"/>
                </a:lnTo>
                <a:lnTo>
                  <a:pt x="502200" y="31918"/>
                </a:lnTo>
                <a:lnTo>
                  <a:pt x="501559" y="31688"/>
                </a:lnTo>
                <a:lnTo>
                  <a:pt x="500894" y="31469"/>
                </a:lnTo>
                <a:lnTo>
                  <a:pt x="500205" y="31262"/>
                </a:lnTo>
                <a:lnTo>
                  <a:pt x="499492" y="31066"/>
                </a:lnTo>
                <a:lnTo>
                  <a:pt x="498755" y="30881"/>
                </a:lnTo>
                <a:lnTo>
                  <a:pt x="497993" y="30707"/>
                </a:lnTo>
                <a:lnTo>
                  <a:pt x="497208" y="30545"/>
                </a:lnTo>
                <a:lnTo>
                  <a:pt x="496398" y="30393"/>
                </a:lnTo>
                <a:lnTo>
                  <a:pt x="495564" y="30253"/>
                </a:lnTo>
                <a:lnTo>
                  <a:pt x="494705" y="30124"/>
                </a:lnTo>
                <a:lnTo>
                  <a:pt x="493823" y="30007"/>
                </a:lnTo>
                <a:lnTo>
                  <a:pt x="492916" y="29900"/>
                </a:lnTo>
                <a:lnTo>
                  <a:pt x="491986" y="29805"/>
                </a:lnTo>
                <a:lnTo>
                  <a:pt x="491031" y="29721"/>
                </a:lnTo>
                <a:lnTo>
                  <a:pt x="490052" y="29648"/>
                </a:lnTo>
                <a:lnTo>
                  <a:pt x="489048" y="29587"/>
                </a:lnTo>
                <a:lnTo>
                  <a:pt x="488021" y="29536"/>
                </a:lnTo>
                <a:lnTo>
                  <a:pt x="486969" y="29497"/>
                </a:lnTo>
                <a:lnTo>
                  <a:pt x="485893" y="29469"/>
                </a:lnTo>
                <a:lnTo>
                  <a:pt x="484793" y="29452"/>
                </a:lnTo>
                <a:lnTo>
                  <a:pt x="483669" y="29446"/>
                </a:lnTo>
                <a:lnTo>
                  <a:pt x="482431" y="29456"/>
                </a:lnTo>
                <a:lnTo>
                  <a:pt x="481218" y="29484"/>
                </a:lnTo>
                <a:lnTo>
                  <a:pt x="480031" y="29531"/>
                </a:lnTo>
                <a:lnTo>
                  <a:pt x="478870" y="29598"/>
                </a:lnTo>
                <a:lnTo>
                  <a:pt x="477735" y="29683"/>
                </a:lnTo>
                <a:lnTo>
                  <a:pt x="476625" y="29786"/>
                </a:lnTo>
                <a:lnTo>
                  <a:pt x="475541" y="29909"/>
                </a:lnTo>
                <a:lnTo>
                  <a:pt x="474482" y="30051"/>
                </a:lnTo>
                <a:lnTo>
                  <a:pt x="473449" y="30211"/>
                </a:lnTo>
                <a:lnTo>
                  <a:pt x="472442" y="30391"/>
                </a:lnTo>
                <a:lnTo>
                  <a:pt x="471461" y="30589"/>
                </a:lnTo>
                <a:lnTo>
                  <a:pt x="470505" y="30806"/>
                </a:lnTo>
                <a:lnTo>
                  <a:pt x="469575" y="31042"/>
                </a:lnTo>
                <a:lnTo>
                  <a:pt x="468671" y="31297"/>
                </a:lnTo>
                <a:lnTo>
                  <a:pt x="467792" y="31571"/>
                </a:lnTo>
                <a:lnTo>
                  <a:pt x="466939" y="31864"/>
                </a:lnTo>
                <a:lnTo>
                  <a:pt x="466112" y="32176"/>
                </a:lnTo>
                <a:lnTo>
                  <a:pt x="465310" y="32506"/>
                </a:lnTo>
                <a:lnTo>
                  <a:pt x="464534" y="32856"/>
                </a:lnTo>
                <a:lnTo>
                  <a:pt x="463784" y="33224"/>
                </a:lnTo>
                <a:lnTo>
                  <a:pt x="463060" y="33611"/>
                </a:lnTo>
                <a:lnTo>
                  <a:pt x="462361" y="34017"/>
                </a:lnTo>
                <a:lnTo>
                  <a:pt x="461688" y="34442"/>
                </a:lnTo>
                <a:lnTo>
                  <a:pt x="461040" y="34886"/>
                </a:lnTo>
                <a:lnTo>
                  <a:pt x="460413" y="35349"/>
                </a:lnTo>
                <a:lnTo>
                  <a:pt x="459802" y="35833"/>
                </a:lnTo>
                <a:lnTo>
                  <a:pt x="459207" y="36337"/>
                </a:lnTo>
                <a:lnTo>
                  <a:pt x="458627" y="36862"/>
                </a:lnTo>
                <a:lnTo>
                  <a:pt x="458062" y="37407"/>
                </a:lnTo>
                <a:lnTo>
                  <a:pt x="457514" y="37972"/>
                </a:lnTo>
                <a:lnTo>
                  <a:pt x="456980" y="38558"/>
                </a:lnTo>
                <a:lnTo>
                  <a:pt x="456463" y="39164"/>
                </a:lnTo>
                <a:lnTo>
                  <a:pt x="455961" y="39791"/>
                </a:lnTo>
                <a:lnTo>
                  <a:pt x="455475" y="40438"/>
                </a:lnTo>
                <a:lnTo>
                  <a:pt x="455004" y="41105"/>
                </a:lnTo>
                <a:lnTo>
                  <a:pt x="454549" y="41793"/>
                </a:lnTo>
                <a:lnTo>
                  <a:pt x="454109" y="42502"/>
                </a:lnTo>
                <a:lnTo>
                  <a:pt x="453686" y="43230"/>
                </a:lnTo>
                <a:lnTo>
                  <a:pt x="453277" y="43979"/>
                </a:lnTo>
                <a:lnTo>
                  <a:pt x="452885" y="44749"/>
                </a:lnTo>
                <a:lnTo>
                  <a:pt x="452508" y="45539"/>
                </a:lnTo>
                <a:lnTo>
                  <a:pt x="452146" y="46349"/>
                </a:lnTo>
                <a:lnTo>
                  <a:pt x="451801" y="47180"/>
                </a:lnTo>
                <a:lnTo>
                  <a:pt x="451471" y="48031"/>
                </a:lnTo>
                <a:lnTo>
                  <a:pt x="451156" y="48903"/>
                </a:lnTo>
                <a:lnTo>
                  <a:pt x="450857" y="49795"/>
                </a:lnTo>
                <a:lnTo>
                  <a:pt x="450574" y="50707"/>
                </a:lnTo>
                <a:lnTo>
                  <a:pt x="450306" y="51640"/>
                </a:lnTo>
                <a:lnTo>
                  <a:pt x="468801" y="54976"/>
                </a:lnTo>
                <a:lnTo>
                  <a:pt x="468960" y="54525"/>
                </a:lnTo>
                <a:lnTo>
                  <a:pt x="469123" y="54085"/>
                </a:lnTo>
                <a:lnTo>
                  <a:pt x="469290" y="53656"/>
                </a:lnTo>
                <a:lnTo>
                  <a:pt x="469462" y="53239"/>
                </a:lnTo>
                <a:close/>
                <a:moveTo>
                  <a:pt x="496059" y="77263"/>
                </a:moveTo>
                <a:lnTo>
                  <a:pt x="496049" y="77810"/>
                </a:lnTo>
                <a:lnTo>
                  <a:pt x="496037" y="78340"/>
                </a:lnTo>
                <a:lnTo>
                  <a:pt x="496022" y="78854"/>
                </a:lnTo>
                <a:lnTo>
                  <a:pt x="496003" y="79352"/>
                </a:lnTo>
                <a:lnTo>
                  <a:pt x="495983" y="79834"/>
                </a:lnTo>
                <a:lnTo>
                  <a:pt x="495959" y="80300"/>
                </a:lnTo>
                <a:lnTo>
                  <a:pt x="495933" y="80749"/>
                </a:lnTo>
                <a:lnTo>
                  <a:pt x="495904" y="81182"/>
                </a:lnTo>
                <a:lnTo>
                  <a:pt x="495872" y="81599"/>
                </a:lnTo>
                <a:lnTo>
                  <a:pt x="495837" y="82000"/>
                </a:lnTo>
                <a:lnTo>
                  <a:pt x="495800" y="82385"/>
                </a:lnTo>
                <a:lnTo>
                  <a:pt x="495760" y="82754"/>
                </a:lnTo>
                <a:lnTo>
                  <a:pt x="495717" y="83106"/>
                </a:lnTo>
                <a:lnTo>
                  <a:pt x="495671" y="83442"/>
                </a:lnTo>
                <a:lnTo>
                  <a:pt x="495623" y="83762"/>
                </a:lnTo>
                <a:lnTo>
                  <a:pt x="495571" y="84066"/>
                </a:lnTo>
                <a:lnTo>
                  <a:pt x="495517" y="84354"/>
                </a:lnTo>
                <a:lnTo>
                  <a:pt x="495461" y="84625"/>
                </a:lnTo>
                <a:lnTo>
                  <a:pt x="495401" y="84881"/>
                </a:lnTo>
                <a:lnTo>
                  <a:pt x="495339" y="85120"/>
                </a:lnTo>
                <a:lnTo>
                  <a:pt x="495274" y="85343"/>
                </a:lnTo>
                <a:lnTo>
                  <a:pt x="495172" y="85670"/>
                </a:lnTo>
                <a:lnTo>
                  <a:pt x="495063" y="85992"/>
                </a:lnTo>
                <a:lnTo>
                  <a:pt x="494944" y="86310"/>
                </a:lnTo>
                <a:lnTo>
                  <a:pt x="494816" y="86624"/>
                </a:lnTo>
                <a:lnTo>
                  <a:pt x="494680" y="86933"/>
                </a:lnTo>
                <a:lnTo>
                  <a:pt x="494535" y="87239"/>
                </a:lnTo>
                <a:lnTo>
                  <a:pt x="494381" y="87540"/>
                </a:lnTo>
                <a:lnTo>
                  <a:pt x="494218" y="87836"/>
                </a:lnTo>
                <a:lnTo>
                  <a:pt x="494046" y="88129"/>
                </a:lnTo>
                <a:lnTo>
                  <a:pt x="493866" y="88417"/>
                </a:lnTo>
                <a:lnTo>
                  <a:pt x="493677" y="88702"/>
                </a:lnTo>
                <a:lnTo>
                  <a:pt x="493478" y="88981"/>
                </a:lnTo>
                <a:lnTo>
                  <a:pt x="493272" y="89257"/>
                </a:lnTo>
                <a:lnTo>
                  <a:pt x="493056" y="89528"/>
                </a:lnTo>
                <a:lnTo>
                  <a:pt x="492831" y="89796"/>
                </a:lnTo>
                <a:lnTo>
                  <a:pt x="492598" y="90058"/>
                </a:lnTo>
                <a:lnTo>
                  <a:pt x="492356" y="90317"/>
                </a:lnTo>
                <a:lnTo>
                  <a:pt x="492105" y="90571"/>
                </a:lnTo>
                <a:lnTo>
                  <a:pt x="491845" y="90822"/>
                </a:lnTo>
                <a:lnTo>
                  <a:pt x="491577" y="91068"/>
                </a:lnTo>
                <a:lnTo>
                  <a:pt x="491299" y="91309"/>
                </a:lnTo>
                <a:lnTo>
                  <a:pt x="491013" y="91547"/>
                </a:lnTo>
                <a:lnTo>
                  <a:pt x="490718" y="91780"/>
                </a:lnTo>
                <a:lnTo>
                  <a:pt x="490414" y="92009"/>
                </a:lnTo>
                <a:lnTo>
                  <a:pt x="489996" y="92301"/>
                </a:lnTo>
                <a:lnTo>
                  <a:pt x="489577" y="92581"/>
                </a:lnTo>
                <a:lnTo>
                  <a:pt x="489155" y="92849"/>
                </a:lnTo>
                <a:lnTo>
                  <a:pt x="488732" y="93104"/>
                </a:lnTo>
                <a:lnTo>
                  <a:pt x="488307" y="93346"/>
                </a:lnTo>
                <a:lnTo>
                  <a:pt x="487880" y="93577"/>
                </a:lnTo>
                <a:lnTo>
                  <a:pt x="487452" y="93794"/>
                </a:lnTo>
                <a:lnTo>
                  <a:pt x="487021" y="94000"/>
                </a:lnTo>
                <a:lnTo>
                  <a:pt x="486589" y="94192"/>
                </a:lnTo>
                <a:lnTo>
                  <a:pt x="486156" y="94373"/>
                </a:lnTo>
                <a:lnTo>
                  <a:pt x="485720" y="94541"/>
                </a:lnTo>
                <a:lnTo>
                  <a:pt x="485283" y="94696"/>
                </a:lnTo>
                <a:lnTo>
                  <a:pt x="484844" y="94839"/>
                </a:lnTo>
                <a:lnTo>
                  <a:pt x="484403" y="94970"/>
                </a:lnTo>
                <a:lnTo>
                  <a:pt x="483960" y="95088"/>
                </a:lnTo>
                <a:lnTo>
                  <a:pt x="483516" y="95194"/>
                </a:lnTo>
                <a:lnTo>
                  <a:pt x="483070" y="95287"/>
                </a:lnTo>
                <a:lnTo>
                  <a:pt x="482622" y="95368"/>
                </a:lnTo>
                <a:lnTo>
                  <a:pt x="482172" y="95437"/>
                </a:lnTo>
                <a:lnTo>
                  <a:pt x="481721" y="95493"/>
                </a:lnTo>
                <a:lnTo>
                  <a:pt x="481268" y="95536"/>
                </a:lnTo>
                <a:lnTo>
                  <a:pt x="480813" y="95567"/>
                </a:lnTo>
                <a:lnTo>
                  <a:pt x="480356" y="95586"/>
                </a:lnTo>
                <a:lnTo>
                  <a:pt x="479898" y="95592"/>
                </a:lnTo>
                <a:lnTo>
                  <a:pt x="479490" y="95587"/>
                </a:lnTo>
                <a:lnTo>
                  <a:pt x="479088" y="95571"/>
                </a:lnTo>
                <a:lnTo>
                  <a:pt x="478692" y="95544"/>
                </a:lnTo>
                <a:lnTo>
                  <a:pt x="478302" y="95507"/>
                </a:lnTo>
                <a:lnTo>
                  <a:pt x="477918" y="95459"/>
                </a:lnTo>
                <a:lnTo>
                  <a:pt x="477540" y="95400"/>
                </a:lnTo>
                <a:lnTo>
                  <a:pt x="477169" y="95330"/>
                </a:lnTo>
                <a:lnTo>
                  <a:pt x="476803" y="95250"/>
                </a:lnTo>
                <a:lnTo>
                  <a:pt x="476443" y="95159"/>
                </a:lnTo>
                <a:lnTo>
                  <a:pt x="476090" y="95057"/>
                </a:lnTo>
                <a:lnTo>
                  <a:pt x="475742" y="94945"/>
                </a:lnTo>
                <a:lnTo>
                  <a:pt x="475401" y="94822"/>
                </a:lnTo>
                <a:lnTo>
                  <a:pt x="475065" y="94689"/>
                </a:lnTo>
                <a:lnTo>
                  <a:pt x="474736" y="94544"/>
                </a:lnTo>
                <a:lnTo>
                  <a:pt x="474413" y="94389"/>
                </a:lnTo>
                <a:lnTo>
                  <a:pt x="474095" y="94223"/>
                </a:lnTo>
                <a:lnTo>
                  <a:pt x="473784" y="94047"/>
                </a:lnTo>
                <a:lnTo>
                  <a:pt x="473479" y="93860"/>
                </a:lnTo>
                <a:lnTo>
                  <a:pt x="473180" y="93662"/>
                </a:lnTo>
                <a:lnTo>
                  <a:pt x="472887" y="93453"/>
                </a:lnTo>
                <a:lnTo>
                  <a:pt x="472599" y="93234"/>
                </a:lnTo>
                <a:lnTo>
                  <a:pt x="472318" y="93004"/>
                </a:lnTo>
                <a:lnTo>
                  <a:pt x="472043" y="92763"/>
                </a:lnTo>
                <a:lnTo>
                  <a:pt x="471774" y="92512"/>
                </a:lnTo>
                <a:lnTo>
                  <a:pt x="471514" y="92253"/>
                </a:lnTo>
                <a:lnTo>
                  <a:pt x="471265" y="91990"/>
                </a:lnTo>
                <a:lnTo>
                  <a:pt x="471026" y="91724"/>
                </a:lnTo>
                <a:lnTo>
                  <a:pt x="470799" y="91453"/>
                </a:lnTo>
                <a:lnTo>
                  <a:pt x="470583" y="91178"/>
                </a:lnTo>
                <a:lnTo>
                  <a:pt x="470378" y="90899"/>
                </a:lnTo>
                <a:lnTo>
                  <a:pt x="470184" y="90616"/>
                </a:lnTo>
                <a:lnTo>
                  <a:pt x="470001" y="90330"/>
                </a:lnTo>
                <a:lnTo>
                  <a:pt x="469830" y="90039"/>
                </a:lnTo>
                <a:lnTo>
                  <a:pt x="469669" y="89744"/>
                </a:lnTo>
                <a:lnTo>
                  <a:pt x="469519" y="89446"/>
                </a:lnTo>
                <a:lnTo>
                  <a:pt x="469381" y="89143"/>
                </a:lnTo>
                <a:lnTo>
                  <a:pt x="469254" y="88836"/>
                </a:lnTo>
                <a:lnTo>
                  <a:pt x="469137" y="88526"/>
                </a:lnTo>
                <a:lnTo>
                  <a:pt x="469032" y="88211"/>
                </a:lnTo>
                <a:lnTo>
                  <a:pt x="468938" y="87892"/>
                </a:lnTo>
                <a:lnTo>
                  <a:pt x="468855" y="87570"/>
                </a:lnTo>
                <a:lnTo>
                  <a:pt x="468783" y="87243"/>
                </a:lnTo>
                <a:lnTo>
                  <a:pt x="468722" y="86913"/>
                </a:lnTo>
                <a:lnTo>
                  <a:pt x="468672" y="86578"/>
                </a:lnTo>
                <a:lnTo>
                  <a:pt x="468633" y="86240"/>
                </a:lnTo>
                <a:lnTo>
                  <a:pt x="468605" y="85897"/>
                </a:lnTo>
                <a:lnTo>
                  <a:pt x="468589" y="85551"/>
                </a:lnTo>
                <a:lnTo>
                  <a:pt x="468583" y="85200"/>
                </a:lnTo>
                <a:lnTo>
                  <a:pt x="468590" y="84845"/>
                </a:lnTo>
                <a:lnTo>
                  <a:pt x="468611" y="84494"/>
                </a:lnTo>
                <a:lnTo>
                  <a:pt x="468645" y="84149"/>
                </a:lnTo>
                <a:lnTo>
                  <a:pt x="468694" y="83809"/>
                </a:lnTo>
                <a:lnTo>
                  <a:pt x="468756" y="83474"/>
                </a:lnTo>
                <a:lnTo>
                  <a:pt x="468832" y="83145"/>
                </a:lnTo>
                <a:lnTo>
                  <a:pt x="468923" y="82820"/>
                </a:lnTo>
                <a:lnTo>
                  <a:pt x="469026" y="82501"/>
                </a:lnTo>
                <a:lnTo>
                  <a:pt x="469144" y="82187"/>
                </a:lnTo>
                <a:lnTo>
                  <a:pt x="469276" y="81879"/>
                </a:lnTo>
                <a:lnTo>
                  <a:pt x="469421" y="81575"/>
                </a:lnTo>
                <a:lnTo>
                  <a:pt x="469580" y="81277"/>
                </a:lnTo>
                <a:lnTo>
                  <a:pt x="469754" y="80984"/>
                </a:lnTo>
                <a:lnTo>
                  <a:pt x="469941" y="80696"/>
                </a:lnTo>
                <a:lnTo>
                  <a:pt x="470141" y="80414"/>
                </a:lnTo>
                <a:lnTo>
                  <a:pt x="470356" y="80136"/>
                </a:lnTo>
                <a:lnTo>
                  <a:pt x="470585" y="79864"/>
                </a:lnTo>
                <a:lnTo>
                  <a:pt x="470827" y="79597"/>
                </a:lnTo>
                <a:lnTo>
                  <a:pt x="471083" y="79336"/>
                </a:lnTo>
                <a:lnTo>
                  <a:pt x="471353" y="79079"/>
                </a:lnTo>
                <a:lnTo>
                  <a:pt x="471637" y="78828"/>
                </a:lnTo>
                <a:lnTo>
                  <a:pt x="471935" y="78582"/>
                </a:lnTo>
                <a:lnTo>
                  <a:pt x="472247" y="78342"/>
                </a:lnTo>
                <a:lnTo>
                  <a:pt x="472572" y="78106"/>
                </a:lnTo>
                <a:lnTo>
                  <a:pt x="472800" y="77963"/>
                </a:lnTo>
                <a:lnTo>
                  <a:pt x="473048" y="77819"/>
                </a:lnTo>
                <a:lnTo>
                  <a:pt x="473317" y="77675"/>
                </a:lnTo>
                <a:lnTo>
                  <a:pt x="473606" y="77531"/>
                </a:lnTo>
                <a:lnTo>
                  <a:pt x="473915" y="77386"/>
                </a:lnTo>
                <a:lnTo>
                  <a:pt x="474245" y="77242"/>
                </a:lnTo>
                <a:lnTo>
                  <a:pt x="474595" y="77097"/>
                </a:lnTo>
                <a:lnTo>
                  <a:pt x="474966" y="76951"/>
                </a:lnTo>
                <a:lnTo>
                  <a:pt x="475357" y="76806"/>
                </a:lnTo>
                <a:lnTo>
                  <a:pt x="475768" y="76660"/>
                </a:lnTo>
                <a:lnTo>
                  <a:pt x="476200" y="76514"/>
                </a:lnTo>
                <a:lnTo>
                  <a:pt x="476652" y="76368"/>
                </a:lnTo>
                <a:lnTo>
                  <a:pt x="477124" y="76222"/>
                </a:lnTo>
                <a:lnTo>
                  <a:pt x="477617" y="76075"/>
                </a:lnTo>
                <a:lnTo>
                  <a:pt x="478131" y="75928"/>
                </a:lnTo>
                <a:lnTo>
                  <a:pt x="478665" y="75781"/>
                </a:lnTo>
                <a:lnTo>
                  <a:pt x="479219" y="75634"/>
                </a:lnTo>
                <a:lnTo>
                  <a:pt x="479793" y="75486"/>
                </a:lnTo>
                <a:lnTo>
                  <a:pt x="480388" y="75338"/>
                </a:lnTo>
                <a:lnTo>
                  <a:pt x="481004" y="75190"/>
                </a:lnTo>
                <a:lnTo>
                  <a:pt x="481639" y="75042"/>
                </a:lnTo>
                <a:lnTo>
                  <a:pt x="482296" y="74893"/>
                </a:lnTo>
                <a:lnTo>
                  <a:pt x="482972" y="74744"/>
                </a:lnTo>
                <a:lnTo>
                  <a:pt x="483669" y="74595"/>
                </a:lnTo>
                <a:lnTo>
                  <a:pt x="484368" y="74447"/>
                </a:lnTo>
                <a:lnTo>
                  <a:pt x="485052" y="74300"/>
                </a:lnTo>
                <a:lnTo>
                  <a:pt x="485719" y="74155"/>
                </a:lnTo>
                <a:lnTo>
                  <a:pt x="486371" y="74012"/>
                </a:lnTo>
                <a:lnTo>
                  <a:pt x="487006" y="73870"/>
                </a:lnTo>
                <a:lnTo>
                  <a:pt x="487626" y="73730"/>
                </a:lnTo>
                <a:lnTo>
                  <a:pt x="488230" y="73592"/>
                </a:lnTo>
                <a:lnTo>
                  <a:pt x="488819" y="73456"/>
                </a:lnTo>
                <a:lnTo>
                  <a:pt x="489391" y="73321"/>
                </a:lnTo>
                <a:lnTo>
                  <a:pt x="489947" y="73189"/>
                </a:lnTo>
                <a:lnTo>
                  <a:pt x="490488" y="73058"/>
                </a:lnTo>
                <a:lnTo>
                  <a:pt x="491013" y="72928"/>
                </a:lnTo>
                <a:lnTo>
                  <a:pt x="491521" y="72801"/>
                </a:lnTo>
                <a:lnTo>
                  <a:pt x="492014" y="72675"/>
                </a:lnTo>
                <a:lnTo>
                  <a:pt x="492491" y="72551"/>
                </a:lnTo>
                <a:lnTo>
                  <a:pt x="492953" y="72429"/>
                </a:lnTo>
                <a:lnTo>
                  <a:pt x="493398" y="72308"/>
                </a:lnTo>
                <a:lnTo>
                  <a:pt x="493828" y="72189"/>
                </a:lnTo>
                <a:lnTo>
                  <a:pt x="494241" y="72072"/>
                </a:lnTo>
                <a:lnTo>
                  <a:pt x="494639" y="71957"/>
                </a:lnTo>
                <a:lnTo>
                  <a:pt x="495021" y="71843"/>
                </a:lnTo>
                <a:lnTo>
                  <a:pt x="495387" y="71731"/>
                </a:lnTo>
                <a:lnTo>
                  <a:pt x="495737" y="71621"/>
                </a:lnTo>
                <a:lnTo>
                  <a:pt x="496071" y="71513"/>
                </a:lnTo>
                <a:lnTo>
                  <a:pt x="496071" y="75527"/>
                </a:lnTo>
                <a:lnTo>
                  <a:pt x="496070" y="76122"/>
                </a:lnTo>
                <a:lnTo>
                  <a:pt x="496066" y="76701"/>
                </a:lnTo>
                <a:lnTo>
                  <a:pt x="496059" y="77263"/>
                </a:lnTo>
                <a:close/>
                <a:moveTo>
                  <a:pt x="629625" y="85543"/>
                </a:moveTo>
                <a:lnTo>
                  <a:pt x="629461" y="85977"/>
                </a:lnTo>
                <a:lnTo>
                  <a:pt x="629292" y="86399"/>
                </a:lnTo>
                <a:lnTo>
                  <a:pt x="629117" y="86811"/>
                </a:lnTo>
                <a:lnTo>
                  <a:pt x="628936" y="87211"/>
                </a:lnTo>
                <a:lnTo>
                  <a:pt x="628750" y="87601"/>
                </a:lnTo>
                <a:lnTo>
                  <a:pt x="628559" y="87979"/>
                </a:lnTo>
                <a:lnTo>
                  <a:pt x="628361" y="88346"/>
                </a:lnTo>
                <a:lnTo>
                  <a:pt x="628159" y="88702"/>
                </a:lnTo>
                <a:lnTo>
                  <a:pt x="627950" y="89047"/>
                </a:lnTo>
                <a:lnTo>
                  <a:pt x="627737" y="89381"/>
                </a:lnTo>
                <a:lnTo>
                  <a:pt x="627517" y="89704"/>
                </a:lnTo>
                <a:lnTo>
                  <a:pt x="627292" y="90016"/>
                </a:lnTo>
                <a:lnTo>
                  <a:pt x="627062" y="90316"/>
                </a:lnTo>
                <a:lnTo>
                  <a:pt x="626826" y="90606"/>
                </a:lnTo>
                <a:lnTo>
                  <a:pt x="626584" y="90884"/>
                </a:lnTo>
                <a:lnTo>
                  <a:pt x="626337" y="91152"/>
                </a:lnTo>
                <a:lnTo>
                  <a:pt x="626085" y="91408"/>
                </a:lnTo>
                <a:lnTo>
                  <a:pt x="625827" y="91654"/>
                </a:lnTo>
                <a:lnTo>
                  <a:pt x="625563" y="91888"/>
                </a:lnTo>
                <a:lnTo>
                  <a:pt x="625294" y="92111"/>
                </a:lnTo>
                <a:lnTo>
                  <a:pt x="625019" y="92324"/>
                </a:lnTo>
                <a:lnTo>
                  <a:pt x="624739" y="92528"/>
                </a:lnTo>
                <a:lnTo>
                  <a:pt x="624454" y="92723"/>
                </a:lnTo>
                <a:lnTo>
                  <a:pt x="624164" y="92909"/>
                </a:lnTo>
                <a:lnTo>
                  <a:pt x="623868" y="93085"/>
                </a:lnTo>
                <a:lnTo>
                  <a:pt x="623567" y="93253"/>
                </a:lnTo>
                <a:lnTo>
                  <a:pt x="623260" y="93412"/>
                </a:lnTo>
                <a:lnTo>
                  <a:pt x="622949" y="93561"/>
                </a:lnTo>
                <a:lnTo>
                  <a:pt x="622632" y="93702"/>
                </a:lnTo>
                <a:lnTo>
                  <a:pt x="622310" y="93833"/>
                </a:lnTo>
                <a:lnTo>
                  <a:pt x="621982" y="93956"/>
                </a:lnTo>
                <a:lnTo>
                  <a:pt x="621649" y="94069"/>
                </a:lnTo>
                <a:lnTo>
                  <a:pt x="621311" y="94173"/>
                </a:lnTo>
                <a:lnTo>
                  <a:pt x="620968" y="94269"/>
                </a:lnTo>
                <a:lnTo>
                  <a:pt x="620619" y="94355"/>
                </a:lnTo>
                <a:lnTo>
                  <a:pt x="620265" y="94432"/>
                </a:lnTo>
                <a:lnTo>
                  <a:pt x="619906" y="94500"/>
                </a:lnTo>
                <a:lnTo>
                  <a:pt x="619541" y="94559"/>
                </a:lnTo>
                <a:lnTo>
                  <a:pt x="619172" y="94609"/>
                </a:lnTo>
                <a:lnTo>
                  <a:pt x="618797" y="94649"/>
                </a:lnTo>
                <a:lnTo>
                  <a:pt x="618416" y="94681"/>
                </a:lnTo>
                <a:lnTo>
                  <a:pt x="618030" y="94704"/>
                </a:lnTo>
                <a:lnTo>
                  <a:pt x="617639" y="94717"/>
                </a:lnTo>
                <a:lnTo>
                  <a:pt x="617243" y="94722"/>
                </a:lnTo>
                <a:lnTo>
                  <a:pt x="616661" y="94713"/>
                </a:lnTo>
                <a:lnTo>
                  <a:pt x="616087" y="94687"/>
                </a:lnTo>
                <a:lnTo>
                  <a:pt x="615521" y="94643"/>
                </a:lnTo>
                <a:lnTo>
                  <a:pt x="614963" y="94582"/>
                </a:lnTo>
                <a:lnTo>
                  <a:pt x="614413" y="94503"/>
                </a:lnTo>
                <a:lnTo>
                  <a:pt x="613871" y="94407"/>
                </a:lnTo>
                <a:lnTo>
                  <a:pt x="613337" y="94293"/>
                </a:lnTo>
                <a:lnTo>
                  <a:pt x="612811" y="94162"/>
                </a:lnTo>
                <a:lnTo>
                  <a:pt x="612293" y="94013"/>
                </a:lnTo>
                <a:lnTo>
                  <a:pt x="611783" y="93847"/>
                </a:lnTo>
                <a:lnTo>
                  <a:pt x="611282" y="93663"/>
                </a:lnTo>
                <a:lnTo>
                  <a:pt x="610788" y="93462"/>
                </a:lnTo>
                <a:lnTo>
                  <a:pt x="610303" y="93243"/>
                </a:lnTo>
                <a:lnTo>
                  <a:pt x="609825" y="93007"/>
                </a:lnTo>
                <a:lnTo>
                  <a:pt x="609356" y="92753"/>
                </a:lnTo>
                <a:lnTo>
                  <a:pt x="608894" y="92482"/>
                </a:lnTo>
                <a:lnTo>
                  <a:pt x="608441" y="92193"/>
                </a:lnTo>
                <a:lnTo>
                  <a:pt x="607996" y="91886"/>
                </a:lnTo>
                <a:lnTo>
                  <a:pt x="607559" y="91563"/>
                </a:lnTo>
                <a:lnTo>
                  <a:pt x="607130" y="91221"/>
                </a:lnTo>
                <a:lnTo>
                  <a:pt x="606708" y="90863"/>
                </a:lnTo>
                <a:lnTo>
                  <a:pt x="606295" y="90486"/>
                </a:lnTo>
                <a:lnTo>
                  <a:pt x="605891" y="90092"/>
                </a:lnTo>
                <a:lnTo>
                  <a:pt x="605494" y="89681"/>
                </a:lnTo>
                <a:lnTo>
                  <a:pt x="605109" y="89254"/>
                </a:lnTo>
                <a:lnTo>
                  <a:pt x="604739" y="88813"/>
                </a:lnTo>
                <a:lnTo>
                  <a:pt x="604385" y="88358"/>
                </a:lnTo>
                <a:lnTo>
                  <a:pt x="604047" y="87889"/>
                </a:lnTo>
                <a:lnTo>
                  <a:pt x="603724" y="87406"/>
                </a:lnTo>
                <a:lnTo>
                  <a:pt x="603418" y="86909"/>
                </a:lnTo>
                <a:lnTo>
                  <a:pt x="603126" y="86398"/>
                </a:lnTo>
                <a:lnTo>
                  <a:pt x="602850" y="85873"/>
                </a:lnTo>
                <a:lnTo>
                  <a:pt x="602590" y="85335"/>
                </a:lnTo>
                <a:lnTo>
                  <a:pt x="602346" y="84782"/>
                </a:lnTo>
                <a:lnTo>
                  <a:pt x="602117" y="84215"/>
                </a:lnTo>
                <a:lnTo>
                  <a:pt x="601903" y="83634"/>
                </a:lnTo>
                <a:lnTo>
                  <a:pt x="601706" y="83039"/>
                </a:lnTo>
                <a:lnTo>
                  <a:pt x="601524" y="82431"/>
                </a:lnTo>
                <a:lnTo>
                  <a:pt x="601357" y="81808"/>
                </a:lnTo>
                <a:lnTo>
                  <a:pt x="601206" y="81171"/>
                </a:lnTo>
                <a:lnTo>
                  <a:pt x="601071" y="80521"/>
                </a:lnTo>
                <a:lnTo>
                  <a:pt x="600952" y="79856"/>
                </a:lnTo>
                <a:lnTo>
                  <a:pt x="600848" y="79177"/>
                </a:lnTo>
                <a:lnTo>
                  <a:pt x="600759" y="78485"/>
                </a:lnTo>
                <a:lnTo>
                  <a:pt x="600686" y="77778"/>
                </a:lnTo>
                <a:lnTo>
                  <a:pt x="600629" y="77057"/>
                </a:lnTo>
                <a:lnTo>
                  <a:pt x="600588" y="76323"/>
                </a:lnTo>
                <a:lnTo>
                  <a:pt x="600562" y="75574"/>
                </a:lnTo>
                <a:lnTo>
                  <a:pt x="651622" y="75574"/>
                </a:lnTo>
                <a:lnTo>
                  <a:pt x="651640" y="73643"/>
                </a:lnTo>
                <a:lnTo>
                  <a:pt x="651622" y="71754"/>
                </a:lnTo>
                <a:lnTo>
                  <a:pt x="651568" y="69906"/>
                </a:lnTo>
                <a:lnTo>
                  <a:pt x="651479" y="68101"/>
                </a:lnTo>
                <a:lnTo>
                  <a:pt x="651353" y="66337"/>
                </a:lnTo>
                <a:lnTo>
                  <a:pt x="651191" y="64616"/>
                </a:lnTo>
                <a:lnTo>
                  <a:pt x="650993" y="62936"/>
                </a:lnTo>
                <a:lnTo>
                  <a:pt x="650759" y="61298"/>
                </a:lnTo>
                <a:lnTo>
                  <a:pt x="650489" y="59703"/>
                </a:lnTo>
                <a:lnTo>
                  <a:pt x="650184" y="58149"/>
                </a:lnTo>
                <a:lnTo>
                  <a:pt x="649842" y="56637"/>
                </a:lnTo>
                <a:lnTo>
                  <a:pt x="649464" y="55167"/>
                </a:lnTo>
                <a:lnTo>
                  <a:pt x="649050" y="53739"/>
                </a:lnTo>
                <a:lnTo>
                  <a:pt x="648600" y="52353"/>
                </a:lnTo>
                <a:lnTo>
                  <a:pt x="648114" y="51008"/>
                </a:lnTo>
                <a:lnTo>
                  <a:pt x="647592" y="49706"/>
                </a:lnTo>
                <a:lnTo>
                  <a:pt x="647034" y="48446"/>
                </a:lnTo>
                <a:lnTo>
                  <a:pt x="646440" y="47227"/>
                </a:lnTo>
                <a:lnTo>
                  <a:pt x="645810" y="46051"/>
                </a:lnTo>
                <a:lnTo>
                  <a:pt x="645144" y="44916"/>
                </a:lnTo>
                <a:lnTo>
                  <a:pt x="644442" y="43823"/>
                </a:lnTo>
                <a:lnTo>
                  <a:pt x="643704" y="42773"/>
                </a:lnTo>
                <a:lnTo>
                  <a:pt x="642930" y="41764"/>
                </a:lnTo>
                <a:lnTo>
                  <a:pt x="642120" y="40797"/>
                </a:lnTo>
                <a:lnTo>
                  <a:pt x="641280" y="39871"/>
                </a:lnTo>
                <a:lnTo>
                  <a:pt x="640414" y="38984"/>
                </a:lnTo>
                <a:lnTo>
                  <a:pt x="639523" y="38137"/>
                </a:lnTo>
                <a:lnTo>
                  <a:pt x="638607" y="37329"/>
                </a:lnTo>
                <a:lnTo>
                  <a:pt x="637665" y="36560"/>
                </a:lnTo>
                <a:lnTo>
                  <a:pt x="636699" y="35831"/>
                </a:lnTo>
                <a:lnTo>
                  <a:pt x="635707" y="35142"/>
                </a:lnTo>
                <a:lnTo>
                  <a:pt x="634690" y="34491"/>
                </a:lnTo>
                <a:lnTo>
                  <a:pt x="633648" y="33880"/>
                </a:lnTo>
                <a:lnTo>
                  <a:pt x="632581" y="33309"/>
                </a:lnTo>
                <a:lnTo>
                  <a:pt x="631488" y="32777"/>
                </a:lnTo>
                <a:lnTo>
                  <a:pt x="630371" y="32284"/>
                </a:lnTo>
                <a:lnTo>
                  <a:pt x="629228" y="31831"/>
                </a:lnTo>
                <a:lnTo>
                  <a:pt x="628060" y="31417"/>
                </a:lnTo>
                <a:lnTo>
                  <a:pt x="626867" y="31043"/>
                </a:lnTo>
                <a:lnTo>
                  <a:pt x="625648" y="30708"/>
                </a:lnTo>
                <a:lnTo>
                  <a:pt x="624405" y="30412"/>
                </a:lnTo>
                <a:lnTo>
                  <a:pt x="623136" y="30156"/>
                </a:lnTo>
                <a:lnTo>
                  <a:pt x="621842" y="29939"/>
                </a:lnTo>
                <a:lnTo>
                  <a:pt x="620523" y="29762"/>
                </a:lnTo>
                <a:lnTo>
                  <a:pt x="619179" y="29624"/>
                </a:lnTo>
                <a:lnTo>
                  <a:pt x="617809" y="29525"/>
                </a:lnTo>
                <a:lnTo>
                  <a:pt x="616415" y="29466"/>
                </a:lnTo>
                <a:lnTo>
                  <a:pt x="614995" y="29446"/>
                </a:lnTo>
                <a:lnTo>
                  <a:pt x="613729" y="29465"/>
                </a:lnTo>
                <a:lnTo>
                  <a:pt x="612481" y="29522"/>
                </a:lnTo>
                <a:lnTo>
                  <a:pt x="611252" y="29616"/>
                </a:lnTo>
                <a:lnTo>
                  <a:pt x="610041" y="29748"/>
                </a:lnTo>
                <a:lnTo>
                  <a:pt x="608848" y="29917"/>
                </a:lnTo>
                <a:lnTo>
                  <a:pt x="607674" y="30124"/>
                </a:lnTo>
                <a:lnTo>
                  <a:pt x="606518" y="30369"/>
                </a:lnTo>
                <a:lnTo>
                  <a:pt x="605381" y="30651"/>
                </a:lnTo>
                <a:lnTo>
                  <a:pt x="604262" y="30971"/>
                </a:lnTo>
                <a:lnTo>
                  <a:pt x="603161" y="31329"/>
                </a:lnTo>
                <a:lnTo>
                  <a:pt x="602079" y="31724"/>
                </a:lnTo>
                <a:lnTo>
                  <a:pt x="601015" y="32157"/>
                </a:lnTo>
                <a:lnTo>
                  <a:pt x="599970" y="32628"/>
                </a:lnTo>
                <a:lnTo>
                  <a:pt x="598942" y="33136"/>
                </a:lnTo>
                <a:lnTo>
                  <a:pt x="597934" y="33682"/>
                </a:lnTo>
                <a:lnTo>
                  <a:pt x="596943" y="34266"/>
                </a:lnTo>
                <a:lnTo>
                  <a:pt x="595971" y="34887"/>
                </a:lnTo>
                <a:lnTo>
                  <a:pt x="595018" y="35546"/>
                </a:lnTo>
                <a:lnTo>
                  <a:pt x="594083" y="36242"/>
                </a:lnTo>
                <a:lnTo>
                  <a:pt x="593166" y="36976"/>
                </a:lnTo>
                <a:lnTo>
                  <a:pt x="592267" y="37748"/>
                </a:lnTo>
                <a:lnTo>
                  <a:pt x="591387" y="38558"/>
                </a:lnTo>
                <a:lnTo>
                  <a:pt x="590526" y="39405"/>
                </a:lnTo>
                <a:lnTo>
                  <a:pt x="589682" y="40289"/>
                </a:lnTo>
                <a:lnTo>
                  <a:pt x="588866" y="41207"/>
                </a:lnTo>
                <a:lnTo>
                  <a:pt x="588084" y="42154"/>
                </a:lnTo>
                <a:lnTo>
                  <a:pt x="587337" y="43130"/>
                </a:lnTo>
                <a:lnTo>
                  <a:pt x="586624" y="44134"/>
                </a:lnTo>
                <a:lnTo>
                  <a:pt x="585947" y="45168"/>
                </a:lnTo>
                <a:lnTo>
                  <a:pt x="585304" y="46230"/>
                </a:lnTo>
                <a:lnTo>
                  <a:pt x="584695" y="47321"/>
                </a:lnTo>
                <a:lnTo>
                  <a:pt x="584122" y="48441"/>
                </a:lnTo>
                <a:lnTo>
                  <a:pt x="583583" y="49589"/>
                </a:lnTo>
                <a:lnTo>
                  <a:pt x="583079" y="50767"/>
                </a:lnTo>
                <a:lnTo>
                  <a:pt x="582610" y="51973"/>
                </a:lnTo>
                <a:lnTo>
                  <a:pt x="582176" y="53209"/>
                </a:lnTo>
                <a:lnTo>
                  <a:pt x="581776" y="54473"/>
                </a:lnTo>
                <a:lnTo>
                  <a:pt x="581411" y="55765"/>
                </a:lnTo>
                <a:lnTo>
                  <a:pt x="581081" y="57087"/>
                </a:lnTo>
                <a:lnTo>
                  <a:pt x="580786" y="58438"/>
                </a:lnTo>
                <a:lnTo>
                  <a:pt x="580525" y="59817"/>
                </a:lnTo>
                <a:lnTo>
                  <a:pt x="580299" y="61225"/>
                </a:lnTo>
                <a:lnTo>
                  <a:pt x="580108" y="62662"/>
                </a:lnTo>
                <a:lnTo>
                  <a:pt x="579952" y="64128"/>
                </a:lnTo>
                <a:lnTo>
                  <a:pt x="579830" y="65623"/>
                </a:lnTo>
                <a:lnTo>
                  <a:pt x="579743" y="67146"/>
                </a:lnTo>
                <a:lnTo>
                  <a:pt x="579691" y="68699"/>
                </a:lnTo>
                <a:lnTo>
                  <a:pt x="579674" y="70280"/>
                </a:lnTo>
                <a:lnTo>
                  <a:pt x="579687" y="71606"/>
                </a:lnTo>
                <a:lnTo>
                  <a:pt x="579726" y="72913"/>
                </a:lnTo>
                <a:lnTo>
                  <a:pt x="579793" y="74201"/>
                </a:lnTo>
                <a:lnTo>
                  <a:pt x="579885" y="75470"/>
                </a:lnTo>
                <a:lnTo>
                  <a:pt x="580004" y="76719"/>
                </a:lnTo>
                <a:lnTo>
                  <a:pt x="580150" y="77950"/>
                </a:lnTo>
                <a:lnTo>
                  <a:pt x="580321" y="79161"/>
                </a:lnTo>
                <a:lnTo>
                  <a:pt x="580520" y="80353"/>
                </a:lnTo>
                <a:lnTo>
                  <a:pt x="580744" y="81526"/>
                </a:lnTo>
                <a:lnTo>
                  <a:pt x="580996" y="82680"/>
                </a:lnTo>
                <a:lnTo>
                  <a:pt x="581273" y="83815"/>
                </a:lnTo>
                <a:lnTo>
                  <a:pt x="581577" y="84931"/>
                </a:lnTo>
                <a:lnTo>
                  <a:pt x="581908" y="86027"/>
                </a:lnTo>
                <a:lnTo>
                  <a:pt x="582265" y="87104"/>
                </a:lnTo>
                <a:lnTo>
                  <a:pt x="582648" y="88163"/>
                </a:lnTo>
                <a:lnTo>
                  <a:pt x="583058" y="89202"/>
                </a:lnTo>
                <a:lnTo>
                  <a:pt x="583495" y="90222"/>
                </a:lnTo>
                <a:lnTo>
                  <a:pt x="583957" y="91222"/>
                </a:lnTo>
                <a:lnTo>
                  <a:pt x="584446" y="92204"/>
                </a:lnTo>
                <a:lnTo>
                  <a:pt x="584962" y="93167"/>
                </a:lnTo>
                <a:lnTo>
                  <a:pt x="585504" y="94110"/>
                </a:lnTo>
                <a:lnTo>
                  <a:pt x="586073" y="95034"/>
                </a:lnTo>
                <a:lnTo>
                  <a:pt x="586668" y="95939"/>
                </a:lnTo>
                <a:lnTo>
                  <a:pt x="587289" y="96825"/>
                </a:lnTo>
                <a:lnTo>
                  <a:pt x="588111" y="97896"/>
                </a:lnTo>
                <a:lnTo>
                  <a:pt x="588969" y="98922"/>
                </a:lnTo>
                <a:lnTo>
                  <a:pt x="589864" y="99902"/>
                </a:lnTo>
                <a:lnTo>
                  <a:pt x="590795" y="100836"/>
                </a:lnTo>
                <a:lnTo>
                  <a:pt x="591762" y="101725"/>
                </a:lnTo>
                <a:lnTo>
                  <a:pt x="592765" y="102569"/>
                </a:lnTo>
                <a:lnTo>
                  <a:pt x="593804" y="103366"/>
                </a:lnTo>
                <a:lnTo>
                  <a:pt x="594880" y="104118"/>
                </a:lnTo>
                <a:lnTo>
                  <a:pt x="595992" y="104825"/>
                </a:lnTo>
                <a:lnTo>
                  <a:pt x="597141" y="105486"/>
                </a:lnTo>
                <a:lnTo>
                  <a:pt x="598325" y="106101"/>
                </a:lnTo>
                <a:lnTo>
                  <a:pt x="599546" y="106671"/>
                </a:lnTo>
                <a:lnTo>
                  <a:pt x="600803" y="107195"/>
                </a:lnTo>
                <a:lnTo>
                  <a:pt x="602097" y="107674"/>
                </a:lnTo>
                <a:lnTo>
                  <a:pt x="603427" y="108107"/>
                </a:lnTo>
                <a:lnTo>
                  <a:pt x="604793" y="108494"/>
                </a:lnTo>
                <a:lnTo>
                  <a:pt x="606195" y="108836"/>
                </a:lnTo>
                <a:lnTo>
                  <a:pt x="607633" y="109132"/>
                </a:lnTo>
                <a:lnTo>
                  <a:pt x="609108" y="109383"/>
                </a:lnTo>
                <a:lnTo>
                  <a:pt x="610619" y="109588"/>
                </a:lnTo>
                <a:lnTo>
                  <a:pt x="612166" y="109748"/>
                </a:lnTo>
                <a:lnTo>
                  <a:pt x="613750" y="109862"/>
                </a:lnTo>
                <a:lnTo>
                  <a:pt x="615370" y="109930"/>
                </a:lnTo>
                <a:lnTo>
                  <a:pt x="617026" y="109953"/>
                </a:lnTo>
                <a:lnTo>
                  <a:pt x="618076" y="109943"/>
                </a:lnTo>
                <a:lnTo>
                  <a:pt x="619112" y="109912"/>
                </a:lnTo>
                <a:lnTo>
                  <a:pt x="620132" y="109862"/>
                </a:lnTo>
                <a:lnTo>
                  <a:pt x="621139" y="109791"/>
                </a:lnTo>
                <a:lnTo>
                  <a:pt x="622130" y="109700"/>
                </a:lnTo>
                <a:lnTo>
                  <a:pt x="623107" y="109589"/>
                </a:lnTo>
                <a:lnTo>
                  <a:pt x="624069" y="109458"/>
                </a:lnTo>
                <a:lnTo>
                  <a:pt x="625016" y="109306"/>
                </a:lnTo>
                <a:lnTo>
                  <a:pt x="625948" y="109134"/>
                </a:lnTo>
                <a:lnTo>
                  <a:pt x="626866" y="108942"/>
                </a:lnTo>
                <a:lnTo>
                  <a:pt x="627769" y="108730"/>
                </a:lnTo>
                <a:lnTo>
                  <a:pt x="628657" y="108498"/>
                </a:lnTo>
                <a:lnTo>
                  <a:pt x="629531" y="108245"/>
                </a:lnTo>
                <a:lnTo>
                  <a:pt x="630390" y="107972"/>
                </a:lnTo>
                <a:lnTo>
                  <a:pt x="631234" y="107679"/>
                </a:lnTo>
                <a:lnTo>
                  <a:pt x="632063" y="107366"/>
                </a:lnTo>
                <a:lnTo>
                  <a:pt x="632878" y="107033"/>
                </a:lnTo>
                <a:lnTo>
                  <a:pt x="633678" y="106679"/>
                </a:lnTo>
                <a:lnTo>
                  <a:pt x="634463" y="106305"/>
                </a:lnTo>
                <a:lnTo>
                  <a:pt x="635233" y="105911"/>
                </a:lnTo>
                <a:lnTo>
                  <a:pt x="635989" y="105497"/>
                </a:lnTo>
                <a:lnTo>
                  <a:pt x="636730" y="105062"/>
                </a:lnTo>
                <a:lnTo>
                  <a:pt x="637456" y="104607"/>
                </a:lnTo>
                <a:lnTo>
                  <a:pt x="638168" y="104132"/>
                </a:lnTo>
                <a:lnTo>
                  <a:pt x="638864" y="103638"/>
                </a:lnTo>
                <a:lnTo>
                  <a:pt x="639544" y="103125"/>
                </a:lnTo>
                <a:lnTo>
                  <a:pt x="640209" y="102594"/>
                </a:lnTo>
                <a:lnTo>
                  <a:pt x="640858" y="102045"/>
                </a:lnTo>
                <a:lnTo>
                  <a:pt x="641492" y="101477"/>
                </a:lnTo>
                <a:lnTo>
                  <a:pt x="642109" y="100890"/>
                </a:lnTo>
                <a:lnTo>
                  <a:pt x="642711" y="100285"/>
                </a:lnTo>
                <a:lnTo>
                  <a:pt x="643297" y="99662"/>
                </a:lnTo>
                <a:lnTo>
                  <a:pt x="643867" y="99020"/>
                </a:lnTo>
                <a:lnTo>
                  <a:pt x="644422" y="98360"/>
                </a:lnTo>
                <a:lnTo>
                  <a:pt x="644961" y="97681"/>
                </a:lnTo>
                <a:lnTo>
                  <a:pt x="645484" y="96984"/>
                </a:lnTo>
                <a:lnTo>
                  <a:pt x="645991" y="96268"/>
                </a:lnTo>
                <a:lnTo>
                  <a:pt x="646483" y="95534"/>
                </a:lnTo>
                <a:lnTo>
                  <a:pt x="646959" y="94782"/>
                </a:lnTo>
                <a:lnTo>
                  <a:pt x="647419" y="94011"/>
                </a:lnTo>
                <a:lnTo>
                  <a:pt x="647863" y="93221"/>
                </a:lnTo>
                <a:lnTo>
                  <a:pt x="648292" y="92413"/>
                </a:lnTo>
                <a:lnTo>
                  <a:pt x="648705" y="91587"/>
                </a:lnTo>
                <a:lnTo>
                  <a:pt x="649102" y="90742"/>
                </a:lnTo>
                <a:lnTo>
                  <a:pt x="649484" y="89879"/>
                </a:lnTo>
                <a:lnTo>
                  <a:pt x="649849" y="88998"/>
                </a:lnTo>
                <a:lnTo>
                  <a:pt x="650199" y="88097"/>
                </a:lnTo>
                <a:lnTo>
                  <a:pt x="650534" y="87179"/>
                </a:lnTo>
                <a:lnTo>
                  <a:pt x="630226" y="83698"/>
                </a:lnTo>
                <a:lnTo>
                  <a:pt x="630084" y="84176"/>
                </a:lnTo>
                <a:lnTo>
                  <a:pt x="629937" y="84642"/>
                </a:lnTo>
                <a:lnTo>
                  <a:pt x="629784" y="85098"/>
                </a:lnTo>
                <a:lnTo>
                  <a:pt x="629625" y="85543"/>
                </a:lnTo>
                <a:close/>
                <a:moveTo>
                  <a:pt x="600975" y="61077"/>
                </a:moveTo>
                <a:lnTo>
                  <a:pt x="601023" y="60427"/>
                </a:lnTo>
                <a:lnTo>
                  <a:pt x="601086" y="59789"/>
                </a:lnTo>
                <a:lnTo>
                  <a:pt x="601165" y="59163"/>
                </a:lnTo>
                <a:lnTo>
                  <a:pt x="601258" y="58549"/>
                </a:lnTo>
                <a:lnTo>
                  <a:pt x="601368" y="57947"/>
                </a:lnTo>
                <a:lnTo>
                  <a:pt x="601492" y="57357"/>
                </a:lnTo>
                <a:lnTo>
                  <a:pt x="601632" y="56779"/>
                </a:lnTo>
                <a:lnTo>
                  <a:pt x="601787" y="56213"/>
                </a:lnTo>
                <a:lnTo>
                  <a:pt x="601958" y="55659"/>
                </a:lnTo>
                <a:lnTo>
                  <a:pt x="602144" y="55117"/>
                </a:lnTo>
                <a:lnTo>
                  <a:pt x="602345" y="54588"/>
                </a:lnTo>
                <a:lnTo>
                  <a:pt x="602562" y="54070"/>
                </a:lnTo>
                <a:lnTo>
                  <a:pt x="602794" y="53564"/>
                </a:lnTo>
                <a:lnTo>
                  <a:pt x="603041" y="53070"/>
                </a:lnTo>
                <a:lnTo>
                  <a:pt x="603304" y="52589"/>
                </a:lnTo>
                <a:lnTo>
                  <a:pt x="603582" y="52119"/>
                </a:lnTo>
                <a:lnTo>
                  <a:pt x="603876" y="51662"/>
                </a:lnTo>
                <a:lnTo>
                  <a:pt x="604185" y="51216"/>
                </a:lnTo>
                <a:lnTo>
                  <a:pt x="604509" y="50783"/>
                </a:lnTo>
                <a:lnTo>
                  <a:pt x="604849" y="50361"/>
                </a:lnTo>
                <a:lnTo>
                  <a:pt x="605204" y="49952"/>
                </a:lnTo>
                <a:lnTo>
                  <a:pt x="605570" y="49557"/>
                </a:lnTo>
                <a:lnTo>
                  <a:pt x="605945" y="49179"/>
                </a:lnTo>
                <a:lnTo>
                  <a:pt x="606328" y="48817"/>
                </a:lnTo>
                <a:lnTo>
                  <a:pt x="606719" y="48473"/>
                </a:lnTo>
                <a:lnTo>
                  <a:pt x="607117" y="48145"/>
                </a:lnTo>
                <a:lnTo>
                  <a:pt x="607524" y="47835"/>
                </a:lnTo>
                <a:lnTo>
                  <a:pt x="607939" y="47540"/>
                </a:lnTo>
                <a:lnTo>
                  <a:pt x="608363" y="47263"/>
                </a:lnTo>
                <a:lnTo>
                  <a:pt x="608794" y="47003"/>
                </a:lnTo>
                <a:lnTo>
                  <a:pt x="609233" y="46759"/>
                </a:lnTo>
                <a:lnTo>
                  <a:pt x="609680" y="46532"/>
                </a:lnTo>
                <a:lnTo>
                  <a:pt x="610135" y="46322"/>
                </a:lnTo>
                <a:lnTo>
                  <a:pt x="610599" y="46129"/>
                </a:lnTo>
                <a:lnTo>
                  <a:pt x="611070" y="45953"/>
                </a:lnTo>
                <a:lnTo>
                  <a:pt x="611550" y="45793"/>
                </a:lnTo>
                <a:lnTo>
                  <a:pt x="612037" y="45650"/>
                </a:lnTo>
                <a:lnTo>
                  <a:pt x="612533" y="45524"/>
                </a:lnTo>
                <a:lnTo>
                  <a:pt x="613037" y="45415"/>
                </a:lnTo>
                <a:lnTo>
                  <a:pt x="613548" y="45323"/>
                </a:lnTo>
                <a:lnTo>
                  <a:pt x="614068" y="45247"/>
                </a:lnTo>
                <a:lnTo>
                  <a:pt x="614596" y="45188"/>
                </a:lnTo>
                <a:lnTo>
                  <a:pt x="615132" y="45146"/>
                </a:lnTo>
                <a:lnTo>
                  <a:pt x="615676" y="45121"/>
                </a:lnTo>
                <a:lnTo>
                  <a:pt x="616228" y="45113"/>
                </a:lnTo>
                <a:lnTo>
                  <a:pt x="616744" y="45121"/>
                </a:lnTo>
                <a:lnTo>
                  <a:pt x="617254" y="45144"/>
                </a:lnTo>
                <a:lnTo>
                  <a:pt x="617758" y="45184"/>
                </a:lnTo>
                <a:lnTo>
                  <a:pt x="618255" y="45240"/>
                </a:lnTo>
                <a:lnTo>
                  <a:pt x="618745" y="45312"/>
                </a:lnTo>
                <a:lnTo>
                  <a:pt x="619229" y="45399"/>
                </a:lnTo>
                <a:lnTo>
                  <a:pt x="619706" y="45503"/>
                </a:lnTo>
                <a:lnTo>
                  <a:pt x="620177" y="45622"/>
                </a:lnTo>
                <a:lnTo>
                  <a:pt x="620641" y="45758"/>
                </a:lnTo>
                <a:lnTo>
                  <a:pt x="621098" y="45909"/>
                </a:lnTo>
                <a:lnTo>
                  <a:pt x="621549" y="46076"/>
                </a:lnTo>
                <a:lnTo>
                  <a:pt x="621994" y="46259"/>
                </a:lnTo>
                <a:lnTo>
                  <a:pt x="622432" y="46459"/>
                </a:lnTo>
                <a:lnTo>
                  <a:pt x="622863" y="46674"/>
                </a:lnTo>
                <a:lnTo>
                  <a:pt x="623288" y="46905"/>
                </a:lnTo>
                <a:lnTo>
                  <a:pt x="623706" y="47151"/>
                </a:lnTo>
                <a:lnTo>
                  <a:pt x="624118" y="47414"/>
                </a:lnTo>
                <a:lnTo>
                  <a:pt x="624523" y="47693"/>
                </a:lnTo>
                <a:lnTo>
                  <a:pt x="624922" y="47988"/>
                </a:lnTo>
                <a:lnTo>
                  <a:pt x="625314" y="48298"/>
                </a:lnTo>
                <a:lnTo>
                  <a:pt x="625700" y="48625"/>
                </a:lnTo>
                <a:lnTo>
                  <a:pt x="626079" y="48967"/>
                </a:lnTo>
                <a:lnTo>
                  <a:pt x="626451" y="49326"/>
                </a:lnTo>
                <a:lnTo>
                  <a:pt x="626817" y="49700"/>
                </a:lnTo>
                <a:lnTo>
                  <a:pt x="627172" y="50090"/>
                </a:lnTo>
                <a:lnTo>
                  <a:pt x="627514" y="50494"/>
                </a:lnTo>
                <a:lnTo>
                  <a:pt x="627840" y="50913"/>
                </a:lnTo>
                <a:lnTo>
                  <a:pt x="628153" y="51346"/>
                </a:lnTo>
                <a:lnTo>
                  <a:pt x="628451" y="51795"/>
                </a:lnTo>
                <a:lnTo>
                  <a:pt x="628734" y="52258"/>
                </a:lnTo>
                <a:lnTo>
                  <a:pt x="629004" y="52735"/>
                </a:lnTo>
                <a:lnTo>
                  <a:pt x="629259" y="53228"/>
                </a:lnTo>
                <a:lnTo>
                  <a:pt x="629499" y="53735"/>
                </a:lnTo>
                <a:lnTo>
                  <a:pt x="629726" y="54256"/>
                </a:lnTo>
                <a:lnTo>
                  <a:pt x="629938" y="54793"/>
                </a:lnTo>
                <a:lnTo>
                  <a:pt x="630135" y="55344"/>
                </a:lnTo>
                <a:lnTo>
                  <a:pt x="630318" y="55909"/>
                </a:lnTo>
                <a:lnTo>
                  <a:pt x="630487" y="56490"/>
                </a:lnTo>
                <a:lnTo>
                  <a:pt x="630642" y="57085"/>
                </a:lnTo>
                <a:lnTo>
                  <a:pt x="630782" y="57694"/>
                </a:lnTo>
                <a:lnTo>
                  <a:pt x="630908" y="58319"/>
                </a:lnTo>
                <a:lnTo>
                  <a:pt x="631019" y="58958"/>
                </a:lnTo>
                <a:lnTo>
                  <a:pt x="631116" y="59611"/>
                </a:lnTo>
                <a:lnTo>
                  <a:pt x="631199" y="60280"/>
                </a:lnTo>
                <a:lnTo>
                  <a:pt x="631267" y="60963"/>
                </a:lnTo>
                <a:lnTo>
                  <a:pt x="631321" y="61660"/>
                </a:lnTo>
                <a:lnTo>
                  <a:pt x="631361" y="62373"/>
                </a:lnTo>
                <a:lnTo>
                  <a:pt x="631386" y="63100"/>
                </a:lnTo>
                <a:lnTo>
                  <a:pt x="600924" y="63100"/>
                </a:lnTo>
                <a:lnTo>
                  <a:pt x="600926" y="62413"/>
                </a:lnTo>
                <a:lnTo>
                  <a:pt x="600943" y="61739"/>
                </a:lnTo>
                <a:lnTo>
                  <a:pt x="600975" y="61077"/>
                </a:lnTo>
                <a:close/>
                <a:moveTo>
                  <a:pt x="754389" y="72924"/>
                </a:moveTo>
                <a:lnTo>
                  <a:pt x="754467" y="73967"/>
                </a:lnTo>
                <a:lnTo>
                  <a:pt x="754562" y="74996"/>
                </a:lnTo>
                <a:lnTo>
                  <a:pt x="754675" y="76012"/>
                </a:lnTo>
                <a:lnTo>
                  <a:pt x="754806" y="77013"/>
                </a:lnTo>
                <a:lnTo>
                  <a:pt x="754953" y="78000"/>
                </a:lnTo>
                <a:lnTo>
                  <a:pt x="755118" y="78973"/>
                </a:lnTo>
                <a:lnTo>
                  <a:pt x="755301" y="79933"/>
                </a:lnTo>
                <a:lnTo>
                  <a:pt x="755501" y="80878"/>
                </a:lnTo>
                <a:lnTo>
                  <a:pt x="755718" y="81809"/>
                </a:lnTo>
                <a:lnTo>
                  <a:pt x="755953" y="82727"/>
                </a:lnTo>
                <a:lnTo>
                  <a:pt x="756205" y="83630"/>
                </a:lnTo>
                <a:lnTo>
                  <a:pt x="756474" y="84520"/>
                </a:lnTo>
                <a:lnTo>
                  <a:pt x="756761" y="85395"/>
                </a:lnTo>
                <a:lnTo>
                  <a:pt x="757065" y="86256"/>
                </a:lnTo>
                <a:lnTo>
                  <a:pt x="757386" y="87104"/>
                </a:lnTo>
                <a:lnTo>
                  <a:pt x="757725" y="87937"/>
                </a:lnTo>
                <a:lnTo>
                  <a:pt x="758081" y="88757"/>
                </a:lnTo>
                <a:lnTo>
                  <a:pt x="758455" y="89563"/>
                </a:lnTo>
                <a:lnTo>
                  <a:pt x="758846" y="90354"/>
                </a:lnTo>
                <a:lnTo>
                  <a:pt x="759254" y="91132"/>
                </a:lnTo>
                <a:lnTo>
                  <a:pt x="759679" y="91895"/>
                </a:lnTo>
                <a:lnTo>
                  <a:pt x="760120" y="92642"/>
                </a:lnTo>
                <a:lnTo>
                  <a:pt x="760577" y="93374"/>
                </a:lnTo>
                <a:lnTo>
                  <a:pt x="761050" y="94090"/>
                </a:lnTo>
                <a:lnTo>
                  <a:pt x="761539" y="94791"/>
                </a:lnTo>
                <a:lnTo>
                  <a:pt x="762044" y="95477"/>
                </a:lnTo>
                <a:lnTo>
                  <a:pt x="762565" y="96147"/>
                </a:lnTo>
                <a:lnTo>
                  <a:pt x="763102" y="96801"/>
                </a:lnTo>
                <a:lnTo>
                  <a:pt x="763655" y="97440"/>
                </a:lnTo>
                <a:lnTo>
                  <a:pt x="764224" y="98063"/>
                </a:lnTo>
                <a:lnTo>
                  <a:pt x="764809" y="98671"/>
                </a:lnTo>
                <a:lnTo>
                  <a:pt x="765410" y="99264"/>
                </a:lnTo>
                <a:lnTo>
                  <a:pt x="766027" y="99841"/>
                </a:lnTo>
                <a:lnTo>
                  <a:pt x="766660" y="100403"/>
                </a:lnTo>
                <a:lnTo>
                  <a:pt x="767309" y="100949"/>
                </a:lnTo>
                <a:lnTo>
                  <a:pt x="767974" y="101479"/>
                </a:lnTo>
                <a:lnTo>
                  <a:pt x="768654" y="101994"/>
                </a:lnTo>
                <a:lnTo>
                  <a:pt x="769351" y="102494"/>
                </a:lnTo>
                <a:lnTo>
                  <a:pt x="770064" y="102978"/>
                </a:lnTo>
                <a:lnTo>
                  <a:pt x="770793" y="103446"/>
                </a:lnTo>
                <a:lnTo>
                  <a:pt x="771538" y="103900"/>
                </a:lnTo>
                <a:lnTo>
                  <a:pt x="772299" y="104337"/>
                </a:lnTo>
                <a:lnTo>
                  <a:pt x="773076" y="104759"/>
                </a:lnTo>
                <a:lnTo>
                  <a:pt x="773869" y="105166"/>
                </a:lnTo>
                <a:lnTo>
                  <a:pt x="774671" y="105557"/>
                </a:lnTo>
                <a:lnTo>
                  <a:pt x="775477" y="105931"/>
                </a:lnTo>
                <a:lnTo>
                  <a:pt x="776286" y="106288"/>
                </a:lnTo>
                <a:lnTo>
                  <a:pt x="777099" y="106629"/>
                </a:lnTo>
                <a:lnTo>
                  <a:pt x="777915" y="106953"/>
                </a:lnTo>
                <a:lnTo>
                  <a:pt x="778735" y="107260"/>
                </a:lnTo>
                <a:lnTo>
                  <a:pt x="779558" y="107551"/>
                </a:lnTo>
                <a:lnTo>
                  <a:pt x="780384" y="107825"/>
                </a:lnTo>
                <a:lnTo>
                  <a:pt x="781214" y="108083"/>
                </a:lnTo>
                <a:lnTo>
                  <a:pt x="782047" y="108324"/>
                </a:lnTo>
                <a:lnTo>
                  <a:pt x="782883" y="108548"/>
                </a:lnTo>
                <a:lnTo>
                  <a:pt x="783723" y="108756"/>
                </a:lnTo>
                <a:lnTo>
                  <a:pt x="784567" y="108947"/>
                </a:lnTo>
                <a:lnTo>
                  <a:pt x="785413" y="109122"/>
                </a:lnTo>
                <a:lnTo>
                  <a:pt x="786264" y="109280"/>
                </a:lnTo>
                <a:lnTo>
                  <a:pt x="787117" y="109421"/>
                </a:lnTo>
                <a:lnTo>
                  <a:pt x="787974" y="109546"/>
                </a:lnTo>
                <a:lnTo>
                  <a:pt x="788834" y="109654"/>
                </a:lnTo>
                <a:lnTo>
                  <a:pt x="789698" y="109745"/>
                </a:lnTo>
                <a:lnTo>
                  <a:pt x="790565" y="109820"/>
                </a:lnTo>
                <a:lnTo>
                  <a:pt x="791436" y="109878"/>
                </a:lnTo>
                <a:lnTo>
                  <a:pt x="792310" y="109920"/>
                </a:lnTo>
                <a:lnTo>
                  <a:pt x="793187" y="109945"/>
                </a:lnTo>
                <a:lnTo>
                  <a:pt x="794068" y="109953"/>
                </a:lnTo>
                <a:lnTo>
                  <a:pt x="795484" y="109933"/>
                </a:lnTo>
                <a:lnTo>
                  <a:pt x="796880" y="109873"/>
                </a:lnTo>
                <a:lnTo>
                  <a:pt x="798256" y="109773"/>
                </a:lnTo>
                <a:lnTo>
                  <a:pt x="799611" y="109634"/>
                </a:lnTo>
                <a:lnTo>
                  <a:pt x="800946" y="109454"/>
                </a:lnTo>
                <a:lnTo>
                  <a:pt x="802261" y="109234"/>
                </a:lnTo>
                <a:lnTo>
                  <a:pt x="803556" y="108975"/>
                </a:lnTo>
                <a:lnTo>
                  <a:pt x="804830" y="108676"/>
                </a:lnTo>
                <a:lnTo>
                  <a:pt x="806084" y="108336"/>
                </a:lnTo>
                <a:lnTo>
                  <a:pt x="807318" y="107957"/>
                </a:lnTo>
                <a:lnTo>
                  <a:pt x="808531" y="107538"/>
                </a:lnTo>
                <a:lnTo>
                  <a:pt x="809725" y="107079"/>
                </a:lnTo>
                <a:lnTo>
                  <a:pt x="810898" y="106580"/>
                </a:lnTo>
                <a:lnTo>
                  <a:pt x="812050" y="106041"/>
                </a:lnTo>
                <a:lnTo>
                  <a:pt x="813183" y="105462"/>
                </a:lnTo>
                <a:lnTo>
                  <a:pt x="814295" y="104844"/>
                </a:lnTo>
                <a:lnTo>
                  <a:pt x="815387" y="104185"/>
                </a:lnTo>
                <a:lnTo>
                  <a:pt x="816458" y="103486"/>
                </a:lnTo>
                <a:lnTo>
                  <a:pt x="817510" y="102748"/>
                </a:lnTo>
                <a:lnTo>
                  <a:pt x="818541" y="101970"/>
                </a:lnTo>
                <a:lnTo>
                  <a:pt x="819552" y="101151"/>
                </a:lnTo>
                <a:lnTo>
                  <a:pt x="820542" y="100293"/>
                </a:lnTo>
                <a:lnTo>
                  <a:pt x="821512" y="99395"/>
                </a:lnTo>
                <a:lnTo>
                  <a:pt x="822462" y="98457"/>
                </a:lnTo>
                <a:lnTo>
                  <a:pt x="823383" y="97489"/>
                </a:lnTo>
                <a:lnTo>
                  <a:pt x="824264" y="96500"/>
                </a:lnTo>
                <a:lnTo>
                  <a:pt x="825106" y="95490"/>
                </a:lnTo>
                <a:lnTo>
                  <a:pt x="825909" y="94459"/>
                </a:lnTo>
                <a:lnTo>
                  <a:pt x="826672" y="93408"/>
                </a:lnTo>
                <a:lnTo>
                  <a:pt x="827397" y="92335"/>
                </a:lnTo>
                <a:lnTo>
                  <a:pt x="828082" y="91242"/>
                </a:lnTo>
                <a:lnTo>
                  <a:pt x="828728" y="90128"/>
                </a:lnTo>
                <a:lnTo>
                  <a:pt x="829335" y="88994"/>
                </a:lnTo>
                <a:lnTo>
                  <a:pt x="829903" y="87839"/>
                </a:lnTo>
                <a:lnTo>
                  <a:pt x="830432" y="86662"/>
                </a:lnTo>
                <a:lnTo>
                  <a:pt x="830921" y="85465"/>
                </a:lnTo>
                <a:lnTo>
                  <a:pt x="831371" y="84248"/>
                </a:lnTo>
                <a:lnTo>
                  <a:pt x="831783" y="83009"/>
                </a:lnTo>
                <a:lnTo>
                  <a:pt x="832155" y="81750"/>
                </a:lnTo>
                <a:lnTo>
                  <a:pt x="832487" y="80470"/>
                </a:lnTo>
                <a:lnTo>
                  <a:pt x="832781" y="79169"/>
                </a:lnTo>
                <a:lnTo>
                  <a:pt x="833036" y="77848"/>
                </a:lnTo>
                <a:lnTo>
                  <a:pt x="833251" y="76505"/>
                </a:lnTo>
                <a:lnTo>
                  <a:pt x="833427" y="75142"/>
                </a:lnTo>
                <a:lnTo>
                  <a:pt x="833564" y="73758"/>
                </a:lnTo>
                <a:lnTo>
                  <a:pt x="833662" y="72354"/>
                </a:lnTo>
                <a:lnTo>
                  <a:pt x="833721" y="70928"/>
                </a:lnTo>
                <a:lnTo>
                  <a:pt x="833741" y="69482"/>
                </a:lnTo>
                <a:lnTo>
                  <a:pt x="833721" y="68048"/>
                </a:lnTo>
                <a:lnTo>
                  <a:pt x="833663" y="66635"/>
                </a:lnTo>
                <a:lnTo>
                  <a:pt x="833566" y="65242"/>
                </a:lnTo>
                <a:lnTo>
                  <a:pt x="833430" y="63870"/>
                </a:lnTo>
                <a:lnTo>
                  <a:pt x="833256" y="62519"/>
                </a:lnTo>
                <a:lnTo>
                  <a:pt x="833043" y="61189"/>
                </a:lnTo>
                <a:lnTo>
                  <a:pt x="832790" y="59879"/>
                </a:lnTo>
                <a:lnTo>
                  <a:pt x="832500" y="58591"/>
                </a:lnTo>
                <a:lnTo>
                  <a:pt x="832170" y="57323"/>
                </a:lnTo>
                <a:lnTo>
                  <a:pt x="831801" y="56076"/>
                </a:lnTo>
                <a:lnTo>
                  <a:pt x="831394" y="54849"/>
                </a:lnTo>
                <a:lnTo>
                  <a:pt x="830948" y="53644"/>
                </a:lnTo>
                <a:lnTo>
                  <a:pt x="830463" y="52459"/>
                </a:lnTo>
                <a:lnTo>
                  <a:pt x="829940" y="51295"/>
                </a:lnTo>
                <a:lnTo>
                  <a:pt x="829378" y="50152"/>
                </a:lnTo>
                <a:lnTo>
                  <a:pt x="828776" y="49029"/>
                </a:lnTo>
                <a:lnTo>
                  <a:pt x="828137" y="47927"/>
                </a:lnTo>
                <a:lnTo>
                  <a:pt x="827458" y="46846"/>
                </a:lnTo>
                <a:lnTo>
                  <a:pt x="826740" y="45786"/>
                </a:lnTo>
                <a:lnTo>
                  <a:pt x="825984" y="44747"/>
                </a:lnTo>
                <a:lnTo>
                  <a:pt x="825189" y="43728"/>
                </a:lnTo>
                <a:lnTo>
                  <a:pt x="824355" y="42730"/>
                </a:lnTo>
                <a:lnTo>
                  <a:pt x="823483" y="41753"/>
                </a:lnTo>
                <a:lnTo>
                  <a:pt x="822571" y="40797"/>
                </a:lnTo>
                <a:lnTo>
                  <a:pt x="821630" y="39871"/>
                </a:lnTo>
                <a:lnTo>
                  <a:pt x="820666" y="38984"/>
                </a:lnTo>
                <a:lnTo>
                  <a:pt x="819680" y="38137"/>
                </a:lnTo>
                <a:lnTo>
                  <a:pt x="818673" y="37329"/>
                </a:lnTo>
                <a:lnTo>
                  <a:pt x="817643" y="36560"/>
                </a:lnTo>
                <a:lnTo>
                  <a:pt x="816592" y="35831"/>
                </a:lnTo>
                <a:lnTo>
                  <a:pt x="815519" y="35142"/>
                </a:lnTo>
                <a:lnTo>
                  <a:pt x="814424" y="34491"/>
                </a:lnTo>
                <a:lnTo>
                  <a:pt x="813307" y="33880"/>
                </a:lnTo>
                <a:lnTo>
                  <a:pt x="812168" y="33309"/>
                </a:lnTo>
                <a:lnTo>
                  <a:pt x="811007" y="32777"/>
                </a:lnTo>
                <a:lnTo>
                  <a:pt x="809824" y="32284"/>
                </a:lnTo>
                <a:lnTo>
                  <a:pt x="808620" y="31831"/>
                </a:lnTo>
                <a:lnTo>
                  <a:pt x="807393" y="31417"/>
                </a:lnTo>
                <a:lnTo>
                  <a:pt x="806145" y="31043"/>
                </a:lnTo>
                <a:lnTo>
                  <a:pt x="804874" y="30708"/>
                </a:lnTo>
                <a:lnTo>
                  <a:pt x="803582" y="30412"/>
                </a:lnTo>
                <a:lnTo>
                  <a:pt x="802268" y="30156"/>
                </a:lnTo>
                <a:lnTo>
                  <a:pt x="800932" y="29939"/>
                </a:lnTo>
                <a:lnTo>
                  <a:pt x="799574" y="29762"/>
                </a:lnTo>
                <a:lnTo>
                  <a:pt x="798194" y="29624"/>
                </a:lnTo>
                <a:lnTo>
                  <a:pt x="796792" y="29525"/>
                </a:lnTo>
                <a:lnTo>
                  <a:pt x="795368" y="29466"/>
                </a:lnTo>
                <a:lnTo>
                  <a:pt x="793923" y="29446"/>
                </a:lnTo>
                <a:lnTo>
                  <a:pt x="792983" y="29455"/>
                </a:lnTo>
                <a:lnTo>
                  <a:pt x="792052" y="29481"/>
                </a:lnTo>
                <a:lnTo>
                  <a:pt x="791127" y="29525"/>
                </a:lnTo>
                <a:lnTo>
                  <a:pt x="790211" y="29585"/>
                </a:lnTo>
                <a:lnTo>
                  <a:pt x="789301" y="29664"/>
                </a:lnTo>
                <a:lnTo>
                  <a:pt x="788399" y="29759"/>
                </a:lnTo>
                <a:lnTo>
                  <a:pt x="787505" y="29872"/>
                </a:lnTo>
                <a:lnTo>
                  <a:pt x="786617" y="30003"/>
                </a:lnTo>
                <a:lnTo>
                  <a:pt x="785738" y="30150"/>
                </a:lnTo>
                <a:lnTo>
                  <a:pt x="784865" y="30315"/>
                </a:lnTo>
                <a:lnTo>
                  <a:pt x="784001" y="30498"/>
                </a:lnTo>
                <a:lnTo>
                  <a:pt x="783143" y="30698"/>
                </a:lnTo>
                <a:lnTo>
                  <a:pt x="782293" y="30915"/>
                </a:lnTo>
                <a:lnTo>
                  <a:pt x="781451" y="31149"/>
                </a:lnTo>
                <a:lnTo>
                  <a:pt x="780615" y="31401"/>
                </a:lnTo>
                <a:lnTo>
                  <a:pt x="779788" y="31671"/>
                </a:lnTo>
                <a:lnTo>
                  <a:pt x="778967" y="31957"/>
                </a:lnTo>
                <a:lnTo>
                  <a:pt x="778155" y="32261"/>
                </a:lnTo>
                <a:lnTo>
                  <a:pt x="777349" y="32583"/>
                </a:lnTo>
                <a:lnTo>
                  <a:pt x="776551" y="32922"/>
                </a:lnTo>
                <a:lnTo>
                  <a:pt x="775761" y="33278"/>
                </a:lnTo>
                <a:lnTo>
                  <a:pt x="774977" y="33652"/>
                </a:lnTo>
                <a:lnTo>
                  <a:pt x="774202" y="34043"/>
                </a:lnTo>
                <a:lnTo>
                  <a:pt x="773433" y="34451"/>
                </a:lnTo>
                <a:lnTo>
                  <a:pt x="772676" y="34876"/>
                </a:lnTo>
                <a:lnTo>
                  <a:pt x="771933" y="35316"/>
                </a:lnTo>
                <a:lnTo>
                  <a:pt x="771205" y="35772"/>
                </a:lnTo>
                <a:lnTo>
                  <a:pt x="770491" y="36244"/>
                </a:lnTo>
                <a:lnTo>
                  <a:pt x="769792" y="36731"/>
                </a:lnTo>
                <a:lnTo>
                  <a:pt x="769107" y="37234"/>
                </a:lnTo>
                <a:lnTo>
                  <a:pt x="768436" y="37753"/>
                </a:lnTo>
                <a:lnTo>
                  <a:pt x="767780" y="38287"/>
                </a:lnTo>
                <a:lnTo>
                  <a:pt x="767139" y="38837"/>
                </a:lnTo>
                <a:lnTo>
                  <a:pt x="766512" y="39402"/>
                </a:lnTo>
                <a:lnTo>
                  <a:pt x="765899" y="39983"/>
                </a:lnTo>
                <a:lnTo>
                  <a:pt x="765301" y="40580"/>
                </a:lnTo>
                <a:lnTo>
                  <a:pt x="764718" y="41192"/>
                </a:lnTo>
                <a:lnTo>
                  <a:pt x="764148" y="41820"/>
                </a:lnTo>
                <a:lnTo>
                  <a:pt x="763594" y="42463"/>
                </a:lnTo>
                <a:lnTo>
                  <a:pt x="763054" y="43122"/>
                </a:lnTo>
                <a:lnTo>
                  <a:pt x="762528" y="43797"/>
                </a:lnTo>
                <a:lnTo>
                  <a:pt x="762017" y="44487"/>
                </a:lnTo>
                <a:lnTo>
                  <a:pt x="761520" y="45193"/>
                </a:lnTo>
                <a:lnTo>
                  <a:pt x="761038" y="45914"/>
                </a:lnTo>
                <a:lnTo>
                  <a:pt x="760570" y="46652"/>
                </a:lnTo>
                <a:lnTo>
                  <a:pt x="760117" y="47404"/>
                </a:lnTo>
                <a:lnTo>
                  <a:pt x="759678" y="48173"/>
                </a:lnTo>
                <a:lnTo>
                  <a:pt x="759254" y="48957"/>
                </a:lnTo>
                <a:lnTo>
                  <a:pt x="758846" y="49749"/>
                </a:lnTo>
                <a:lnTo>
                  <a:pt x="758455" y="50545"/>
                </a:lnTo>
                <a:lnTo>
                  <a:pt x="758081" y="51342"/>
                </a:lnTo>
                <a:lnTo>
                  <a:pt x="757725" y="52142"/>
                </a:lnTo>
                <a:lnTo>
                  <a:pt x="757386" y="52944"/>
                </a:lnTo>
                <a:lnTo>
                  <a:pt x="757065" y="53748"/>
                </a:lnTo>
                <a:lnTo>
                  <a:pt x="756761" y="54554"/>
                </a:lnTo>
                <a:lnTo>
                  <a:pt x="756474" y="55363"/>
                </a:lnTo>
                <a:lnTo>
                  <a:pt x="756205" y="56174"/>
                </a:lnTo>
                <a:lnTo>
                  <a:pt x="755953" y="56988"/>
                </a:lnTo>
                <a:lnTo>
                  <a:pt x="755718" y="57803"/>
                </a:lnTo>
                <a:lnTo>
                  <a:pt x="755501" y="58621"/>
                </a:lnTo>
                <a:lnTo>
                  <a:pt x="755301" y="59441"/>
                </a:lnTo>
                <a:lnTo>
                  <a:pt x="755118" y="60263"/>
                </a:lnTo>
                <a:lnTo>
                  <a:pt x="754953" y="61088"/>
                </a:lnTo>
                <a:lnTo>
                  <a:pt x="754806" y="61915"/>
                </a:lnTo>
                <a:lnTo>
                  <a:pt x="754675" y="62744"/>
                </a:lnTo>
                <a:lnTo>
                  <a:pt x="754562" y="63576"/>
                </a:lnTo>
                <a:lnTo>
                  <a:pt x="754467" y="64409"/>
                </a:lnTo>
                <a:lnTo>
                  <a:pt x="754389" y="65245"/>
                </a:lnTo>
                <a:lnTo>
                  <a:pt x="754328" y="66083"/>
                </a:lnTo>
                <a:lnTo>
                  <a:pt x="754284" y="66924"/>
                </a:lnTo>
                <a:lnTo>
                  <a:pt x="754258" y="67767"/>
                </a:lnTo>
                <a:lnTo>
                  <a:pt x="754250" y="68612"/>
                </a:lnTo>
                <a:lnTo>
                  <a:pt x="754258" y="69711"/>
                </a:lnTo>
                <a:lnTo>
                  <a:pt x="754284" y="70796"/>
                </a:lnTo>
                <a:lnTo>
                  <a:pt x="754328" y="71867"/>
                </a:lnTo>
                <a:lnTo>
                  <a:pt x="754389" y="72924"/>
                </a:lnTo>
                <a:close/>
                <a:moveTo>
                  <a:pt x="775289" y="66040"/>
                </a:moveTo>
                <a:lnTo>
                  <a:pt x="775374" y="65172"/>
                </a:lnTo>
                <a:lnTo>
                  <a:pt x="775478" y="64322"/>
                </a:lnTo>
                <a:lnTo>
                  <a:pt x="775601" y="63491"/>
                </a:lnTo>
                <a:lnTo>
                  <a:pt x="775742" y="62679"/>
                </a:lnTo>
                <a:lnTo>
                  <a:pt x="775903" y="61884"/>
                </a:lnTo>
                <a:lnTo>
                  <a:pt x="776082" y="61109"/>
                </a:lnTo>
                <a:lnTo>
                  <a:pt x="776280" y="60352"/>
                </a:lnTo>
                <a:lnTo>
                  <a:pt x="776498" y="59614"/>
                </a:lnTo>
                <a:lnTo>
                  <a:pt x="776734" y="58894"/>
                </a:lnTo>
                <a:lnTo>
                  <a:pt x="776989" y="58193"/>
                </a:lnTo>
                <a:lnTo>
                  <a:pt x="777263" y="57510"/>
                </a:lnTo>
                <a:lnTo>
                  <a:pt x="777555" y="56846"/>
                </a:lnTo>
                <a:lnTo>
                  <a:pt x="777867" y="56201"/>
                </a:lnTo>
                <a:lnTo>
                  <a:pt x="778198" y="55574"/>
                </a:lnTo>
                <a:lnTo>
                  <a:pt x="778547" y="54965"/>
                </a:lnTo>
                <a:lnTo>
                  <a:pt x="778915" y="54376"/>
                </a:lnTo>
                <a:lnTo>
                  <a:pt x="779302" y="53804"/>
                </a:lnTo>
                <a:lnTo>
                  <a:pt x="779709" y="53252"/>
                </a:lnTo>
                <a:lnTo>
                  <a:pt x="780134" y="52718"/>
                </a:lnTo>
                <a:lnTo>
                  <a:pt x="780577" y="52202"/>
                </a:lnTo>
                <a:lnTo>
                  <a:pt x="781035" y="51707"/>
                </a:lnTo>
                <a:lnTo>
                  <a:pt x="781502" y="51232"/>
                </a:lnTo>
                <a:lnTo>
                  <a:pt x="781977" y="50779"/>
                </a:lnTo>
                <a:lnTo>
                  <a:pt x="782461" y="50346"/>
                </a:lnTo>
                <a:lnTo>
                  <a:pt x="782954" y="49935"/>
                </a:lnTo>
                <a:lnTo>
                  <a:pt x="783456" y="49545"/>
                </a:lnTo>
                <a:lnTo>
                  <a:pt x="783966" y="49176"/>
                </a:lnTo>
                <a:lnTo>
                  <a:pt x="784486" y="48828"/>
                </a:lnTo>
                <a:lnTo>
                  <a:pt x="785014" y="48501"/>
                </a:lnTo>
                <a:lnTo>
                  <a:pt x="785551" y="48195"/>
                </a:lnTo>
                <a:lnTo>
                  <a:pt x="786097" y="47910"/>
                </a:lnTo>
                <a:lnTo>
                  <a:pt x="786652" y="47647"/>
                </a:lnTo>
                <a:lnTo>
                  <a:pt x="787215" y="47404"/>
                </a:lnTo>
                <a:lnTo>
                  <a:pt x="787787" y="47183"/>
                </a:lnTo>
                <a:lnTo>
                  <a:pt x="788369" y="46982"/>
                </a:lnTo>
                <a:lnTo>
                  <a:pt x="788958" y="46803"/>
                </a:lnTo>
                <a:lnTo>
                  <a:pt x="789557" y="46645"/>
                </a:lnTo>
                <a:lnTo>
                  <a:pt x="790165" y="46508"/>
                </a:lnTo>
                <a:lnTo>
                  <a:pt x="790781" y="46392"/>
                </a:lnTo>
                <a:lnTo>
                  <a:pt x="791406" y="46297"/>
                </a:lnTo>
                <a:lnTo>
                  <a:pt x="792040" y="46223"/>
                </a:lnTo>
                <a:lnTo>
                  <a:pt x="792683" y="46170"/>
                </a:lnTo>
                <a:lnTo>
                  <a:pt x="793335" y="46139"/>
                </a:lnTo>
                <a:lnTo>
                  <a:pt x="793995" y="46128"/>
                </a:lnTo>
                <a:lnTo>
                  <a:pt x="794655" y="46139"/>
                </a:lnTo>
                <a:lnTo>
                  <a:pt x="795307" y="46170"/>
                </a:lnTo>
                <a:lnTo>
                  <a:pt x="795949" y="46223"/>
                </a:lnTo>
                <a:lnTo>
                  <a:pt x="796583" y="46297"/>
                </a:lnTo>
                <a:lnTo>
                  <a:pt x="797208" y="46392"/>
                </a:lnTo>
                <a:lnTo>
                  <a:pt x="797823" y="46508"/>
                </a:lnTo>
                <a:lnTo>
                  <a:pt x="798430" y="46645"/>
                </a:lnTo>
                <a:lnTo>
                  <a:pt x="799028" y="46803"/>
                </a:lnTo>
                <a:lnTo>
                  <a:pt x="799617" y="46982"/>
                </a:lnTo>
                <a:lnTo>
                  <a:pt x="800197" y="47183"/>
                </a:lnTo>
                <a:lnTo>
                  <a:pt x="800768" y="47404"/>
                </a:lnTo>
                <a:lnTo>
                  <a:pt x="801330" y="47647"/>
                </a:lnTo>
                <a:lnTo>
                  <a:pt x="801883" y="47910"/>
                </a:lnTo>
                <a:lnTo>
                  <a:pt x="802427" y="48195"/>
                </a:lnTo>
                <a:lnTo>
                  <a:pt x="802962" y="48501"/>
                </a:lnTo>
                <a:lnTo>
                  <a:pt x="803488" y="48828"/>
                </a:lnTo>
                <a:lnTo>
                  <a:pt x="804006" y="49176"/>
                </a:lnTo>
                <a:lnTo>
                  <a:pt x="804514" y="49545"/>
                </a:lnTo>
                <a:lnTo>
                  <a:pt x="805013" y="49935"/>
                </a:lnTo>
                <a:lnTo>
                  <a:pt x="805504" y="50346"/>
                </a:lnTo>
                <a:lnTo>
                  <a:pt x="805986" y="50779"/>
                </a:lnTo>
                <a:lnTo>
                  <a:pt x="806458" y="51232"/>
                </a:lnTo>
                <a:lnTo>
                  <a:pt x="806922" y="51707"/>
                </a:lnTo>
                <a:lnTo>
                  <a:pt x="807377" y="52202"/>
                </a:lnTo>
                <a:lnTo>
                  <a:pt x="807817" y="52717"/>
                </a:lnTo>
                <a:lnTo>
                  <a:pt x="808240" y="53251"/>
                </a:lnTo>
                <a:lnTo>
                  <a:pt x="808643" y="53802"/>
                </a:lnTo>
                <a:lnTo>
                  <a:pt x="809028" y="54372"/>
                </a:lnTo>
                <a:lnTo>
                  <a:pt x="809393" y="54959"/>
                </a:lnTo>
                <a:lnTo>
                  <a:pt x="809741" y="55565"/>
                </a:lnTo>
                <a:lnTo>
                  <a:pt x="810069" y="56188"/>
                </a:lnTo>
                <a:lnTo>
                  <a:pt x="810378" y="56830"/>
                </a:lnTo>
                <a:lnTo>
                  <a:pt x="810669" y="57490"/>
                </a:lnTo>
                <a:lnTo>
                  <a:pt x="810941" y="58168"/>
                </a:lnTo>
                <a:lnTo>
                  <a:pt x="811195" y="58863"/>
                </a:lnTo>
                <a:lnTo>
                  <a:pt x="811429" y="59577"/>
                </a:lnTo>
                <a:lnTo>
                  <a:pt x="811645" y="60309"/>
                </a:lnTo>
                <a:lnTo>
                  <a:pt x="811842" y="61060"/>
                </a:lnTo>
                <a:lnTo>
                  <a:pt x="812020" y="61828"/>
                </a:lnTo>
                <a:lnTo>
                  <a:pt x="812180" y="62614"/>
                </a:lnTo>
                <a:lnTo>
                  <a:pt x="812320" y="63418"/>
                </a:lnTo>
                <a:lnTo>
                  <a:pt x="812442" y="64241"/>
                </a:lnTo>
                <a:lnTo>
                  <a:pt x="812545" y="65081"/>
                </a:lnTo>
                <a:lnTo>
                  <a:pt x="812630" y="65940"/>
                </a:lnTo>
                <a:lnTo>
                  <a:pt x="812696" y="66816"/>
                </a:lnTo>
                <a:lnTo>
                  <a:pt x="812742" y="67711"/>
                </a:lnTo>
                <a:lnTo>
                  <a:pt x="812771" y="68624"/>
                </a:lnTo>
                <a:lnTo>
                  <a:pt x="812780" y="69555"/>
                </a:lnTo>
                <a:lnTo>
                  <a:pt x="812771" y="70509"/>
                </a:lnTo>
                <a:lnTo>
                  <a:pt x="812742" y="71444"/>
                </a:lnTo>
                <a:lnTo>
                  <a:pt x="812696" y="72361"/>
                </a:lnTo>
                <a:lnTo>
                  <a:pt x="812630" y="73258"/>
                </a:lnTo>
                <a:lnTo>
                  <a:pt x="812545" y="74136"/>
                </a:lnTo>
                <a:lnTo>
                  <a:pt x="812442" y="74995"/>
                </a:lnTo>
                <a:lnTo>
                  <a:pt x="812320" y="75835"/>
                </a:lnTo>
                <a:lnTo>
                  <a:pt x="812180" y="76656"/>
                </a:lnTo>
                <a:lnTo>
                  <a:pt x="812020" y="77458"/>
                </a:lnTo>
                <a:lnTo>
                  <a:pt x="811842" y="78241"/>
                </a:lnTo>
                <a:lnTo>
                  <a:pt x="811645" y="79005"/>
                </a:lnTo>
                <a:lnTo>
                  <a:pt x="811429" y="79749"/>
                </a:lnTo>
                <a:lnTo>
                  <a:pt x="811195" y="80475"/>
                </a:lnTo>
                <a:lnTo>
                  <a:pt x="810941" y="81181"/>
                </a:lnTo>
                <a:lnTo>
                  <a:pt x="810669" y="81869"/>
                </a:lnTo>
                <a:lnTo>
                  <a:pt x="810378" y="82537"/>
                </a:lnTo>
                <a:lnTo>
                  <a:pt x="810069" y="83186"/>
                </a:lnTo>
                <a:lnTo>
                  <a:pt x="809741" y="83817"/>
                </a:lnTo>
                <a:lnTo>
                  <a:pt x="809393" y="84428"/>
                </a:lnTo>
                <a:lnTo>
                  <a:pt x="809028" y="85020"/>
                </a:lnTo>
                <a:lnTo>
                  <a:pt x="808643" y="85593"/>
                </a:lnTo>
                <a:lnTo>
                  <a:pt x="808240" y="86147"/>
                </a:lnTo>
                <a:lnTo>
                  <a:pt x="807817" y="86681"/>
                </a:lnTo>
                <a:lnTo>
                  <a:pt x="807377" y="87197"/>
                </a:lnTo>
                <a:lnTo>
                  <a:pt x="806922" y="87693"/>
                </a:lnTo>
                <a:lnTo>
                  <a:pt x="806458" y="88167"/>
                </a:lnTo>
                <a:lnTo>
                  <a:pt x="805986" y="88621"/>
                </a:lnTo>
                <a:lnTo>
                  <a:pt x="805504" y="89053"/>
                </a:lnTo>
                <a:lnTo>
                  <a:pt x="805013" y="89464"/>
                </a:lnTo>
                <a:lnTo>
                  <a:pt x="804514" y="89855"/>
                </a:lnTo>
                <a:lnTo>
                  <a:pt x="804006" y="90224"/>
                </a:lnTo>
                <a:lnTo>
                  <a:pt x="803488" y="90572"/>
                </a:lnTo>
                <a:lnTo>
                  <a:pt x="802962" y="90899"/>
                </a:lnTo>
                <a:lnTo>
                  <a:pt x="802427" y="91204"/>
                </a:lnTo>
                <a:lnTo>
                  <a:pt x="801883" y="91489"/>
                </a:lnTo>
                <a:lnTo>
                  <a:pt x="801330" y="91753"/>
                </a:lnTo>
                <a:lnTo>
                  <a:pt x="800768" y="91995"/>
                </a:lnTo>
                <a:lnTo>
                  <a:pt x="800197" y="92217"/>
                </a:lnTo>
                <a:lnTo>
                  <a:pt x="799617" y="92417"/>
                </a:lnTo>
                <a:lnTo>
                  <a:pt x="799028" y="92596"/>
                </a:lnTo>
                <a:lnTo>
                  <a:pt x="798430" y="92755"/>
                </a:lnTo>
                <a:lnTo>
                  <a:pt x="797823" y="92892"/>
                </a:lnTo>
                <a:lnTo>
                  <a:pt x="797208" y="93008"/>
                </a:lnTo>
                <a:lnTo>
                  <a:pt x="796583" y="93103"/>
                </a:lnTo>
                <a:lnTo>
                  <a:pt x="795949" y="93176"/>
                </a:lnTo>
                <a:lnTo>
                  <a:pt x="795307" y="93229"/>
                </a:lnTo>
                <a:lnTo>
                  <a:pt x="794655" y="93261"/>
                </a:lnTo>
                <a:lnTo>
                  <a:pt x="793995" y="93271"/>
                </a:lnTo>
                <a:lnTo>
                  <a:pt x="793335" y="93261"/>
                </a:lnTo>
                <a:lnTo>
                  <a:pt x="792683" y="93229"/>
                </a:lnTo>
                <a:lnTo>
                  <a:pt x="792040" y="93176"/>
                </a:lnTo>
                <a:lnTo>
                  <a:pt x="791406" y="93103"/>
                </a:lnTo>
                <a:lnTo>
                  <a:pt x="790781" y="93008"/>
                </a:lnTo>
                <a:lnTo>
                  <a:pt x="790165" y="92892"/>
                </a:lnTo>
                <a:lnTo>
                  <a:pt x="789557" y="92755"/>
                </a:lnTo>
                <a:lnTo>
                  <a:pt x="788958" y="92596"/>
                </a:lnTo>
                <a:lnTo>
                  <a:pt x="788369" y="92417"/>
                </a:lnTo>
                <a:lnTo>
                  <a:pt x="787787" y="92217"/>
                </a:lnTo>
                <a:lnTo>
                  <a:pt x="787215" y="91995"/>
                </a:lnTo>
                <a:lnTo>
                  <a:pt x="786652" y="91753"/>
                </a:lnTo>
                <a:lnTo>
                  <a:pt x="786097" y="91489"/>
                </a:lnTo>
                <a:lnTo>
                  <a:pt x="785551" y="91204"/>
                </a:lnTo>
                <a:lnTo>
                  <a:pt x="785014" y="90899"/>
                </a:lnTo>
                <a:lnTo>
                  <a:pt x="784486" y="90572"/>
                </a:lnTo>
                <a:lnTo>
                  <a:pt x="783966" y="90224"/>
                </a:lnTo>
                <a:lnTo>
                  <a:pt x="783456" y="89855"/>
                </a:lnTo>
                <a:lnTo>
                  <a:pt x="782954" y="89464"/>
                </a:lnTo>
                <a:lnTo>
                  <a:pt x="782461" y="89053"/>
                </a:lnTo>
                <a:lnTo>
                  <a:pt x="781977" y="88621"/>
                </a:lnTo>
                <a:lnTo>
                  <a:pt x="781502" y="88167"/>
                </a:lnTo>
                <a:lnTo>
                  <a:pt x="781035" y="87693"/>
                </a:lnTo>
                <a:lnTo>
                  <a:pt x="780577" y="87197"/>
                </a:lnTo>
                <a:lnTo>
                  <a:pt x="780134" y="86682"/>
                </a:lnTo>
                <a:lnTo>
                  <a:pt x="779709" y="86148"/>
                </a:lnTo>
                <a:lnTo>
                  <a:pt x="779302" y="85595"/>
                </a:lnTo>
                <a:lnTo>
                  <a:pt x="778915" y="85024"/>
                </a:lnTo>
                <a:lnTo>
                  <a:pt x="778547" y="84434"/>
                </a:lnTo>
                <a:lnTo>
                  <a:pt x="778198" y="83826"/>
                </a:lnTo>
                <a:lnTo>
                  <a:pt x="777867" y="83199"/>
                </a:lnTo>
                <a:lnTo>
                  <a:pt x="777555" y="82553"/>
                </a:lnTo>
                <a:lnTo>
                  <a:pt x="777263" y="81889"/>
                </a:lnTo>
                <a:lnTo>
                  <a:pt x="776989" y="81207"/>
                </a:lnTo>
                <a:lnTo>
                  <a:pt x="776734" y="80505"/>
                </a:lnTo>
                <a:lnTo>
                  <a:pt x="776498" y="79786"/>
                </a:lnTo>
                <a:lnTo>
                  <a:pt x="776280" y="79047"/>
                </a:lnTo>
                <a:lnTo>
                  <a:pt x="776082" y="78290"/>
                </a:lnTo>
                <a:lnTo>
                  <a:pt x="775903" y="77515"/>
                </a:lnTo>
                <a:lnTo>
                  <a:pt x="775742" y="76721"/>
                </a:lnTo>
                <a:lnTo>
                  <a:pt x="775601" y="75908"/>
                </a:lnTo>
                <a:lnTo>
                  <a:pt x="775478" y="75077"/>
                </a:lnTo>
                <a:lnTo>
                  <a:pt x="775374" y="74227"/>
                </a:lnTo>
                <a:lnTo>
                  <a:pt x="775289" y="73359"/>
                </a:lnTo>
                <a:lnTo>
                  <a:pt x="775223" y="72472"/>
                </a:lnTo>
                <a:lnTo>
                  <a:pt x="775176" y="71566"/>
                </a:lnTo>
                <a:lnTo>
                  <a:pt x="775147" y="70642"/>
                </a:lnTo>
                <a:lnTo>
                  <a:pt x="775138" y="69700"/>
                </a:lnTo>
                <a:lnTo>
                  <a:pt x="775147" y="68757"/>
                </a:lnTo>
                <a:lnTo>
                  <a:pt x="775176" y="67833"/>
                </a:lnTo>
                <a:lnTo>
                  <a:pt x="775223" y="66927"/>
                </a:lnTo>
                <a:lnTo>
                  <a:pt x="775289" y="66040"/>
                </a:lnTo>
                <a:close/>
                <a:moveTo>
                  <a:pt x="269541" y="108212"/>
                </a:moveTo>
                <a:lnTo>
                  <a:pt x="294273" y="31187"/>
                </a:lnTo>
                <a:lnTo>
                  <a:pt x="274183" y="31187"/>
                </a:lnTo>
                <a:lnTo>
                  <a:pt x="259460" y="81667"/>
                </a:lnTo>
                <a:lnTo>
                  <a:pt x="246622" y="31187"/>
                </a:lnTo>
                <a:lnTo>
                  <a:pt x="226967" y="31187"/>
                </a:lnTo>
                <a:lnTo>
                  <a:pt x="213694" y="81667"/>
                </a:lnTo>
                <a:lnTo>
                  <a:pt x="199261" y="31187"/>
                </a:lnTo>
                <a:lnTo>
                  <a:pt x="179461" y="31187"/>
                </a:lnTo>
                <a:lnTo>
                  <a:pt x="203831" y="108212"/>
                </a:lnTo>
                <a:lnTo>
                  <a:pt x="223631" y="108212"/>
                </a:lnTo>
                <a:lnTo>
                  <a:pt x="236686" y="58675"/>
                </a:lnTo>
                <a:lnTo>
                  <a:pt x="249959" y="108212"/>
                </a:lnTo>
                <a:lnTo>
                  <a:pt x="269541" y="108212"/>
                </a:lnTo>
                <a:close/>
                <a:moveTo>
                  <a:pt x="666300" y="113619"/>
                </a:moveTo>
                <a:lnTo>
                  <a:pt x="666296" y="113734"/>
                </a:lnTo>
                <a:lnTo>
                  <a:pt x="666291" y="113848"/>
                </a:lnTo>
                <a:lnTo>
                  <a:pt x="666286" y="113960"/>
                </a:lnTo>
                <a:lnTo>
                  <a:pt x="666282" y="114070"/>
                </a:lnTo>
                <a:lnTo>
                  <a:pt x="666278" y="114179"/>
                </a:lnTo>
                <a:lnTo>
                  <a:pt x="666275" y="114286"/>
                </a:lnTo>
                <a:lnTo>
                  <a:pt x="666271" y="114392"/>
                </a:lnTo>
                <a:lnTo>
                  <a:pt x="666268" y="114497"/>
                </a:lnTo>
                <a:lnTo>
                  <a:pt x="666265" y="114599"/>
                </a:lnTo>
                <a:lnTo>
                  <a:pt x="666263" y="114701"/>
                </a:lnTo>
                <a:lnTo>
                  <a:pt x="666260" y="114801"/>
                </a:lnTo>
                <a:lnTo>
                  <a:pt x="666258" y="114899"/>
                </a:lnTo>
                <a:lnTo>
                  <a:pt x="666256" y="114996"/>
                </a:lnTo>
                <a:lnTo>
                  <a:pt x="666255" y="115091"/>
                </a:lnTo>
                <a:lnTo>
                  <a:pt x="666253" y="115185"/>
                </a:lnTo>
                <a:lnTo>
                  <a:pt x="666252" y="115277"/>
                </a:lnTo>
                <a:lnTo>
                  <a:pt x="666251" y="115367"/>
                </a:lnTo>
                <a:lnTo>
                  <a:pt x="666251" y="115457"/>
                </a:lnTo>
                <a:lnTo>
                  <a:pt x="666250" y="115544"/>
                </a:lnTo>
                <a:lnTo>
                  <a:pt x="666250" y="115630"/>
                </a:lnTo>
                <a:lnTo>
                  <a:pt x="666264" y="116490"/>
                </a:lnTo>
                <a:lnTo>
                  <a:pt x="666307" y="117336"/>
                </a:lnTo>
                <a:lnTo>
                  <a:pt x="666378" y="118170"/>
                </a:lnTo>
                <a:lnTo>
                  <a:pt x="666478" y="118992"/>
                </a:lnTo>
                <a:lnTo>
                  <a:pt x="666606" y="119800"/>
                </a:lnTo>
                <a:lnTo>
                  <a:pt x="666762" y="120597"/>
                </a:lnTo>
                <a:lnTo>
                  <a:pt x="666947" y="121380"/>
                </a:lnTo>
                <a:lnTo>
                  <a:pt x="667161" y="122151"/>
                </a:lnTo>
                <a:lnTo>
                  <a:pt x="667403" y="122910"/>
                </a:lnTo>
                <a:lnTo>
                  <a:pt x="667673" y="123656"/>
                </a:lnTo>
                <a:lnTo>
                  <a:pt x="667972" y="124389"/>
                </a:lnTo>
                <a:lnTo>
                  <a:pt x="668299" y="125110"/>
                </a:lnTo>
                <a:lnTo>
                  <a:pt x="668655" y="125818"/>
                </a:lnTo>
                <a:lnTo>
                  <a:pt x="669039" y="126514"/>
                </a:lnTo>
                <a:lnTo>
                  <a:pt x="669452" y="127197"/>
                </a:lnTo>
                <a:lnTo>
                  <a:pt x="669893" y="127868"/>
                </a:lnTo>
                <a:lnTo>
                  <a:pt x="670362" y="128525"/>
                </a:lnTo>
                <a:lnTo>
                  <a:pt x="670860" y="129171"/>
                </a:lnTo>
                <a:lnTo>
                  <a:pt x="671387" y="129804"/>
                </a:lnTo>
                <a:lnTo>
                  <a:pt x="671942" y="130424"/>
                </a:lnTo>
                <a:lnTo>
                  <a:pt x="672525" y="131031"/>
                </a:lnTo>
                <a:lnTo>
                  <a:pt x="673137" y="131626"/>
                </a:lnTo>
                <a:lnTo>
                  <a:pt x="673777" y="132209"/>
                </a:lnTo>
                <a:lnTo>
                  <a:pt x="674446" y="132779"/>
                </a:lnTo>
                <a:lnTo>
                  <a:pt x="675149" y="133331"/>
                </a:lnTo>
                <a:lnTo>
                  <a:pt x="675891" y="133859"/>
                </a:lnTo>
                <a:lnTo>
                  <a:pt x="676673" y="134365"/>
                </a:lnTo>
                <a:lnTo>
                  <a:pt x="677494" y="134846"/>
                </a:lnTo>
                <a:lnTo>
                  <a:pt x="678355" y="135304"/>
                </a:lnTo>
                <a:lnTo>
                  <a:pt x="679255" y="135739"/>
                </a:lnTo>
                <a:lnTo>
                  <a:pt x="680195" y="136150"/>
                </a:lnTo>
                <a:lnTo>
                  <a:pt x="681175" y="136537"/>
                </a:lnTo>
                <a:lnTo>
                  <a:pt x="682194" y="136902"/>
                </a:lnTo>
                <a:lnTo>
                  <a:pt x="683252" y="137242"/>
                </a:lnTo>
                <a:lnTo>
                  <a:pt x="684351" y="137559"/>
                </a:lnTo>
                <a:lnTo>
                  <a:pt x="685488" y="137853"/>
                </a:lnTo>
                <a:lnTo>
                  <a:pt x="686665" y="138123"/>
                </a:lnTo>
                <a:lnTo>
                  <a:pt x="687882" y="138370"/>
                </a:lnTo>
                <a:lnTo>
                  <a:pt x="689138" y="138593"/>
                </a:lnTo>
                <a:lnTo>
                  <a:pt x="690434" y="138793"/>
                </a:lnTo>
                <a:lnTo>
                  <a:pt x="691770" y="138969"/>
                </a:lnTo>
                <a:lnTo>
                  <a:pt x="693144" y="139122"/>
                </a:lnTo>
                <a:lnTo>
                  <a:pt x="694559" y="139251"/>
                </a:lnTo>
                <a:lnTo>
                  <a:pt x="696013" y="139356"/>
                </a:lnTo>
                <a:lnTo>
                  <a:pt x="697506" y="139439"/>
                </a:lnTo>
                <a:lnTo>
                  <a:pt x="699039" y="139497"/>
                </a:lnTo>
                <a:lnTo>
                  <a:pt x="700612" y="139533"/>
                </a:lnTo>
                <a:lnTo>
                  <a:pt x="702224" y="139544"/>
                </a:lnTo>
                <a:lnTo>
                  <a:pt x="703082" y="139541"/>
                </a:lnTo>
                <a:lnTo>
                  <a:pt x="703928" y="139529"/>
                </a:lnTo>
                <a:lnTo>
                  <a:pt x="704761" y="139510"/>
                </a:lnTo>
                <a:lnTo>
                  <a:pt x="705582" y="139484"/>
                </a:lnTo>
                <a:lnTo>
                  <a:pt x="706390" y="139450"/>
                </a:lnTo>
                <a:lnTo>
                  <a:pt x="707185" y="139408"/>
                </a:lnTo>
                <a:lnTo>
                  <a:pt x="707969" y="139359"/>
                </a:lnTo>
                <a:lnTo>
                  <a:pt x="708740" y="139302"/>
                </a:lnTo>
                <a:lnTo>
                  <a:pt x="709498" y="139238"/>
                </a:lnTo>
                <a:lnTo>
                  <a:pt x="710244" y="139166"/>
                </a:lnTo>
                <a:lnTo>
                  <a:pt x="710977" y="139087"/>
                </a:lnTo>
                <a:lnTo>
                  <a:pt x="711698" y="139000"/>
                </a:lnTo>
                <a:lnTo>
                  <a:pt x="712407" y="138905"/>
                </a:lnTo>
                <a:lnTo>
                  <a:pt x="713103" y="138803"/>
                </a:lnTo>
                <a:lnTo>
                  <a:pt x="713786" y="138694"/>
                </a:lnTo>
                <a:lnTo>
                  <a:pt x="714457" y="138576"/>
                </a:lnTo>
                <a:lnTo>
                  <a:pt x="715116" y="138452"/>
                </a:lnTo>
                <a:lnTo>
                  <a:pt x="715762" y="138319"/>
                </a:lnTo>
                <a:lnTo>
                  <a:pt x="716396" y="138179"/>
                </a:lnTo>
                <a:lnTo>
                  <a:pt x="717017" y="138032"/>
                </a:lnTo>
                <a:lnTo>
                  <a:pt x="717626" y="137877"/>
                </a:lnTo>
                <a:lnTo>
                  <a:pt x="718222" y="137714"/>
                </a:lnTo>
                <a:lnTo>
                  <a:pt x="718806" y="137544"/>
                </a:lnTo>
                <a:lnTo>
                  <a:pt x="719377" y="137366"/>
                </a:lnTo>
                <a:lnTo>
                  <a:pt x="719937" y="137182"/>
                </a:lnTo>
                <a:lnTo>
                  <a:pt x="720488" y="136992"/>
                </a:lnTo>
                <a:lnTo>
                  <a:pt x="721030" y="136796"/>
                </a:lnTo>
                <a:lnTo>
                  <a:pt x="721562" y="136594"/>
                </a:lnTo>
                <a:lnTo>
                  <a:pt x="722085" y="136387"/>
                </a:lnTo>
                <a:lnTo>
                  <a:pt x="722598" y="136174"/>
                </a:lnTo>
                <a:lnTo>
                  <a:pt x="723101" y="135955"/>
                </a:lnTo>
                <a:lnTo>
                  <a:pt x="723596" y="135730"/>
                </a:lnTo>
                <a:lnTo>
                  <a:pt x="724081" y="135499"/>
                </a:lnTo>
                <a:lnTo>
                  <a:pt x="724556" y="135263"/>
                </a:lnTo>
                <a:lnTo>
                  <a:pt x="725022" y="135020"/>
                </a:lnTo>
                <a:lnTo>
                  <a:pt x="725478" y="134772"/>
                </a:lnTo>
                <a:lnTo>
                  <a:pt x="725926" y="134518"/>
                </a:lnTo>
                <a:lnTo>
                  <a:pt x="726363" y="134259"/>
                </a:lnTo>
                <a:lnTo>
                  <a:pt x="726791" y="133993"/>
                </a:lnTo>
                <a:lnTo>
                  <a:pt x="727210" y="133722"/>
                </a:lnTo>
                <a:lnTo>
                  <a:pt x="727619" y="133445"/>
                </a:lnTo>
                <a:lnTo>
                  <a:pt x="728019" y="133162"/>
                </a:lnTo>
                <a:lnTo>
                  <a:pt x="728410" y="132873"/>
                </a:lnTo>
                <a:lnTo>
                  <a:pt x="728791" y="132578"/>
                </a:lnTo>
                <a:lnTo>
                  <a:pt x="729162" y="132278"/>
                </a:lnTo>
                <a:lnTo>
                  <a:pt x="729524" y="131972"/>
                </a:lnTo>
                <a:lnTo>
                  <a:pt x="729877" y="131660"/>
                </a:lnTo>
                <a:lnTo>
                  <a:pt x="730220" y="131342"/>
                </a:lnTo>
                <a:lnTo>
                  <a:pt x="730555" y="131016"/>
                </a:lnTo>
                <a:lnTo>
                  <a:pt x="730884" y="130681"/>
                </a:lnTo>
                <a:lnTo>
                  <a:pt x="731207" y="130335"/>
                </a:lnTo>
                <a:lnTo>
                  <a:pt x="731524" y="129979"/>
                </a:lnTo>
                <a:lnTo>
                  <a:pt x="731834" y="129613"/>
                </a:lnTo>
                <a:lnTo>
                  <a:pt x="732137" y="129237"/>
                </a:lnTo>
                <a:lnTo>
                  <a:pt x="732435" y="128851"/>
                </a:lnTo>
                <a:lnTo>
                  <a:pt x="732726" y="128455"/>
                </a:lnTo>
                <a:lnTo>
                  <a:pt x="733011" y="128049"/>
                </a:lnTo>
                <a:lnTo>
                  <a:pt x="733290" y="127633"/>
                </a:lnTo>
                <a:lnTo>
                  <a:pt x="733562" y="127206"/>
                </a:lnTo>
                <a:lnTo>
                  <a:pt x="733828" y="126770"/>
                </a:lnTo>
                <a:lnTo>
                  <a:pt x="734088" y="126323"/>
                </a:lnTo>
                <a:lnTo>
                  <a:pt x="734342" y="125867"/>
                </a:lnTo>
                <a:lnTo>
                  <a:pt x="734589" y="125400"/>
                </a:lnTo>
                <a:lnTo>
                  <a:pt x="734830" y="124923"/>
                </a:lnTo>
                <a:lnTo>
                  <a:pt x="735064" y="124436"/>
                </a:lnTo>
                <a:lnTo>
                  <a:pt x="735292" y="123939"/>
                </a:lnTo>
                <a:lnTo>
                  <a:pt x="735514" y="123432"/>
                </a:lnTo>
                <a:lnTo>
                  <a:pt x="735730" y="122915"/>
                </a:lnTo>
                <a:lnTo>
                  <a:pt x="735940" y="122388"/>
                </a:lnTo>
                <a:lnTo>
                  <a:pt x="736143" y="121851"/>
                </a:lnTo>
                <a:lnTo>
                  <a:pt x="736339" y="121303"/>
                </a:lnTo>
                <a:lnTo>
                  <a:pt x="736530" y="120746"/>
                </a:lnTo>
                <a:lnTo>
                  <a:pt x="736713" y="120172"/>
                </a:lnTo>
                <a:lnTo>
                  <a:pt x="736889" y="119573"/>
                </a:lnTo>
                <a:lnTo>
                  <a:pt x="737057" y="118951"/>
                </a:lnTo>
                <a:lnTo>
                  <a:pt x="737217" y="118305"/>
                </a:lnTo>
                <a:lnTo>
                  <a:pt x="737369" y="117634"/>
                </a:lnTo>
                <a:lnTo>
                  <a:pt x="737514" y="116940"/>
                </a:lnTo>
                <a:lnTo>
                  <a:pt x="737650" y="116222"/>
                </a:lnTo>
                <a:lnTo>
                  <a:pt x="737779" y="115480"/>
                </a:lnTo>
                <a:lnTo>
                  <a:pt x="737900" y="114714"/>
                </a:lnTo>
                <a:lnTo>
                  <a:pt x="738013" y="113924"/>
                </a:lnTo>
                <a:lnTo>
                  <a:pt x="738119" y="113110"/>
                </a:lnTo>
                <a:lnTo>
                  <a:pt x="738216" y="112273"/>
                </a:lnTo>
                <a:lnTo>
                  <a:pt x="738306" y="111411"/>
                </a:lnTo>
                <a:lnTo>
                  <a:pt x="738388" y="110525"/>
                </a:lnTo>
                <a:lnTo>
                  <a:pt x="738462" y="109616"/>
                </a:lnTo>
                <a:lnTo>
                  <a:pt x="738529" y="108682"/>
                </a:lnTo>
                <a:lnTo>
                  <a:pt x="738587" y="107725"/>
                </a:lnTo>
                <a:lnTo>
                  <a:pt x="738638" y="106743"/>
                </a:lnTo>
                <a:lnTo>
                  <a:pt x="738681" y="105738"/>
                </a:lnTo>
                <a:lnTo>
                  <a:pt x="738716" y="104709"/>
                </a:lnTo>
                <a:lnTo>
                  <a:pt x="738743" y="103655"/>
                </a:lnTo>
                <a:lnTo>
                  <a:pt x="738763" y="102578"/>
                </a:lnTo>
                <a:lnTo>
                  <a:pt x="738774" y="101477"/>
                </a:lnTo>
                <a:lnTo>
                  <a:pt x="738778" y="100352"/>
                </a:lnTo>
                <a:lnTo>
                  <a:pt x="738778" y="31187"/>
                </a:lnTo>
                <a:lnTo>
                  <a:pt x="719703" y="31187"/>
                </a:lnTo>
                <a:lnTo>
                  <a:pt x="719703" y="42053"/>
                </a:lnTo>
                <a:lnTo>
                  <a:pt x="718921" y="41024"/>
                </a:lnTo>
                <a:lnTo>
                  <a:pt x="718121" y="40039"/>
                </a:lnTo>
                <a:lnTo>
                  <a:pt x="717304" y="39098"/>
                </a:lnTo>
                <a:lnTo>
                  <a:pt x="716470" y="38201"/>
                </a:lnTo>
                <a:lnTo>
                  <a:pt x="715618" y="37347"/>
                </a:lnTo>
                <a:lnTo>
                  <a:pt x="714749" y="36538"/>
                </a:lnTo>
                <a:lnTo>
                  <a:pt x="713862" y="35772"/>
                </a:lnTo>
                <a:lnTo>
                  <a:pt x="712958" y="35049"/>
                </a:lnTo>
                <a:lnTo>
                  <a:pt x="712037" y="34371"/>
                </a:lnTo>
                <a:lnTo>
                  <a:pt x="711098" y="33736"/>
                </a:lnTo>
                <a:lnTo>
                  <a:pt x="710142" y="33145"/>
                </a:lnTo>
                <a:lnTo>
                  <a:pt x="709169" y="32598"/>
                </a:lnTo>
                <a:lnTo>
                  <a:pt x="708178" y="32095"/>
                </a:lnTo>
                <a:lnTo>
                  <a:pt x="707170" y="31635"/>
                </a:lnTo>
                <a:lnTo>
                  <a:pt x="706144" y="31219"/>
                </a:lnTo>
                <a:lnTo>
                  <a:pt x="705101" y="30847"/>
                </a:lnTo>
                <a:lnTo>
                  <a:pt x="704041" y="30519"/>
                </a:lnTo>
                <a:lnTo>
                  <a:pt x="702963" y="30234"/>
                </a:lnTo>
                <a:lnTo>
                  <a:pt x="701868" y="29994"/>
                </a:lnTo>
                <a:lnTo>
                  <a:pt x="700755" y="29797"/>
                </a:lnTo>
                <a:lnTo>
                  <a:pt x="699626" y="29643"/>
                </a:lnTo>
                <a:lnTo>
                  <a:pt x="698478" y="29534"/>
                </a:lnTo>
                <a:lnTo>
                  <a:pt x="697314" y="29468"/>
                </a:lnTo>
                <a:lnTo>
                  <a:pt x="696132" y="29446"/>
                </a:lnTo>
                <a:lnTo>
                  <a:pt x="694985" y="29464"/>
                </a:lnTo>
                <a:lnTo>
                  <a:pt x="693854" y="29517"/>
                </a:lnTo>
                <a:lnTo>
                  <a:pt x="692739" y="29606"/>
                </a:lnTo>
                <a:lnTo>
                  <a:pt x="691640" y="29731"/>
                </a:lnTo>
                <a:lnTo>
                  <a:pt x="690556" y="29890"/>
                </a:lnTo>
                <a:lnTo>
                  <a:pt x="689489" y="30086"/>
                </a:lnTo>
                <a:lnTo>
                  <a:pt x="688436" y="30316"/>
                </a:lnTo>
                <a:lnTo>
                  <a:pt x="687400" y="30583"/>
                </a:lnTo>
                <a:lnTo>
                  <a:pt x="686380" y="30885"/>
                </a:lnTo>
                <a:lnTo>
                  <a:pt x="685375" y="31222"/>
                </a:lnTo>
                <a:lnTo>
                  <a:pt x="684385" y="31595"/>
                </a:lnTo>
                <a:lnTo>
                  <a:pt x="683412" y="32003"/>
                </a:lnTo>
                <a:lnTo>
                  <a:pt x="682454" y="32447"/>
                </a:lnTo>
                <a:lnTo>
                  <a:pt x="681512" y="32926"/>
                </a:lnTo>
                <a:lnTo>
                  <a:pt x="680586" y="33441"/>
                </a:lnTo>
                <a:lnTo>
                  <a:pt x="679676" y="33992"/>
                </a:lnTo>
                <a:lnTo>
                  <a:pt x="678781" y="34577"/>
                </a:lnTo>
                <a:lnTo>
                  <a:pt x="677902" y="35199"/>
                </a:lnTo>
                <a:lnTo>
                  <a:pt x="677039" y="35856"/>
                </a:lnTo>
                <a:lnTo>
                  <a:pt x="676191" y="36548"/>
                </a:lnTo>
                <a:lnTo>
                  <a:pt x="675360" y="37276"/>
                </a:lnTo>
                <a:lnTo>
                  <a:pt x="674544" y="38040"/>
                </a:lnTo>
                <a:lnTo>
                  <a:pt x="673743" y="38838"/>
                </a:lnTo>
                <a:lnTo>
                  <a:pt x="672959" y="39673"/>
                </a:lnTo>
                <a:lnTo>
                  <a:pt x="672198" y="40541"/>
                </a:lnTo>
                <a:lnTo>
                  <a:pt x="671470" y="41441"/>
                </a:lnTo>
                <a:lnTo>
                  <a:pt x="670775" y="42372"/>
                </a:lnTo>
                <a:lnTo>
                  <a:pt x="670111" y="43336"/>
                </a:lnTo>
                <a:lnTo>
                  <a:pt x="669480" y="44331"/>
                </a:lnTo>
                <a:lnTo>
                  <a:pt x="668882" y="45357"/>
                </a:lnTo>
                <a:lnTo>
                  <a:pt x="668315" y="46416"/>
                </a:lnTo>
                <a:lnTo>
                  <a:pt x="667781" y="47506"/>
                </a:lnTo>
                <a:lnTo>
                  <a:pt x="667280" y="48628"/>
                </a:lnTo>
                <a:lnTo>
                  <a:pt x="666810" y="49782"/>
                </a:lnTo>
                <a:lnTo>
                  <a:pt x="666374" y="50967"/>
                </a:lnTo>
                <a:lnTo>
                  <a:pt x="665969" y="52184"/>
                </a:lnTo>
                <a:lnTo>
                  <a:pt x="665597" y="53433"/>
                </a:lnTo>
                <a:lnTo>
                  <a:pt x="665257" y="54713"/>
                </a:lnTo>
                <a:lnTo>
                  <a:pt x="664950" y="56026"/>
                </a:lnTo>
                <a:lnTo>
                  <a:pt x="664675" y="57370"/>
                </a:lnTo>
                <a:lnTo>
                  <a:pt x="664432" y="58746"/>
                </a:lnTo>
                <a:lnTo>
                  <a:pt x="664222" y="60153"/>
                </a:lnTo>
                <a:lnTo>
                  <a:pt x="664044" y="61592"/>
                </a:lnTo>
                <a:lnTo>
                  <a:pt x="663898" y="63063"/>
                </a:lnTo>
                <a:lnTo>
                  <a:pt x="663785" y="64566"/>
                </a:lnTo>
                <a:lnTo>
                  <a:pt x="663704" y="66100"/>
                </a:lnTo>
                <a:lnTo>
                  <a:pt x="663655" y="67667"/>
                </a:lnTo>
                <a:lnTo>
                  <a:pt x="663639" y="69264"/>
                </a:lnTo>
                <a:lnTo>
                  <a:pt x="663651" y="70543"/>
                </a:lnTo>
                <a:lnTo>
                  <a:pt x="663688" y="71804"/>
                </a:lnTo>
                <a:lnTo>
                  <a:pt x="663750" y="73047"/>
                </a:lnTo>
                <a:lnTo>
                  <a:pt x="663837" y="74273"/>
                </a:lnTo>
                <a:lnTo>
                  <a:pt x="663948" y="75481"/>
                </a:lnTo>
                <a:lnTo>
                  <a:pt x="664083" y="76671"/>
                </a:lnTo>
                <a:lnTo>
                  <a:pt x="664244" y="77844"/>
                </a:lnTo>
                <a:lnTo>
                  <a:pt x="664429" y="78999"/>
                </a:lnTo>
                <a:lnTo>
                  <a:pt x="664639" y="80137"/>
                </a:lnTo>
                <a:lnTo>
                  <a:pt x="664873" y="81257"/>
                </a:lnTo>
                <a:lnTo>
                  <a:pt x="665132" y="82359"/>
                </a:lnTo>
                <a:lnTo>
                  <a:pt x="665416" y="83444"/>
                </a:lnTo>
                <a:lnTo>
                  <a:pt x="665725" y="84511"/>
                </a:lnTo>
                <a:lnTo>
                  <a:pt x="666058" y="85560"/>
                </a:lnTo>
                <a:lnTo>
                  <a:pt x="666416" y="86592"/>
                </a:lnTo>
                <a:lnTo>
                  <a:pt x="666798" y="87606"/>
                </a:lnTo>
                <a:lnTo>
                  <a:pt x="667205" y="88603"/>
                </a:lnTo>
                <a:lnTo>
                  <a:pt x="667637" y="89581"/>
                </a:lnTo>
                <a:lnTo>
                  <a:pt x="668094" y="90543"/>
                </a:lnTo>
                <a:lnTo>
                  <a:pt x="668575" y="91486"/>
                </a:lnTo>
                <a:lnTo>
                  <a:pt x="669081" y="92412"/>
                </a:lnTo>
                <a:lnTo>
                  <a:pt x="669612" y="93321"/>
                </a:lnTo>
                <a:lnTo>
                  <a:pt x="670167" y="94211"/>
                </a:lnTo>
                <a:lnTo>
                  <a:pt x="670747" y="95085"/>
                </a:lnTo>
                <a:lnTo>
                  <a:pt x="671514" y="96156"/>
                </a:lnTo>
                <a:lnTo>
                  <a:pt x="672303" y="97181"/>
                </a:lnTo>
                <a:lnTo>
                  <a:pt x="673114" y="98161"/>
                </a:lnTo>
                <a:lnTo>
                  <a:pt x="673948" y="99096"/>
                </a:lnTo>
                <a:lnTo>
                  <a:pt x="674805" y="99985"/>
                </a:lnTo>
                <a:lnTo>
                  <a:pt x="675683" y="100828"/>
                </a:lnTo>
                <a:lnTo>
                  <a:pt x="676584" y="101626"/>
                </a:lnTo>
                <a:lnTo>
                  <a:pt x="677508" y="102378"/>
                </a:lnTo>
                <a:lnTo>
                  <a:pt x="678454" y="103084"/>
                </a:lnTo>
                <a:lnTo>
                  <a:pt x="679423" y="103745"/>
                </a:lnTo>
                <a:lnTo>
                  <a:pt x="680413" y="104360"/>
                </a:lnTo>
                <a:lnTo>
                  <a:pt x="681427" y="104930"/>
                </a:lnTo>
                <a:lnTo>
                  <a:pt x="682462" y="105454"/>
                </a:lnTo>
                <a:lnTo>
                  <a:pt x="683520" y="105933"/>
                </a:lnTo>
                <a:lnTo>
                  <a:pt x="684601" y="106366"/>
                </a:lnTo>
                <a:lnTo>
                  <a:pt x="685704" y="106754"/>
                </a:lnTo>
                <a:lnTo>
                  <a:pt x="686829" y="107095"/>
                </a:lnTo>
                <a:lnTo>
                  <a:pt x="687977" y="107392"/>
                </a:lnTo>
                <a:lnTo>
                  <a:pt x="689147" y="107642"/>
                </a:lnTo>
                <a:lnTo>
                  <a:pt x="690340" y="107847"/>
                </a:lnTo>
                <a:lnTo>
                  <a:pt x="691555" y="108007"/>
                </a:lnTo>
                <a:lnTo>
                  <a:pt x="692792" y="108121"/>
                </a:lnTo>
                <a:lnTo>
                  <a:pt x="694052" y="108189"/>
                </a:lnTo>
                <a:lnTo>
                  <a:pt x="695334" y="108212"/>
                </a:lnTo>
                <a:lnTo>
                  <a:pt x="696486" y="108190"/>
                </a:lnTo>
                <a:lnTo>
                  <a:pt x="697622" y="108124"/>
                </a:lnTo>
                <a:lnTo>
                  <a:pt x="698740" y="108014"/>
                </a:lnTo>
                <a:lnTo>
                  <a:pt x="699843" y="107860"/>
                </a:lnTo>
                <a:lnTo>
                  <a:pt x="700928" y="107662"/>
                </a:lnTo>
                <a:lnTo>
                  <a:pt x="701997" y="107420"/>
                </a:lnTo>
                <a:lnTo>
                  <a:pt x="703050" y="107134"/>
                </a:lnTo>
                <a:lnTo>
                  <a:pt x="704086" y="106804"/>
                </a:lnTo>
                <a:lnTo>
                  <a:pt x="705105" y="106430"/>
                </a:lnTo>
                <a:lnTo>
                  <a:pt x="706107" y="106011"/>
                </a:lnTo>
                <a:lnTo>
                  <a:pt x="707093" y="105549"/>
                </a:lnTo>
                <a:lnTo>
                  <a:pt x="708063" y="105043"/>
                </a:lnTo>
                <a:lnTo>
                  <a:pt x="709015" y="104493"/>
                </a:lnTo>
                <a:lnTo>
                  <a:pt x="709951" y="103899"/>
                </a:lnTo>
                <a:lnTo>
                  <a:pt x="710871" y="103260"/>
                </a:lnTo>
                <a:lnTo>
                  <a:pt x="711774" y="102578"/>
                </a:lnTo>
                <a:lnTo>
                  <a:pt x="712660" y="101852"/>
                </a:lnTo>
                <a:lnTo>
                  <a:pt x="713529" y="101082"/>
                </a:lnTo>
                <a:lnTo>
                  <a:pt x="714382" y="100267"/>
                </a:lnTo>
                <a:lnTo>
                  <a:pt x="715219" y="99409"/>
                </a:lnTo>
                <a:lnTo>
                  <a:pt x="716038" y="98507"/>
                </a:lnTo>
                <a:lnTo>
                  <a:pt x="716842" y="97560"/>
                </a:lnTo>
                <a:lnTo>
                  <a:pt x="717628" y="96570"/>
                </a:lnTo>
                <a:lnTo>
                  <a:pt x="718398" y="95536"/>
                </a:lnTo>
                <a:lnTo>
                  <a:pt x="718398" y="106859"/>
                </a:lnTo>
                <a:lnTo>
                  <a:pt x="718396" y="107424"/>
                </a:lnTo>
                <a:lnTo>
                  <a:pt x="718391" y="107973"/>
                </a:lnTo>
                <a:lnTo>
                  <a:pt x="718383" y="108508"/>
                </a:lnTo>
                <a:lnTo>
                  <a:pt x="718372" y="109028"/>
                </a:lnTo>
                <a:lnTo>
                  <a:pt x="718357" y="109533"/>
                </a:lnTo>
                <a:lnTo>
                  <a:pt x="718339" y="110022"/>
                </a:lnTo>
                <a:lnTo>
                  <a:pt x="718318" y="110497"/>
                </a:lnTo>
                <a:lnTo>
                  <a:pt x="718293" y="110957"/>
                </a:lnTo>
                <a:lnTo>
                  <a:pt x="718265" y="111402"/>
                </a:lnTo>
                <a:lnTo>
                  <a:pt x="718234" y="111832"/>
                </a:lnTo>
                <a:lnTo>
                  <a:pt x="718200" y="112247"/>
                </a:lnTo>
                <a:lnTo>
                  <a:pt x="718162" y="112647"/>
                </a:lnTo>
                <a:lnTo>
                  <a:pt x="718121" y="113032"/>
                </a:lnTo>
                <a:lnTo>
                  <a:pt x="718077" y="113402"/>
                </a:lnTo>
                <a:lnTo>
                  <a:pt x="718030" y="113758"/>
                </a:lnTo>
                <a:lnTo>
                  <a:pt x="717979" y="114098"/>
                </a:lnTo>
                <a:lnTo>
                  <a:pt x="717925" y="114423"/>
                </a:lnTo>
                <a:lnTo>
                  <a:pt x="717868" y="114733"/>
                </a:lnTo>
                <a:lnTo>
                  <a:pt x="717807" y="115029"/>
                </a:lnTo>
                <a:lnTo>
                  <a:pt x="717743" y="115309"/>
                </a:lnTo>
                <a:lnTo>
                  <a:pt x="717676" y="115574"/>
                </a:lnTo>
                <a:lnTo>
                  <a:pt x="717606" y="115825"/>
                </a:lnTo>
                <a:lnTo>
                  <a:pt x="717532" y="116060"/>
                </a:lnTo>
                <a:lnTo>
                  <a:pt x="717455" y="116281"/>
                </a:lnTo>
                <a:lnTo>
                  <a:pt x="717338" y="116576"/>
                </a:lnTo>
                <a:lnTo>
                  <a:pt x="717216" y="116864"/>
                </a:lnTo>
                <a:lnTo>
                  <a:pt x="717090" y="117145"/>
                </a:lnTo>
                <a:lnTo>
                  <a:pt x="716959" y="117419"/>
                </a:lnTo>
                <a:lnTo>
                  <a:pt x="716824" y="117687"/>
                </a:lnTo>
                <a:lnTo>
                  <a:pt x="716684" y="117947"/>
                </a:lnTo>
                <a:lnTo>
                  <a:pt x="716540" y="118201"/>
                </a:lnTo>
                <a:lnTo>
                  <a:pt x="716391" y="118448"/>
                </a:lnTo>
                <a:lnTo>
                  <a:pt x="716238" y="118688"/>
                </a:lnTo>
                <a:lnTo>
                  <a:pt x="716080" y="118921"/>
                </a:lnTo>
                <a:lnTo>
                  <a:pt x="715918" y="119147"/>
                </a:lnTo>
                <a:lnTo>
                  <a:pt x="715751" y="119367"/>
                </a:lnTo>
                <a:lnTo>
                  <a:pt x="715579" y="119579"/>
                </a:lnTo>
                <a:lnTo>
                  <a:pt x="715403" y="119785"/>
                </a:lnTo>
                <a:lnTo>
                  <a:pt x="715223" y="119984"/>
                </a:lnTo>
                <a:lnTo>
                  <a:pt x="715037" y="120176"/>
                </a:lnTo>
                <a:lnTo>
                  <a:pt x="714848" y="120362"/>
                </a:lnTo>
                <a:lnTo>
                  <a:pt x="714654" y="120540"/>
                </a:lnTo>
                <a:lnTo>
                  <a:pt x="714455" y="120712"/>
                </a:lnTo>
                <a:lnTo>
                  <a:pt x="714252" y="120876"/>
                </a:lnTo>
                <a:lnTo>
                  <a:pt x="714044" y="121034"/>
                </a:lnTo>
                <a:lnTo>
                  <a:pt x="713832" y="121185"/>
                </a:lnTo>
                <a:lnTo>
                  <a:pt x="713615" y="121329"/>
                </a:lnTo>
                <a:lnTo>
                  <a:pt x="713393" y="121467"/>
                </a:lnTo>
                <a:lnTo>
                  <a:pt x="713054" y="121663"/>
                </a:lnTo>
                <a:lnTo>
                  <a:pt x="712701" y="121852"/>
                </a:lnTo>
                <a:lnTo>
                  <a:pt x="712334" y="122032"/>
                </a:lnTo>
                <a:lnTo>
                  <a:pt x="711953" y="122204"/>
                </a:lnTo>
                <a:lnTo>
                  <a:pt x="711558" y="122367"/>
                </a:lnTo>
                <a:lnTo>
                  <a:pt x="711150" y="122522"/>
                </a:lnTo>
                <a:lnTo>
                  <a:pt x="710727" y="122668"/>
                </a:lnTo>
                <a:lnTo>
                  <a:pt x="710291" y="122806"/>
                </a:lnTo>
                <a:lnTo>
                  <a:pt x="709841" y="122936"/>
                </a:lnTo>
                <a:lnTo>
                  <a:pt x="709377" y="123058"/>
                </a:lnTo>
                <a:lnTo>
                  <a:pt x="708899" y="123171"/>
                </a:lnTo>
                <a:lnTo>
                  <a:pt x="708407" y="123275"/>
                </a:lnTo>
                <a:lnTo>
                  <a:pt x="707902" y="123372"/>
                </a:lnTo>
                <a:lnTo>
                  <a:pt x="707382" y="123460"/>
                </a:lnTo>
                <a:lnTo>
                  <a:pt x="706849" y="123539"/>
                </a:lnTo>
                <a:lnTo>
                  <a:pt x="706302" y="123610"/>
                </a:lnTo>
                <a:lnTo>
                  <a:pt x="705741" y="123673"/>
                </a:lnTo>
                <a:lnTo>
                  <a:pt x="705166" y="123728"/>
                </a:lnTo>
                <a:lnTo>
                  <a:pt x="704577" y="123774"/>
                </a:lnTo>
                <a:lnTo>
                  <a:pt x="703975" y="123811"/>
                </a:lnTo>
                <a:lnTo>
                  <a:pt x="703358" y="123841"/>
                </a:lnTo>
                <a:lnTo>
                  <a:pt x="702728" y="123862"/>
                </a:lnTo>
                <a:lnTo>
                  <a:pt x="702084" y="123874"/>
                </a:lnTo>
                <a:lnTo>
                  <a:pt x="701426" y="123878"/>
                </a:lnTo>
                <a:lnTo>
                  <a:pt x="700912" y="123874"/>
                </a:lnTo>
                <a:lnTo>
                  <a:pt x="700410" y="123863"/>
                </a:lnTo>
                <a:lnTo>
                  <a:pt x="699919" y="123844"/>
                </a:lnTo>
                <a:lnTo>
                  <a:pt x="699440" y="123817"/>
                </a:lnTo>
                <a:lnTo>
                  <a:pt x="698972" y="123783"/>
                </a:lnTo>
                <a:lnTo>
                  <a:pt x="698516" y="123741"/>
                </a:lnTo>
                <a:lnTo>
                  <a:pt x="698072" y="123691"/>
                </a:lnTo>
                <a:lnTo>
                  <a:pt x="697639" y="123634"/>
                </a:lnTo>
                <a:lnTo>
                  <a:pt x="697217" y="123569"/>
                </a:lnTo>
                <a:lnTo>
                  <a:pt x="696808" y="123497"/>
                </a:lnTo>
                <a:lnTo>
                  <a:pt x="696410" y="123417"/>
                </a:lnTo>
                <a:lnTo>
                  <a:pt x="696023" y="123329"/>
                </a:lnTo>
                <a:lnTo>
                  <a:pt x="695648" y="123234"/>
                </a:lnTo>
                <a:lnTo>
                  <a:pt x="695285" y="123131"/>
                </a:lnTo>
                <a:lnTo>
                  <a:pt x="694933" y="123020"/>
                </a:lnTo>
                <a:lnTo>
                  <a:pt x="694593" y="122902"/>
                </a:lnTo>
                <a:lnTo>
                  <a:pt x="694264" y="122776"/>
                </a:lnTo>
                <a:lnTo>
                  <a:pt x="693947" y="122643"/>
                </a:lnTo>
                <a:lnTo>
                  <a:pt x="693641" y="122502"/>
                </a:lnTo>
                <a:lnTo>
                  <a:pt x="693347" y="122353"/>
                </a:lnTo>
                <a:lnTo>
                  <a:pt x="693065" y="122197"/>
                </a:lnTo>
                <a:lnTo>
                  <a:pt x="692794" y="122033"/>
                </a:lnTo>
                <a:lnTo>
                  <a:pt x="692535" y="121861"/>
                </a:lnTo>
                <a:lnTo>
                  <a:pt x="692288" y="121682"/>
                </a:lnTo>
                <a:lnTo>
                  <a:pt x="692115" y="121550"/>
                </a:lnTo>
                <a:lnTo>
                  <a:pt x="691948" y="121408"/>
                </a:lnTo>
                <a:lnTo>
                  <a:pt x="691786" y="121258"/>
                </a:lnTo>
                <a:lnTo>
                  <a:pt x="691629" y="121099"/>
                </a:lnTo>
                <a:lnTo>
                  <a:pt x="691477" y="120930"/>
                </a:lnTo>
                <a:lnTo>
                  <a:pt x="691331" y="120753"/>
                </a:lnTo>
                <a:lnTo>
                  <a:pt x="691190" y="120568"/>
                </a:lnTo>
                <a:lnTo>
                  <a:pt x="691055" y="120373"/>
                </a:lnTo>
                <a:lnTo>
                  <a:pt x="690924" y="120169"/>
                </a:lnTo>
                <a:lnTo>
                  <a:pt x="690799" y="119956"/>
                </a:lnTo>
                <a:lnTo>
                  <a:pt x="690680" y="119735"/>
                </a:lnTo>
                <a:lnTo>
                  <a:pt x="690565" y="119504"/>
                </a:lnTo>
                <a:lnTo>
                  <a:pt x="690456" y="119265"/>
                </a:lnTo>
                <a:lnTo>
                  <a:pt x="690352" y="119017"/>
                </a:lnTo>
                <a:lnTo>
                  <a:pt x="690254" y="118760"/>
                </a:lnTo>
                <a:lnTo>
                  <a:pt x="690160" y="118494"/>
                </a:lnTo>
                <a:lnTo>
                  <a:pt x="690072" y="118219"/>
                </a:lnTo>
                <a:lnTo>
                  <a:pt x="689989" y="117935"/>
                </a:lnTo>
                <a:lnTo>
                  <a:pt x="689912" y="117642"/>
                </a:lnTo>
                <a:lnTo>
                  <a:pt x="689840" y="117341"/>
                </a:lnTo>
                <a:lnTo>
                  <a:pt x="689773" y="117030"/>
                </a:lnTo>
                <a:lnTo>
                  <a:pt x="689711" y="116711"/>
                </a:lnTo>
                <a:lnTo>
                  <a:pt x="689655" y="116382"/>
                </a:lnTo>
                <a:lnTo>
                  <a:pt x="689604" y="116045"/>
                </a:lnTo>
                <a:lnTo>
                  <a:pt x="666323" y="113144"/>
                </a:lnTo>
                <a:lnTo>
                  <a:pt x="666317" y="113265"/>
                </a:lnTo>
                <a:lnTo>
                  <a:pt x="666311" y="113385"/>
                </a:lnTo>
                <a:lnTo>
                  <a:pt x="666306" y="113503"/>
                </a:lnTo>
                <a:lnTo>
                  <a:pt x="666300" y="113619"/>
                </a:lnTo>
                <a:close/>
                <a:moveTo>
                  <a:pt x="684659" y="64389"/>
                </a:moveTo>
                <a:lnTo>
                  <a:pt x="684733" y="63513"/>
                </a:lnTo>
                <a:lnTo>
                  <a:pt x="684824" y="62656"/>
                </a:lnTo>
                <a:lnTo>
                  <a:pt x="684931" y="61821"/>
                </a:lnTo>
                <a:lnTo>
                  <a:pt x="685055" y="61006"/>
                </a:lnTo>
                <a:lnTo>
                  <a:pt x="685195" y="60212"/>
                </a:lnTo>
                <a:lnTo>
                  <a:pt x="685352" y="59439"/>
                </a:lnTo>
                <a:lnTo>
                  <a:pt x="685525" y="58686"/>
                </a:lnTo>
                <a:lnTo>
                  <a:pt x="685715" y="57955"/>
                </a:lnTo>
                <a:lnTo>
                  <a:pt x="685921" y="57243"/>
                </a:lnTo>
                <a:lnTo>
                  <a:pt x="686144" y="56553"/>
                </a:lnTo>
                <a:lnTo>
                  <a:pt x="686383" y="55883"/>
                </a:lnTo>
                <a:lnTo>
                  <a:pt x="686639" y="55234"/>
                </a:lnTo>
                <a:lnTo>
                  <a:pt x="686911" y="54606"/>
                </a:lnTo>
                <a:lnTo>
                  <a:pt x="687199" y="53998"/>
                </a:lnTo>
                <a:lnTo>
                  <a:pt x="687505" y="53412"/>
                </a:lnTo>
                <a:lnTo>
                  <a:pt x="687826" y="52845"/>
                </a:lnTo>
                <a:lnTo>
                  <a:pt x="688164" y="52300"/>
                </a:lnTo>
                <a:lnTo>
                  <a:pt x="688519" y="51775"/>
                </a:lnTo>
                <a:lnTo>
                  <a:pt x="688890" y="51271"/>
                </a:lnTo>
                <a:lnTo>
                  <a:pt x="689278" y="50788"/>
                </a:lnTo>
                <a:lnTo>
                  <a:pt x="689678" y="50325"/>
                </a:lnTo>
                <a:lnTo>
                  <a:pt x="690087" y="49881"/>
                </a:lnTo>
                <a:lnTo>
                  <a:pt x="690506" y="49458"/>
                </a:lnTo>
                <a:lnTo>
                  <a:pt x="690933" y="49054"/>
                </a:lnTo>
                <a:lnTo>
                  <a:pt x="691369" y="48670"/>
                </a:lnTo>
                <a:lnTo>
                  <a:pt x="691814" y="48305"/>
                </a:lnTo>
                <a:lnTo>
                  <a:pt x="692268" y="47960"/>
                </a:lnTo>
                <a:lnTo>
                  <a:pt x="692731" y="47635"/>
                </a:lnTo>
                <a:lnTo>
                  <a:pt x="693203" y="47329"/>
                </a:lnTo>
                <a:lnTo>
                  <a:pt x="693684" y="47044"/>
                </a:lnTo>
                <a:lnTo>
                  <a:pt x="694173" y="46778"/>
                </a:lnTo>
                <a:lnTo>
                  <a:pt x="694672" y="46531"/>
                </a:lnTo>
                <a:lnTo>
                  <a:pt x="695180" y="46305"/>
                </a:lnTo>
                <a:lnTo>
                  <a:pt x="695696" y="46098"/>
                </a:lnTo>
                <a:lnTo>
                  <a:pt x="696222" y="45911"/>
                </a:lnTo>
                <a:lnTo>
                  <a:pt x="696756" y="45743"/>
                </a:lnTo>
                <a:lnTo>
                  <a:pt x="697300" y="45595"/>
                </a:lnTo>
                <a:lnTo>
                  <a:pt x="697852" y="45467"/>
                </a:lnTo>
                <a:lnTo>
                  <a:pt x="698413" y="45359"/>
                </a:lnTo>
                <a:lnTo>
                  <a:pt x="698983" y="45270"/>
                </a:lnTo>
                <a:lnTo>
                  <a:pt x="699563" y="45201"/>
                </a:lnTo>
                <a:lnTo>
                  <a:pt x="700151" y="45152"/>
                </a:lnTo>
                <a:lnTo>
                  <a:pt x="700748" y="45122"/>
                </a:lnTo>
                <a:lnTo>
                  <a:pt x="701354" y="45113"/>
                </a:lnTo>
                <a:lnTo>
                  <a:pt x="701978" y="45123"/>
                </a:lnTo>
                <a:lnTo>
                  <a:pt x="702593" y="45153"/>
                </a:lnTo>
                <a:lnTo>
                  <a:pt x="703199" y="45203"/>
                </a:lnTo>
                <a:lnTo>
                  <a:pt x="703796" y="45273"/>
                </a:lnTo>
                <a:lnTo>
                  <a:pt x="704383" y="45364"/>
                </a:lnTo>
                <a:lnTo>
                  <a:pt x="704962" y="45474"/>
                </a:lnTo>
                <a:lnTo>
                  <a:pt x="705532" y="45605"/>
                </a:lnTo>
                <a:lnTo>
                  <a:pt x="706092" y="45755"/>
                </a:lnTo>
                <a:lnTo>
                  <a:pt x="706644" y="45926"/>
                </a:lnTo>
                <a:lnTo>
                  <a:pt x="707186" y="46117"/>
                </a:lnTo>
                <a:lnTo>
                  <a:pt x="707720" y="46328"/>
                </a:lnTo>
                <a:lnTo>
                  <a:pt x="708244" y="46559"/>
                </a:lnTo>
                <a:lnTo>
                  <a:pt x="708759" y="46810"/>
                </a:lnTo>
                <a:lnTo>
                  <a:pt x="709265" y="47081"/>
                </a:lnTo>
                <a:lnTo>
                  <a:pt x="709763" y="47372"/>
                </a:lnTo>
                <a:lnTo>
                  <a:pt x="710251" y="47683"/>
                </a:lnTo>
                <a:lnTo>
                  <a:pt x="710730" y="48015"/>
                </a:lnTo>
                <a:lnTo>
                  <a:pt x="711199" y="48366"/>
                </a:lnTo>
                <a:lnTo>
                  <a:pt x="711660" y="48738"/>
                </a:lnTo>
                <a:lnTo>
                  <a:pt x="712112" y="49129"/>
                </a:lnTo>
                <a:lnTo>
                  <a:pt x="712555" y="49541"/>
                </a:lnTo>
                <a:lnTo>
                  <a:pt x="712989" y="49973"/>
                </a:lnTo>
                <a:lnTo>
                  <a:pt x="713413" y="50425"/>
                </a:lnTo>
                <a:lnTo>
                  <a:pt x="713829" y="50897"/>
                </a:lnTo>
                <a:lnTo>
                  <a:pt x="714231" y="51389"/>
                </a:lnTo>
                <a:lnTo>
                  <a:pt x="714616" y="51903"/>
                </a:lnTo>
                <a:lnTo>
                  <a:pt x="714985" y="52439"/>
                </a:lnTo>
                <a:lnTo>
                  <a:pt x="715336" y="52995"/>
                </a:lnTo>
                <a:lnTo>
                  <a:pt x="715670" y="53574"/>
                </a:lnTo>
                <a:lnTo>
                  <a:pt x="715986" y="54173"/>
                </a:lnTo>
                <a:lnTo>
                  <a:pt x="716286" y="54794"/>
                </a:lnTo>
                <a:lnTo>
                  <a:pt x="716569" y="55436"/>
                </a:lnTo>
                <a:lnTo>
                  <a:pt x="716834" y="56099"/>
                </a:lnTo>
                <a:lnTo>
                  <a:pt x="717082" y="56784"/>
                </a:lnTo>
                <a:lnTo>
                  <a:pt x="717314" y="57490"/>
                </a:lnTo>
                <a:lnTo>
                  <a:pt x="717528" y="58218"/>
                </a:lnTo>
                <a:lnTo>
                  <a:pt x="717724" y="58966"/>
                </a:lnTo>
                <a:lnTo>
                  <a:pt x="717904" y="59736"/>
                </a:lnTo>
                <a:lnTo>
                  <a:pt x="718067" y="60528"/>
                </a:lnTo>
                <a:lnTo>
                  <a:pt x="718213" y="61341"/>
                </a:lnTo>
                <a:lnTo>
                  <a:pt x="718341" y="62175"/>
                </a:lnTo>
                <a:lnTo>
                  <a:pt x="718452" y="63030"/>
                </a:lnTo>
                <a:lnTo>
                  <a:pt x="718546" y="63907"/>
                </a:lnTo>
                <a:lnTo>
                  <a:pt x="718624" y="64806"/>
                </a:lnTo>
                <a:lnTo>
                  <a:pt x="718683" y="65725"/>
                </a:lnTo>
                <a:lnTo>
                  <a:pt x="718726" y="66666"/>
                </a:lnTo>
                <a:lnTo>
                  <a:pt x="718752" y="67628"/>
                </a:lnTo>
                <a:lnTo>
                  <a:pt x="718761" y="68612"/>
                </a:lnTo>
                <a:lnTo>
                  <a:pt x="718752" y="69554"/>
                </a:lnTo>
                <a:lnTo>
                  <a:pt x="718725" y="70477"/>
                </a:lnTo>
                <a:lnTo>
                  <a:pt x="718680" y="71380"/>
                </a:lnTo>
                <a:lnTo>
                  <a:pt x="718618" y="72264"/>
                </a:lnTo>
                <a:lnTo>
                  <a:pt x="718537" y="73128"/>
                </a:lnTo>
                <a:lnTo>
                  <a:pt x="718439" y="73973"/>
                </a:lnTo>
                <a:lnTo>
                  <a:pt x="718322" y="74799"/>
                </a:lnTo>
                <a:lnTo>
                  <a:pt x="718188" y="75605"/>
                </a:lnTo>
                <a:lnTo>
                  <a:pt x="718036" y="76391"/>
                </a:lnTo>
                <a:lnTo>
                  <a:pt x="717867" y="77158"/>
                </a:lnTo>
                <a:lnTo>
                  <a:pt x="717679" y="77906"/>
                </a:lnTo>
                <a:lnTo>
                  <a:pt x="717473" y="78634"/>
                </a:lnTo>
                <a:lnTo>
                  <a:pt x="717250" y="79343"/>
                </a:lnTo>
                <a:lnTo>
                  <a:pt x="717008" y="80032"/>
                </a:lnTo>
                <a:lnTo>
                  <a:pt x="716749" y="80702"/>
                </a:lnTo>
                <a:lnTo>
                  <a:pt x="716472" y="81353"/>
                </a:lnTo>
                <a:lnTo>
                  <a:pt x="716177" y="81983"/>
                </a:lnTo>
                <a:lnTo>
                  <a:pt x="715864" y="82595"/>
                </a:lnTo>
                <a:lnTo>
                  <a:pt x="715533" y="83187"/>
                </a:lnTo>
                <a:lnTo>
                  <a:pt x="715184" y="83760"/>
                </a:lnTo>
                <a:lnTo>
                  <a:pt x="714818" y="84313"/>
                </a:lnTo>
                <a:lnTo>
                  <a:pt x="714434" y="84846"/>
                </a:lnTo>
                <a:lnTo>
                  <a:pt x="714031" y="85361"/>
                </a:lnTo>
                <a:lnTo>
                  <a:pt x="713611" y="85855"/>
                </a:lnTo>
                <a:lnTo>
                  <a:pt x="713178" y="86330"/>
                </a:lnTo>
                <a:lnTo>
                  <a:pt x="712737" y="86785"/>
                </a:lnTo>
                <a:lnTo>
                  <a:pt x="712287" y="87219"/>
                </a:lnTo>
                <a:lnTo>
                  <a:pt x="711830" y="87634"/>
                </a:lnTo>
                <a:lnTo>
                  <a:pt x="711365" y="88028"/>
                </a:lnTo>
                <a:lnTo>
                  <a:pt x="710891" y="88402"/>
                </a:lnTo>
                <a:lnTo>
                  <a:pt x="710410" y="88755"/>
                </a:lnTo>
                <a:lnTo>
                  <a:pt x="709920" y="89089"/>
                </a:lnTo>
                <a:lnTo>
                  <a:pt x="709423" y="89402"/>
                </a:lnTo>
                <a:lnTo>
                  <a:pt x="708917" y="89695"/>
                </a:lnTo>
                <a:lnTo>
                  <a:pt x="708403" y="89968"/>
                </a:lnTo>
                <a:lnTo>
                  <a:pt x="707881" y="90221"/>
                </a:lnTo>
                <a:lnTo>
                  <a:pt x="707351" y="90453"/>
                </a:lnTo>
                <a:lnTo>
                  <a:pt x="706814" y="90665"/>
                </a:lnTo>
                <a:lnTo>
                  <a:pt x="706268" y="90857"/>
                </a:lnTo>
                <a:lnTo>
                  <a:pt x="705714" y="91029"/>
                </a:lnTo>
                <a:lnTo>
                  <a:pt x="705151" y="91181"/>
                </a:lnTo>
                <a:lnTo>
                  <a:pt x="704581" y="91312"/>
                </a:lnTo>
                <a:lnTo>
                  <a:pt x="704003" y="91423"/>
                </a:lnTo>
                <a:lnTo>
                  <a:pt x="703417" y="91514"/>
                </a:lnTo>
                <a:lnTo>
                  <a:pt x="702822" y="91585"/>
                </a:lnTo>
                <a:lnTo>
                  <a:pt x="702220" y="91635"/>
                </a:lnTo>
                <a:lnTo>
                  <a:pt x="701610" y="91666"/>
                </a:lnTo>
                <a:lnTo>
                  <a:pt x="700991" y="91676"/>
                </a:lnTo>
                <a:lnTo>
                  <a:pt x="700415" y="91666"/>
                </a:lnTo>
                <a:lnTo>
                  <a:pt x="699846" y="91636"/>
                </a:lnTo>
                <a:lnTo>
                  <a:pt x="699285" y="91587"/>
                </a:lnTo>
                <a:lnTo>
                  <a:pt x="698732" y="91518"/>
                </a:lnTo>
                <a:lnTo>
                  <a:pt x="698186" y="91429"/>
                </a:lnTo>
                <a:lnTo>
                  <a:pt x="697648" y="91321"/>
                </a:lnTo>
                <a:lnTo>
                  <a:pt x="697118" y="91193"/>
                </a:lnTo>
                <a:lnTo>
                  <a:pt x="696595" y="91045"/>
                </a:lnTo>
                <a:lnTo>
                  <a:pt x="696080" y="90878"/>
                </a:lnTo>
                <a:lnTo>
                  <a:pt x="695573" y="90690"/>
                </a:lnTo>
                <a:lnTo>
                  <a:pt x="695073" y="90483"/>
                </a:lnTo>
                <a:lnTo>
                  <a:pt x="694581" y="90257"/>
                </a:lnTo>
                <a:lnTo>
                  <a:pt x="694097" y="90011"/>
                </a:lnTo>
                <a:lnTo>
                  <a:pt x="693621" y="89745"/>
                </a:lnTo>
                <a:lnTo>
                  <a:pt x="693152" y="89459"/>
                </a:lnTo>
                <a:lnTo>
                  <a:pt x="692691" y="89153"/>
                </a:lnTo>
                <a:lnTo>
                  <a:pt x="692237" y="88828"/>
                </a:lnTo>
                <a:lnTo>
                  <a:pt x="691791" y="88483"/>
                </a:lnTo>
                <a:lnTo>
                  <a:pt x="691353" y="88119"/>
                </a:lnTo>
                <a:lnTo>
                  <a:pt x="690923" y="87735"/>
                </a:lnTo>
                <a:lnTo>
                  <a:pt x="690500" y="87331"/>
                </a:lnTo>
                <a:lnTo>
                  <a:pt x="690085" y="86907"/>
                </a:lnTo>
                <a:lnTo>
                  <a:pt x="689678" y="86463"/>
                </a:lnTo>
                <a:lnTo>
                  <a:pt x="689278" y="86000"/>
                </a:lnTo>
                <a:lnTo>
                  <a:pt x="688890" y="85516"/>
                </a:lnTo>
                <a:lnTo>
                  <a:pt x="688519" y="85009"/>
                </a:lnTo>
                <a:lnTo>
                  <a:pt x="688164" y="84479"/>
                </a:lnTo>
                <a:lnTo>
                  <a:pt x="687826" y="83927"/>
                </a:lnTo>
                <a:lnTo>
                  <a:pt x="687505" y="83352"/>
                </a:lnTo>
                <a:lnTo>
                  <a:pt x="687199" y="82754"/>
                </a:lnTo>
                <a:lnTo>
                  <a:pt x="686911" y="82133"/>
                </a:lnTo>
                <a:lnTo>
                  <a:pt x="686639" y="81490"/>
                </a:lnTo>
                <a:lnTo>
                  <a:pt x="686383" y="80823"/>
                </a:lnTo>
                <a:lnTo>
                  <a:pt x="686144" y="80135"/>
                </a:lnTo>
                <a:lnTo>
                  <a:pt x="685921" y="79423"/>
                </a:lnTo>
                <a:lnTo>
                  <a:pt x="685715" y="78689"/>
                </a:lnTo>
                <a:lnTo>
                  <a:pt x="685525" y="77932"/>
                </a:lnTo>
                <a:lnTo>
                  <a:pt x="685352" y="77152"/>
                </a:lnTo>
                <a:lnTo>
                  <a:pt x="685195" y="76349"/>
                </a:lnTo>
                <a:lnTo>
                  <a:pt x="685055" y="75524"/>
                </a:lnTo>
                <a:lnTo>
                  <a:pt x="684931" y="74676"/>
                </a:lnTo>
                <a:lnTo>
                  <a:pt x="684824" y="73805"/>
                </a:lnTo>
                <a:lnTo>
                  <a:pt x="684733" y="72912"/>
                </a:lnTo>
                <a:lnTo>
                  <a:pt x="684659" y="71996"/>
                </a:lnTo>
                <a:lnTo>
                  <a:pt x="684601" y="71057"/>
                </a:lnTo>
                <a:lnTo>
                  <a:pt x="684560" y="70095"/>
                </a:lnTo>
                <a:lnTo>
                  <a:pt x="684535" y="69111"/>
                </a:lnTo>
                <a:lnTo>
                  <a:pt x="684527" y="68104"/>
                </a:lnTo>
                <a:lnTo>
                  <a:pt x="684535" y="67144"/>
                </a:lnTo>
                <a:lnTo>
                  <a:pt x="684560" y="66205"/>
                </a:lnTo>
                <a:lnTo>
                  <a:pt x="684601" y="65287"/>
                </a:lnTo>
                <a:lnTo>
                  <a:pt x="684659" y="64389"/>
                </a:lnTo>
                <a:close/>
                <a:moveTo>
                  <a:pt x="897670" y="32676"/>
                </a:moveTo>
                <a:lnTo>
                  <a:pt x="897128" y="32390"/>
                </a:lnTo>
                <a:lnTo>
                  <a:pt x="896584" y="32116"/>
                </a:lnTo>
                <a:lnTo>
                  <a:pt x="896038" y="31856"/>
                </a:lnTo>
                <a:lnTo>
                  <a:pt x="895491" y="31609"/>
                </a:lnTo>
                <a:lnTo>
                  <a:pt x="894941" y="31375"/>
                </a:lnTo>
                <a:lnTo>
                  <a:pt x="894390" y="31155"/>
                </a:lnTo>
                <a:lnTo>
                  <a:pt x="893837" y="30948"/>
                </a:lnTo>
                <a:lnTo>
                  <a:pt x="893283" y="30754"/>
                </a:lnTo>
                <a:lnTo>
                  <a:pt x="892726" y="30574"/>
                </a:lnTo>
                <a:lnTo>
                  <a:pt x="892168" y="30407"/>
                </a:lnTo>
                <a:lnTo>
                  <a:pt x="891608" y="30254"/>
                </a:lnTo>
                <a:lnTo>
                  <a:pt x="891046" y="30114"/>
                </a:lnTo>
                <a:lnTo>
                  <a:pt x="890483" y="29987"/>
                </a:lnTo>
                <a:lnTo>
                  <a:pt x="889918" y="29874"/>
                </a:lnTo>
                <a:lnTo>
                  <a:pt x="889351" y="29773"/>
                </a:lnTo>
                <a:lnTo>
                  <a:pt x="888782" y="29687"/>
                </a:lnTo>
                <a:lnTo>
                  <a:pt x="888211" y="29613"/>
                </a:lnTo>
                <a:lnTo>
                  <a:pt x="887639" y="29553"/>
                </a:lnTo>
                <a:lnTo>
                  <a:pt x="887065" y="29507"/>
                </a:lnTo>
                <a:lnTo>
                  <a:pt x="886489" y="29473"/>
                </a:lnTo>
                <a:lnTo>
                  <a:pt x="885911" y="29453"/>
                </a:lnTo>
                <a:lnTo>
                  <a:pt x="885332" y="29446"/>
                </a:lnTo>
                <a:lnTo>
                  <a:pt x="884923" y="29451"/>
                </a:lnTo>
                <a:lnTo>
                  <a:pt x="884517" y="29464"/>
                </a:lnTo>
                <a:lnTo>
                  <a:pt x="884116" y="29485"/>
                </a:lnTo>
                <a:lnTo>
                  <a:pt x="883717" y="29515"/>
                </a:lnTo>
                <a:lnTo>
                  <a:pt x="883323" y="29553"/>
                </a:lnTo>
                <a:lnTo>
                  <a:pt x="882932" y="29601"/>
                </a:lnTo>
                <a:lnTo>
                  <a:pt x="882545" y="29656"/>
                </a:lnTo>
                <a:lnTo>
                  <a:pt x="882161" y="29720"/>
                </a:lnTo>
                <a:lnTo>
                  <a:pt x="881781" y="29793"/>
                </a:lnTo>
                <a:lnTo>
                  <a:pt x="881405" y="29875"/>
                </a:lnTo>
                <a:lnTo>
                  <a:pt x="881032" y="29964"/>
                </a:lnTo>
                <a:lnTo>
                  <a:pt x="880663" y="30063"/>
                </a:lnTo>
                <a:lnTo>
                  <a:pt x="880298" y="30170"/>
                </a:lnTo>
                <a:lnTo>
                  <a:pt x="879936" y="30286"/>
                </a:lnTo>
                <a:lnTo>
                  <a:pt x="879578" y="30410"/>
                </a:lnTo>
                <a:lnTo>
                  <a:pt x="879224" y="30542"/>
                </a:lnTo>
                <a:lnTo>
                  <a:pt x="878873" y="30684"/>
                </a:lnTo>
                <a:lnTo>
                  <a:pt x="878526" y="30834"/>
                </a:lnTo>
                <a:lnTo>
                  <a:pt x="878182" y="30992"/>
                </a:lnTo>
                <a:lnTo>
                  <a:pt x="877843" y="31159"/>
                </a:lnTo>
                <a:lnTo>
                  <a:pt x="877506" y="31334"/>
                </a:lnTo>
                <a:lnTo>
                  <a:pt x="877174" y="31519"/>
                </a:lnTo>
                <a:lnTo>
                  <a:pt x="876845" y="31711"/>
                </a:lnTo>
                <a:lnTo>
                  <a:pt x="876520" y="31912"/>
                </a:lnTo>
                <a:lnTo>
                  <a:pt x="876195" y="32127"/>
                </a:lnTo>
                <a:lnTo>
                  <a:pt x="875866" y="32360"/>
                </a:lnTo>
                <a:lnTo>
                  <a:pt x="875535" y="32612"/>
                </a:lnTo>
                <a:lnTo>
                  <a:pt x="875199" y="32881"/>
                </a:lnTo>
                <a:lnTo>
                  <a:pt x="874861" y="33170"/>
                </a:lnTo>
                <a:lnTo>
                  <a:pt x="874519" y="33476"/>
                </a:lnTo>
                <a:lnTo>
                  <a:pt x="874173" y="33801"/>
                </a:lnTo>
                <a:lnTo>
                  <a:pt x="873824" y="34145"/>
                </a:lnTo>
                <a:lnTo>
                  <a:pt x="873472" y="34506"/>
                </a:lnTo>
                <a:lnTo>
                  <a:pt x="873116" y="34887"/>
                </a:lnTo>
                <a:lnTo>
                  <a:pt x="872757" y="35285"/>
                </a:lnTo>
                <a:lnTo>
                  <a:pt x="872395" y="35702"/>
                </a:lnTo>
                <a:lnTo>
                  <a:pt x="872029" y="36137"/>
                </a:lnTo>
                <a:lnTo>
                  <a:pt x="871660" y="36591"/>
                </a:lnTo>
                <a:lnTo>
                  <a:pt x="871287" y="37063"/>
                </a:lnTo>
                <a:lnTo>
                  <a:pt x="870911" y="37554"/>
                </a:lnTo>
                <a:lnTo>
                  <a:pt x="870532" y="38062"/>
                </a:lnTo>
                <a:lnTo>
                  <a:pt x="870149" y="38590"/>
                </a:lnTo>
                <a:lnTo>
                  <a:pt x="869763" y="39135"/>
                </a:lnTo>
                <a:lnTo>
                  <a:pt x="869373" y="39699"/>
                </a:lnTo>
                <a:lnTo>
                  <a:pt x="868980" y="40282"/>
                </a:lnTo>
                <a:lnTo>
                  <a:pt x="868583" y="40882"/>
                </a:lnTo>
                <a:lnTo>
                  <a:pt x="868184" y="41501"/>
                </a:lnTo>
                <a:lnTo>
                  <a:pt x="867780" y="42139"/>
                </a:lnTo>
                <a:lnTo>
                  <a:pt x="867780" y="31187"/>
                </a:lnTo>
                <a:lnTo>
                  <a:pt x="848850" y="31187"/>
                </a:lnTo>
                <a:lnTo>
                  <a:pt x="848850" y="108212"/>
                </a:lnTo>
                <a:lnTo>
                  <a:pt x="869231" y="108212"/>
                </a:lnTo>
                <a:lnTo>
                  <a:pt x="869231" y="84423"/>
                </a:lnTo>
                <a:lnTo>
                  <a:pt x="869234" y="82808"/>
                </a:lnTo>
                <a:lnTo>
                  <a:pt x="869243" y="81241"/>
                </a:lnTo>
                <a:lnTo>
                  <a:pt x="869257" y="79720"/>
                </a:lnTo>
                <a:lnTo>
                  <a:pt x="869278" y="78246"/>
                </a:lnTo>
                <a:lnTo>
                  <a:pt x="869305" y="76819"/>
                </a:lnTo>
                <a:lnTo>
                  <a:pt x="869337" y="75438"/>
                </a:lnTo>
                <a:lnTo>
                  <a:pt x="869376" y="74105"/>
                </a:lnTo>
                <a:lnTo>
                  <a:pt x="869420" y="72818"/>
                </a:lnTo>
                <a:lnTo>
                  <a:pt x="869471" y="71579"/>
                </a:lnTo>
                <a:lnTo>
                  <a:pt x="869527" y="70386"/>
                </a:lnTo>
                <a:lnTo>
                  <a:pt x="869589" y="69240"/>
                </a:lnTo>
                <a:lnTo>
                  <a:pt x="869657" y="68140"/>
                </a:lnTo>
                <a:lnTo>
                  <a:pt x="869731" y="67088"/>
                </a:lnTo>
                <a:lnTo>
                  <a:pt x="869811" y="66082"/>
                </a:lnTo>
                <a:lnTo>
                  <a:pt x="869897" y="65124"/>
                </a:lnTo>
                <a:lnTo>
                  <a:pt x="869988" y="64212"/>
                </a:lnTo>
                <a:lnTo>
                  <a:pt x="870086" y="63347"/>
                </a:lnTo>
                <a:lnTo>
                  <a:pt x="870190" y="62528"/>
                </a:lnTo>
                <a:lnTo>
                  <a:pt x="870299" y="61757"/>
                </a:lnTo>
                <a:lnTo>
                  <a:pt x="870414" y="61033"/>
                </a:lnTo>
                <a:lnTo>
                  <a:pt x="870536" y="60355"/>
                </a:lnTo>
                <a:lnTo>
                  <a:pt x="870663" y="59724"/>
                </a:lnTo>
                <a:lnTo>
                  <a:pt x="870796" y="59140"/>
                </a:lnTo>
                <a:lnTo>
                  <a:pt x="870935" y="58603"/>
                </a:lnTo>
                <a:lnTo>
                  <a:pt x="871080" y="58096"/>
                </a:lnTo>
                <a:lnTo>
                  <a:pt x="871228" y="57602"/>
                </a:lnTo>
                <a:lnTo>
                  <a:pt x="871381" y="57121"/>
                </a:lnTo>
                <a:lnTo>
                  <a:pt x="871539" y="56654"/>
                </a:lnTo>
                <a:lnTo>
                  <a:pt x="871701" y="56199"/>
                </a:lnTo>
                <a:lnTo>
                  <a:pt x="871867" y="55758"/>
                </a:lnTo>
                <a:lnTo>
                  <a:pt x="872037" y="55331"/>
                </a:lnTo>
                <a:lnTo>
                  <a:pt x="872213" y="54916"/>
                </a:lnTo>
                <a:lnTo>
                  <a:pt x="872392" y="54515"/>
                </a:lnTo>
                <a:lnTo>
                  <a:pt x="872576" y="54126"/>
                </a:lnTo>
                <a:lnTo>
                  <a:pt x="872764" y="53752"/>
                </a:lnTo>
                <a:lnTo>
                  <a:pt x="872957" y="53390"/>
                </a:lnTo>
                <a:lnTo>
                  <a:pt x="873154" y="53041"/>
                </a:lnTo>
                <a:lnTo>
                  <a:pt x="873356" y="52706"/>
                </a:lnTo>
                <a:lnTo>
                  <a:pt x="873562" y="52384"/>
                </a:lnTo>
                <a:lnTo>
                  <a:pt x="873772" y="52075"/>
                </a:lnTo>
                <a:lnTo>
                  <a:pt x="873987" y="51780"/>
                </a:lnTo>
                <a:lnTo>
                  <a:pt x="874206" y="51497"/>
                </a:lnTo>
                <a:lnTo>
                  <a:pt x="874429" y="51228"/>
                </a:lnTo>
                <a:lnTo>
                  <a:pt x="874657" y="50972"/>
                </a:lnTo>
                <a:lnTo>
                  <a:pt x="874890" y="50730"/>
                </a:lnTo>
                <a:lnTo>
                  <a:pt x="875127" y="50500"/>
                </a:lnTo>
                <a:lnTo>
                  <a:pt x="875368" y="50284"/>
                </a:lnTo>
                <a:lnTo>
                  <a:pt x="875613" y="50081"/>
                </a:lnTo>
                <a:lnTo>
                  <a:pt x="875863" y="49888"/>
                </a:lnTo>
                <a:lnTo>
                  <a:pt x="876118" y="49704"/>
                </a:lnTo>
                <a:lnTo>
                  <a:pt x="876377" y="49528"/>
                </a:lnTo>
                <a:lnTo>
                  <a:pt x="876641" y="49361"/>
                </a:lnTo>
                <a:lnTo>
                  <a:pt x="876909" y="49201"/>
                </a:lnTo>
                <a:lnTo>
                  <a:pt x="877182" y="49049"/>
                </a:lnTo>
                <a:lnTo>
                  <a:pt x="877459" y="48906"/>
                </a:lnTo>
                <a:lnTo>
                  <a:pt x="877741" y="48771"/>
                </a:lnTo>
                <a:lnTo>
                  <a:pt x="878027" y="48644"/>
                </a:lnTo>
                <a:lnTo>
                  <a:pt x="878318" y="48526"/>
                </a:lnTo>
                <a:lnTo>
                  <a:pt x="878613" y="48415"/>
                </a:lnTo>
                <a:lnTo>
                  <a:pt x="878913" y="48313"/>
                </a:lnTo>
                <a:lnTo>
                  <a:pt x="879218" y="48219"/>
                </a:lnTo>
                <a:lnTo>
                  <a:pt x="879527" y="48133"/>
                </a:lnTo>
                <a:lnTo>
                  <a:pt x="879840" y="48055"/>
                </a:lnTo>
                <a:lnTo>
                  <a:pt x="880158" y="47985"/>
                </a:lnTo>
                <a:lnTo>
                  <a:pt x="880481" y="47924"/>
                </a:lnTo>
                <a:lnTo>
                  <a:pt x="880808" y="47871"/>
                </a:lnTo>
                <a:lnTo>
                  <a:pt x="881140" y="47826"/>
                </a:lnTo>
                <a:lnTo>
                  <a:pt x="881476" y="47789"/>
                </a:lnTo>
                <a:lnTo>
                  <a:pt x="881817" y="47760"/>
                </a:lnTo>
                <a:lnTo>
                  <a:pt x="882162" y="47740"/>
                </a:lnTo>
                <a:lnTo>
                  <a:pt x="882512" y="47728"/>
                </a:lnTo>
                <a:lnTo>
                  <a:pt x="882866" y="47724"/>
                </a:lnTo>
                <a:lnTo>
                  <a:pt x="883236" y="47729"/>
                </a:lnTo>
                <a:lnTo>
                  <a:pt x="883609" y="47747"/>
                </a:lnTo>
                <a:lnTo>
                  <a:pt x="883984" y="47776"/>
                </a:lnTo>
                <a:lnTo>
                  <a:pt x="884361" y="47816"/>
                </a:lnTo>
                <a:lnTo>
                  <a:pt x="884741" y="47868"/>
                </a:lnTo>
                <a:lnTo>
                  <a:pt x="885124" y="47932"/>
                </a:lnTo>
                <a:lnTo>
                  <a:pt x="885509" y="48007"/>
                </a:lnTo>
                <a:lnTo>
                  <a:pt x="885896" y="48094"/>
                </a:lnTo>
                <a:lnTo>
                  <a:pt x="886286" y="48193"/>
                </a:lnTo>
                <a:lnTo>
                  <a:pt x="886679" y="48303"/>
                </a:lnTo>
                <a:lnTo>
                  <a:pt x="887074" y="48424"/>
                </a:lnTo>
                <a:lnTo>
                  <a:pt x="887472" y="48558"/>
                </a:lnTo>
                <a:lnTo>
                  <a:pt x="887872" y="48702"/>
                </a:lnTo>
                <a:lnTo>
                  <a:pt x="888275" y="48859"/>
                </a:lnTo>
                <a:lnTo>
                  <a:pt x="888680" y="49027"/>
                </a:lnTo>
                <a:lnTo>
                  <a:pt x="889087" y="49206"/>
                </a:lnTo>
                <a:lnTo>
                  <a:pt x="889498" y="49398"/>
                </a:lnTo>
                <a:lnTo>
                  <a:pt x="889910" y="49600"/>
                </a:lnTo>
                <a:lnTo>
                  <a:pt x="890326" y="49815"/>
                </a:lnTo>
                <a:lnTo>
                  <a:pt x="890744" y="50040"/>
                </a:lnTo>
                <a:lnTo>
                  <a:pt x="891164" y="50278"/>
                </a:lnTo>
                <a:lnTo>
                  <a:pt x="891587" y="50527"/>
                </a:lnTo>
                <a:lnTo>
                  <a:pt x="892012" y="50788"/>
                </a:lnTo>
                <a:lnTo>
                  <a:pt x="892440" y="51060"/>
                </a:lnTo>
                <a:lnTo>
                  <a:pt x="898703" y="33422"/>
                </a:lnTo>
                <a:lnTo>
                  <a:pt x="927157" y="108502"/>
                </a:lnTo>
                <a:lnTo>
                  <a:pt x="927004" y="109036"/>
                </a:lnTo>
                <a:lnTo>
                  <a:pt x="926844" y="109562"/>
                </a:lnTo>
                <a:lnTo>
                  <a:pt x="926679" y="110080"/>
                </a:lnTo>
                <a:lnTo>
                  <a:pt x="926509" y="110590"/>
                </a:lnTo>
                <a:lnTo>
                  <a:pt x="926333" y="111093"/>
                </a:lnTo>
                <a:lnTo>
                  <a:pt x="926151" y="111587"/>
                </a:lnTo>
                <a:lnTo>
                  <a:pt x="925964" y="112073"/>
                </a:lnTo>
                <a:lnTo>
                  <a:pt x="925771" y="112552"/>
                </a:lnTo>
                <a:lnTo>
                  <a:pt x="925573" y="113022"/>
                </a:lnTo>
                <a:lnTo>
                  <a:pt x="925369" y="113485"/>
                </a:lnTo>
                <a:lnTo>
                  <a:pt x="925160" y="113939"/>
                </a:lnTo>
                <a:lnTo>
                  <a:pt x="924945" y="114386"/>
                </a:lnTo>
                <a:lnTo>
                  <a:pt x="924725" y="114825"/>
                </a:lnTo>
                <a:lnTo>
                  <a:pt x="924499" y="115256"/>
                </a:lnTo>
                <a:lnTo>
                  <a:pt x="924268" y="115679"/>
                </a:lnTo>
                <a:lnTo>
                  <a:pt x="924031" y="116094"/>
                </a:lnTo>
                <a:lnTo>
                  <a:pt x="923788" y="116501"/>
                </a:lnTo>
                <a:lnTo>
                  <a:pt x="923540" y="116900"/>
                </a:lnTo>
                <a:lnTo>
                  <a:pt x="923286" y="117291"/>
                </a:lnTo>
                <a:lnTo>
                  <a:pt x="923027" y="117674"/>
                </a:lnTo>
                <a:lnTo>
                  <a:pt x="922763" y="118049"/>
                </a:lnTo>
                <a:lnTo>
                  <a:pt x="922492" y="118417"/>
                </a:lnTo>
                <a:lnTo>
                  <a:pt x="922217" y="118776"/>
                </a:lnTo>
                <a:lnTo>
                  <a:pt x="921935" y="119128"/>
                </a:lnTo>
                <a:lnTo>
                  <a:pt x="921645" y="119468"/>
                </a:lnTo>
                <a:lnTo>
                  <a:pt x="921342" y="119794"/>
                </a:lnTo>
                <a:lnTo>
                  <a:pt x="921025" y="120105"/>
                </a:lnTo>
                <a:lnTo>
                  <a:pt x="920696" y="120402"/>
                </a:lnTo>
                <a:lnTo>
                  <a:pt x="920354" y="120684"/>
                </a:lnTo>
                <a:lnTo>
                  <a:pt x="920000" y="120952"/>
                </a:lnTo>
                <a:lnTo>
                  <a:pt x="919632" y="121206"/>
                </a:lnTo>
                <a:lnTo>
                  <a:pt x="919252" y="121445"/>
                </a:lnTo>
                <a:lnTo>
                  <a:pt x="918859" y="121669"/>
                </a:lnTo>
                <a:lnTo>
                  <a:pt x="918453" y="121879"/>
                </a:lnTo>
                <a:lnTo>
                  <a:pt x="918034" y="122074"/>
                </a:lnTo>
                <a:lnTo>
                  <a:pt x="917602" y="122255"/>
                </a:lnTo>
                <a:lnTo>
                  <a:pt x="917157" y="122422"/>
                </a:lnTo>
                <a:lnTo>
                  <a:pt x="916700" y="122574"/>
                </a:lnTo>
                <a:lnTo>
                  <a:pt x="916229" y="122712"/>
                </a:lnTo>
                <a:lnTo>
                  <a:pt x="915746" y="122835"/>
                </a:lnTo>
                <a:lnTo>
                  <a:pt x="915250" y="122943"/>
                </a:lnTo>
                <a:lnTo>
                  <a:pt x="914741" y="123037"/>
                </a:lnTo>
                <a:lnTo>
                  <a:pt x="914220" y="123117"/>
                </a:lnTo>
                <a:lnTo>
                  <a:pt x="913685" y="123182"/>
                </a:lnTo>
                <a:lnTo>
                  <a:pt x="913138" y="123233"/>
                </a:lnTo>
                <a:lnTo>
                  <a:pt x="912578" y="123269"/>
                </a:lnTo>
                <a:lnTo>
                  <a:pt x="912005" y="123291"/>
                </a:lnTo>
                <a:lnTo>
                  <a:pt x="911419" y="123298"/>
                </a:lnTo>
                <a:lnTo>
                  <a:pt x="911097" y="123296"/>
                </a:lnTo>
                <a:lnTo>
                  <a:pt x="910772" y="123291"/>
                </a:lnTo>
                <a:lnTo>
                  <a:pt x="910443" y="123283"/>
                </a:lnTo>
                <a:lnTo>
                  <a:pt x="910111" y="123272"/>
                </a:lnTo>
                <a:lnTo>
                  <a:pt x="909776" y="123257"/>
                </a:lnTo>
                <a:lnTo>
                  <a:pt x="909438" y="123239"/>
                </a:lnTo>
                <a:lnTo>
                  <a:pt x="909096" y="123218"/>
                </a:lnTo>
                <a:lnTo>
                  <a:pt x="908751" y="123193"/>
                </a:lnTo>
                <a:lnTo>
                  <a:pt x="908403" y="123165"/>
                </a:lnTo>
                <a:lnTo>
                  <a:pt x="908052" y="123134"/>
                </a:lnTo>
                <a:lnTo>
                  <a:pt x="907697" y="123100"/>
                </a:lnTo>
                <a:lnTo>
                  <a:pt x="907339" y="123062"/>
                </a:lnTo>
                <a:lnTo>
                  <a:pt x="906978" y="123021"/>
                </a:lnTo>
                <a:lnTo>
                  <a:pt x="906613" y="122977"/>
                </a:lnTo>
                <a:lnTo>
                  <a:pt x="906245" y="122930"/>
                </a:lnTo>
                <a:lnTo>
                  <a:pt x="905874" y="122879"/>
                </a:lnTo>
                <a:lnTo>
                  <a:pt x="905500" y="122825"/>
                </a:lnTo>
                <a:lnTo>
                  <a:pt x="905122" y="122768"/>
                </a:lnTo>
                <a:lnTo>
                  <a:pt x="904742" y="122707"/>
                </a:lnTo>
                <a:lnTo>
                  <a:pt x="904357" y="122643"/>
                </a:lnTo>
                <a:lnTo>
                  <a:pt x="903970" y="122576"/>
                </a:lnTo>
                <a:lnTo>
                  <a:pt x="903579" y="122506"/>
                </a:lnTo>
                <a:lnTo>
                  <a:pt x="903185" y="122432"/>
                </a:lnTo>
                <a:lnTo>
                  <a:pt x="902788" y="122355"/>
                </a:lnTo>
                <a:lnTo>
                  <a:pt x="904601" y="138311"/>
                </a:lnTo>
                <a:lnTo>
                  <a:pt x="905073" y="138412"/>
                </a:lnTo>
                <a:lnTo>
                  <a:pt x="905546" y="138508"/>
                </a:lnTo>
                <a:lnTo>
                  <a:pt x="906019" y="138600"/>
                </a:lnTo>
                <a:lnTo>
                  <a:pt x="906493" y="138688"/>
                </a:lnTo>
                <a:lnTo>
                  <a:pt x="906968" y="138772"/>
                </a:lnTo>
                <a:lnTo>
                  <a:pt x="907443" y="138851"/>
                </a:lnTo>
                <a:lnTo>
                  <a:pt x="907920" y="138926"/>
                </a:lnTo>
                <a:lnTo>
                  <a:pt x="908397" y="138996"/>
                </a:lnTo>
                <a:lnTo>
                  <a:pt x="908875" y="139063"/>
                </a:lnTo>
                <a:lnTo>
                  <a:pt x="909353" y="139125"/>
                </a:lnTo>
                <a:lnTo>
                  <a:pt x="909833" y="139183"/>
                </a:lnTo>
                <a:lnTo>
                  <a:pt x="910313" y="139236"/>
                </a:lnTo>
                <a:lnTo>
                  <a:pt x="910794" y="139285"/>
                </a:lnTo>
                <a:lnTo>
                  <a:pt x="911275" y="139330"/>
                </a:lnTo>
                <a:lnTo>
                  <a:pt x="911758" y="139371"/>
                </a:lnTo>
                <a:lnTo>
                  <a:pt x="912241" y="139407"/>
                </a:lnTo>
                <a:lnTo>
                  <a:pt x="912725" y="139439"/>
                </a:lnTo>
                <a:lnTo>
                  <a:pt x="913209" y="139467"/>
                </a:lnTo>
                <a:lnTo>
                  <a:pt x="913695" y="139491"/>
                </a:lnTo>
                <a:lnTo>
                  <a:pt x="914181" y="139510"/>
                </a:lnTo>
                <a:lnTo>
                  <a:pt x="914668" y="139525"/>
                </a:lnTo>
                <a:lnTo>
                  <a:pt x="915155" y="139536"/>
                </a:lnTo>
                <a:lnTo>
                  <a:pt x="915644" y="139542"/>
                </a:lnTo>
                <a:lnTo>
                  <a:pt x="916133" y="139544"/>
                </a:lnTo>
                <a:lnTo>
                  <a:pt x="916615" y="139542"/>
                </a:lnTo>
                <a:lnTo>
                  <a:pt x="917092" y="139536"/>
                </a:lnTo>
                <a:lnTo>
                  <a:pt x="917565" y="139525"/>
                </a:lnTo>
                <a:lnTo>
                  <a:pt x="918034" y="139510"/>
                </a:lnTo>
                <a:lnTo>
                  <a:pt x="918499" y="139491"/>
                </a:lnTo>
                <a:lnTo>
                  <a:pt x="918959" y="139467"/>
                </a:lnTo>
                <a:lnTo>
                  <a:pt x="919416" y="139439"/>
                </a:lnTo>
                <a:lnTo>
                  <a:pt x="919868" y="139407"/>
                </a:lnTo>
                <a:lnTo>
                  <a:pt x="920317" y="139371"/>
                </a:lnTo>
                <a:lnTo>
                  <a:pt x="920761" y="139330"/>
                </a:lnTo>
                <a:lnTo>
                  <a:pt x="921200" y="139285"/>
                </a:lnTo>
                <a:lnTo>
                  <a:pt x="921636" y="139236"/>
                </a:lnTo>
                <a:lnTo>
                  <a:pt x="922068" y="139183"/>
                </a:lnTo>
                <a:lnTo>
                  <a:pt x="922495" y="139125"/>
                </a:lnTo>
                <a:lnTo>
                  <a:pt x="922918" y="139063"/>
                </a:lnTo>
                <a:lnTo>
                  <a:pt x="923338" y="138996"/>
                </a:lnTo>
                <a:lnTo>
                  <a:pt x="923753" y="138926"/>
                </a:lnTo>
                <a:lnTo>
                  <a:pt x="924163" y="138851"/>
                </a:lnTo>
                <a:lnTo>
                  <a:pt x="924570" y="138772"/>
                </a:lnTo>
                <a:lnTo>
                  <a:pt x="924972" y="138688"/>
                </a:lnTo>
                <a:lnTo>
                  <a:pt x="925371" y="138600"/>
                </a:lnTo>
                <a:lnTo>
                  <a:pt x="925765" y="138508"/>
                </a:lnTo>
                <a:lnTo>
                  <a:pt x="926155" y="138412"/>
                </a:lnTo>
                <a:lnTo>
                  <a:pt x="926541" y="138311"/>
                </a:lnTo>
                <a:lnTo>
                  <a:pt x="926922" y="138207"/>
                </a:lnTo>
                <a:lnTo>
                  <a:pt x="927298" y="138099"/>
                </a:lnTo>
                <a:lnTo>
                  <a:pt x="927670" y="137988"/>
                </a:lnTo>
                <a:lnTo>
                  <a:pt x="928036" y="137873"/>
                </a:lnTo>
                <a:lnTo>
                  <a:pt x="928397" y="137755"/>
                </a:lnTo>
                <a:lnTo>
                  <a:pt x="928753" y="137634"/>
                </a:lnTo>
                <a:lnTo>
                  <a:pt x="929104" y="137509"/>
                </a:lnTo>
                <a:lnTo>
                  <a:pt x="929450" y="137381"/>
                </a:lnTo>
                <a:lnTo>
                  <a:pt x="929791" y="137249"/>
                </a:lnTo>
                <a:lnTo>
                  <a:pt x="930127" y="137114"/>
                </a:lnTo>
                <a:lnTo>
                  <a:pt x="930458" y="136975"/>
                </a:lnTo>
                <a:lnTo>
                  <a:pt x="930784" y="136834"/>
                </a:lnTo>
                <a:lnTo>
                  <a:pt x="931105" y="136688"/>
                </a:lnTo>
                <a:lnTo>
                  <a:pt x="931420" y="136540"/>
                </a:lnTo>
                <a:lnTo>
                  <a:pt x="931731" y="136388"/>
                </a:lnTo>
                <a:lnTo>
                  <a:pt x="932037" y="136232"/>
                </a:lnTo>
                <a:lnTo>
                  <a:pt x="932338" y="136073"/>
                </a:lnTo>
                <a:lnTo>
                  <a:pt x="932633" y="135911"/>
                </a:lnTo>
                <a:lnTo>
                  <a:pt x="932924" y="135746"/>
                </a:lnTo>
                <a:lnTo>
                  <a:pt x="933209" y="135576"/>
                </a:lnTo>
                <a:lnTo>
                  <a:pt x="933490" y="135404"/>
                </a:lnTo>
                <a:lnTo>
                  <a:pt x="933766" y="135228"/>
                </a:lnTo>
                <a:lnTo>
                  <a:pt x="934036" y="135049"/>
                </a:lnTo>
                <a:lnTo>
                  <a:pt x="934301" y="134866"/>
                </a:lnTo>
                <a:lnTo>
                  <a:pt x="934563" y="134680"/>
                </a:lnTo>
                <a:lnTo>
                  <a:pt x="934822" y="134488"/>
                </a:lnTo>
                <a:lnTo>
                  <a:pt x="935079" y="134292"/>
                </a:lnTo>
                <a:lnTo>
                  <a:pt x="935333" y="134092"/>
                </a:lnTo>
                <a:lnTo>
                  <a:pt x="935585" y="133886"/>
                </a:lnTo>
                <a:lnTo>
                  <a:pt x="935834" y="133676"/>
                </a:lnTo>
                <a:lnTo>
                  <a:pt x="936080" y="133462"/>
                </a:lnTo>
                <a:lnTo>
                  <a:pt x="936324" y="133242"/>
                </a:lnTo>
                <a:lnTo>
                  <a:pt x="936566" y="133019"/>
                </a:lnTo>
                <a:lnTo>
                  <a:pt x="936805" y="132790"/>
                </a:lnTo>
                <a:lnTo>
                  <a:pt x="937041" y="132557"/>
                </a:lnTo>
                <a:lnTo>
                  <a:pt x="937275" y="132319"/>
                </a:lnTo>
                <a:lnTo>
                  <a:pt x="937507" y="132076"/>
                </a:lnTo>
                <a:lnTo>
                  <a:pt x="937735" y="131829"/>
                </a:lnTo>
                <a:lnTo>
                  <a:pt x="937962" y="131577"/>
                </a:lnTo>
                <a:lnTo>
                  <a:pt x="938186" y="131320"/>
                </a:lnTo>
                <a:lnTo>
                  <a:pt x="938407" y="131059"/>
                </a:lnTo>
                <a:lnTo>
                  <a:pt x="938626" y="130793"/>
                </a:lnTo>
                <a:lnTo>
                  <a:pt x="938842" y="130523"/>
                </a:lnTo>
                <a:lnTo>
                  <a:pt x="939056" y="130248"/>
                </a:lnTo>
                <a:lnTo>
                  <a:pt x="939267" y="129968"/>
                </a:lnTo>
                <a:lnTo>
                  <a:pt x="939476" y="129683"/>
                </a:lnTo>
                <a:lnTo>
                  <a:pt x="939682" y="129394"/>
                </a:lnTo>
                <a:lnTo>
                  <a:pt x="939886" y="129100"/>
                </a:lnTo>
                <a:lnTo>
                  <a:pt x="940089" y="128799"/>
                </a:lnTo>
                <a:lnTo>
                  <a:pt x="940293" y="128486"/>
                </a:lnTo>
                <a:lnTo>
                  <a:pt x="940498" y="128162"/>
                </a:lnTo>
                <a:lnTo>
                  <a:pt x="940703" y="127827"/>
                </a:lnTo>
                <a:lnTo>
                  <a:pt x="940910" y="127481"/>
                </a:lnTo>
                <a:lnTo>
                  <a:pt x="941117" y="127124"/>
                </a:lnTo>
                <a:lnTo>
                  <a:pt x="941325" y="126756"/>
                </a:lnTo>
                <a:lnTo>
                  <a:pt x="941534" y="126376"/>
                </a:lnTo>
                <a:lnTo>
                  <a:pt x="941744" y="125986"/>
                </a:lnTo>
                <a:lnTo>
                  <a:pt x="941955" y="125585"/>
                </a:lnTo>
                <a:lnTo>
                  <a:pt x="942167" y="125172"/>
                </a:lnTo>
                <a:lnTo>
                  <a:pt x="942379" y="124749"/>
                </a:lnTo>
                <a:lnTo>
                  <a:pt x="942593" y="124314"/>
                </a:lnTo>
                <a:lnTo>
                  <a:pt x="942807" y="123868"/>
                </a:lnTo>
                <a:lnTo>
                  <a:pt x="943022" y="123411"/>
                </a:lnTo>
                <a:lnTo>
                  <a:pt x="943239" y="122943"/>
                </a:lnTo>
                <a:lnTo>
                  <a:pt x="943456" y="122464"/>
                </a:lnTo>
                <a:lnTo>
                  <a:pt x="943673" y="121974"/>
                </a:lnTo>
                <a:lnTo>
                  <a:pt x="943892" y="121473"/>
                </a:lnTo>
                <a:lnTo>
                  <a:pt x="944112" y="120961"/>
                </a:lnTo>
                <a:lnTo>
                  <a:pt x="944332" y="120438"/>
                </a:lnTo>
                <a:lnTo>
                  <a:pt x="944554" y="119903"/>
                </a:lnTo>
                <a:lnTo>
                  <a:pt x="944776" y="119358"/>
                </a:lnTo>
                <a:lnTo>
                  <a:pt x="944999" y="118801"/>
                </a:lnTo>
                <a:lnTo>
                  <a:pt x="949859" y="105336"/>
                </a:lnTo>
                <a:lnTo>
                  <a:pt x="977057" y="31187"/>
                </a:lnTo>
                <a:lnTo>
                  <a:pt x="955951" y="31187"/>
                </a:lnTo>
                <a:lnTo>
                  <a:pt x="937964" y="85926"/>
                </a:lnTo>
                <a:lnTo>
                  <a:pt x="919542" y="31187"/>
                </a:lnTo>
                <a:lnTo>
                  <a:pt x="897856" y="31187"/>
                </a:lnTo>
                <a:lnTo>
                  <a:pt x="898626" y="33218"/>
                </a:lnTo>
                <a:lnTo>
                  <a:pt x="898211" y="32977"/>
                </a:lnTo>
                <a:lnTo>
                  <a:pt x="897670" y="32676"/>
                </a:lnTo>
                <a:close/>
                <a:moveTo>
                  <a:pt x="1027032" y="79411"/>
                </a:moveTo>
                <a:lnTo>
                  <a:pt x="1027343" y="80767"/>
                </a:lnTo>
                <a:lnTo>
                  <a:pt x="1027685" y="82094"/>
                </a:lnTo>
                <a:lnTo>
                  <a:pt x="1028056" y="83391"/>
                </a:lnTo>
                <a:lnTo>
                  <a:pt x="1028458" y="84659"/>
                </a:lnTo>
                <a:lnTo>
                  <a:pt x="1028890" y="85896"/>
                </a:lnTo>
                <a:lnTo>
                  <a:pt x="1029353" y="87105"/>
                </a:lnTo>
                <a:lnTo>
                  <a:pt x="1029845" y="88283"/>
                </a:lnTo>
                <a:lnTo>
                  <a:pt x="1030368" y="89432"/>
                </a:lnTo>
                <a:lnTo>
                  <a:pt x="1030921" y="90551"/>
                </a:lnTo>
                <a:lnTo>
                  <a:pt x="1031504" y="91641"/>
                </a:lnTo>
                <a:lnTo>
                  <a:pt x="1032118" y="92700"/>
                </a:lnTo>
                <a:lnTo>
                  <a:pt x="1032761" y="93731"/>
                </a:lnTo>
                <a:lnTo>
                  <a:pt x="1033435" y="94731"/>
                </a:lnTo>
                <a:lnTo>
                  <a:pt x="1034140" y="95702"/>
                </a:lnTo>
                <a:lnTo>
                  <a:pt x="1034874" y="96643"/>
                </a:lnTo>
                <a:lnTo>
                  <a:pt x="1035638" y="97555"/>
                </a:lnTo>
                <a:lnTo>
                  <a:pt x="1036433" y="98437"/>
                </a:lnTo>
                <a:lnTo>
                  <a:pt x="1037258" y="99289"/>
                </a:lnTo>
                <a:lnTo>
                  <a:pt x="1038113" y="100112"/>
                </a:lnTo>
                <a:lnTo>
                  <a:pt x="1038999" y="100905"/>
                </a:lnTo>
                <a:lnTo>
                  <a:pt x="1039916" y="101667"/>
                </a:lnTo>
                <a:lnTo>
                  <a:pt x="1040865" y="102396"/>
                </a:lnTo>
                <a:lnTo>
                  <a:pt x="1041847" y="103094"/>
                </a:lnTo>
                <a:lnTo>
                  <a:pt x="1042861" y="103758"/>
                </a:lnTo>
                <a:lnTo>
                  <a:pt x="1043908" y="104390"/>
                </a:lnTo>
                <a:lnTo>
                  <a:pt x="1044987" y="104990"/>
                </a:lnTo>
                <a:lnTo>
                  <a:pt x="1046099" y="105558"/>
                </a:lnTo>
                <a:lnTo>
                  <a:pt x="1047243" y="106093"/>
                </a:lnTo>
                <a:lnTo>
                  <a:pt x="1048420" y="106595"/>
                </a:lnTo>
                <a:lnTo>
                  <a:pt x="1049629" y="107065"/>
                </a:lnTo>
                <a:lnTo>
                  <a:pt x="1050871" y="107503"/>
                </a:lnTo>
                <a:lnTo>
                  <a:pt x="1052145" y="107908"/>
                </a:lnTo>
                <a:lnTo>
                  <a:pt x="1053451" y="108281"/>
                </a:lnTo>
                <a:lnTo>
                  <a:pt x="1054790" y="108622"/>
                </a:lnTo>
                <a:lnTo>
                  <a:pt x="1056162" y="108930"/>
                </a:lnTo>
                <a:lnTo>
                  <a:pt x="1057566" y="109205"/>
                </a:lnTo>
                <a:lnTo>
                  <a:pt x="1059003" y="109449"/>
                </a:lnTo>
                <a:lnTo>
                  <a:pt x="1060472" y="109659"/>
                </a:lnTo>
                <a:lnTo>
                  <a:pt x="1061973" y="109838"/>
                </a:lnTo>
                <a:lnTo>
                  <a:pt x="1063507" y="109984"/>
                </a:lnTo>
                <a:lnTo>
                  <a:pt x="1065074" y="110097"/>
                </a:lnTo>
                <a:lnTo>
                  <a:pt x="1066673" y="110178"/>
                </a:lnTo>
                <a:lnTo>
                  <a:pt x="1068304" y="110227"/>
                </a:lnTo>
                <a:lnTo>
                  <a:pt x="1069968" y="110243"/>
                </a:lnTo>
                <a:lnTo>
                  <a:pt x="1071115" y="110236"/>
                </a:lnTo>
                <a:lnTo>
                  <a:pt x="1072246" y="110216"/>
                </a:lnTo>
                <a:lnTo>
                  <a:pt x="1073360" y="110182"/>
                </a:lnTo>
                <a:lnTo>
                  <a:pt x="1074459" y="110135"/>
                </a:lnTo>
                <a:lnTo>
                  <a:pt x="1075542" y="110074"/>
                </a:lnTo>
                <a:lnTo>
                  <a:pt x="1076609" y="110000"/>
                </a:lnTo>
                <a:lnTo>
                  <a:pt x="1077661" y="109912"/>
                </a:lnTo>
                <a:lnTo>
                  <a:pt x="1078696" y="109811"/>
                </a:lnTo>
                <a:lnTo>
                  <a:pt x="1079716" y="109696"/>
                </a:lnTo>
                <a:lnTo>
                  <a:pt x="1080719" y="109568"/>
                </a:lnTo>
                <a:lnTo>
                  <a:pt x="1081707" y="109426"/>
                </a:lnTo>
                <a:lnTo>
                  <a:pt x="1082679" y="109271"/>
                </a:lnTo>
                <a:lnTo>
                  <a:pt x="1083635" y="109102"/>
                </a:lnTo>
                <a:lnTo>
                  <a:pt x="1084575" y="108920"/>
                </a:lnTo>
                <a:lnTo>
                  <a:pt x="1085500" y="108725"/>
                </a:lnTo>
                <a:lnTo>
                  <a:pt x="1086408" y="108515"/>
                </a:lnTo>
                <a:lnTo>
                  <a:pt x="1087301" y="108293"/>
                </a:lnTo>
                <a:lnTo>
                  <a:pt x="1088178" y="108056"/>
                </a:lnTo>
                <a:lnTo>
                  <a:pt x="1089039" y="107807"/>
                </a:lnTo>
                <a:lnTo>
                  <a:pt x="1089884" y="107544"/>
                </a:lnTo>
                <a:lnTo>
                  <a:pt x="1090713" y="107267"/>
                </a:lnTo>
                <a:lnTo>
                  <a:pt x="1091526" y="106977"/>
                </a:lnTo>
                <a:lnTo>
                  <a:pt x="1092323" y="106673"/>
                </a:lnTo>
                <a:lnTo>
                  <a:pt x="1093105" y="106356"/>
                </a:lnTo>
                <a:lnTo>
                  <a:pt x="1093871" y="106025"/>
                </a:lnTo>
                <a:lnTo>
                  <a:pt x="1094623" y="105680"/>
                </a:lnTo>
                <a:lnTo>
                  <a:pt x="1095360" y="105320"/>
                </a:lnTo>
                <a:lnTo>
                  <a:pt x="1096083" y="104946"/>
                </a:lnTo>
                <a:lnTo>
                  <a:pt x="1096791" y="104558"/>
                </a:lnTo>
                <a:lnTo>
                  <a:pt x="1097484" y="104156"/>
                </a:lnTo>
                <a:lnTo>
                  <a:pt x="1098163" y="103739"/>
                </a:lnTo>
                <a:lnTo>
                  <a:pt x="1098827" y="103308"/>
                </a:lnTo>
                <a:lnTo>
                  <a:pt x="1099476" y="102863"/>
                </a:lnTo>
                <a:lnTo>
                  <a:pt x="1100111" y="102404"/>
                </a:lnTo>
                <a:lnTo>
                  <a:pt x="1100731" y="101930"/>
                </a:lnTo>
                <a:lnTo>
                  <a:pt x="1101337" y="101442"/>
                </a:lnTo>
                <a:lnTo>
                  <a:pt x="1101928" y="100940"/>
                </a:lnTo>
                <a:lnTo>
                  <a:pt x="1102504" y="100423"/>
                </a:lnTo>
                <a:lnTo>
                  <a:pt x="1103066" y="99893"/>
                </a:lnTo>
                <a:lnTo>
                  <a:pt x="1103614" y="99348"/>
                </a:lnTo>
                <a:lnTo>
                  <a:pt x="1104146" y="98789"/>
                </a:lnTo>
                <a:lnTo>
                  <a:pt x="1104664" y="98215"/>
                </a:lnTo>
                <a:lnTo>
                  <a:pt x="1105168" y="97627"/>
                </a:lnTo>
                <a:lnTo>
                  <a:pt x="1105656" y="97025"/>
                </a:lnTo>
                <a:lnTo>
                  <a:pt x="1106131" y="96409"/>
                </a:lnTo>
                <a:lnTo>
                  <a:pt x="1106590" y="95779"/>
                </a:lnTo>
                <a:lnTo>
                  <a:pt x="1107035" y="95134"/>
                </a:lnTo>
                <a:lnTo>
                  <a:pt x="1107466" y="94475"/>
                </a:lnTo>
                <a:lnTo>
                  <a:pt x="1107880" y="93807"/>
                </a:lnTo>
                <a:lnTo>
                  <a:pt x="1108277" y="93134"/>
                </a:lnTo>
                <a:lnTo>
                  <a:pt x="1108656" y="92458"/>
                </a:lnTo>
                <a:lnTo>
                  <a:pt x="1109017" y="91778"/>
                </a:lnTo>
                <a:lnTo>
                  <a:pt x="1109361" y="91094"/>
                </a:lnTo>
                <a:lnTo>
                  <a:pt x="1109687" y="90405"/>
                </a:lnTo>
                <a:lnTo>
                  <a:pt x="1109995" y="89713"/>
                </a:lnTo>
                <a:lnTo>
                  <a:pt x="1110286" y="89017"/>
                </a:lnTo>
                <a:lnTo>
                  <a:pt x="1110559" y="88316"/>
                </a:lnTo>
                <a:lnTo>
                  <a:pt x="1110815" y="87612"/>
                </a:lnTo>
                <a:lnTo>
                  <a:pt x="1111053" y="86903"/>
                </a:lnTo>
                <a:lnTo>
                  <a:pt x="1111273" y="86191"/>
                </a:lnTo>
                <a:lnTo>
                  <a:pt x="1111476" y="85474"/>
                </a:lnTo>
                <a:lnTo>
                  <a:pt x="1111661" y="84754"/>
                </a:lnTo>
                <a:lnTo>
                  <a:pt x="1111829" y="84029"/>
                </a:lnTo>
                <a:lnTo>
                  <a:pt x="1111978" y="83300"/>
                </a:lnTo>
                <a:lnTo>
                  <a:pt x="1112111" y="82568"/>
                </a:lnTo>
                <a:lnTo>
                  <a:pt x="1112225" y="81831"/>
                </a:lnTo>
                <a:lnTo>
                  <a:pt x="1112322" y="81090"/>
                </a:lnTo>
                <a:lnTo>
                  <a:pt x="1112402" y="80346"/>
                </a:lnTo>
                <a:lnTo>
                  <a:pt x="1112463" y="79597"/>
                </a:lnTo>
                <a:lnTo>
                  <a:pt x="1112507" y="78844"/>
                </a:lnTo>
                <a:lnTo>
                  <a:pt x="1112534" y="78087"/>
                </a:lnTo>
                <a:lnTo>
                  <a:pt x="1112543" y="77326"/>
                </a:lnTo>
                <a:lnTo>
                  <a:pt x="1112535" y="76490"/>
                </a:lnTo>
                <a:lnTo>
                  <a:pt x="1112513" y="75665"/>
                </a:lnTo>
                <a:lnTo>
                  <a:pt x="1112476" y="74852"/>
                </a:lnTo>
                <a:lnTo>
                  <a:pt x="1112425" y="74049"/>
                </a:lnTo>
                <a:lnTo>
                  <a:pt x="1112358" y="73258"/>
                </a:lnTo>
                <a:lnTo>
                  <a:pt x="1112277" y="72478"/>
                </a:lnTo>
                <a:lnTo>
                  <a:pt x="1112182" y="71709"/>
                </a:lnTo>
                <a:lnTo>
                  <a:pt x="1112071" y="70952"/>
                </a:lnTo>
                <a:lnTo>
                  <a:pt x="1111946" y="70205"/>
                </a:lnTo>
                <a:lnTo>
                  <a:pt x="1111806" y="69470"/>
                </a:lnTo>
                <a:lnTo>
                  <a:pt x="1111651" y="68746"/>
                </a:lnTo>
                <a:lnTo>
                  <a:pt x="1111482" y="68034"/>
                </a:lnTo>
                <a:lnTo>
                  <a:pt x="1111298" y="67332"/>
                </a:lnTo>
                <a:lnTo>
                  <a:pt x="1111099" y="66642"/>
                </a:lnTo>
                <a:lnTo>
                  <a:pt x="1110885" y="65963"/>
                </a:lnTo>
                <a:lnTo>
                  <a:pt x="1110657" y="65296"/>
                </a:lnTo>
                <a:lnTo>
                  <a:pt x="1110414" y="64639"/>
                </a:lnTo>
                <a:lnTo>
                  <a:pt x="1110156" y="63994"/>
                </a:lnTo>
                <a:lnTo>
                  <a:pt x="1109883" y="63360"/>
                </a:lnTo>
                <a:lnTo>
                  <a:pt x="1109596" y="62738"/>
                </a:lnTo>
                <a:lnTo>
                  <a:pt x="1109294" y="62126"/>
                </a:lnTo>
                <a:lnTo>
                  <a:pt x="1108977" y="61526"/>
                </a:lnTo>
                <a:lnTo>
                  <a:pt x="1108646" y="60937"/>
                </a:lnTo>
                <a:lnTo>
                  <a:pt x="1108300" y="60359"/>
                </a:lnTo>
                <a:lnTo>
                  <a:pt x="1107940" y="59792"/>
                </a:lnTo>
                <a:lnTo>
                  <a:pt x="1107570" y="59235"/>
                </a:lnTo>
                <a:lnTo>
                  <a:pt x="1107188" y="58688"/>
                </a:lnTo>
                <a:lnTo>
                  <a:pt x="1106795" y="58151"/>
                </a:lnTo>
                <a:lnTo>
                  <a:pt x="1106390" y="57624"/>
                </a:lnTo>
                <a:lnTo>
                  <a:pt x="1105974" y="57107"/>
                </a:lnTo>
                <a:lnTo>
                  <a:pt x="1105547" y="56601"/>
                </a:lnTo>
                <a:lnTo>
                  <a:pt x="1105108" y="56104"/>
                </a:lnTo>
                <a:lnTo>
                  <a:pt x="1104659" y="55618"/>
                </a:lnTo>
                <a:lnTo>
                  <a:pt x="1104197" y="55141"/>
                </a:lnTo>
                <a:lnTo>
                  <a:pt x="1103725" y="54675"/>
                </a:lnTo>
                <a:lnTo>
                  <a:pt x="1103241" y="54219"/>
                </a:lnTo>
                <a:lnTo>
                  <a:pt x="1102746" y="53773"/>
                </a:lnTo>
                <a:lnTo>
                  <a:pt x="1102239" y="53337"/>
                </a:lnTo>
                <a:lnTo>
                  <a:pt x="1101721" y="52911"/>
                </a:lnTo>
                <a:lnTo>
                  <a:pt x="1101192" y="52495"/>
                </a:lnTo>
                <a:lnTo>
                  <a:pt x="1100651" y="52089"/>
                </a:lnTo>
                <a:lnTo>
                  <a:pt x="1100099" y="51694"/>
                </a:lnTo>
                <a:lnTo>
                  <a:pt x="1099536" y="51308"/>
                </a:lnTo>
                <a:lnTo>
                  <a:pt x="1098962" y="50933"/>
                </a:lnTo>
                <a:lnTo>
                  <a:pt x="1098376" y="50568"/>
                </a:lnTo>
                <a:lnTo>
                  <a:pt x="1097779" y="50212"/>
                </a:lnTo>
                <a:lnTo>
                  <a:pt x="1097170" y="49867"/>
                </a:lnTo>
                <a:lnTo>
                  <a:pt x="1096550" y="49532"/>
                </a:lnTo>
                <a:lnTo>
                  <a:pt x="1095910" y="49203"/>
                </a:lnTo>
                <a:lnTo>
                  <a:pt x="1095242" y="48874"/>
                </a:lnTo>
                <a:lnTo>
                  <a:pt x="1094546" y="48546"/>
                </a:lnTo>
                <a:lnTo>
                  <a:pt x="1093821" y="48219"/>
                </a:lnTo>
                <a:lnTo>
                  <a:pt x="1093068" y="47893"/>
                </a:lnTo>
                <a:lnTo>
                  <a:pt x="1092287" y="47567"/>
                </a:lnTo>
                <a:lnTo>
                  <a:pt x="1091477" y="47243"/>
                </a:lnTo>
                <a:lnTo>
                  <a:pt x="1090639" y="46919"/>
                </a:lnTo>
                <a:lnTo>
                  <a:pt x="1089773" y="46597"/>
                </a:lnTo>
                <a:lnTo>
                  <a:pt x="1088878" y="46275"/>
                </a:lnTo>
                <a:lnTo>
                  <a:pt x="1087955" y="45954"/>
                </a:lnTo>
                <a:lnTo>
                  <a:pt x="1087004" y="45634"/>
                </a:lnTo>
                <a:lnTo>
                  <a:pt x="1086024" y="45315"/>
                </a:lnTo>
                <a:lnTo>
                  <a:pt x="1085016" y="44997"/>
                </a:lnTo>
                <a:lnTo>
                  <a:pt x="1083979" y="44680"/>
                </a:lnTo>
                <a:lnTo>
                  <a:pt x="1082915" y="44364"/>
                </a:lnTo>
                <a:lnTo>
                  <a:pt x="1081822" y="44048"/>
                </a:lnTo>
                <a:lnTo>
                  <a:pt x="1080700" y="43734"/>
                </a:lnTo>
                <a:lnTo>
                  <a:pt x="1079551" y="43420"/>
                </a:lnTo>
                <a:lnTo>
                  <a:pt x="1078373" y="43107"/>
                </a:lnTo>
                <a:lnTo>
                  <a:pt x="1077166" y="42795"/>
                </a:lnTo>
                <a:lnTo>
                  <a:pt x="1075932" y="42484"/>
                </a:lnTo>
                <a:lnTo>
                  <a:pt x="1074669" y="42174"/>
                </a:lnTo>
                <a:lnTo>
                  <a:pt x="1073377" y="41865"/>
                </a:lnTo>
                <a:lnTo>
                  <a:pt x="1072092" y="41556"/>
                </a:lnTo>
                <a:lnTo>
                  <a:pt x="1070847" y="41249"/>
                </a:lnTo>
                <a:lnTo>
                  <a:pt x="1069642" y="40943"/>
                </a:lnTo>
                <a:lnTo>
                  <a:pt x="1068478" y="40638"/>
                </a:lnTo>
                <a:lnTo>
                  <a:pt x="1067353" y="40333"/>
                </a:lnTo>
                <a:lnTo>
                  <a:pt x="1066270" y="40030"/>
                </a:lnTo>
                <a:lnTo>
                  <a:pt x="1065226" y="39728"/>
                </a:lnTo>
                <a:lnTo>
                  <a:pt x="1064223" y="39427"/>
                </a:lnTo>
                <a:lnTo>
                  <a:pt x="1063260" y="39127"/>
                </a:lnTo>
                <a:lnTo>
                  <a:pt x="1062337" y="38828"/>
                </a:lnTo>
                <a:lnTo>
                  <a:pt x="1061454" y="38530"/>
                </a:lnTo>
                <a:lnTo>
                  <a:pt x="1060612" y="38233"/>
                </a:lnTo>
                <a:lnTo>
                  <a:pt x="1059811" y="37937"/>
                </a:lnTo>
                <a:lnTo>
                  <a:pt x="1059049" y="37642"/>
                </a:lnTo>
                <a:lnTo>
                  <a:pt x="1058328" y="37348"/>
                </a:lnTo>
                <a:lnTo>
                  <a:pt x="1057647" y="37055"/>
                </a:lnTo>
                <a:lnTo>
                  <a:pt x="1057006" y="36763"/>
                </a:lnTo>
                <a:lnTo>
                  <a:pt x="1056406" y="36472"/>
                </a:lnTo>
                <a:lnTo>
                  <a:pt x="1055846" y="36182"/>
                </a:lnTo>
                <a:lnTo>
                  <a:pt x="1055326" y="35893"/>
                </a:lnTo>
                <a:lnTo>
                  <a:pt x="1054846" y="35605"/>
                </a:lnTo>
                <a:lnTo>
                  <a:pt x="1054407" y="35318"/>
                </a:lnTo>
                <a:lnTo>
                  <a:pt x="1054008" y="35033"/>
                </a:lnTo>
                <a:lnTo>
                  <a:pt x="1053650" y="34748"/>
                </a:lnTo>
                <a:lnTo>
                  <a:pt x="1053389" y="34522"/>
                </a:lnTo>
                <a:lnTo>
                  <a:pt x="1053140" y="34293"/>
                </a:lnTo>
                <a:lnTo>
                  <a:pt x="1052902" y="34060"/>
                </a:lnTo>
                <a:lnTo>
                  <a:pt x="1052675" y="33823"/>
                </a:lnTo>
                <a:lnTo>
                  <a:pt x="1052458" y="33582"/>
                </a:lnTo>
                <a:lnTo>
                  <a:pt x="1052253" y="33338"/>
                </a:lnTo>
                <a:lnTo>
                  <a:pt x="1052060" y="33090"/>
                </a:lnTo>
                <a:lnTo>
                  <a:pt x="1051877" y="32838"/>
                </a:lnTo>
                <a:lnTo>
                  <a:pt x="1051705" y="32582"/>
                </a:lnTo>
                <a:lnTo>
                  <a:pt x="1051544" y="32322"/>
                </a:lnTo>
                <a:lnTo>
                  <a:pt x="1051395" y="32059"/>
                </a:lnTo>
                <a:lnTo>
                  <a:pt x="1051256" y="31792"/>
                </a:lnTo>
                <a:lnTo>
                  <a:pt x="1051129" y="31521"/>
                </a:lnTo>
                <a:lnTo>
                  <a:pt x="1051012" y="31246"/>
                </a:lnTo>
                <a:lnTo>
                  <a:pt x="1050907" y="30968"/>
                </a:lnTo>
                <a:lnTo>
                  <a:pt x="1050813" y="30685"/>
                </a:lnTo>
                <a:lnTo>
                  <a:pt x="1050730" y="30399"/>
                </a:lnTo>
                <a:lnTo>
                  <a:pt x="1050658" y="30109"/>
                </a:lnTo>
                <a:lnTo>
                  <a:pt x="1050597" y="29816"/>
                </a:lnTo>
                <a:lnTo>
                  <a:pt x="1050547" y="29518"/>
                </a:lnTo>
                <a:lnTo>
                  <a:pt x="1050508" y="29217"/>
                </a:lnTo>
                <a:lnTo>
                  <a:pt x="1050481" y="28912"/>
                </a:lnTo>
                <a:lnTo>
                  <a:pt x="1050464" y="28603"/>
                </a:lnTo>
                <a:lnTo>
                  <a:pt x="1050458" y="28291"/>
                </a:lnTo>
                <a:lnTo>
                  <a:pt x="1050464" y="27949"/>
                </a:lnTo>
                <a:lnTo>
                  <a:pt x="1050482" y="27613"/>
                </a:lnTo>
                <a:lnTo>
                  <a:pt x="1050512" y="27283"/>
                </a:lnTo>
                <a:lnTo>
                  <a:pt x="1050553" y="26958"/>
                </a:lnTo>
                <a:lnTo>
                  <a:pt x="1050606" y="26640"/>
                </a:lnTo>
                <a:lnTo>
                  <a:pt x="1050671" y="26327"/>
                </a:lnTo>
                <a:lnTo>
                  <a:pt x="1050748" y="26020"/>
                </a:lnTo>
                <a:lnTo>
                  <a:pt x="1050837" y="25719"/>
                </a:lnTo>
                <a:lnTo>
                  <a:pt x="1050938" y="25423"/>
                </a:lnTo>
                <a:lnTo>
                  <a:pt x="1051050" y="25134"/>
                </a:lnTo>
                <a:lnTo>
                  <a:pt x="1051174" y="24850"/>
                </a:lnTo>
                <a:lnTo>
                  <a:pt x="1051311" y="24572"/>
                </a:lnTo>
                <a:lnTo>
                  <a:pt x="1051459" y="24300"/>
                </a:lnTo>
                <a:lnTo>
                  <a:pt x="1051618" y="24033"/>
                </a:lnTo>
                <a:lnTo>
                  <a:pt x="1051790" y="23773"/>
                </a:lnTo>
                <a:lnTo>
                  <a:pt x="1051973" y="23518"/>
                </a:lnTo>
                <a:lnTo>
                  <a:pt x="1052169" y="23269"/>
                </a:lnTo>
                <a:lnTo>
                  <a:pt x="1052376" y="23026"/>
                </a:lnTo>
                <a:lnTo>
                  <a:pt x="1052595" y="22788"/>
                </a:lnTo>
                <a:lnTo>
                  <a:pt x="1052826" y="22557"/>
                </a:lnTo>
                <a:lnTo>
                  <a:pt x="1053068" y="22331"/>
                </a:lnTo>
                <a:lnTo>
                  <a:pt x="1053323" y="22111"/>
                </a:lnTo>
                <a:lnTo>
                  <a:pt x="1053589" y="21897"/>
                </a:lnTo>
                <a:lnTo>
                  <a:pt x="1053867" y="21688"/>
                </a:lnTo>
                <a:lnTo>
                  <a:pt x="1054315" y="21374"/>
                </a:lnTo>
                <a:lnTo>
                  <a:pt x="1054778" y="21074"/>
                </a:lnTo>
                <a:lnTo>
                  <a:pt x="1055254" y="20787"/>
                </a:lnTo>
                <a:lnTo>
                  <a:pt x="1055745" y="20513"/>
                </a:lnTo>
                <a:lnTo>
                  <a:pt x="1056250" y="20253"/>
                </a:lnTo>
                <a:lnTo>
                  <a:pt x="1056768" y="20005"/>
                </a:lnTo>
                <a:lnTo>
                  <a:pt x="1057301" y="19772"/>
                </a:lnTo>
                <a:lnTo>
                  <a:pt x="1057848" y="19551"/>
                </a:lnTo>
                <a:lnTo>
                  <a:pt x="1058409" y="19344"/>
                </a:lnTo>
                <a:lnTo>
                  <a:pt x="1058984" y="19151"/>
                </a:lnTo>
                <a:lnTo>
                  <a:pt x="1059574" y="18970"/>
                </a:lnTo>
                <a:lnTo>
                  <a:pt x="1060177" y="18804"/>
                </a:lnTo>
                <a:lnTo>
                  <a:pt x="1060795" y="18650"/>
                </a:lnTo>
                <a:lnTo>
                  <a:pt x="1061426" y="18510"/>
                </a:lnTo>
                <a:lnTo>
                  <a:pt x="1062072" y="18383"/>
                </a:lnTo>
                <a:lnTo>
                  <a:pt x="1062732" y="18269"/>
                </a:lnTo>
                <a:lnTo>
                  <a:pt x="1063406" y="18169"/>
                </a:lnTo>
                <a:lnTo>
                  <a:pt x="1064094" y="18082"/>
                </a:lnTo>
                <a:lnTo>
                  <a:pt x="1064796" y="18009"/>
                </a:lnTo>
                <a:lnTo>
                  <a:pt x="1065512" y="17949"/>
                </a:lnTo>
                <a:lnTo>
                  <a:pt x="1066242" y="17902"/>
                </a:lnTo>
                <a:lnTo>
                  <a:pt x="1066987" y="17869"/>
                </a:lnTo>
                <a:lnTo>
                  <a:pt x="1067745" y="17849"/>
                </a:lnTo>
                <a:lnTo>
                  <a:pt x="1068518" y="17842"/>
                </a:lnTo>
                <a:lnTo>
                  <a:pt x="1069266" y="17848"/>
                </a:lnTo>
                <a:lnTo>
                  <a:pt x="1069997" y="17867"/>
                </a:lnTo>
                <a:lnTo>
                  <a:pt x="1070714" y="17898"/>
                </a:lnTo>
                <a:lnTo>
                  <a:pt x="1071414" y="17942"/>
                </a:lnTo>
                <a:lnTo>
                  <a:pt x="1072099" y="17998"/>
                </a:lnTo>
                <a:lnTo>
                  <a:pt x="1072768" y="18066"/>
                </a:lnTo>
                <a:lnTo>
                  <a:pt x="1073421" y="18147"/>
                </a:lnTo>
                <a:lnTo>
                  <a:pt x="1074058" y="18241"/>
                </a:lnTo>
                <a:lnTo>
                  <a:pt x="1074680" y="18347"/>
                </a:lnTo>
                <a:lnTo>
                  <a:pt x="1075286" y="18465"/>
                </a:lnTo>
                <a:lnTo>
                  <a:pt x="1075876" y="18596"/>
                </a:lnTo>
                <a:lnTo>
                  <a:pt x="1076451" y="18739"/>
                </a:lnTo>
                <a:lnTo>
                  <a:pt x="1077009" y="18895"/>
                </a:lnTo>
                <a:lnTo>
                  <a:pt x="1077552" y="19064"/>
                </a:lnTo>
                <a:lnTo>
                  <a:pt x="1078080" y="19244"/>
                </a:lnTo>
                <a:lnTo>
                  <a:pt x="1078591" y="19438"/>
                </a:lnTo>
                <a:lnTo>
                  <a:pt x="1079087" y="19643"/>
                </a:lnTo>
                <a:lnTo>
                  <a:pt x="1079567" y="19861"/>
                </a:lnTo>
                <a:lnTo>
                  <a:pt x="1080031" y="20092"/>
                </a:lnTo>
                <a:lnTo>
                  <a:pt x="1080480" y="20335"/>
                </a:lnTo>
                <a:lnTo>
                  <a:pt x="1080913" y="20591"/>
                </a:lnTo>
                <a:lnTo>
                  <a:pt x="1081330" y="20859"/>
                </a:lnTo>
                <a:lnTo>
                  <a:pt x="1081731" y="21139"/>
                </a:lnTo>
                <a:lnTo>
                  <a:pt x="1082117" y="21432"/>
                </a:lnTo>
                <a:lnTo>
                  <a:pt x="1082489" y="21739"/>
                </a:lnTo>
                <a:lnTo>
                  <a:pt x="1082851" y="22062"/>
                </a:lnTo>
                <a:lnTo>
                  <a:pt x="1083201" y="22402"/>
                </a:lnTo>
                <a:lnTo>
                  <a:pt x="1083540" y="22757"/>
                </a:lnTo>
                <a:lnTo>
                  <a:pt x="1083869" y="23128"/>
                </a:lnTo>
                <a:lnTo>
                  <a:pt x="1084186" y="23515"/>
                </a:lnTo>
                <a:lnTo>
                  <a:pt x="1084493" y="23918"/>
                </a:lnTo>
                <a:lnTo>
                  <a:pt x="1084788" y="24337"/>
                </a:lnTo>
                <a:lnTo>
                  <a:pt x="1085073" y="24772"/>
                </a:lnTo>
                <a:lnTo>
                  <a:pt x="1085347" y="25223"/>
                </a:lnTo>
                <a:lnTo>
                  <a:pt x="1085609" y="25691"/>
                </a:lnTo>
                <a:lnTo>
                  <a:pt x="1085861" y="26174"/>
                </a:lnTo>
                <a:lnTo>
                  <a:pt x="1086102" y="26673"/>
                </a:lnTo>
                <a:lnTo>
                  <a:pt x="1086332" y="27188"/>
                </a:lnTo>
                <a:lnTo>
                  <a:pt x="1086551" y="27719"/>
                </a:lnTo>
                <a:lnTo>
                  <a:pt x="1086759" y="28266"/>
                </a:lnTo>
                <a:lnTo>
                  <a:pt x="1086956" y="28829"/>
                </a:lnTo>
                <a:lnTo>
                  <a:pt x="1087142" y="29408"/>
                </a:lnTo>
                <a:lnTo>
                  <a:pt x="1087317" y="30003"/>
                </a:lnTo>
                <a:lnTo>
                  <a:pt x="1087481" y="30614"/>
                </a:lnTo>
                <a:lnTo>
                  <a:pt x="1087634" y="31241"/>
                </a:lnTo>
                <a:lnTo>
                  <a:pt x="1087776" y="31884"/>
                </a:lnTo>
                <a:lnTo>
                  <a:pt x="1087908" y="32543"/>
                </a:lnTo>
                <a:lnTo>
                  <a:pt x="1088028" y="33218"/>
                </a:lnTo>
                <a:lnTo>
                  <a:pt x="1109496" y="32348"/>
                </a:lnTo>
                <a:lnTo>
                  <a:pt x="1109437" y="31131"/>
                </a:lnTo>
                <a:lnTo>
                  <a:pt x="1109345" y="29936"/>
                </a:lnTo>
                <a:lnTo>
                  <a:pt x="1109219" y="28761"/>
                </a:lnTo>
                <a:lnTo>
                  <a:pt x="1109060" y="27606"/>
                </a:lnTo>
                <a:lnTo>
                  <a:pt x="1108868" y="26472"/>
                </a:lnTo>
                <a:lnTo>
                  <a:pt x="1108642" y="25358"/>
                </a:lnTo>
                <a:lnTo>
                  <a:pt x="1108383" y="24265"/>
                </a:lnTo>
                <a:lnTo>
                  <a:pt x="1108090" y="23192"/>
                </a:lnTo>
                <a:lnTo>
                  <a:pt x="1107764" y="22140"/>
                </a:lnTo>
                <a:lnTo>
                  <a:pt x="1107405" y="21109"/>
                </a:lnTo>
                <a:lnTo>
                  <a:pt x="1107012" y="20097"/>
                </a:lnTo>
                <a:lnTo>
                  <a:pt x="1106586" y="19107"/>
                </a:lnTo>
                <a:lnTo>
                  <a:pt x="1106127" y="18136"/>
                </a:lnTo>
                <a:lnTo>
                  <a:pt x="1105634" y="17187"/>
                </a:lnTo>
                <a:lnTo>
                  <a:pt x="1105108" y="16258"/>
                </a:lnTo>
                <a:lnTo>
                  <a:pt x="1104548" y="15349"/>
                </a:lnTo>
                <a:lnTo>
                  <a:pt x="1103955" y="14461"/>
                </a:lnTo>
                <a:lnTo>
                  <a:pt x="1103329" y="13593"/>
                </a:lnTo>
                <a:lnTo>
                  <a:pt x="1102670" y="12746"/>
                </a:lnTo>
                <a:lnTo>
                  <a:pt x="1101977" y="11919"/>
                </a:lnTo>
                <a:lnTo>
                  <a:pt x="1101250" y="11113"/>
                </a:lnTo>
                <a:lnTo>
                  <a:pt x="1100491" y="10327"/>
                </a:lnTo>
                <a:lnTo>
                  <a:pt x="1099697" y="9561"/>
                </a:lnTo>
                <a:lnTo>
                  <a:pt x="1098871" y="8817"/>
                </a:lnTo>
                <a:lnTo>
                  <a:pt x="1098011" y="8097"/>
                </a:lnTo>
                <a:lnTo>
                  <a:pt x="1097116" y="7408"/>
                </a:lnTo>
                <a:lnTo>
                  <a:pt x="1096187" y="6750"/>
                </a:lnTo>
                <a:lnTo>
                  <a:pt x="1095223" y="6123"/>
                </a:lnTo>
                <a:lnTo>
                  <a:pt x="1094226" y="5526"/>
                </a:lnTo>
                <a:lnTo>
                  <a:pt x="1093193" y="4959"/>
                </a:lnTo>
                <a:lnTo>
                  <a:pt x="1092127" y="4424"/>
                </a:lnTo>
                <a:lnTo>
                  <a:pt x="1091026" y="3919"/>
                </a:lnTo>
                <a:lnTo>
                  <a:pt x="1089891" y="3444"/>
                </a:lnTo>
                <a:lnTo>
                  <a:pt x="1088721" y="3000"/>
                </a:lnTo>
                <a:lnTo>
                  <a:pt x="1087517" y="2587"/>
                </a:lnTo>
                <a:lnTo>
                  <a:pt x="1086278" y="2204"/>
                </a:lnTo>
                <a:lnTo>
                  <a:pt x="1085005" y="1852"/>
                </a:lnTo>
                <a:lnTo>
                  <a:pt x="1083698" y="1531"/>
                </a:lnTo>
                <a:lnTo>
                  <a:pt x="1082357" y="1240"/>
                </a:lnTo>
                <a:lnTo>
                  <a:pt x="1080981" y="980"/>
                </a:lnTo>
                <a:lnTo>
                  <a:pt x="1079570" y="750"/>
                </a:lnTo>
                <a:lnTo>
                  <a:pt x="1078126" y="551"/>
                </a:lnTo>
                <a:lnTo>
                  <a:pt x="1076647" y="383"/>
                </a:lnTo>
                <a:lnTo>
                  <a:pt x="1075133" y="245"/>
                </a:lnTo>
                <a:lnTo>
                  <a:pt x="1073585" y="138"/>
                </a:lnTo>
                <a:lnTo>
                  <a:pt x="1072003" y="61"/>
                </a:lnTo>
                <a:lnTo>
                  <a:pt x="1070386" y="15"/>
                </a:lnTo>
                <a:lnTo>
                  <a:pt x="1068736" y="0"/>
                </a:lnTo>
                <a:lnTo>
                  <a:pt x="1067720" y="6"/>
                </a:lnTo>
                <a:lnTo>
                  <a:pt x="1066718" y="26"/>
                </a:lnTo>
                <a:lnTo>
                  <a:pt x="1065727" y="58"/>
                </a:lnTo>
                <a:lnTo>
                  <a:pt x="1064749" y="103"/>
                </a:lnTo>
                <a:lnTo>
                  <a:pt x="1063784" y="161"/>
                </a:lnTo>
                <a:lnTo>
                  <a:pt x="1062831" y="232"/>
                </a:lnTo>
                <a:lnTo>
                  <a:pt x="1061891" y="315"/>
                </a:lnTo>
                <a:lnTo>
                  <a:pt x="1060963" y="412"/>
                </a:lnTo>
                <a:lnTo>
                  <a:pt x="1060047" y="521"/>
                </a:lnTo>
                <a:lnTo>
                  <a:pt x="1059144" y="644"/>
                </a:lnTo>
                <a:lnTo>
                  <a:pt x="1058254" y="779"/>
                </a:lnTo>
                <a:lnTo>
                  <a:pt x="1057376" y="927"/>
                </a:lnTo>
                <a:lnTo>
                  <a:pt x="1056510" y="1088"/>
                </a:lnTo>
                <a:lnTo>
                  <a:pt x="1055657" y="1262"/>
                </a:lnTo>
                <a:lnTo>
                  <a:pt x="1054816" y="1448"/>
                </a:lnTo>
                <a:lnTo>
                  <a:pt x="1053988" y="1648"/>
                </a:lnTo>
                <a:lnTo>
                  <a:pt x="1053172" y="1860"/>
                </a:lnTo>
                <a:lnTo>
                  <a:pt x="1052369" y="2086"/>
                </a:lnTo>
                <a:lnTo>
                  <a:pt x="1051578" y="2324"/>
                </a:lnTo>
                <a:lnTo>
                  <a:pt x="1050800" y="2575"/>
                </a:lnTo>
                <a:lnTo>
                  <a:pt x="1050034" y="2839"/>
                </a:lnTo>
                <a:lnTo>
                  <a:pt x="1049281" y="3116"/>
                </a:lnTo>
                <a:lnTo>
                  <a:pt x="1048540" y="3405"/>
                </a:lnTo>
                <a:lnTo>
                  <a:pt x="1047811" y="3708"/>
                </a:lnTo>
                <a:lnTo>
                  <a:pt x="1047096" y="4023"/>
                </a:lnTo>
                <a:lnTo>
                  <a:pt x="1046395" y="4349"/>
                </a:lnTo>
                <a:lnTo>
                  <a:pt x="1045708" y="4687"/>
                </a:lnTo>
                <a:lnTo>
                  <a:pt x="1045035" y="5037"/>
                </a:lnTo>
                <a:lnTo>
                  <a:pt x="1044376" y="5399"/>
                </a:lnTo>
                <a:lnTo>
                  <a:pt x="1043731" y="5772"/>
                </a:lnTo>
                <a:lnTo>
                  <a:pt x="1043101" y="6157"/>
                </a:lnTo>
                <a:lnTo>
                  <a:pt x="1042484" y="6554"/>
                </a:lnTo>
                <a:lnTo>
                  <a:pt x="1041882" y="6963"/>
                </a:lnTo>
                <a:lnTo>
                  <a:pt x="1041294" y="7383"/>
                </a:lnTo>
                <a:lnTo>
                  <a:pt x="1040719" y="7815"/>
                </a:lnTo>
                <a:lnTo>
                  <a:pt x="1040159" y="8259"/>
                </a:lnTo>
                <a:lnTo>
                  <a:pt x="1039613" y="8715"/>
                </a:lnTo>
                <a:lnTo>
                  <a:pt x="1039082" y="9182"/>
                </a:lnTo>
                <a:lnTo>
                  <a:pt x="1038564" y="9661"/>
                </a:lnTo>
                <a:lnTo>
                  <a:pt x="1038060" y="10152"/>
                </a:lnTo>
                <a:lnTo>
                  <a:pt x="1037571" y="10654"/>
                </a:lnTo>
                <a:lnTo>
                  <a:pt x="1037095" y="11169"/>
                </a:lnTo>
                <a:lnTo>
                  <a:pt x="1036634" y="11695"/>
                </a:lnTo>
                <a:lnTo>
                  <a:pt x="1036186" y="12233"/>
                </a:lnTo>
                <a:lnTo>
                  <a:pt x="1035753" y="12782"/>
                </a:lnTo>
                <a:lnTo>
                  <a:pt x="1035334" y="13343"/>
                </a:lnTo>
                <a:lnTo>
                  <a:pt x="1034929" y="13916"/>
                </a:lnTo>
                <a:lnTo>
                  <a:pt x="1034538" y="14501"/>
                </a:lnTo>
                <a:lnTo>
                  <a:pt x="1034163" y="15093"/>
                </a:lnTo>
                <a:lnTo>
                  <a:pt x="1033803" y="15689"/>
                </a:lnTo>
                <a:lnTo>
                  <a:pt x="1033459" y="16289"/>
                </a:lnTo>
                <a:lnTo>
                  <a:pt x="1033131" y="16892"/>
                </a:lnTo>
                <a:lnTo>
                  <a:pt x="1032819" y="17499"/>
                </a:lnTo>
                <a:lnTo>
                  <a:pt x="1032524" y="18110"/>
                </a:lnTo>
                <a:lnTo>
                  <a:pt x="1032244" y="18724"/>
                </a:lnTo>
                <a:lnTo>
                  <a:pt x="1031980" y="19342"/>
                </a:lnTo>
                <a:lnTo>
                  <a:pt x="1031732" y="19963"/>
                </a:lnTo>
                <a:lnTo>
                  <a:pt x="1031500" y="20588"/>
                </a:lnTo>
                <a:lnTo>
                  <a:pt x="1031284" y="21217"/>
                </a:lnTo>
                <a:lnTo>
                  <a:pt x="1031084" y="21850"/>
                </a:lnTo>
                <a:lnTo>
                  <a:pt x="1030900" y="22486"/>
                </a:lnTo>
                <a:lnTo>
                  <a:pt x="1030732" y="23126"/>
                </a:lnTo>
                <a:lnTo>
                  <a:pt x="1030581" y="23769"/>
                </a:lnTo>
                <a:lnTo>
                  <a:pt x="1030445" y="24416"/>
                </a:lnTo>
                <a:lnTo>
                  <a:pt x="1030325" y="25067"/>
                </a:lnTo>
                <a:lnTo>
                  <a:pt x="1030221" y="25722"/>
                </a:lnTo>
                <a:lnTo>
                  <a:pt x="1030133" y="26380"/>
                </a:lnTo>
                <a:lnTo>
                  <a:pt x="1030061" y="27042"/>
                </a:lnTo>
                <a:lnTo>
                  <a:pt x="1030005" y="27707"/>
                </a:lnTo>
                <a:lnTo>
                  <a:pt x="1029965" y="28376"/>
                </a:lnTo>
                <a:lnTo>
                  <a:pt x="1029941" y="29049"/>
                </a:lnTo>
                <a:lnTo>
                  <a:pt x="1029933" y="29725"/>
                </a:lnTo>
                <a:lnTo>
                  <a:pt x="1029950" y="30772"/>
                </a:lnTo>
                <a:lnTo>
                  <a:pt x="1030001" y="31806"/>
                </a:lnTo>
                <a:lnTo>
                  <a:pt x="1030086" y="32826"/>
                </a:lnTo>
                <a:lnTo>
                  <a:pt x="1030205" y="33833"/>
                </a:lnTo>
                <a:lnTo>
                  <a:pt x="1030358" y="34827"/>
                </a:lnTo>
                <a:lnTo>
                  <a:pt x="1030545" y="35807"/>
                </a:lnTo>
                <a:lnTo>
                  <a:pt x="1030766" y="36774"/>
                </a:lnTo>
                <a:lnTo>
                  <a:pt x="1031021" y="37727"/>
                </a:lnTo>
                <a:lnTo>
                  <a:pt x="1031310" y="38667"/>
                </a:lnTo>
                <a:lnTo>
                  <a:pt x="1031633" y="39594"/>
                </a:lnTo>
                <a:lnTo>
                  <a:pt x="1031990" y="40507"/>
                </a:lnTo>
                <a:lnTo>
                  <a:pt x="1032381" y="41407"/>
                </a:lnTo>
                <a:lnTo>
                  <a:pt x="1032806" y="42294"/>
                </a:lnTo>
                <a:lnTo>
                  <a:pt x="1033265" y="43167"/>
                </a:lnTo>
                <a:lnTo>
                  <a:pt x="1033758" y="44027"/>
                </a:lnTo>
                <a:lnTo>
                  <a:pt x="1034285" y="44874"/>
                </a:lnTo>
                <a:lnTo>
                  <a:pt x="1034846" y="45707"/>
                </a:lnTo>
                <a:lnTo>
                  <a:pt x="1035441" y="46526"/>
                </a:lnTo>
                <a:lnTo>
                  <a:pt x="1036069" y="47333"/>
                </a:lnTo>
                <a:lnTo>
                  <a:pt x="1036732" y="48126"/>
                </a:lnTo>
                <a:lnTo>
                  <a:pt x="1037429" y="48905"/>
                </a:lnTo>
                <a:lnTo>
                  <a:pt x="1038160" y="49672"/>
                </a:lnTo>
                <a:lnTo>
                  <a:pt x="1038925" y="50425"/>
                </a:lnTo>
                <a:lnTo>
                  <a:pt x="1039724" y="51164"/>
                </a:lnTo>
                <a:lnTo>
                  <a:pt x="1040322" y="51682"/>
                </a:lnTo>
                <a:lnTo>
                  <a:pt x="1040956" y="52192"/>
                </a:lnTo>
                <a:lnTo>
                  <a:pt x="1041626" y="52696"/>
                </a:lnTo>
                <a:lnTo>
                  <a:pt x="1042331" y="53193"/>
                </a:lnTo>
                <a:lnTo>
                  <a:pt x="1043072" y="53684"/>
                </a:lnTo>
                <a:lnTo>
                  <a:pt x="1043849" y="54167"/>
                </a:lnTo>
                <a:lnTo>
                  <a:pt x="1044662" y="54644"/>
                </a:lnTo>
                <a:lnTo>
                  <a:pt x="1045510" y="55113"/>
                </a:lnTo>
                <a:lnTo>
                  <a:pt x="1046395" y="55576"/>
                </a:lnTo>
                <a:lnTo>
                  <a:pt x="1047314" y="56033"/>
                </a:lnTo>
                <a:lnTo>
                  <a:pt x="1048270" y="56482"/>
                </a:lnTo>
                <a:lnTo>
                  <a:pt x="1049262" y="56924"/>
                </a:lnTo>
                <a:lnTo>
                  <a:pt x="1050289" y="57360"/>
                </a:lnTo>
                <a:lnTo>
                  <a:pt x="1051352" y="57789"/>
                </a:lnTo>
                <a:lnTo>
                  <a:pt x="1052451" y="58211"/>
                </a:lnTo>
                <a:lnTo>
                  <a:pt x="1053585" y="58626"/>
                </a:lnTo>
                <a:lnTo>
                  <a:pt x="1054755" y="59035"/>
                </a:lnTo>
                <a:lnTo>
                  <a:pt x="1055961" y="59437"/>
                </a:lnTo>
                <a:lnTo>
                  <a:pt x="1057203" y="59831"/>
                </a:lnTo>
                <a:lnTo>
                  <a:pt x="1058481" y="60219"/>
                </a:lnTo>
                <a:lnTo>
                  <a:pt x="1059794" y="60601"/>
                </a:lnTo>
                <a:lnTo>
                  <a:pt x="1061143" y="60975"/>
                </a:lnTo>
                <a:lnTo>
                  <a:pt x="1062528" y="61343"/>
                </a:lnTo>
                <a:lnTo>
                  <a:pt x="1063949" y="61703"/>
                </a:lnTo>
                <a:lnTo>
                  <a:pt x="1065050" y="61978"/>
                </a:lnTo>
                <a:lnTo>
                  <a:pt x="1066118" y="62246"/>
                </a:lnTo>
                <a:lnTo>
                  <a:pt x="1067152" y="62507"/>
                </a:lnTo>
                <a:lnTo>
                  <a:pt x="1068153" y="62761"/>
                </a:lnTo>
                <a:lnTo>
                  <a:pt x="1069121" y="63008"/>
                </a:lnTo>
                <a:lnTo>
                  <a:pt x="1070055" y="63248"/>
                </a:lnTo>
                <a:lnTo>
                  <a:pt x="1070955" y="63480"/>
                </a:lnTo>
                <a:lnTo>
                  <a:pt x="1071822" y="63706"/>
                </a:lnTo>
                <a:lnTo>
                  <a:pt x="1072655" y="63925"/>
                </a:lnTo>
                <a:lnTo>
                  <a:pt x="1073455" y="64136"/>
                </a:lnTo>
                <a:lnTo>
                  <a:pt x="1074222" y="64340"/>
                </a:lnTo>
                <a:lnTo>
                  <a:pt x="1074955" y="64538"/>
                </a:lnTo>
                <a:lnTo>
                  <a:pt x="1075654" y="64728"/>
                </a:lnTo>
                <a:lnTo>
                  <a:pt x="1076320" y="64911"/>
                </a:lnTo>
                <a:lnTo>
                  <a:pt x="1076953" y="65087"/>
                </a:lnTo>
                <a:lnTo>
                  <a:pt x="1077552" y="65256"/>
                </a:lnTo>
                <a:lnTo>
                  <a:pt x="1078117" y="65418"/>
                </a:lnTo>
                <a:lnTo>
                  <a:pt x="1078649" y="65573"/>
                </a:lnTo>
                <a:lnTo>
                  <a:pt x="1079148" y="65721"/>
                </a:lnTo>
                <a:lnTo>
                  <a:pt x="1079613" y="65862"/>
                </a:lnTo>
                <a:lnTo>
                  <a:pt x="1080044" y="65996"/>
                </a:lnTo>
                <a:lnTo>
                  <a:pt x="1080442" y="66122"/>
                </a:lnTo>
                <a:lnTo>
                  <a:pt x="1080807" y="66242"/>
                </a:lnTo>
                <a:lnTo>
                  <a:pt x="1081138" y="66354"/>
                </a:lnTo>
                <a:lnTo>
                  <a:pt x="1081591" y="66519"/>
                </a:lnTo>
                <a:lnTo>
                  <a:pt x="1082034" y="66687"/>
                </a:lnTo>
                <a:lnTo>
                  <a:pt x="1082464" y="66856"/>
                </a:lnTo>
                <a:lnTo>
                  <a:pt x="1082884" y="67029"/>
                </a:lnTo>
                <a:lnTo>
                  <a:pt x="1083291" y="67203"/>
                </a:lnTo>
                <a:lnTo>
                  <a:pt x="1083688" y="67380"/>
                </a:lnTo>
                <a:lnTo>
                  <a:pt x="1084073" y="67559"/>
                </a:lnTo>
                <a:lnTo>
                  <a:pt x="1084446" y="67741"/>
                </a:lnTo>
                <a:lnTo>
                  <a:pt x="1084808" y="67925"/>
                </a:lnTo>
                <a:lnTo>
                  <a:pt x="1085158" y="68112"/>
                </a:lnTo>
                <a:lnTo>
                  <a:pt x="1085497" y="68301"/>
                </a:lnTo>
                <a:lnTo>
                  <a:pt x="1085825" y="68492"/>
                </a:lnTo>
                <a:lnTo>
                  <a:pt x="1086141" y="68686"/>
                </a:lnTo>
                <a:lnTo>
                  <a:pt x="1086446" y="68882"/>
                </a:lnTo>
                <a:lnTo>
                  <a:pt x="1086739" y="69081"/>
                </a:lnTo>
                <a:lnTo>
                  <a:pt x="1087021" y="69282"/>
                </a:lnTo>
                <a:lnTo>
                  <a:pt x="1087291" y="69485"/>
                </a:lnTo>
                <a:lnTo>
                  <a:pt x="1087550" y="69691"/>
                </a:lnTo>
                <a:lnTo>
                  <a:pt x="1087797" y="69899"/>
                </a:lnTo>
                <a:lnTo>
                  <a:pt x="1088033" y="70109"/>
                </a:lnTo>
                <a:lnTo>
                  <a:pt x="1088258" y="70322"/>
                </a:lnTo>
                <a:lnTo>
                  <a:pt x="1088470" y="70538"/>
                </a:lnTo>
                <a:lnTo>
                  <a:pt x="1088672" y="70756"/>
                </a:lnTo>
                <a:lnTo>
                  <a:pt x="1088862" y="70976"/>
                </a:lnTo>
                <a:lnTo>
                  <a:pt x="1089043" y="71199"/>
                </a:lnTo>
                <a:lnTo>
                  <a:pt x="1089215" y="71426"/>
                </a:lnTo>
                <a:lnTo>
                  <a:pt x="1089381" y="71657"/>
                </a:lnTo>
                <a:lnTo>
                  <a:pt x="1089538" y="71892"/>
                </a:lnTo>
                <a:lnTo>
                  <a:pt x="1089688" y="72131"/>
                </a:lnTo>
                <a:lnTo>
                  <a:pt x="1089830" y="72373"/>
                </a:lnTo>
                <a:lnTo>
                  <a:pt x="1089964" y="72620"/>
                </a:lnTo>
                <a:lnTo>
                  <a:pt x="1090091" y="72870"/>
                </a:lnTo>
                <a:lnTo>
                  <a:pt x="1090210" y="73125"/>
                </a:lnTo>
                <a:lnTo>
                  <a:pt x="1090321" y="73383"/>
                </a:lnTo>
                <a:lnTo>
                  <a:pt x="1090425" y="73646"/>
                </a:lnTo>
                <a:lnTo>
                  <a:pt x="1090521" y="73912"/>
                </a:lnTo>
                <a:lnTo>
                  <a:pt x="1090610" y="74182"/>
                </a:lnTo>
                <a:lnTo>
                  <a:pt x="1090690" y="74456"/>
                </a:lnTo>
                <a:lnTo>
                  <a:pt x="1090763" y="74734"/>
                </a:lnTo>
                <a:lnTo>
                  <a:pt x="1090828" y="75016"/>
                </a:lnTo>
                <a:lnTo>
                  <a:pt x="1090886" y="75302"/>
                </a:lnTo>
                <a:lnTo>
                  <a:pt x="1090936" y="75592"/>
                </a:lnTo>
                <a:lnTo>
                  <a:pt x="1090978" y="75885"/>
                </a:lnTo>
                <a:lnTo>
                  <a:pt x="1091013" y="76183"/>
                </a:lnTo>
                <a:lnTo>
                  <a:pt x="1091040" y="76485"/>
                </a:lnTo>
                <a:lnTo>
                  <a:pt x="1091059" y="76790"/>
                </a:lnTo>
                <a:lnTo>
                  <a:pt x="1091070" y="77099"/>
                </a:lnTo>
                <a:lnTo>
                  <a:pt x="1091074" y="77413"/>
                </a:lnTo>
                <a:lnTo>
                  <a:pt x="1091065" y="77901"/>
                </a:lnTo>
                <a:lnTo>
                  <a:pt x="1091038" y="78385"/>
                </a:lnTo>
                <a:lnTo>
                  <a:pt x="1090992" y="78863"/>
                </a:lnTo>
                <a:lnTo>
                  <a:pt x="1090928" y="79336"/>
                </a:lnTo>
                <a:lnTo>
                  <a:pt x="1090846" y="79804"/>
                </a:lnTo>
                <a:lnTo>
                  <a:pt x="1090746" y="80267"/>
                </a:lnTo>
                <a:lnTo>
                  <a:pt x="1090627" y="80724"/>
                </a:lnTo>
                <a:lnTo>
                  <a:pt x="1090490" y="81177"/>
                </a:lnTo>
                <a:lnTo>
                  <a:pt x="1090335" y="81624"/>
                </a:lnTo>
                <a:lnTo>
                  <a:pt x="1090161" y="82066"/>
                </a:lnTo>
                <a:lnTo>
                  <a:pt x="1089970" y="82503"/>
                </a:lnTo>
                <a:lnTo>
                  <a:pt x="1089760" y="82934"/>
                </a:lnTo>
                <a:lnTo>
                  <a:pt x="1089531" y="83361"/>
                </a:lnTo>
                <a:lnTo>
                  <a:pt x="1089285" y="83782"/>
                </a:lnTo>
                <a:lnTo>
                  <a:pt x="1089020" y="84198"/>
                </a:lnTo>
                <a:lnTo>
                  <a:pt x="1088737" y="84609"/>
                </a:lnTo>
                <a:lnTo>
                  <a:pt x="1088436" y="85015"/>
                </a:lnTo>
                <a:lnTo>
                  <a:pt x="1088116" y="85415"/>
                </a:lnTo>
                <a:lnTo>
                  <a:pt x="1087779" y="85811"/>
                </a:lnTo>
                <a:lnTo>
                  <a:pt x="1087423" y="86201"/>
                </a:lnTo>
                <a:lnTo>
                  <a:pt x="1087048" y="86586"/>
                </a:lnTo>
                <a:lnTo>
                  <a:pt x="1086656" y="86965"/>
                </a:lnTo>
                <a:lnTo>
                  <a:pt x="1086245" y="87340"/>
                </a:lnTo>
                <a:lnTo>
                  <a:pt x="1085816" y="87709"/>
                </a:lnTo>
                <a:lnTo>
                  <a:pt x="1085369" y="88068"/>
                </a:lnTo>
                <a:lnTo>
                  <a:pt x="1084904" y="88412"/>
                </a:lnTo>
                <a:lnTo>
                  <a:pt x="1084421" y="88741"/>
                </a:lnTo>
                <a:lnTo>
                  <a:pt x="1083921" y="89054"/>
                </a:lnTo>
                <a:lnTo>
                  <a:pt x="1083403" y="89352"/>
                </a:lnTo>
                <a:lnTo>
                  <a:pt x="1082867" y="89635"/>
                </a:lnTo>
                <a:lnTo>
                  <a:pt x="1082314" y="89902"/>
                </a:lnTo>
                <a:lnTo>
                  <a:pt x="1081742" y="90155"/>
                </a:lnTo>
                <a:lnTo>
                  <a:pt x="1081153" y="90392"/>
                </a:lnTo>
                <a:lnTo>
                  <a:pt x="1080546" y="90613"/>
                </a:lnTo>
                <a:lnTo>
                  <a:pt x="1079922" y="90819"/>
                </a:lnTo>
                <a:lnTo>
                  <a:pt x="1079279" y="91010"/>
                </a:lnTo>
                <a:lnTo>
                  <a:pt x="1078619" y="91186"/>
                </a:lnTo>
                <a:lnTo>
                  <a:pt x="1077941" y="91347"/>
                </a:lnTo>
                <a:lnTo>
                  <a:pt x="1077246" y="91492"/>
                </a:lnTo>
                <a:lnTo>
                  <a:pt x="1076532" y="91622"/>
                </a:lnTo>
                <a:lnTo>
                  <a:pt x="1075801" y="91736"/>
                </a:lnTo>
                <a:lnTo>
                  <a:pt x="1075052" y="91836"/>
                </a:lnTo>
                <a:lnTo>
                  <a:pt x="1074286" y="91920"/>
                </a:lnTo>
                <a:lnTo>
                  <a:pt x="1073501" y="91989"/>
                </a:lnTo>
                <a:lnTo>
                  <a:pt x="1072699" y="92042"/>
                </a:lnTo>
                <a:lnTo>
                  <a:pt x="1071879" y="92080"/>
                </a:lnTo>
                <a:lnTo>
                  <a:pt x="1071041" y="92103"/>
                </a:lnTo>
                <a:lnTo>
                  <a:pt x="1070186" y="92111"/>
                </a:lnTo>
                <a:lnTo>
                  <a:pt x="1069377" y="92102"/>
                </a:lnTo>
                <a:lnTo>
                  <a:pt x="1068582" y="92077"/>
                </a:lnTo>
                <a:lnTo>
                  <a:pt x="1067801" y="92034"/>
                </a:lnTo>
                <a:lnTo>
                  <a:pt x="1067034" y="91973"/>
                </a:lnTo>
                <a:lnTo>
                  <a:pt x="1066281" y="91896"/>
                </a:lnTo>
                <a:lnTo>
                  <a:pt x="1065542" y="91802"/>
                </a:lnTo>
                <a:lnTo>
                  <a:pt x="1064817" y="91690"/>
                </a:lnTo>
                <a:lnTo>
                  <a:pt x="1064106" y="91561"/>
                </a:lnTo>
                <a:lnTo>
                  <a:pt x="1063409" y="91415"/>
                </a:lnTo>
                <a:lnTo>
                  <a:pt x="1062725" y="91252"/>
                </a:lnTo>
                <a:lnTo>
                  <a:pt x="1062056" y="91072"/>
                </a:lnTo>
                <a:lnTo>
                  <a:pt x="1061401" y="90874"/>
                </a:lnTo>
                <a:lnTo>
                  <a:pt x="1060760" y="90659"/>
                </a:lnTo>
                <a:lnTo>
                  <a:pt x="1060133" y="90427"/>
                </a:lnTo>
                <a:lnTo>
                  <a:pt x="1059519" y="90178"/>
                </a:lnTo>
                <a:lnTo>
                  <a:pt x="1058920" y="89912"/>
                </a:lnTo>
                <a:lnTo>
                  <a:pt x="1058335" y="89628"/>
                </a:lnTo>
                <a:lnTo>
                  <a:pt x="1057763" y="89328"/>
                </a:lnTo>
                <a:lnTo>
                  <a:pt x="1057206" y="89010"/>
                </a:lnTo>
                <a:lnTo>
                  <a:pt x="1056663" y="88675"/>
                </a:lnTo>
                <a:lnTo>
                  <a:pt x="1056133" y="88323"/>
                </a:lnTo>
                <a:lnTo>
                  <a:pt x="1055618" y="87953"/>
                </a:lnTo>
                <a:lnTo>
                  <a:pt x="1055116" y="87567"/>
                </a:lnTo>
                <a:lnTo>
                  <a:pt x="1054629" y="87163"/>
                </a:lnTo>
                <a:lnTo>
                  <a:pt x="1054155" y="86741"/>
                </a:lnTo>
                <a:lnTo>
                  <a:pt x="1053695" y="86299"/>
                </a:lnTo>
                <a:lnTo>
                  <a:pt x="1053248" y="85838"/>
                </a:lnTo>
                <a:lnTo>
                  <a:pt x="1052815" y="85357"/>
                </a:lnTo>
                <a:lnTo>
                  <a:pt x="1052395" y="84857"/>
                </a:lnTo>
                <a:lnTo>
                  <a:pt x="1051988" y="84338"/>
                </a:lnTo>
                <a:lnTo>
                  <a:pt x="1051595" y="83799"/>
                </a:lnTo>
                <a:lnTo>
                  <a:pt x="1051216" y="83240"/>
                </a:lnTo>
                <a:lnTo>
                  <a:pt x="1050850" y="82662"/>
                </a:lnTo>
                <a:lnTo>
                  <a:pt x="1050497" y="82065"/>
                </a:lnTo>
                <a:lnTo>
                  <a:pt x="1050158" y="81448"/>
                </a:lnTo>
                <a:lnTo>
                  <a:pt x="1049833" y="80812"/>
                </a:lnTo>
                <a:lnTo>
                  <a:pt x="1049521" y="80156"/>
                </a:lnTo>
                <a:lnTo>
                  <a:pt x="1049222" y="79481"/>
                </a:lnTo>
                <a:lnTo>
                  <a:pt x="1048937" y="78786"/>
                </a:lnTo>
                <a:lnTo>
                  <a:pt x="1048665" y="78072"/>
                </a:lnTo>
                <a:lnTo>
                  <a:pt x="1048407" y="77338"/>
                </a:lnTo>
                <a:lnTo>
                  <a:pt x="1048162" y="76585"/>
                </a:lnTo>
                <a:lnTo>
                  <a:pt x="1047931" y="75813"/>
                </a:lnTo>
                <a:lnTo>
                  <a:pt x="1047713" y="75021"/>
                </a:lnTo>
                <a:lnTo>
                  <a:pt x="1047509" y="74209"/>
                </a:lnTo>
                <a:lnTo>
                  <a:pt x="1047318" y="73378"/>
                </a:lnTo>
                <a:lnTo>
                  <a:pt x="1047141" y="72528"/>
                </a:lnTo>
                <a:lnTo>
                  <a:pt x="1046977" y="71658"/>
                </a:lnTo>
                <a:lnTo>
                  <a:pt x="1026089" y="73689"/>
                </a:lnTo>
                <a:lnTo>
                  <a:pt x="1026279" y="75164"/>
                </a:lnTo>
                <a:lnTo>
                  <a:pt x="1026500" y="76609"/>
                </a:lnTo>
                <a:lnTo>
                  <a:pt x="1026751" y="78025"/>
                </a:lnTo>
                <a:lnTo>
                  <a:pt x="1027032" y="79411"/>
                </a:lnTo>
                <a:close/>
                <a:moveTo>
                  <a:pt x="1314493" y="69918"/>
                </a:moveTo>
                <a:lnTo>
                  <a:pt x="1314502" y="69027"/>
                </a:lnTo>
                <a:lnTo>
                  <a:pt x="1314516" y="68158"/>
                </a:lnTo>
                <a:lnTo>
                  <a:pt x="1314536" y="67311"/>
                </a:lnTo>
                <a:lnTo>
                  <a:pt x="1314561" y="66486"/>
                </a:lnTo>
                <a:lnTo>
                  <a:pt x="1314592" y="65683"/>
                </a:lnTo>
                <a:lnTo>
                  <a:pt x="1314629" y="64901"/>
                </a:lnTo>
                <a:lnTo>
                  <a:pt x="1314672" y="64142"/>
                </a:lnTo>
                <a:lnTo>
                  <a:pt x="1314720" y="63404"/>
                </a:lnTo>
                <a:lnTo>
                  <a:pt x="1314774" y="62689"/>
                </a:lnTo>
                <a:lnTo>
                  <a:pt x="1314833" y="61995"/>
                </a:lnTo>
                <a:lnTo>
                  <a:pt x="1314898" y="61323"/>
                </a:lnTo>
                <a:lnTo>
                  <a:pt x="1314969" y="60673"/>
                </a:lnTo>
                <a:lnTo>
                  <a:pt x="1315046" y="60044"/>
                </a:lnTo>
                <a:lnTo>
                  <a:pt x="1315128" y="59438"/>
                </a:lnTo>
                <a:lnTo>
                  <a:pt x="1315216" y="58853"/>
                </a:lnTo>
                <a:lnTo>
                  <a:pt x="1315309" y="58291"/>
                </a:lnTo>
                <a:lnTo>
                  <a:pt x="1315408" y="57750"/>
                </a:lnTo>
                <a:lnTo>
                  <a:pt x="1315513" y="57231"/>
                </a:lnTo>
                <a:lnTo>
                  <a:pt x="1315624" y="56734"/>
                </a:lnTo>
                <a:lnTo>
                  <a:pt x="1315740" y="56259"/>
                </a:lnTo>
                <a:lnTo>
                  <a:pt x="1315862" y="55806"/>
                </a:lnTo>
                <a:lnTo>
                  <a:pt x="1315989" y="55375"/>
                </a:lnTo>
                <a:lnTo>
                  <a:pt x="1316122" y="54965"/>
                </a:lnTo>
                <a:lnTo>
                  <a:pt x="1316262" y="54570"/>
                </a:lnTo>
                <a:lnTo>
                  <a:pt x="1316409" y="54184"/>
                </a:lnTo>
                <a:lnTo>
                  <a:pt x="1316564" y="53805"/>
                </a:lnTo>
                <a:lnTo>
                  <a:pt x="1316726" y="53433"/>
                </a:lnTo>
                <a:lnTo>
                  <a:pt x="1316895" y="53070"/>
                </a:lnTo>
                <a:lnTo>
                  <a:pt x="1317072" y="52714"/>
                </a:lnTo>
                <a:lnTo>
                  <a:pt x="1317256" y="52367"/>
                </a:lnTo>
                <a:lnTo>
                  <a:pt x="1317448" y="52027"/>
                </a:lnTo>
                <a:lnTo>
                  <a:pt x="1317647" y="51695"/>
                </a:lnTo>
                <a:lnTo>
                  <a:pt x="1317854" y="51370"/>
                </a:lnTo>
                <a:lnTo>
                  <a:pt x="1318068" y="51054"/>
                </a:lnTo>
                <a:lnTo>
                  <a:pt x="1318289" y="50745"/>
                </a:lnTo>
                <a:lnTo>
                  <a:pt x="1318518" y="50444"/>
                </a:lnTo>
                <a:lnTo>
                  <a:pt x="1318754" y="50151"/>
                </a:lnTo>
                <a:lnTo>
                  <a:pt x="1318998" y="49865"/>
                </a:lnTo>
                <a:lnTo>
                  <a:pt x="1319249" y="49588"/>
                </a:lnTo>
                <a:lnTo>
                  <a:pt x="1319508" y="49318"/>
                </a:lnTo>
                <a:lnTo>
                  <a:pt x="1319774" y="49056"/>
                </a:lnTo>
                <a:lnTo>
                  <a:pt x="1320047" y="48802"/>
                </a:lnTo>
                <a:lnTo>
                  <a:pt x="1320328" y="48556"/>
                </a:lnTo>
                <a:lnTo>
                  <a:pt x="1320616" y="48317"/>
                </a:lnTo>
                <a:lnTo>
                  <a:pt x="1320912" y="48087"/>
                </a:lnTo>
                <a:lnTo>
                  <a:pt x="1321215" y="47864"/>
                </a:lnTo>
                <a:lnTo>
                  <a:pt x="1321526" y="47649"/>
                </a:lnTo>
                <a:lnTo>
                  <a:pt x="1321842" y="47442"/>
                </a:lnTo>
                <a:lnTo>
                  <a:pt x="1322161" y="47244"/>
                </a:lnTo>
                <a:lnTo>
                  <a:pt x="1322483" y="47054"/>
                </a:lnTo>
                <a:lnTo>
                  <a:pt x="1322809" y="46874"/>
                </a:lnTo>
                <a:lnTo>
                  <a:pt x="1323138" y="46702"/>
                </a:lnTo>
                <a:lnTo>
                  <a:pt x="1323470" y="46539"/>
                </a:lnTo>
                <a:lnTo>
                  <a:pt x="1323806" y="46385"/>
                </a:lnTo>
                <a:lnTo>
                  <a:pt x="1324145" y="46240"/>
                </a:lnTo>
                <a:lnTo>
                  <a:pt x="1324487" y="46103"/>
                </a:lnTo>
                <a:lnTo>
                  <a:pt x="1324832" y="45976"/>
                </a:lnTo>
                <a:lnTo>
                  <a:pt x="1325181" y="45857"/>
                </a:lnTo>
                <a:lnTo>
                  <a:pt x="1325533" y="45747"/>
                </a:lnTo>
                <a:lnTo>
                  <a:pt x="1325888" y="45645"/>
                </a:lnTo>
                <a:lnTo>
                  <a:pt x="1326247" y="45553"/>
                </a:lnTo>
                <a:lnTo>
                  <a:pt x="1326608" y="45469"/>
                </a:lnTo>
                <a:lnTo>
                  <a:pt x="1326973" y="45394"/>
                </a:lnTo>
                <a:lnTo>
                  <a:pt x="1327342" y="45328"/>
                </a:lnTo>
                <a:lnTo>
                  <a:pt x="1327713" y="45271"/>
                </a:lnTo>
                <a:lnTo>
                  <a:pt x="1328088" y="45223"/>
                </a:lnTo>
                <a:lnTo>
                  <a:pt x="1328466" y="45183"/>
                </a:lnTo>
                <a:lnTo>
                  <a:pt x="1328848" y="45152"/>
                </a:lnTo>
                <a:lnTo>
                  <a:pt x="1329232" y="45130"/>
                </a:lnTo>
                <a:lnTo>
                  <a:pt x="1329620" y="45117"/>
                </a:lnTo>
                <a:lnTo>
                  <a:pt x="1330011" y="45113"/>
                </a:lnTo>
                <a:lnTo>
                  <a:pt x="1330335" y="45115"/>
                </a:lnTo>
                <a:lnTo>
                  <a:pt x="1330653" y="45124"/>
                </a:lnTo>
                <a:lnTo>
                  <a:pt x="1330965" y="45137"/>
                </a:lnTo>
                <a:lnTo>
                  <a:pt x="1331272" y="45157"/>
                </a:lnTo>
                <a:lnTo>
                  <a:pt x="1331573" y="45182"/>
                </a:lnTo>
                <a:lnTo>
                  <a:pt x="1331868" y="45212"/>
                </a:lnTo>
                <a:lnTo>
                  <a:pt x="1332157" y="45248"/>
                </a:lnTo>
                <a:lnTo>
                  <a:pt x="1332441" y="45290"/>
                </a:lnTo>
                <a:lnTo>
                  <a:pt x="1332719" y="45337"/>
                </a:lnTo>
                <a:lnTo>
                  <a:pt x="1332992" y="45389"/>
                </a:lnTo>
                <a:lnTo>
                  <a:pt x="1333259" y="45447"/>
                </a:lnTo>
                <a:lnTo>
                  <a:pt x="1333520" y="45511"/>
                </a:lnTo>
                <a:lnTo>
                  <a:pt x="1333776" y="45580"/>
                </a:lnTo>
                <a:lnTo>
                  <a:pt x="1334025" y="45655"/>
                </a:lnTo>
                <a:lnTo>
                  <a:pt x="1334270" y="45735"/>
                </a:lnTo>
                <a:lnTo>
                  <a:pt x="1334508" y="45821"/>
                </a:lnTo>
                <a:lnTo>
                  <a:pt x="1334741" y="45912"/>
                </a:lnTo>
                <a:lnTo>
                  <a:pt x="1334968" y="46009"/>
                </a:lnTo>
                <a:lnTo>
                  <a:pt x="1335190" y="46111"/>
                </a:lnTo>
                <a:lnTo>
                  <a:pt x="1335406" y="46219"/>
                </a:lnTo>
                <a:lnTo>
                  <a:pt x="1335616" y="46332"/>
                </a:lnTo>
                <a:lnTo>
                  <a:pt x="1335821" y="46451"/>
                </a:lnTo>
                <a:lnTo>
                  <a:pt x="1336019" y="46576"/>
                </a:lnTo>
                <a:lnTo>
                  <a:pt x="1336213" y="46706"/>
                </a:lnTo>
                <a:lnTo>
                  <a:pt x="1336401" y="46842"/>
                </a:lnTo>
                <a:lnTo>
                  <a:pt x="1336585" y="46983"/>
                </a:lnTo>
                <a:lnTo>
                  <a:pt x="1336765" y="47130"/>
                </a:lnTo>
                <a:lnTo>
                  <a:pt x="1336941" y="47283"/>
                </a:lnTo>
                <a:lnTo>
                  <a:pt x="1337113" y="47442"/>
                </a:lnTo>
                <a:lnTo>
                  <a:pt x="1337280" y="47607"/>
                </a:lnTo>
                <a:lnTo>
                  <a:pt x="1337444" y="47777"/>
                </a:lnTo>
                <a:lnTo>
                  <a:pt x="1337603" y="47954"/>
                </a:lnTo>
                <a:lnTo>
                  <a:pt x="1337758" y="48136"/>
                </a:lnTo>
                <a:lnTo>
                  <a:pt x="1337909" y="48323"/>
                </a:lnTo>
                <a:lnTo>
                  <a:pt x="1338055" y="48517"/>
                </a:lnTo>
                <a:lnTo>
                  <a:pt x="1338198" y="48716"/>
                </a:lnTo>
                <a:lnTo>
                  <a:pt x="1338337" y="48921"/>
                </a:lnTo>
                <a:lnTo>
                  <a:pt x="1338471" y="49132"/>
                </a:lnTo>
                <a:lnTo>
                  <a:pt x="1338601" y="49349"/>
                </a:lnTo>
                <a:lnTo>
                  <a:pt x="1338727" y="49572"/>
                </a:lnTo>
                <a:lnTo>
                  <a:pt x="1338849" y="49800"/>
                </a:lnTo>
                <a:lnTo>
                  <a:pt x="1338966" y="50034"/>
                </a:lnTo>
                <a:lnTo>
                  <a:pt x="1339080" y="50274"/>
                </a:lnTo>
                <a:lnTo>
                  <a:pt x="1339189" y="50520"/>
                </a:lnTo>
                <a:lnTo>
                  <a:pt x="1339294" y="50771"/>
                </a:lnTo>
                <a:lnTo>
                  <a:pt x="1339396" y="51029"/>
                </a:lnTo>
                <a:lnTo>
                  <a:pt x="1339492" y="51292"/>
                </a:lnTo>
                <a:lnTo>
                  <a:pt x="1339585" y="51561"/>
                </a:lnTo>
                <a:lnTo>
                  <a:pt x="1339674" y="51846"/>
                </a:lnTo>
                <a:lnTo>
                  <a:pt x="1339759" y="52159"/>
                </a:lnTo>
                <a:lnTo>
                  <a:pt x="1339840" y="52500"/>
                </a:lnTo>
                <a:lnTo>
                  <a:pt x="1339918" y="52869"/>
                </a:lnTo>
                <a:lnTo>
                  <a:pt x="1339991" y="53265"/>
                </a:lnTo>
                <a:lnTo>
                  <a:pt x="1340061" y="53688"/>
                </a:lnTo>
                <a:lnTo>
                  <a:pt x="1340127" y="54140"/>
                </a:lnTo>
                <a:lnTo>
                  <a:pt x="1340190" y="54619"/>
                </a:lnTo>
                <a:lnTo>
                  <a:pt x="1340248" y="55126"/>
                </a:lnTo>
                <a:lnTo>
                  <a:pt x="1340303" y="55660"/>
                </a:lnTo>
                <a:lnTo>
                  <a:pt x="1340354" y="56222"/>
                </a:lnTo>
                <a:lnTo>
                  <a:pt x="1340401" y="56812"/>
                </a:lnTo>
                <a:lnTo>
                  <a:pt x="1340445" y="57430"/>
                </a:lnTo>
                <a:lnTo>
                  <a:pt x="1340484" y="58075"/>
                </a:lnTo>
                <a:lnTo>
                  <a:pt x="1340520" y="58748"/>
                </a:lnTo>
                <a:lnTo>
                  <a:pt x="1340552" y="59448"/>
                </a:lnTo>
                <a:lnTo>
                  <a:pt x="1340581" y="60176"/>
                </a:lnTo>
                <a:lnTo>
                  <a:pt x="1340605" y="60932"/>
                </a:lnTo>
                <a:lnTo>
                  <a:pt x="1340626" y="61716"/>
                </a:lnTo>
                <a:lnTo>
                  <a:pt x="1340643" y="62527"/>
                </a:lnTo>
                <a:lnTo>
                  <a:pt x="1340656" y="63366"/>
                </a:lnTo>
                <a:lnTo>
                  <a:pt x="1340666" y="64232"/>
                </a:lnTo>
                <a:lnTo>
                  <a:pt x="1340671" y="65126"/>
                </a:lnTo>
                <a:lnTo>
                  <a:pt x="1340673" y="66048"/>
                </a:lnTo>
                <a:lnTo>
                  <a:pt x="1340673" y="108212"/>
                </a:lnTo>
                <a:lnTo>
                  <a:pt x="1361054" y="108212"/>
                </a:lnTo>
                <a:lnTo>
                  <a:pt x="1361054" y="71266"/>
                </a:lnTo>
                <a:lnTo>
                  <a:pt x="1361056" y="70370"/>
                </a:lnTo>
                <a:lnTo>
                  <a:pt x="1361065" y="69495"/>
                </a:lnTo>
                <a:lnTo>
                  <a:pt x="1361080" y="68640"/>
                </a:lnTo>
                <a:lnTo>
                  <a:pt x="1361100" y="67805"/>
                </a:lnTo>
                <a:lnTo>
                  <a:pt x="1361126" y="66991"/>
                </a:lnTo>
                <a:lnTo>
                  <a:pt x="1361158" y="66196"/>
                </a:lnTo>
                <a:lnTo>
                  <a:pt x="1361195" y="65422"/>
                </a:lnTo>
                <a:lnTo>
                  <a:pt x="1361239" y="64669"/>
                </a:lnTo>
                <a:lnTo>
                  <a:pt x="1361288" y="63935"/>
                </a:lnTo>
                <a:lnTo>
                  <a:pt x="1361343" y="63222"/>
                </a:lnTo>
                <a:lnTo>
                  <a:pt x="1361404" y="62529"/>
                </a:lnTo>
                <a:lnTo>
                  <a:pt x="1361471" y="61856"/>
                </a:lnTo>
                <a:lnTo>
                  <a:pt x="1361543" y="61204"/>
                </a:lnTo>
                <a:lnTo>
                  <a:pt x="1361621" y="60572"/>
                </a:lnTo>
                <a:lnTo>
                  <a:pt x="1361705" y="59960"/>
                </a:lnTo>
                <a:lnTo>
                  <a:pt x="1361795" y="59368"/>
                </a:lnTo>
                <a:lnTo>
                  <a:pt x="1361891" y="58797"/>
                </a:lnTo>
                <a:lnTo>
                  <a:pt x="1361992" y="58246"/>
                </a:lnTo>
                <a:lnTo>
                  <a:pt x="1362099" y="57715"/>
                </a:lnTo>
                <a:lnTo>
                  <a:pt x="1362212" y="57204"/>
                </a:lnTo>
                <a:lnTo>
                  <a:pt x="1362331" y="56714"/>
                </a:lnTo>
                <a:lnTo>
                  <a:pt x="1362455" y="56243"/>
                </a:lnTo>
                <a:lnTo>
                  <a:pt x="1362586" y="55794"/>
                </a:lnTo>
                <a:lnTo>
                  <a:pt x="1362722" y="55364"/>
                </a:lnTo>
                <a:lnTo>
                  <a:pt x="1362864" y="54949"/>
                </a:lnTo>
                <a:lnTo>
                  <a:pt x="1363014" y="54541"/>
                </a:lnTo>
                <a:lnTo>
                  <a:pt x="1363172" y="54143"/>
                </a:lnTo>
                <a:lnTo>
                  <a:pt x="1363336" y="53753"/>
                </a:lnTo>
                <a:lnTo>
                  <a:pt x="1363508" y="53371"/>
                </a:lnTo>
                <a:lnTo>
                  <a:pt x="1363687" y="52998"/>
                </a:lnTo>
                <a:lnTo>
                  <a:pt x="1363874" y="52633"/>
                </a:lnTo>
                <a:lnTo>
                  <a:pt x="1364067" y="52276"/>
                </a:lnTo>
                <a:lnTo>
                  <a:pt x="1364269" y="51929"/>
                </a:lnTo>
                <a:lnTo>
                  <a:pt x="1364477" y="51589"/>
                </a:lnTo>
                <a:lnTo>
                  <a:pt x="1364693" y="51258"/>
                </a:lnTo>
                <a:lnTo>
                  <a:pt x="1364916" y="50935"/>
                </a:lnTo>
                <a:lnTo>
                  <a:pt x="1365146" y="50621"/>
                </a:lnTo>
                <a:lnTo>
                  <a:pt x="1365384" y="50315"/>
                </a:lnTo>
                <a:lnTo>
                  <a:pt x="1365628" y="50018"/>
                </a:lnTo>
                <a:lnTo>
                  <a:pt x="1365881" y="49729"/>
                </a:lnTo>
                <a:lnTo>
                  <a:pt x="1366140" y="49448"/>
                </a:lnTo>
                <a:lnTo>
                  <a:pt x="1366407" y="49176"/>
                </a:lnTo>
                <a:lnTo>
                  <a:pt x="1366681" y="48913"/>
                </a:lnTo>
                <a:lnTo>
                  <a:pt x="1366963" y="48658"/>
                </a:lnTo>
                <a:lnTo>
                  <a:pt x="1367251" y="48411"/>
                </a:lnTo>
                <a:lnTo>
                  <a:pt x="1367547" y="48173"/>
                </a:lnTo>
                <a:lnTo>
                  <a:pt x="1367851" y="47943"/>
                </a:lnTo>
                <a:lnTo>
                  <a:pt x="1368161" y="47721"/>
                </a:lnTo>
                <a:lnTo>
                  <a:pt x="1368476" y="47508"/>
                </a:lnTo>
                <a:lnTo>
                  <a:pt x="1368793" y="47305"/>
                </a:lnTo>
                <a:lnTo>
                  <a:pt x="1369112" y="47110"/>
                </a:lnTo>
                <a:lnTo>
                  <a:pt x="1369433" y="46924"/>
                </a:lnTo>
                <a:lnTo>
                  <a:pt x="1369755" y="46748"/>
                </a:lnTo>
                <a:lnTo>
                  <a:pt x="1370079" y="46580"/>
                </a:lnTo>
                <a:lnTo>
                  <a:pt x="1370405" y="46421"/>
                </a:lnTo>
                <a:lnTo>
                  <a:pt x="1370732" y="46272"/>
                </a:lnTo>
                <a:lnTo>
                  <a:pt x="1371061" y="46132"/>
                </a:lnTo>
                <a:lnTo>
                  <a:pt x="1371392" y="46000"/>
                </a:lnTo>
                <a:lnTo>
                  <a:pt x="1371725" y="45878"/>
                </a:lnTo>
                <a:lnTo>
                  <a:pt x="1372060" y="45765"/>
                </a:lnTo>
                <a:lnTo>
                  <a:pt x="1372396" y="45661"/>
                </a:lnTo>
                <a:lnTo>
                  <a:pt x="1372734" y="45565"/>
                </a:lnTo>
                <a:lnTo>
                  <a:pt x="1373074" y="45479"/>
                </a:lnTo>
                <a:lnTo>
                  <a:pt x="1373416" y="45402"/>
                </a:lnTo>
                <a:lnTo>
                  <a:pt x="1373759" y="45334"/>
                </a:lnTo>
                <a:lnTo>
                  <a:pt x="1374104" y="45276"/>
                </a:lnTo>
                <a:lnTo>
                  <a:pt x="1374451" y="45226"/>
                </a:lnTo>
                <a:lnTo>
                  <a:pt x="1374800" y="45185"/>
                </a:lnTo>
                <a:lnTo>
                  <a:pt x="1375150" y="45153"/>
                </a:lnTo>
                <a:lnTo>
                  <a:pt x="1375502" y="45131"/>
                </a:lnTo>
                <a:lnTo>
                  <a:pt x="1375856" y="45117"/>
                </a:lnTo>
                <a:lnTo>
                  <a:pt x="1376212" y="45113"/>
                </a:lnTo>
                <a:lnTo>
                  <a:pt x="1376696" y="45120"/>
                </a:lnTo>
                <a:lnTo>
                  <a:pt x="1377170" y="45143"/>
                </a:lnTo>
                <a:lnTo>
                  <a:pt x="1377633" y="45180"/>
                </a:lnTo>
                <a:lnTo>
                  <a:pt x="1378086" y="45233"/>
                </a:lnTo>
                <a:lnTo>
                  <a:pt x="1378528" y="45301"/>
                </a:lnTo>
                <a:lnTo>
                  <a:pt x="1378959" y="45384"/>
                </a:lnTo>
                <a:lnTo>
                  <a:pt x="1379380" y="45482"/>
                </a:lnTo>
                <a:lnTo>
                  <a:pt x="1379790" y="45596"/>
                </a:lnTo>
                <a:lnTo>
                  <a:pt x="1380190" y="45724"/>
                </a:lnTo>
                <a:lnTo>
                  <a:pt x="1380579" y="45867"/>
                </a:lnTo>
                <a:lnTo>
                  <a:pt x="1380957" y="46026"/>
                </a:lnTo>
                <a:lnTo>
                  <a:pt x="1381325" y="46199"/>
                </a:lnTo>
                <a:lnTo>
                  <a:pt x="1381683" y="46388"/>
                </a:lnTo>
                <a:lnTo>
                  <a:pt x="1382029" y="46592"/>
                </a:lnTo>
                <a:lnTo>
                  <a:pt x="1382366" y="46811"/>
                </a:lnTo>
                <a:lnTo>
                  <a:pt x="1382691" y="47045"/>
                </a:lnTo>
                <a:lnTo>
                  <a:pt x="1383006" y="47294"/>
                </a:lnTo>
                <a:lnTo>
                  <a:pt x="1383311" y="47558"/>
                </a:lnTo>
                <a:lnTo>
                  <a:pt x="1383605" y="47837"/>
                </a:lnTo>
                <a:lnTo>
                  <a:pt x="1383888" y="48131"/>
                </a:lnTo>
                <a:lnTo>
                  <a:pt x="1384161" y="48441"/>
                </a:lnTo>
                <a:lnTo>
                  <a:pt x="1384423" y="48765"/>
                </a:lnTo>
                <a:lnTo>
                  <a:pt x="1384674" y="49105"/>
                </a:lnTo>
                <a:lnTo>
                  <a:pt x="1384915" y="49460"/>
                </a:lnTo>
                <a:lnTo>
                  <a:pt x="1385087" y="49751"/>
                </a:lnTo>
                <a:lnTo>
                  <a:pt x="1385251" y="50071"/>
                </a:lnTo>
                <a:lnTo>
                  <a:pt x="1385408" y="50419"/>
                </a:lnTo>
                <a:lnTo>
                  <a:pt x="1385558" y="50796"/>
                </a:lnTo>
                <a:lnTo>
                  <a:pt x="1385700" y="51200"/>
                </a:lnTo>
                <a:lnTo>
                  <a:pt x="1385836" y="51633"/>
                </a:lnTo>
                <a:lnTo>
                  <a:pt x="1385963" y="52094"/>
                </a:lnTo>
                <a:lnTo>
                  <a:pt x="1386084" y="52582"/>
                </a:lnTo>
                <a:lnTo>
                  <a:pt x="1386197" y="53100"/>
                </a:lnTo>
                <a:lnTo>
                  <a:pt x="1386303" y="53645"/>
                </a:lnTo>
                <a:lnTo>
                  <a:pt x="1386402" y="54218"/>
                </a:lnTo>
                <a:lnTo>
                  <a:pt x="1386493" y="54820"/>
                </a:lnTo>
                <a:lnTo>
                  <a:pt x="1386577" y="55450"/>
                </a:lnTo>
                <a:lnTo>
                  <a:pt x="1386653" y="56108"/>
                </a:lnTo>
                <a:lnTo>
                  <a:pt x="1386723" y="56794"/>
                </a:lnTo>
                <a:lnTo>
                  <a:pt x="1386785" y="57508"/>
                </a:lnTo>
                <a:lnTo>
                  <a:pt x="1386840" y="58251"/>
                </a:lnTo>
                <a:lnTo>
                  <a:pt x="1386887" y="59022"/>
                </a:lnTo>
                <a:lnTo>
                  <a:pt x="1386927" y="59820"/>
                </a:lnTo>
                <a:lnTo>
                  <a:pt x="1386960" y="60647"/>
                </a:lnTo>
                <a:lnTo>
                  <a:pt x="1386986" y="61503"/>
                </a:lnTo>
                <a:lnTo>
                  <a:pt x="1387004" y="62386"/>
                </a:lnTo>
                <a:lnTo>
                  <a:pt x="1387015" y="63298"/>
                </a:lnTo>
                <a:lnTo>
                  <a:pt x="1387019" y="64237"/>
                </a:lnTo>
                <a:lnTo>
                  <a:pt x="1387019" y="108212"/>
                </a:lnTo>
                <a:lnTo>
                  <a:pt x="1407399" y="108212"/>
                </a:lnTo>
                <a:lnTo>
                  <a:pt x="1407399" y="58965"/>
                </a:lnTo>
                <a:lnTo>
                  <a:pt x="1407395" y="58057"/>
                </a:lnTo>
                <a:lnTo>
                  <a:pt x="1407384" y="57170"/>
                </a:lnTo>
                <a:lnTo>
                  <a:pt x="1407366" y="56305"/>
                </a:lnTo>
                <a:lnTo>
                  <a:pt x="1407341" y="55460"/>
                </a:lnTo>
                <a:lnTo>
                  <a:pt x="1407308" y="54636"/>
                </a:lnTo>
                <a:lnTo>
                  <a:pt x="1407268" y="53834"/>
                </a:lnTo>
                <a:lnTo>
                  <a:pt x="1407220" y="53053"/>
                </a:lnTo>
                <a:lnTo>
                  <a:pt x="1407165" y="52293"/>
                </a:lnTo>
                <a:lnTo>
                  <a:pt x="1407103" y="51554"/>
                </a:lnTo>
                <a:lnTo>
                  <a:pt x="1407034" y="50836"/>
                </a:lnTo>
                <a:lnTo>
                  <a:pt x="1406957" y="50140"/>
                </a:lnTo>
                <a:lnTo>
                  <a:pt x="1406873" y="49464"/>
                </a:lnTo>
                <a:lnTo>
                  <a:pt x="1406782" y="48810"/>
                </a:lnTo>
                <a:lnTo>
                  <a:pt x="1406683" y="48177"/>
                </a:lnTo>
                <a:lnTo>
                  <a:pt x="1406577" y="47565"/>
                </a:lnTo>
                <a:lnTo>
                  <a:pt x="1406464" y="46974"/>
                </a:lnTo>
                <a:lnTo>
                  <a:pt x="1406344" y="46404"/>
                </a:lnTo>
                <a:lnTo>
                  <a:pt x="1406216" y="45856"/>
                </a:lnTo>
                <a:lnTo>
                  <a:pt x="1406081" y="45329"/>
                </a:lnTo>
                <a:lnTo>
                  <a:pt x="1405938" y="44822"/>
                </a:lnTo>
                <a:lnTo>
                  <a:pt x="1405789" y="44337"/>
                </a:lnTo>
                <a:lnTo>
                  <a:pt x="1405632" y="43874"/>
                </a:lnTo>
                <a:lnTo>
                  <a:pt x="1405467" y="43431"/>
                </a:lnTo>
                <a:lnTo>
                  <a:pt x="1405296" y="43009"/>
                </a:lnTo>
                <a:lnTo>
                  <a:pt x="1405049" y="42459"/>
                </a:lnTo>
                <a:lnTo>
                  <a:pt x="1404792" y="41920"/>
                </a:lnTo>
                <a:lnTo>
                  <a:pt x="1404524" y="41392"/>
                </a:lnTo>
                <a:lnTo>
                  <a:pt x="1404246" y="40875"/>
                </a:lnTo>
                <a:lnTo>
                  <a:pt x="1403958" y="40369"/>
                </a:lnTo>
                <a:lnTo>
                  <a:pt x="1403659" y="39875"/>
                </a:lnTo>
                <a:lnTo>
                  <a:pt x="1403350" y="39391"/>
                </a:lnTo>
                <a:lnTo>
                  <a:pt x="1403031" y="38919"/>
                </a:lnTo>
                <a:lnTo>
                  <a:pt x="1402702" y="38459"/>
                </a:lnTo>
                <a:lnTo>
                  <a:pt x="1402362" y="38009"/>
                </a:lnTo>
                <a:lnTo>
                  <a:pt x="1402012" y="37571"/>
                </a:lnTo>
                <a:lnTo>
                  <a:pt x="1401651" y="37144"/>
                </a:lnTo>
                <a:lnTo>
                  <a:pt x="1401280" y="36728"/>
                </a:lnTo>
                <a:lnTo>
                  <a:pt x="1400899" y="36323"/>
                </a:lnTo>
                <a:lnTo>
                  <a:pt x="1400508" y="35929"/>
                </a:lnTo>
                <a:lnTo>
                  <a:pt x="1400106" y="35547"/>
                </a:lnTo>
                <a:lnTo>
                  <a:pt x="1399694" y="35176"/>
                </a:lnTo>
                <a:lnTo>
                  <a:pt x="1399271" y="34816"/>
                </a:lnTo>
                <a:lnTo>
                  <a:pt x="1398839" y="34467"/>
                </a:lnTo>
                <a:lnTo>
                  <a:pt x="1398396" y="34130"/>
                </a:lnTo>
                <a:lnTo>
                  <a:pt x="1397942" y="33803"/>
                </a:lnTo>
                <a:lnTo>
                  <a:pt x="1397478" y="33488"/>
                </a:lnTo>
                <a:lnTo>
                  <a:pt x="1397004" y="33184"/>
                </a:lnTo>
                <a:lnTo>
                  <a:pt x="1396520" y="32892"/>
                </a:lnTo>
                <a:lnTo>
                  <a:pt x="1396026" y="32610"/>
                </a:lnTo>
                <a:lnTo>
                  <a:pt x="1395523" y="32341"/>
                </a:lnTo>
                <a:lnTo>
                  <a:pt x="1395010" y="32084"/>
                </a:lnTo>
                <a:lnTo>
                  <a:pt x="1394489" y="31839"/>
                </a:lnTo>
                <a:lnTo>
                  <a:pt x="1393959" y="31606"/>
                </a:lnTo>
                <a:lnTo>
                  <a:pt x="1393419" y="31384"/>
                </a:lnTo>
                <a:lnTo>
                  <a:pt x="1392871" y="31175"/>
                </a:lnTo>
                <a:lnTo>
                  <a:pt x="1392313" y="30978"/>
                </a:lnTo>
                <a:lnTo>
                  <a:pt x="1391747" y="30792"/>
                </a:lnTo>
                <a:lnTo>
                  <a:pt x="1391171" y="30619"/>
                </a:lnTo>
                <a:lnTo>
                  <a:pt x="1390586" y="30457"/>
                </a:lnTo>
                <a:lnTo>
                  <a:pt x="1389992" y="30308"/>
                </a:lnTo>
                <a:lnTo>
                  <a:pt x="1389389" y="30170"/>
                </a:lnTo>
                <a:lnTo>
                  <a:pt x="1388777" y="30045"/>
                </a:lnTo>
                <a:lnTo>
                  <a:pt x="1388156" y="29931"/>
                </a:lnTo>
                <a:lnTo>
                  <a:pt x="1387526" y="29829"/>
                </a:lnTo>
                <a:lnTo>
                  <a:pt x="1386887" y="29740"/>
                </a:lnTo>
                <a:lnTo>
                  <a:pt x="1386239" y="29662"/>
                </a:lnTo>
                <a:lnTo>
                  <a:pt x="1385582" y="29596"/>
                </a:lnTo>
                <a:lnTo>
                  <a:pt x="1384915" y="29542"/>
                </a:lnTo>
                <a:lnTo>
                  <a:pt x="1384240" y="29500"/>
                </a:lnTo>
                <a:lnTo>
                  <a:pt x="1383555" y="29470"/>
                </a:lnTo>
                <a:lnTo>
                  <a:pt x="1382862" y="29452"/>
                </a:lnTo>
                <a:lnTo>
                  <a:pt x="1382159" y="29446"/>
                </a:lnTo>
                <a:lnTo>
                  <a:pt x="1381605" y="29452"/>
                </a:lnTo>
                <a:lnTo>
                  <a:pt x="1381053" y="29468"/>
                </a:lnTo>
                <a:lnTo>
                  <a:pt x="1380504" y="29494"/>
                </a:lnTo>
                <a:lnTo>
                  <a:pt x="1379957" y="29531"/>
                </a:lnTo>
                <a:lnTo>
                  <a:pt x="1379414" y="29579"/>
                </a:lnTo>
                <a:lnTo>
                  <a:pt x="1378873" y="29638"/>
                </a:lnTo>
                <a:lnTo>
                  <a:pt x="1378335" y="29707"/>
                </a:lnTo>
                <a:lnTo>
                  <a:pt x="1377800" y="29786"/>
                </a:lnTo>
                <a:lnTo>
                  <a:pt x="1377267" y="29877"/>
                </a:lnTo>
                <a:lnTo>
                  <a:pt x="1376737" y="29978"/>
                </a:lnTo>
                <a:lnTo>
                  <a:pt x="1376210" y="30089"/>
                </a:lnTo>
                <a:lnTo>
                  <a:pt x="1375686" y="30211"/>
                </a:lnTo>
                <a:lnTo>
                  <a:pt x="1375165" y="30344"/>
                </a:lnTo>
                <a:lnTo>
                  <a:pt x="1374646" y="30488"/>
                </a:lnTo>
                <a:lnTo>
                  <a:pt x="1374130" y="30642"/>
                </a:lnTo>
                <a:lnTo>
                  <a:pt x="1373617" y="30806"/>
                </a:lnTo>
                <a:lnTo>
                  <a:pt x="1373107" y="30982"/>
                </a:lnTo>
                <a:lnTo>
                  <a:pt x="1372599" y="31168"/>
                </a:lnTo>
                <a:lnTo>
                  <a:pt x="1372094" y="31364"/>
                </a:lnTo>
                <a:lnTo>
                  <a:pt x="1371592" y="31571"/>
                </a:lnTo>
                <a:lnTo>
                  <a:pt x="1371093" y="31789"/>
                </a:lnTo>
                <a:lnTo>
                  <a:pt x="1370597" y="32018"/>
                </a:lnTo>
                <a:lnTo>
                  <a:pt x="1370103" y="32257"/>
                </a:lnTo>
                <a:lnTo>
                  <a:pt x="1369612" y="32506"/>
                </a:lnTo>
                <a:lnTo>
                  <a:pt x="1369124" y="32767"/>
                </a:lnTo>
                <a:lnTo>
                  <a:pt x="1368638" y="33038"/>
                </a:lnTo>
                <a:lnTo>
                  <a:pt x="1368156" y="33320"/>
                </a:lnTo>
                <a:lnTo>
                  <a:pt x="1367676" y="33613"/>
                </a:lnTo>
                <a:lnTo>
                  <a:pt x="1367199" y="33917"/>
                </a:lnTo>
                <a:lnTo>
                  <a:pt x="1366724" y="34232"/>
                </a:lnTo>
                <a:lnTo>
                  <a:pt x="1366253" y="34558"/>
                </a:lnTo>
                <a:lnTo>
                  <a:pt x="1365784" y="34894"/>
                </a:lnTo>
                <a:lnTo>
                  <a:pt x="1365318" y="35242"/>
                </a:lnTo>
                <a:lnTo>
                  <a:pt x="1364855" y="35600"/>
                </a:lnTo>
                <a:lnTo>
                  <a:pt x="1364394" y="35970"/>
                </a:lnTo>
                <a:lnTo>
                  <a:pt x="1363937" y="36350"/>
                </a:lnTo>
                <a:lnTo>
                  <a:pt x="1363482" y="36741"/>
                </a:lnTo>
                <a:lnTo>
                  <a:pt x="1363029" y="37143"/>
                </a:lnTo>
                <a:lnTo>
                  <a:pt x="1362580" y="37555"/>
                </a:lnTo>
                <a:lnTo>
                  <a:pt x="1362133" y="37979"/>
                </a:lnTo>
                <a:lnTo>
                  <a:pt x="1361690" y="38414"/>
                </a:lnTo>
                <a:lnTo>
                  <a:pt x="1361248" y="38859"/>
                </a:lnTo>
                <a:lnTo>
                  <a:pt x="1360810" y="39315"/>
                </a:lnTo>
                <a:lnTo>
                  <a:pt x="1360375" y="39783"/>
                </a:lnTo>
                <a:lnTo>
                  <a:pt x="1359942" y="40261"/>
                </a:lnTo>
                <a:lnTo>
                  <a:pt x="1359512" y="40750"/>
                </a:lnTo>
                <a:lnTo>
                  <a:pt x="1359085" y="41250"/>
                </a:lnTo>
                <a:lnTo>
                  <a:pt x="1358660" y="41760"/>
                </a:lnTo>
                <a:lnTo>
                  <a:pt x="1358367" y="41250"/>
                </a:lnTo>
                <a:lnTo>
                  <a:pt x="1358066" y="40750"/>
                </a:lnTo>
                <a:lnTo>
                  <a:pt x="1357759" y="40261"/>
                </a:lnTo>
                <a:lnTo>
                  <a:pt x="1357445" y="39783"/>
                </a:lnTo>
                <a:lnTo>
                  <a:pt x="1357125" y="39315"/>
                </a:lnTo>
                <a:lnTo>
                  <a:pt x="1356797" y="38859"/>
                </a:lnTo>
                <a:lnTo>
                  <a:pt x="1356463" y="38414"/>
                </a:lnTo>
                <a:lnTo>
                  <a:pt x="1356122" y="37979"/>
                </a:lnTo>
                <a:lnTo>
                  <a:pt x="1355774" y="37555"/>
                </a:lnTo>
                <a:lnTo>
                  <a:pt x="1355419" y="37143"/>
                </a:lnTo>
                <a:lnTo>
                  <a:pt x="1355057" y="36741"/>
                </a:lnTo>
                <a:lnTo>
                  <a:pt x="1354689" y="36350"/>
                </a:lnTo>
                <a:lnTo>
                  <a:pt x="1354314" y="35970"/>
                </a:lnTo>
                <a:lnTo>
                  <a:pt x="1353932" y="35600"/>
                </a:lnTo>
                <a:lnTo>
                  <a:pt x="1353543" y="35242"/>
                </a:lnTo>
                <a:lnTo>
                  <a:pt x="1353148" y="34894"/>
                </a:lnTo>
                <a:lnTo>
                  <a:pt x="1352746" y="34558"/>
                </a:lnTo>
                <a:lnTo>
                  <a:pt x="1352337" y="34232"/>
                </a:lnTo>
                <a:lnTo>
                  <a:pt x="1351921" y="33917"/>
                </a:lnTo>
                <a:lnTo>
                  <a:pt x="1351498" y="33613"/>
                </a:lnTo>
                <a:lnTo>
                  <a:pt x="1351068" y="33320"/>
                </a:lnTo>
                <a:lnTo>
                  <a:pt x="1350632" y="33038"/>
                </a:lnTo>
                <a:lnTo>
                  <a:pt x="1350189" y="32767"/>
                </a:lnTo>
                <a:lnTo>
                  <a:pt x="1349739" y="32506"/>
                </a:lnTo>
                <a:lnTo>
                  <a:pt x="1349282" y="32257"/>
                </a:lnTo>
                <a:lnTo>
                  <a:pt x="1348819" y="32018"/>
                </a:lnTo>
                <a:lnTo>
                  <a:pt x="1348349" y="31789"/>
                </a:lnTo>
                <a:lnTo>
                  <a:pt x="1347872" y="31571"/>
                </a:lnTo>
                <a:lnTo>
                  <a:pt x="1347388" y="31364"/>
                </a:lnTo>
                <a:lnTo>
                  <a:pt x="1346897" y="31168"/>
                </a:lnTo>
                <a:lnTo>
                  <a:pt x="1346399" y="30982"/>
                </a:lnTo>
                <a:lnTo>
                  <a:pt x="1345895" y="30806"/>
                </a:lnTo>
                <a:lnTo>
                  <a:pt x="1345384" y="30642"/>
                </a:lnTo>
                <a:lnTo>
                  <a:pt x="1344866" y="30488"/>
                </a:lnTo>
                <a:lnTo>
                  <a:pt x="1344341" y="30344"/>
                </a:lnTo>
                <a:lnTo>
                  <a:pt x="1343810" y="30211"/>
                </a:lnTo>
                <a:lnTo>
                  <a:pt x="1343272" y="30089"/>
                </a:lnTo>
                <a:lnTo>
                  <a:pt x="1342727" y="29978"/>
                </a:lnTo>
                <a:lnTo>
                  <a:pt x="1342175" y="29877"/>
                </a:lnTo>
                <a:lnTo>
                  <a:pt x="1341616" y="29786"/>
                </a:lnTo>
                <a:lnTo>
                  <a:pt x="1341050" y="29707"/>
                </a:lnTo>
                <a:lnTo>
                  <a:pt x="1340478" y="29638"/>
                </a:lnTo>
                <a:lnTo>
                  <a:pt x="1339899" y="29579"/>
                </a:lnTo>
                <a:lnTo>
                  <a:pt x="1339313" y="29531"/>
                </a:lnTo>
                <a:lnTo>
                  <a:pt x="1338721" y="29494"/>
                </a:lnTo>
                <a:lnTo>
                  <a:pt x="1338121" y="29468"/>
                </a:lnTo>
                <a:lnTo>
                  <a:pt x="1337515" y="29452"/>
                </a:lnTo>
                <a:lnTo>
                  <a:pt x="1336902" y="29446"/>
                </a:lnTo>
                <a:lnTo>
                  <a:pt x="1335748" y="29468"/>
                </a:lnTo>
                <a:lnTo>
                  <a:pt x="1334607" y="29532"/>
                </a:lnTo>
                <a:lnTo>
                  <a:pt x="1333480" y="29638"/>
                </a:lnTo>
                <a:lnTo>
                  <a:pt x="1332367" y="29787"/>
                </a:lnTo>
                <a:lnTo>
                  <a:pt x="1331266" y="29978"/>
                </a:lnTo>
                <a:lnTo>
                  <a:pt x="1330179" y="30213"/>
                </a:lnTo>
                <a:lnTo>
                  <a:pt x="1329105" y="30489"/>
                </a:lnTo>
                <a:lnTo>
                  <a:pt x="1328045" y="30808"/>
                </a:lnTo>
                <a:lnTo>
                  <a:pt x="1326998" y="31170"/>
                </a:lnTo>
                <a:lnTo>
                  <a:pt x="1325964" y="31574"/>
                </a:lnTo>
                <a:lnTo>
                  <a:pt x="1324944" y="32021"/>
                </a:lnTo>
                <a:lnTo>
                  <a:pt x="1323937" y="32511"/>
                </a:lnTo>
                <a:lnTo>
                  <a:pt x="1322944" y="33043"/>
                </a:lnTo>
                <a:lnTo>
                  <a:pt x="1321963" y="33617"/>
                </a:lnTo>
                <a:lnTo>
                  <a:pt x="1320996" y="34234"/>
                </a:lnTo>
                <a:lnTo>
                  <a:pt x="1320043" y="34894"/>
                </a:lnTo>
                <a:lnTo>
                  <a:pt x="1319103" y="35596"/>
                </a:lnTo>
                <a:lnTo>
                  <a:pt x="1318176" y="36341"/>
                </a:lnTo>
                <a:lnTo>
                  <a:pt x="1317262" y="37129"/>
                </a:lnTo>
                <a:lnTo>
                  <a:pt x="1316362" y="37958"/>
                </a:lnTo>
                <a:lnTo>
                  <a:pt x="1315475" y="38831"/>
                </a:lnTo>
                <a:lnTo>
                  <a:pt x="1314602" y="39746"/>
                </a:lnTo>
                <a:lnTo>
                  <a:pt x="1313742" y="40704"/>
                </a:lnTo>
                <a:lnTo>
                  <a:pt x="1312895" y="41704"/>
                </a:lnTo>
                <a:lnTo>
                  <a:pt x="1312895" y="31187"/>
                </a:lnTo>
                <a:lnTo>
                  <a:pt x="1294110" y="31187"/>
                </a:lnTo>
                <a:lnTo>
                  <a:pt x="1294110" y="108212"/>
                </a:lnTo>
                <a:lnTo>
                  <a:pt x="1314490" y="108212"/>
                </a:lnTo>
                <a:lnTo>
                  <a:pt x="1314490" y="70831"/>
                </a:lnTo>
                <a:lnTo>
                  <a:pt x="1314493" y="69918"/>
                </a:lnTo>
                <a:close/>
                <a:moveTo>
                  <a:pt x="1196281" y="50003"/>
                </a:moveTo>
                <a:lnTo>
                  <a:pt x="1195906" y="49069"/>
                </a:lnTo>
                <a:lnTo>
                  <a:pt x="1195514" y="48156"/>
                </a:lnTo>
                <a:lnTo>
                  <a:pt x="1195106" y="47266"/>
                </a:lnTo>
                <a:lnTo>
                  <a:pt x="1194682" y="46398"/>
                </a:lnTo>
                <a:lnTo>
                  <a:pt x="1194242" y="45552"/>
                </a:lnTo>
                <a:lnTo>
                  <a:pt x="1193785" y="44728"/>
                </a:lnTo>
                <a:lnTo>
                  <a:pt x="1193313" y="43925"/>
                </a:lnTo>
                <a:lnTo>
                  <a:pt x="1192824" y="43145"/>
                </a:lnTo>
                <a:lnTo>
                  <a:pt x="1192318" y="42387"/>
                </a:lnTo>
                <a:lnTo>
                  <a:pt x="1191797" y="41651"/>
                </a:lnTo>
                <a:lnTo>
                  <a:pt x="1191259" y="40937"/>
                </a:lnTo>
                <a:lnTo>
                  <a:pt x="1190705" y="40245"/>
                </a:lnTo>
                <a:lnTo>
                  <a:pt x="1190135" y="39575"/>
                </a:lnTo>
                <a:lnTo>
                  <a:pt x="1189549" y="38927"/>
                </a:lnTo>
                <a:lnTo>
                  <a:pt x="1188946" y="38301"/>
                </a:lnTo>
                <a:lnTo>
                  <a:pt x="1188327" y="37698"/>
                </a:lnTo>
                <a:lnTo>
                  <a:pt x="1187692" y="37116"/>
                </a:lnTo>
                <a:lnTo>
                  <a:pt x="1187040" y="36556"/>
                </a:lnTo>
                <a:lnTo>
                  <a:pt x="1186373" y="36018"/>
                </a:lnTo>
                <a:lnTo>
                  <a:pt x="1185689" y="35503"/>
                </a:lnTo>
                <a:lnTo>
                  <a:pt x="1184987" y="35008"/>
                </a:lnTo>
                <a:lnTo>
                  <a:pt x="1184265" y="34535"/>
                </a:lnTo>
                <a:lnTo>
                  <a:pt x="1183522" y="34083"/>
                </a:lnTo>
                <a:lnTo>
                  <a:pt x="1182760" y="33652"/>
                </a:lnTo>
                <a:lnTo>
                  <a:pt x="1181978" y="33242"/>
                </a:lnTo>
                <a:lnTo>
                  <a:pt x="1181176" y="32853"/>
                </a:lnTo>
                <a:lnTo>
                  <a:pt x="1180354" y="32485"/>
                </a:lnTo>
                <a:lnTo>
                  <a:pt x="1179512" y="32138"/>
                </a:lnTo>
                <a:lnTo>
                  <a:pt x="1178649" y="31812"/>
                </a:lnTo>
                <a:lnTo>
                  <a:pt x="1177767" y="31507"/>
                </a:lnTo>
                <a:lnTo>
                  <a:pt x="1176865" y="31223"/>
                </a:lnTo>
                <a:lnTo>
                  <a:pt x="1175943" y="30960"/>
                </a:lnTo>
                <a:lnTo>
                  <a:pt x="1175000" y="30719"/>
                </a:lnTo>
                <a:lnTo>
                  <a:pt x="1174038" y="30498"/>
                </a:lnTo>
                <a:lnTo>
                  <a:pt x="1173056" y="30298"/>
                </a:lnTo>
                <a:lnTo>
                  <a:pt x="1172053" y="30119"/>
                </a:lnTo>
                <a:lnTo>
                  <a:pt x="1171031" y="29962"/>
                </a:lnTo>
                <a:lnTo>
                  <a:pt x="1169989" y="29825"/>
                </a:lnTo>
                <a:lnTo>
                  <a:pt x="1168926" y="29709"/>
                </a:lnTo>
                <a:lnTo>
                  <a:pt x="1167844" y="29615"/>
                </a:lnTo>
                <a:lnTo>
                  <a:pt x="1166741" y="29541"/>
                </a:lnTo>
                <a:lnTo>
                  <a:pt x="1165619" y="29489"/>
                </a:lnTo>
                <a:lnTo>
                  <a:pt x="1164476" y="29457"/>
                </a:lnTo>
                <a:lnTo>
                  <a:pt x="1163314" y="29446"/>
                </a:lnTo>
                <a:lnTo>
                  <a:pt x="1161894" y="29465"/>
                </a:lnTo>
                <a:lnTo>
                  <a:pt x="1160498" y="29520"/>
                </a:lnTo>
                <a:lnTo>
                  <a:pt x="1159127" y="29612"/>
                </a:lnTo>
                <a:lnTo>
                  <a:pt x="1157781" y="29742"/>
                </a:lnTo>
                <a:lnTo>
                  <a:pt x="1156460" y="29908"/>
                </a:lnTo>
                <a:lnTo>
                  <a:pt x="1155163" y="30111"/>
                </a:lnTo>
                <a:lnTo>
                  <a:pt x="1153891" y="30350"/>
                </a:lnTo>
                <a:lnTo>
                  <a:pt x="1152644" y="30627"/>
                </a:lnTo>
                <a:lnTo>
                  <a:pt x="1151421" y="30941"/>
                </a:lnTo>
                <a:lnTo>
                  <a:pt x="1150223" y="31291"/>
                </a:lnTo>
                <a:lnTo>
                  <a:pt x="1149050" y="31679"/>
                </a:lnTo>
                <a:lnTo>
                  <a:pt x="1147901" y="32103"/>
                </a:lnTo>
                <a:lnTo>
                  <a:pt x="1146778" y="32564"/>
                </a:lnTo>
                <a:lnTo>
                  <a:pt x="1145678" y="33062"/>
                </a:lnTo>
                <a:lnTo>
                  <a:pt x="1144604" y="33597"/>
                </a:lnTo>
                <a:lnTo>
                  <a:pt x="1143554" y="34169"/>
                </a:lnTo>
                <a:lnTo>
                  <a:pt x="1142529" y="34778"/>
                </a:lnTo>
                <a:lnTo>
                  <a:pt x="1141528" y="35423"/>
                </a:lnTo>
                <a:lnTo>
                  <a:pt x="1140552" y="36106"/>
                </a:lnTo>
                <a:lnTo>
                  <a:pt x="1139601" y="36825"/>
                </a:lnTo>
                <a:lnTo>
                  <a:pt x="1138674" y="37582"/>
                </a:lnTo>
                <a:lnTo>
                  <a:pt x="1137773" y="38375"/>
                </a:lnTo>
                <a:lnTo>
                  <a:pt x="1136896" y="39205"/>
                </a:lnTo>
                <a:lnTo>
                  <a:pt x="1136043" y="40072"/>
                </a:lnTo>
                <a:lnTo>
                  <a:pt x="1135220" y="40972"/>
                </a:lnTo>
                <a:lnTo>
                  <a:pt x="1134433" y="41901"/>
                </a:lnTo>
                <a:lnTo>
                  <a:pt x="1133680" y="42860"/>
                </a:lnTo>
                <a:lnTo>
                  <a:pt x="1132963" y="43848"/>
                </a:lnTo>
                <a:lnTo>
                  <a:pt x="1132280" y="44866"/>
                </a:lnTo>
                <a:lnTo>
                  <a:pt x="1131632" y="45913"/>
                </a:lnTo>
                <a:lnTo>
                  <a:pt x="1131020" y="46989"/>
                </a:lnTo>
                <a:lnTo>
                  <a:pt x="1130442" y="48094"/>
                </a:lnTo>
                <a:lnTo>
                  <a:pt x="1129900" y="49229"/>
                </a:lnTo>
                <a:lnTo>
                  <a:pt x="1129392" y="50393"/>
                </a:lnTo>
                <a:lnTo>
                  <a:pt x="1128920" y="51587"/>
                </a:lnTo>
                <a:lnTo>
                  <a:pt x="1128482" y="52810"/>
                </a:lnTo>
                <a:lnTo>
                  <a:pt x="1128079" y="54062"/>
                </a:lnTo>
                <a:lnTo>
                  <a:pt x="1127712" y="55343"/>
                </a:lnTo>
                <a:lnTo>
                  <a:pt x="1127379" y="56654"/>
                </a:lnTo>
                <a:lnTo>
                  <a:pt x="1127082" y="57994"/>
                </a:lnTo>
                <a:lnTo>
                  <a:pt x="1126819" y="59364"/>
                </a:lnTo>
                <a:lnTo>
                  <a:pt x="1126592" y="60763"/>
                </a:lnTo>
                <a:lnTo>
                  <a:pt x="1126399" y="62191"/>
                </a:lnTo>
                <a:lnTo>
                  <a:pt x="1126242" y="63649"/>
                </a:lnTo>
                <a:lnTo>
                  <a:pt x="1126119" y="65135"/>
                </a:lnTo>
                <a:lnTo>
                  <a:pt x="1126032" y="66652"/>
                </a:lnTo>
                <a:lnTo>
                  <a:pt x="1125979" y="68197"/>
                </a:lnTo>
                <a:lnTo>
                  <a:pt x="1125962" y="69772"/>
                </a:lnTo>
                <a:lnTo>
                  <a:pt x="1125979" y="71329"/>
                </a:lnTo>
                <a:lnTo>
                  <a:pt x="1126031" y="72858"/>
                </a:lnTo>
                <a:lnTo>
                  <a:pt x="1126119" y="74358"/>
                </a:lnTo>
                <a:lnTo>
                  <a:pt x="1126241" y="75830"/>
                </a:lnTo>
                <a:lnTo>
                  <a:pt x="1126398" y="77274"/>
                </a:lnTo>
                <a:lnTo>
                  <a:pt x="1126589" y="78689"/>
                </a:lnTo>
                <a:lnTo>
                  <a:pt x="1126816" y="80075"/>
                </a:lnTo>
                <a:lnTo>
                  <a:pt x="1127078" y="81433"/>
                </a:lnTo>
                <a:lnTo>
                  <a:pt x="1127374" y="82763"/>
                </a:lnTo>
                <a:lnTo>
                  <a:pt x="1127706" y="84064"/>
                </a:lnTo>
                <a:lnTo>
                  <a:pt x="1128072" y="85336"/>
                </a:lnTo>
                <a:lnTo>
                  <a:pt x="1128473" y="86581"/>
                </a:lnTo>
                <a:lnTo>
                  <a:pt x="1128909" y="87796"/>
                </a:lnTo>
                <a:lnTo>
                  <a:pt x="1129380" y="88984"/>
                </a:lnTo>
                <a:lnTo>
                  <a:pt x="1129886" y="90142"/>
                </a:lnTo>
                <a:lnTo>
                  <a:pt x="1130426" y="91273"/>
                </a:lnTo>
                <a:lnTo>
                  <a:pt x="1131002" y="92375"/>
                </a:lnTo>
                <a:lnTo>
                  <a:pt x="1131612" y="93448"/>
                </a:lnTo>
                <a:lnTo>
                  <a:pt x="1132257" y="94493"/>
                </a:lnTo>
                <a:lnTo>
                  <a:pt x="1132937" y="95510"/>
                </a:lnTo>
                <a:lnTo>
                  <a:pt x="1133652" y="96498"/>
                </a:lnTo>
                <a:lnTo>
                  <a:pt x="1134402" y="97457"/>
                </a:lnTo>
                <a:lnTo>
                  <a:pt x="1135187" y="98388"/>
                </a:lnTo>
                <a:lnTo>
                  <a:pt x="1136007" y="99291"/>
                </a:lnTo>
                <a:lnTo>
                  <a:pt x="1136856" y="100161"/>
                </a:lnTo>
                <a:lnTo>
                  <a:pt x="1137729" y="100994"/>
                </a:lnTo>
                <a:lnTo>
                  <a:pt x="1138625" y="101790"/>
                </a:lnTo>
                <a:lnTo>
                  <a:pt x="1139546" y="102549"/>
                </a:lnTo>
                <a:lnTo>
                  <a:pt x="1140490" y="103271"/>
                </a:lnTo>
                <a:lnTo>
                  <a:pt x="1141458" y="103956"/>
                </a:lnTo>
                <a:lnTo>
                  <a:pt x="1142450" y="104603"/>
                </a:lnTo>
                <a:lnTo>
                  <a:pt x="1143465" y="105214"/>
                </a:lnTo>
                <a:lnTo>
                  <a:pt x="1144505" y="105788"/>
                </a:lnTo>
                <a:lnTo>
                  <a:pt x="1145568" y="106325"/>
                </a:lnTo>
                <a:lnTo>
                  <a:pt x="1146655" y="106825"/>
                </a:lnTo>
                <a:lnTo>
                  <a:pt x="1147765" y="107287"/>
                </a:lnTo>
                <a:lnTo>
                  <a:pt x="1148900" y="107713"/>
                </a:lnTo>
                <a:lnTo>
                  <a:pt x="1150058" y="108102"/>
                </a:lnTo>
                <a:lnTo>
                  <a:pt x="1151241" y="108454"/>
                </a:lnTo>
                <a:lnTo>
                  <a:pt x="1152447" y="108768"/>
                </a:lnTo>
                <a:lnTo>
                  <a:pt x="1153676" y="109046"/>
                </a:lnTo>
                <a:lnTo>
                  <a:pt x="1154930" y="109286"/>
                </a:lnTo>
                <a:lnTo>
                  <a:pt x="1156207" y="109490"/>
                </a:lnTo>
                <a:lnTo>
                  <a:pt x="1157508" y="109657"/>
                </a:lnTo>
                <a:lnTo>
                  <a:pt x="1158833" y="109786"/>
                </a:lnTo>
                <a:lnTo>
                  <a:pt x="1160182" y="109879"/>
                </a:lnTo>
                <a:lnTo>
                  <a:pt x="1161555" y="109934"/>
                </a:lnTo>
                <a:lnTo>
                  <a:pt x="1162951" y="109953"/>
                </a:lnTo>
                <a:lnTo>
                  <a:pt x="1164180" y="109941"/>
                </a:lnTo>
                <a:lnTo>
                  <a:pt x="1165387" y="109904"/>
                </a:lnTo>
                <a:lnTo>
                  <a:pt x="1166574" y="109843"/>
                </a:lnTo>
                <a:lnTo>
                  <a:pt x="1167740" y="109757"/>
                </a:lnTo>
                <a:lnTo>
                  <a:pt x="1168885" y="109647"/>
                </a:lnTo>
                <a:lnTo>
                  <a:pt x="1170009" y="109513"/>
                </a:lnTo>
                <a:lnTo>
                  <a:pt x="1171112" y="109354"/>
                </a:lnTo>
                <a:lnTo>
                  <a:pt x="1172194" y="109171"/>
                </a:lnTo>
                <a:lnTo>
                  <a:pt x="1173256" y="108964"/>
                </a:lnTo>
                <a:lnTo>
                  <a:pt x="1174296" y="108731"/>
                </a:lnTo>
                <a:lnTo>
                  <a:pt x="1175316" y="108475"/>
                </a:lnTo>
                <a:lnTo>
                  <a:pt x="1176314" y="108194"/>
                </a:lnTo>
                <a:lnTo>
                  <a:pt x="1177292" y="107889"/>
                </a:lnTo>
                <a:lnTo>
                  <a:pt x="1178249" y="107559"/>
                </a:lnTo>
                <a:lnTo>
                  <a:pt x="1179185" y="107205"/>
                </a:lnTo>
                <a:lnTo>
                  <a:pt x="1180100" y="106826"/>
                </a:lnTo>
                <a:lnTo>
                  <a:pt x="1180994" y="106423"/>
                </a:lnTo>
                <a:lnTo>
                  <a:pt x="1181867" y="105996"/>
                </a:lnTo>
                <a:lnTo>
                  <a:pt x="1182720" y="105544"/>
                </a:lnTo>
                <a:lnTo>
                  <a:pt x="1183551" y="105067"/>
                </a:lnTo>
                <a:lnTo>
                  <a:pt x="1184362" y="104566"/>
                </a:lnTo>
                <a:lnTo>
                  <a:pt x="1185151" y="104041"/>
                </a:lnTo>
                <a:lnTo>
                  <a:pt x="1185920" y="103492"/>
                </a:lnTo>
                <a:lnTo>
                  <a:pt x="1186668" y="102918"/>
                </a:lnTo>
                <a:lnTo>
                  <a:pt x="1187395" y="102320"/>
                </a:lnTo>
                <a:lnTo>
                  <a:pt x="1188103" y="101698"/>
                </a:lnTo>
                <a:lnTo>
                  <a:pt x="1188790" y="101053"/>
                </a:lnTo>
                <a:lnTo>
                  <a:pt x="1189458" y="100385"/>
                </a:lnTo>
                <a:lnTo>
                  <a:pt x="1190106" y="99693"/>
                </a:lnTo>
                <a:lnTo>
                  <a:pt x="1190734" y="98978"/>
                </a:lnTo>
                <a:lnTo>
                  <a:pt x="1191342" y="98240"/>
                </a:lnTo>
                <a:lnTo>
                  <a:pt x="1191930" y="97478"/>
                </a:lnTo>
                <a:lnTo>
                  <a:pt x="1192498" y="96693"/>
                </a:lnTo>
                <a:lnTo>
                  <a:pt x="1193047" y="95884"/>
                </a:lnTo>
                <a:lnTo>
                  <a:pt x="1193575" y="95052"/>
                </a:lnTo>
                <a:lnTo>
                  <a:pt x="1194084" y="94196"/>
                </a:lnTo>
                <a:lnTo>
                  <a:pt x="1194573" y="93317"/>
                </a:lnTo>
                <a:lnTo>
                  <a:pt x="1195041" y="92415"/>
                </a:lnTo>
                <a:lnTo>
                  <a:pt x="1195490" y="91489"/>
                </a:lnTo>
                <a:lnTo>
                  <a:pt x="1195919" y="90539"/>
                </a:lnTo>
                <a:lnTo>
                  <a:pt x="1196328" y="89567"/>
                </a:lnTo>
                <a:lnTo>
                  <a:pt x="1196718" y="88571"/>
                </a:lnTo>
                <a:lnTo>
                  <a:pt x="1197087" y="87551"/>
                </a:lnTo>
                <a:lnTo>
                  <a:pt x="1197436" y="86508"/>
                </a:lnTo>
                <a:lnTo>
                  <a:pt x="1197766" y="85442"/>
                </a:lnTo>
                <a:lnTo>
                  <a:pt x="1198075" y="84352"/>
                </a:lnTo>
                <a:lnTo>
                  <a:pt x="1198365" y="83239"/>
                </a:lnTo>
                <a:lnTo>
                  <a:pt x="1198635" y="82102"/>
                </a:lnTo>
                <a:lnTo>
                  <a:pt x="1178617" y="78621"/>
                </a:lnTo>
                <a:lnTo>
                  <a:pt x="1178486" y="79283"/>
                </a:lnTo>
                <a:lnTo>
                  <a:pt x="1178348" y="79929"/>
                </a:lnTo>
                <a:lnTo>
                  <a:pt x="1178202" y="80559"/>
                </a:lnTo>
                <a:lnTo>
                  <a:pt x="1178049" y="81172"/>
                </a:lnTo>
                <a:lnTo>
                  <a:pt x="1177888" y="81769"/>
                </a:lnTo>
                <a:lnTo>
                  <a:pt x="1177720" y="82349"/>
                </a:lnTo>
                <a:lnTo>
                  <a:pt x="1177544" y="82913"/>
                </a:lnTo>
                <a:lnTo>
                  <a:pt x="1177360" y="83460"/>
                </a:lnTo>
                <a:lnTo>
                  <a:pt x="1177169" y="83991"/>
                </a:lnTo>
                <a:lnTo>
                  <a:pt x="1176970" y="84505"/>
                </a:lnTo>
                <a:lnTo>
                  <a:pt x="1176764" y="85002"/>
                </a:lnTo>
                <a:lnTo>
                  <a:pt x="1176550" y="85484"/>
                </a:lnTo>
                <a:lnTo>
                  <a:pt x="1176329" y="85948"/>
                </a:lnTo>
                <a:lnTo>
                  <a:pt x="1176100" y="86397"/>
                </a:lnTo>
                <a:lnTo>
                  <a:pt x="1175863" y="86828"/>
                </a:lnTo>
                <a:lnTo>
                  <a:pt x="1175619" y="87243"/>
                </a:lnTo>
                <a:lnTo>
                  <a:pt x="1175368" y="87642"/>
                </a:lnTo>
                <a:lnTo>
                  <a:pt x="1175109" y="88024"/>
                </a:lnTo>
                <a:lnTo>
                  <a:pt x="1174842" y="88390"/>
                </a:lnTo>
                <a:lnTo>
                  <a:pt x="1174568" y="88739"/>
                </a:lnTo>
                <a:lnTo>
                  <a:pt x="1174286" y="89072"/>
                </a:lnTo>
                <a:lnTo>
                  <a:pt x="1173997" y="89388"/>
                </a:lnTo>
                <a:lnTo>
                  <a:pt x="1173700" y="89688"/>
                </a:lnTo>
                <a:lnTo>
                  <a:pt x="1173395" y="89971"/>
                </a:lnTo>
                <a:lnTo>
                  <a:pt x="1173083" y="90241"/>
                </a:lnTo>
                <a:lnTo>
                  <a:pt x="1172764" y="90498"/>
                </a:lnTo>
                <a:lnTo>
                  <a:pt x="1172438" y="90745"/>
                </a:lnTo>
                <a:lnTo>
                  <a:pt x="1172104" y="90980"/>
                </a:lnTo>
                <a:lnTo>
                  <a:pt x="1171763" y="91203"/>
                </a:lnTo>
                <a:lnTo>
                  <a:pt x="1171414" y="91415"/>
                </a:lnTo>
                <a:lnTo>
                  <a:pt x="1171058" y="91616"/>
                </a:lnTo>
                <a:lnTo>
                  <a:pt x="1170695" y="91805"/>
                </a:lnTo>
                <a:lnTo>
                  <a:pt x="1170325" y="91982"/>
                </a:lnTo>
                <a:lnTo>
                  <a:pt x="1169948" y="92148"/>
                </a:lnTo>
                <a:lnTo>
                  <a:pt x="1169563" y="92303"/>
                </a:lnTo>
                <a:lnTo>
                  <a:pt x="1169170" y="92446"/>
                </a:lnTo>
                <a:lnTo>
                  <a:pt x="1168771" y="92578"/>
                </a:lnTo>
                <a:lnTo>
                  <a:pt x="1168364" y="92698"/>
                </a:lnTo>
                <a:lnTo>
                  <a:pt x="1167950" y="92807"/>
                </a:lnTo>
                <a:lnTo>
                  <a:pt x="1167528" y="92905"/>
                </a:lnTo>
                <a:lnTo>
                  <a:pt x="1167100" y="92991"/>
                </a:lnTo>
                <a:lnTo>
                  <a:pt x="1166664" y="93065"/>
                </a:lnTo>
                <a:lnTo>
                  <a:pt x="1166220" y="93128"/>
                </a:lnTo>
                <a:lnTo>
                  <a:pt x="1165770" y="93180"/>
                </a:lnTo>
                <a:lnTo>
                  <a:pt x="1165312" y="93220"/>
                </a:lnTo>
                <a:lnTo>
                  <a:pt x="1164846" y="93248"/>
                </a:lnTo>
                <a:lnTo>
                  <a:pt x="1164374" y="93266"/>
                </a:lnTo>
                <a:lnTo>
                  <a:pt x="1163894" y="93271"/>
                </a:lnTo>
                <a:lnTo>
                  <a:pt x="1163253" y="93262"/>
                </a:lnTo>
                <a:lnTo>
                  <a:pt x="1162622" y="93232"/>
                </a:lnTo>
                <a:lnTo>
                  <a:pt x="1162003" y="93183"/>
                </a:lnTo>
                <a:lnTo>
                  <a:pt x="1161395" y="93115"/>
                </a:lnTo>
                <a:lnTo>
                  <a:pt x="1160797" y="93027"/>
                </a:lnTo>
                <a:lnTo>
                  <a:pt x="1160211" y="92919"/>
                </a:lnTo>
                <a:lnTo>
                  <a:pt x="1159635" y="92792"/>
                </a:lnTo>
                <a:lnTo>
                  <a:pt x="1159071" y="92645"/>
                </a:lnTo>
                <a:lnTo>
                  <a:pt x="1158517" y="92478"/>
                </a:lnTo>
                <a:lnTo>
                  <a:pt x="1157975" y="92292"/>
                </a:lnTo>
                <a:lnTo>
                  <a:pt x="1157443" y="92087"/>
                </a:lnTo>
                <a:lnTo>
                  <a:pt x="1156922" y="91862"/>
                </a:lnTo>
                <a:lnTo>
                  <a:pt x="1156412" y="91617"/>
                </a:lnTo>
                <a:lnTo>
                  <a:pt x="1155914" y="91352"/>
                </a:lnTo>
                <a:lnTo>
                  <a:pt x="1155426" y="91069"/>
                </a:lnTo>
                <a:lnTo>
                  <a:pt x="1154949" y="90765"/>
                </a:lnTo>
                <a:lnTo>
                  <a:pt x="1154483" y="90442"/>
                </a:lnTo>
                <a:lnTo>
                  <a:pt x="1154028" y="90099"/>
                </a:lnTo>
                <a:lnTo>
                  <a:pt x="1153584" y="89737"/>
                </a:lnTo>
                <a:lnTo>
                  <a:pt x="1153151" y="89355"/>
                </a:lnTo>
                <a:lnTo>
                  <a:pt x="1152729" y="88954"/>
                </a:lnTo>
                <a:lnTo>
                  <a:pt x="1152317" y="88533"/>
                </a:lnTo>
                <a:lnTo>
                  <a:pt x="1151917" y="88092"/>
                </a:lnTo>
                <a:lnTo>
                  <a:pt x="1151528" y="87632"/>
                </a:lnTo>
                <a:lnTo>
                  <a:pt x="1151152" y="87148"/>
                </a:lnTo>
                <a:lnTo>
                  <a:pt x="1150792" y="86636"/>
                </a:lnTo>
                <a:lnTo>
                  <a:pt x="1150448" y="86097"/>
                </a:lnTo>
                <a:lnTo>
                  <a:pt x="1150121" y="85529"/>
                </a:lnTo>
                <a:lnTo>
                  <a:pt x="1149809" y="84933"/>
                </a:lnTo>
                <a:lnTo>
                  <a:pt x="1149513" y="84310"/>
                </a:lnTo>
                <a:lnTo>
                  <a:pt x="1149233" y="83659"/>
                </a:lnTo>
                <a:lnTo>
                  <a:pt x="1148969" y="82980"/>
                </a:lnTo>
                <a:lnTo>
                  <a:pt x="1148721" y="82273"/>
                </a:lnTo>
                <a:lnTo>
                  <a:pt x="1148489" y="81538"/>
                </a:lnTo>
                <a:lnTo>
                  <a:pt x="1148274" y="80775"/>
                </a:lnTo>
                <a:lnTo>
                  <a:pt x="1148074" y="79984"/>
                </a:lnTo>
                <a:lnTo>
                  <a:pt x="1147890" y="79166"/>
                </a:lnTo>
                <a:lnTo>
                  <a:pt x="1147722" y="78320"/>
                </a:lnTo>
                <a:lnTo>
                  <a:pt x="1147570" y="77446"/>
                </a:lnTo>
                <a:lnTo>
                  <a:pt x="1147434" y="76543"/>
                </a:lnTo>
                <a:lnTo>
                  <a:pt x="1147314" y="75614"/>
                </a:lnTo>
                <a:lnTo>
                  <a:pt x="1147210" y="74656"/>
                </a:lnTo>
                <a:lnTo>
                  <a:pt x="1147122" y="73670"/>
                </a:lnTo>
                <a:lnTo>
                  <a:pt x="1147050" y="72657"/>
                </a:lnTo>
                <a:lnTo>
                  <a:pt x="1146994" y="71615"/>
                </a:lnTo>
                <a:lnTo>
                  <a:pt x="1146954" y="70546"/>
                </a:lnTo>
                <a:lnTo>
                  <a:pt x="1146930" y="69449"/>
                </a:lnTo>
                <a:lnTo>
                  <a:pt x="1146922" y="68324"/>
                </a:lnTo>
                <a:lnTo>
                  <a:pt x="1146930" y="67312"/>
                </a:lnTo>
                <a:lnTo>
                  <a:pt x="1146954" y="66324"/>
                </a:lnTo>
                <a:lnTo>
                  <a:pt x="1146993" y="65361"/>
                </a:lnTo>
                <a:lnTo>
                  <a:pt x="1147048" y="64423"/>
                </a:lnTo>
                <a:lnTo>
                  <a:pt x="1147119" y="63508"/>
                </a:lnTo>
                <a:lnTo>
                  <a:pt x="1147206" y="62619"/>
                </a:lnTo>
                <a:lnTo>
                  <a:pt x="1147308" y="61754"/>
                </a:lnTo>
                <a:lnTo>
                  <a:pt x="1147426" y="60913"/>
                </a:lnTo>
                <a:lnTo>
                  <a:pt x="1147560" y="60097"/>
                </a:lnTo>
                <a:lnTo>
                  <a:pt x="1147709" y="59305"/>
                </a:lnTo>
                <a:lnTo>
                  <a:pt x="1147875" y="58538"/>
                </a:lnTo>
                <a:lnTo>
                  <a:pt x="1148056" y="57795"/>
                </a:lnTo>
                <a:lnTo>
                  <a:pt x="1148252" y="57076"/>
                </a:lnTo>
                <a:lnTo>
                  <a:pt x="1148465" y="56383"/>
                </a:lnTo>
                <a:lnTo>
                  <a:pt x="1148693" y="55713"/>
                </a:lnTo>
                <a:lnTo>
                  <a:pt x="1148937" y="55068"/>
                </a:lnTo>
                <a:lnTo>
                  <a:pt x="1149197" y="54448"/>
                </a:lnTo>
                <a:lnTo>
                  <a:pt x="1149472" y="53852"/>
                </a:lnTo>
                <a:lnTo>
                  <a:pt x="1149763" y="53280"/>
                </a:lnTo>
                <a:lnTo>
                  <a:pt x="1150070" y="52733"/>
                </a:lnTo>
                <a:lnTo>
                  <a:pt x="1150393" y="52211"/>
                </a:lnTo>
                <a:lnTo>
                  <a:pt x="1150731" y="51713"/>
                </a:lnTo>
                <a:lnTo>
                  <a:pt x="1151085" y="51239"/>
                </a:lnTo>
                <a:lnTo>
                  <a:pt x="1151455" y="50790"/>
                </a:lnTo>
                <a:lnTo>
                  <a:pt x="1151838" y="50362"/>
                </a:lnTo>
                <a:lnTo>
                  <a:pt x="1152232" y="49953"/>
                </a:lnTo>
                <a:lnTo>
                  <a:pt x="1152637" y="49561"/>
                </a:lnTo>
                <a:lnTo>
                  <a:pt x="1153052" y="49188"/>
                </a:lnTo>
                <a:lnTo>
                  <a:pt x="1153478" y="48833"/>
                </a:lnTo>
                <a:lnTo>
                  <a:pt x="1153914" y="48497"/>
                </a:lnTo>
                <a:lnTo>
                  <a:pt x="1154362" y="48178"/>
                </a:lnTo>
                <a:lnTo>
                  <a:pt x="1154820" y="47878"/>
                </a:lnTo>
                <a:lnTo>
                  <a:pt x="1155289" y="47596"/>
                </a:lnTo>
                <a:lnTo>
                  <a:pt x="1155768" y="47332"/>
                </a:lnTo>
                <a:lnTo>
                  <a:pt x="1156258" y="47086"/>
                </a:lnTo>
                <a:lnTo>
                  <a:pt x="1156759" y="46858"/>
                </a:lnTo>
                <a:lnTo>
                  <a:pt x="1157271" y="46649"/>
                </a:lnTo>
                <a:lnTo>
                  <a:pt x="1157793" y="46458"/>
                </a:lnTo>
                <a:lnTo>
                  <a:pt x="1158326" y="46285"/>
                </a:lnTo>
                <a:lnTo>
                  <a:pt x="1158869" y="46130"/>
                </a:lnTo>
                <a:lnTo>
                  <a:pt x="1159424" y="45994"/>
                </a:lnTo>
                <a:lnTo>
                  <a:pt x="1159989" y="45875"/>
                </a:lnTo>
                <a:lnTo>
                  <a:pt x="1160564" y="45775"/>
                </a:lnTo>
                <a:lnTo>
                  <a:pt x="1161151" y="45693"/>
                </a:lnTo>
                <a:lnTo>
                  <a:pt x="1161748" y="45630"/>
                </a:lnTo>
                <a:lnTo>
                  <a:pt x="1162356" y="45584"/>
                </a:lnTo>
                <a:lnTo>
                  <a:pt x="1162975" y="45557"/>
                </a:lnTo>
                <a:lnTo>
                  <a:pt x="1163604" y="45548"/>
                </a:lnTo>
                <a:lnTo>
                  <a:pt x="1164078" y="45553"/>
                </a:lnTo>
                <a:lnTo>
                  <a:pt x="1164544" y="45569"/>
                </a:lnTo>
                <a:lnTo>
                  <a:pt x="1165003" y="45595"/>
                </a:lnTo>
                <a:lnTo>
                  <a:pt x="1165454" y="45632"/>
                </a:lnTo>
                <a:lnTo>
                  <a:pt x="1165898" y="45679"/>
                </a:lnTo>
                <a:lnTo>
                  <a:pt x="1166335" y="45737"/>
                </a:lnTo>
                <a:lnTo>
                  <a:pt x="1166764" y="45805"/>
                </a:lnTo>
                <a:lnTo>
                  <a:pt x="1167186" y="45884"/>
                </a:lnTo>
                <a:lnTo>
                  <a:pt x="1167600" y="45974"/>
                </a:lnTo>
                <a:lnTo>
                  <a:pt x="1168007" y="46073"/>
                </a:lnTo>
                <a:lnTo>
                  <a:pt x="1168407" y="46184"/>
                </a:lnTo>
                <a:lnTo>
                  <a:pt x="1168799" y="46305"/>
                </a:lnTo>
                <a:lnTo>
                  <a:pt x="1169183" y="46436"/>
                </a:lnTo>
                <a:lnTo>
                  <a:pt x="1169560" y="46578"/>
                </a:lnTo>
                <a:lnTo>
                  <a:pt x="1169930" y="46731"/>
                </a:lnTo>
                <a:lnTo>
                  <a:pt x="1170293" y="46894"/>
                </a:lnTo>
                <a:lnTo>
                  <a:pt x="1170647" y="47067"/>
                </a:lnTo>
                <a:lnTo>
                  <a:pt x="1170995" y="47251"/>
                </a:lnTo>
                <a:lnTo>
                  <a:pt x="1171335" y="47446"/>
                </a:lnTo>
                <a:lnTo>
                  <a:pt x="1171668" y="47651"/>
                </a:lnTo>
                <a:lnTo>
                  <a:pt x="1171993" y="47866"/>
                </a:lnTo>
                <a:lnTo>
                  <a:pt x="1172310" y="48092"/>
                </a:lnTo>
                <a:lnTo>
                  <a:pt x="1172621" y="48329"/>
                </a:lnTo>
                <a:lnTo>
                  <a:pt x="1172924" y="48576"/>
                </a:lnTo>
                <a:lnTo>
                  <a:pt x="1173218" y="48833"/>
                </a:lnTo>
                <a:lnTo>
                  <a:pt x="1173504" y="49101"/>
                </a:lnTo>
                <a:lnTo>
                  <a:pt x="1173781" y="49379"/>
                </a:lnTo>
                <a:lnTo>
                  <a:pt x="1174049" y="49667"/>
                </a:lnTo>
                <a:lnTo>
                  <a:pt x="1174308" y="49966"/>
                </a:lnTo>
                <a:lnTo>
                  <a:pt x="1174558" y="50275"/>
                </a:lnTo>
                <a:lnTo>
                  <a:pt x="1174799" y="50594"/>
                </a:lnTo>
                <a:lnTo>
                  <a:pt x="1175031" y="50923"/>
                </a:lnTo>
                <a:lnTo>
                  <a:pt x="1175254" y="51262"/>
                </a:lnTo>
                <a:lnTo>
                  <a:pt x="1175468" y="51612"/>
                </a:lnTo>
                <a:lnTo>
                  <a:pt x="1175674" y="51972"/>
                </a:lnTo>
                <a:lnTo>
                  <a:pt x="1175870" y="52343"/>
                </a:lnTo>
                <a:lnTo>
                  <a:pt x="1176058" y="52723"/>
                </a:lnTo>
                <a:lnTo>
                  <a:pt x="1176236" y="53114"/>
                </a:lnTo>
                <a:lnTo>
                  <a:pt x="1176406" y="53515"/>
                </a:lnTo>
                <a:lnTo>
                  <a:pt x="1176566" y="53927"/>
                </a:lnTo>
                <a:lnTo>
                  <a:pt x="1176718" y="54348"/>
                </a:lnTo>
                <a:lnTo>
                  <a:pt x="1176861" y="54780"/>
                </a:lnTo>
                <a:lnTo>
                  <a:pt x="1176994" y="55223"/>
                </a:lnTo>
                <a:lnTo>
                  <a:pt x="1177119" y="55675"/>
                </a:lnTo>
                <a:lnTo>
                  <a:pt x="1177235" y="56138"/>
                </a:lnTo>
                <a:lnTo>
                  <a:pt x="1177342" y="56611"/>
                </a:lnTo>
                <a:lnTo>
                  <a:pt x="1177440" y="57094"/>
                </a:lnTo>
                <a:lnTo>
                  <a:pt x="1177529" y="57587"/>
                </a:lnTo>
                <a:lnTo>
                  <a:pt x="1197620" y="53961"/>
                </a:lnTo>
                <a:lnTo>
                  <a:pt x="1197309" y="52939"/>
                </a:lnTo>
                <a:lnTo>
                  <a:pt x="1196983" y="51938"/>
                </a:lnTo>
                <a:lnTo>
                  <a:pt x="1196640" y="50960"/>
                </a:lnTo>
                <a:lnTo>
                  <a:pt x="1196281" y="50003"/>
                </a:lnTo>
                <a:close/>
                <a:moveTo>
                  <a:pt x="1228938" y="53239"/>
                </a:moveTo>
                <a:lnTo>
                  <a:pt x="1229113" y="52833"/>
                </a:lnTo>
                <a:lnTo>
                  <a:pt x="1229292" y="52439"/>
                </a:lnTo>
                <a:lnTo>
                  <a:pt x="1229476" y="52056"/>
                </a:lnTo>
                <a:lnTo>
                  <a:pt x="1229663" y="51685"/>
                </a:lnTo>
                <a:lnTo>
                  <a:pt x="1229854" y="51325"/>
                </a:lnTo>
                <a:lnTo>
                  <a:pt x="1230050" y="50977"/>
                </a:lnTo>
                <a:lnTo>
                  <a:pt x="1230249" y="50640"/>
                </a:lnTo>
                <a:lnTo>
                  <a:pt x="1230453" y="50314"/>
                </a:lnTo>
                <a:lnTo>
                  <a:pt x="1230660" y="50000"/>
                </a:lnTo>
                <a:lnTo>
                  <a:pt x="1230872" y="49698"/>
                </a:lnTo>
                <a:lnTo>
                  <a:pt x="1231087" y="49406"/>
                </a:lnTo>
                <a:lnTo>
                  <a:pt x="1231307" y="49127"/>
                </a:lnTo>
                <a:lnTo>
                  <a:pt x="1231531" y="48859"/>
                </a:lnTo>
                <a:lnTo>
                  <a:pt x="1231758" y="48602"/>
                </a:lnTo>
                <a:lnTo>
                  <a:pt x="1231990" y="48357"/>
                </a:lnTo>
                <a:lnTo>
                  <a:pt x="1232226" y="48123"/>
                </a:lnTo>
                <a:lnTo>
                  <a:pt x="1232465" y="47900"/>
                </a:lnTo>
                <a:lnTo>
                  <a:pt x="1232709" y="47689"/>
                </a:lnTo>
                <a:lnTo>
                  <a:pt x="1232957" y="47490"/>
                </a:lnTo>
                <a:lnTo>
                  <a:pt x="1233209" y="47302"/>
                </a:lnTo>
                <a:lnTo>
                  <a:pt x="1233467" y="47123"/>
                </a:lnTo>
                <a:lnTo>
                  <a:pt x="1233733" y="46952"/>
                </a:lnTo>
                <a:lnTo>
                  <a:pt x="1234008" y="46789"/>
                </a:lnTo>
                <a:lnTo>
                  <a:pt x="1234291" y="46633"/>
                </a:lnTo>
                <a:lnTo>
                  <a:pt x="1234582" y="46485"/>
                </a:lnTo>
                <a:lnTo>
                  <a:pt x="1234881" y="46344"/>
                </a:lnTo>
                <a:lnTo>
                  <a:pt x="1235189" y="46211"/>
                </a:lnTo>
                <a:lnTo>
                  <a:pt x="1235505" y="46086"/>
                </a:lnTo>
                <a:lnTo>
                  <a:pt x="1235830" y="45968"/>
                </a:lnTo>
                <a:lnTo>
                  <a:pt x="1236163" y="45858"/>
                </a:lnTo>
                <a:lnTo>
                  <a:pt x="1236504" y="45755"/>
                </a:lnTo>
                <a:lnTo>
                  <a:pt x="1236853" y="45660"/>
                </a:lnTo>
                <a:lnTo>
                  <a:pt x="1237211" y="45573"/>
                </a:lnTo>
                <a:lnTo>
                  <a:pt x="1237577" y="45493"/>
                </a:lnTo>
                <a:lnTo>
                  <a:pt x="1237951" y="45420"/>
                </a:lnTo>
                <a:lnTo>
                  <a:pt x="1238334" y="45356"/>
                </a:lnTo>
                <a:lnTo>
                  <a:pt x="1238725" y="45299"/>
                </a:lnTo>
                <a:lnTo>
                  <a:pt x="1239124" y="45249"/>
                </a:lnTo>
                <a:lnTo>
                  <a:pt x="1239532" y="45208"/>
                </a:lnTo>
                <a:lnTo>
                  <a:pt x="1239948" y="45173"/>
                </a:lnTo>
                <a:lnTo>
                  <a:pt x="1240372" y="45147"/>
                </a:lnTo>
                <a:lnTo>
                  <a:pt x="1240805" y="45128"/>
                </a:lnTo>
                <a:lnTo>
                  <a:pt x="1241245" y="45116"/>
                </a:lnTo>
                <a:lnTo>
                  <a:pt x="1241695" y="45113"/>
                </a:lnTo>
                <a:lnTo>
                  <a:pt x="1242356" y="45117"/>
                </a:lnTo>
                <a:lnTo>
                  <a:pt x="1243001" y="45130"/>
                </a:lnTo>
                <a:lnTo>
                  <a:pt x="1243627" y="45152"/>
                </a:lnTo>
                <a:lnTo>
                  <a:pt x="1244235" y="45183"/>
                </a:lnTo>
                <a:lnTo>
                  <a:pt x="1244825" y="45222"/>
                </a:lnTo>
                <a:lnTo>
                  <a:pt x="1245398" y="45271"/>
                </a:lnTo>
                <a:lnTo>
                  <a:pt x="1245953" y="45328"/>
                </a:lnTo>
                <a:lnTo>
                  <a:pt x="1246489" y="45394"/>
                </a:lnTo>
                <a:lnTo>
                  <a:pt x="1247008" y="45469"/>
                </a:lnTo>
                <a:lnTo>
                  <a:pt x="1247509" y="45552"/>
                </a:lnTo>
                <a:lnTo>
                  <a:pt x="1247993" y="45644"/>
                </a:lnTo>
                <a:lnTo>
                  <a:pt x="1248458" y="45745"/>
                </a:lnTo>
                <a:lnTo>
                  <a:pt x="1248905" y="45855"/>
                </a:lnTo>
                <a:lnTo>
                  <a:pt x="1249335" y="45974"/>
                </a:lnTo>
                <a:lnTo>
                  <a:pt x="1249746" y="46102"/>
                </a:lnTo>
                <a:lnTo>
                  <a:pt x="1250140" y="46238"/>
                </a:lnTo>
                <a:lnTo>
                  <a:pt x="1250516" y="46383"/>
                </a:lnTo>
                <a:lnTo>
                  <a:pt x="1250874" y="46537"/>
                </a:lnTo>
                <a:lnTo>
                  <a:pt x="1251214" y="46699"/>
                </a:lnTo>
                <a:lnTo>
                  <a:pt x="1251536" y="46871"/>
                </a:lnTo>
                <a:lnTo>
                  <a:pt x="1251841" y="47051"/>
                </a:lnTo>
                <a:lnTo>
                  <a:pt x="1252127" y="47240"/>
                </a:lnTo>
                <a:lnTo>
                  <a:pt x="1252396" y="47438"/>
                </a:lnTo>
                <a:lnTo>
                  <a:pt x="1252646" y="47644"/>
                </a:lnTo>
                <a:lnTo>
                  <a:pt x="1252883" y="47861"/>
                </a:lnTo>
                <a:lnTo>
                  <a:pt x="1253110" y="48090"/>
                </a:lnTo>
                <a:lnTo>
                  <a:pt x="1253326" y="48330"/>
                </a:lnTo>
                <a:lnTo>
                  <a:pt x="1253533" y="48582"/>
                </a:lnTo>
                <a:lnTo>
                  <a:pt x="1253729" y="48846"/>
                </a:lnTo>
                <a:lnTo>
                  <a:pt x="1253916" y="49122"/>
                </a:lnTo>
                <a:lnTo>
                  <a:pt x="1254092" y="49410"/>
                </a:lnTo>
                <a:lnTo>
                  <a:pt x="1254258" y="49710"/>
                </a:lnTo>
                <a:lnTo>
                  <a:pt x="1254414" y="50021"/>
                </a:lnTo>
                <a:lnTo>
                  <a:pt x="1254560" y="50344"/>
                </a:lnTo>
                <a:lnTo>
                  <a:pt x="1254696" y="50679"/>
                </a:lnTo>
                <a:lnTo>
                  <a:pt x="1254822" y="51026"/>
                </a:lnTo>
                <a:lnTo>
                  <a:pt x="1254938" y="51385"/>
                </a:lnTo>
                <a:lnTo>
                  <a:pt x="1255044" y="51756"/>
                </a:lnTo>
                <a:lnTo>
                  <a:pt x="1255139" y="52138"/>
                </a:lnTo>
                <a:lnTo>
                  <a:pt x="1255225" y="52533"/>
                </a:lnTo>
                <a:lnTo>
                  <a:pt x="1255301" y="52939"/>
                </a:lnTo>
                <a:lnTo>
                  <a:pt x="1255366" y="53357"/>
                </a:lnTo>
                <a:lnTo>
                  <a:pt x="1255422" y="53787"/>
                </a:lnTo>
                <a:lnTo>
                  <a:pt x="1255467" y="54229"/>
                </a:lnTo>
                <a:lnTo>
                  <a:pt x="1255502" y="54682"/>
                </a:lnTo>
                <a:lnTo>
                  <a:pt x="1255527" y="55148"/>
                </a:lnTo>
                <a:lnTo>
                  <a:pt x="1255542" y="55625"/>
                </a:lnTo>
                <a:lnTo>
                  <a:pt x="1255547" y="56114"/>
                </a:lnTo>
                <a:lnTo>
                  <a:pt x="1255547" y="58168"/>
                </a:lnTo>
                <a:lnTo>
                  <a:pt x="1255073" y="58361"/>
                </a:lnTo>
                <a:lnTo>
                  <a:pt x="1254568" y="58555"/>
                </a:lnTo>
                <a:lnTo>
                  <a:pt x="1254032" y="58751"/>
                </a:lnTo>
                <a:lnTo>
                  <a:pt x="1253466" y="58948"/>
                </a:lnTo>
                <a:lnTo>
                  <a:pt x="1252870" y="59147"/>
                </a:lnTo>
                <a:lnTo>
                  <a:pt x="1252243" y="59346"/>
                </a:lnTo>
                <a:lnTo>
                  <a:pt x="1251585" y="59547"/>
                </a:lnTo>
                <a:lnTo>
                  <a:pt x="1250898" y="59749"/>
                </a:lnTo>
                <a:lnTo>
                  <a:pt x="1250179" y="59952"/>
                </a:lnTo>
                <a:lnTo>
                  <a:pt x="1249430" y="60157"/>
                </a:lnTo>
                <a:lnTo>
                  <a:pt x="1248651" y="60363"/>
                </a:lnTo>
                <a:lnTo>
                  <a:pt x="1247841" y="60570"/>
                </a:lnTo>
                <a:lnTo>
                  <a:pt x="1247001" y="60778"/>
                </a:lnTo>
                <a:lnTo>
                  <a:pt x="1246130" y="60987"/>
                </a:lnTo>
                <a:lnTo>
                  <a:pt x="1245229" y="61198"/>
                </a:lnTo>
                <a:lnTo>
                  <a:pt x="1244297" y="61410"/>
                </a:lnTo>
                <a:lnTo>
                  <a:pt x="1243335" y="61624"/>
                </a:lnTo>
                <a:lnTo>
                  <a:pt x="1242343" y="61838"/>
                </a:lnTo>
                <a:lnTo>
                  <a:pt x="1241320" y="62054"/>
                </a:lnTo>
                <a:lnTo>
                  <a:pt x="1240266" y="62271"/>
                </a:lnTo>
                <a:lnTo>
                  <a:pt x="1239182" y="62489"/>
                </a:lnTo>
                <a:lnTo>
                  <a:pt x="1238068" y="62709"/>
                </a:lnTo>
                <a:lnTo>
                  <a:pt x="1236923" y="62930"/>
                </a:lnTo>
                <a:lnTo>
                  <a:pt x="1235747" y="63152"/>
                </a:lnTo>
                <a:lnTo>
                  <a:pt x="1234873" y="63321"/>
                </a:lnTo>
                <a:lnTo>
                  <a:pt x="1234017" y="63493"/>
                </a:lnTo>
                <a:lnTo>
                  <a:pt x="1233178" y="63668"/>
                </a:lnTo>
                <a:lnTo>
                  <a:pt x="1232356" y="63845"/>
                </a:lnTo>
                <a:lnTo>
                  <a:pt x="1231551" y="64024"/>
                </a:lnTo>
                <a:lnTo>
                  <a:pt x="1230763" y="64205"/>
                </a:lnTo>
                <a:lnTo>
                  <a:pt x="1229993" y="64389"/>
                </a:lnTo>
                <a:lnTo>
                  <a:pt x="1229240" y="64576"/>
                </a:lnTo>
                <a:lnTo>
                  <a:pt x="1228504" y="64765"/>
                </a:lnTo>
                <a:lnTo>
                  <a:pt x="1227785" y="64956"/>
                </a:lnTo>
                <a:lnTo>
                  <a:pt x="1227084" y="65149"/>
                </a:lnTo>
                <a:lnTo>
                  <a:pt x="1226400" y="65345"/>
                </a:lnTo>
                <a:lnTo>
                  <a:pt x="1225733" y="65543"/>
                </a:lnTo>
                <a:lnTo>
                  <a:pt x="1225084" y="65744"/>
                </a:lnTo>
                <a:lnTo>
                  <a:pt x="1224452" y="65947"/>
                </a:lnTo>
                <a:lnTo>
                  <a:pt x="1223836" y="66153"/>
                </a:lnTo>
                <a:lnTo>
                  <a:pt x="1223239" y="66360"/>
                </a:lnTo>
                <a:lnTo>
                  <a:pt x="1222658" y="66571"/>
                </a:lnTo>
                <a:lnTo>
                  <a:pt x="1222095" y="66783"/>
                </a:lnTo>
                <a:lnTo>
                  <a:pt x="1221549" y="66998"/>
                </a:lnTo>
                <a:lnTo>
                  <a:pt x="1221020" y="67216"/>
                </a:lnTo>
                <a:lnTo>
                  <a:pt x="1220508" y="67435"/>
                </a:lnTo>
                <a:lnTo>
                  <a:pt x="1220014" y="67657"/>
                </a:lnTo>
                <a:lnTo>
                  <a:pt x="1219537" y="67882"/>
                </a:lnTo>
                <a:lnTo>
                  <a:pt x="1219073" y="68112"/>
                </a:lnTo>
                <a:lnTo>
                  <a:pt x="1218618" y="68350"/>
                </a:lnTo>
                <a:lnTo>
                  <a:pt x="1218171" y="68596"/>
                </a:lnTo>
                <a:lnTo>
                  <a:pt x="1217733" y="68851"/>
                </a:lnTo>
                <a:lnTo>
                  <a:pt x="1217304" y="69114"/>
                </a:lnTo>
                <a:lnTo>
                  <a:pt x="1216883" y="69385"/>
                </a:lnTo>
                <a:lnTo>
                  <a:pt x="1216471" y="69665"/>
                </a:lnTo>
                <a:lnTo>
                  <a:pt x="1216068" y="69952"/>
                </a:lnTo>
                <a:lnTo>
                  <a:pt x="1215673" y="70249"/>
                </a:lnTo>
                <a:lnTo>
                  <a:pt x="1215287" y="70553"/>
                </a:lnTo>
                <a:lnTo>
                  <a:pt x="1214910" y="70866"/>
                </a:lnTo>
                <a:lnTo>
                  <a:pt x="1214542" y="71186"/>
                </a:lnTo>
                <a:lnTo>
                  <a:pt x="1214182" y="71516"/>
                </a:lnTo>
                <a:lnTo>
                  <a:pt x="1213831" y="71853"/>
                </a:lnTo>
                <a:lnTo>
                  <a:pt x="1213488" y="72199"/>
                </a:lnTo>
                <a:lnTo>
                  <a:pt x="1213155" y="72553"/>
                </a:lnTo>
                <a:lnTo>
                  <a:pt x="1212830" y="72915"/>
                </a:lnTo>
                <a:lnTo>
                  <a:pt x="1212513" y="73286"/>
                </a:lnTo>
                <a:lnTo>
                  <a:pt x="1212206" y="73665"/>
                </a:lnTo>
                <a:lnTo>
                  <a:pt x="1211907" y="74052"/>
                </a:lnTo>
                <a:lnTo>
                  <a:pt x="1211616" y="74447"/>
                </a:lnTo>
                <a:lnTo>
                  <a:pt x="1211335" y="74851"/>
                </a:lnTo>
                <a:lnTo>
                  <a:pt x="1211062" y="75263"/>
                </a:lnTo>
                <a:lnTo>
                  <a:pt x="1210797" y="75683"/>
                </a:lnTo>
                <a:lnTo>
                  <a:pt x="1210543" y="76110"/>
                </a:lnTo>
                <a:lnTo>
                  <a:pt x="1210299" y="76541"/>
                </a:lnTo>
                <a:lnTo>
                  <a:pt x="1210067" y="76978"/>
                </a:lnTo>
                <a:lnTo>
                  <a:pt x="1209845" y="77419"/>
                </a:lnTo>
                <a:lnTo>
                  <a:pt x="1209633" y="77865"/>
                </a:lnTo>
                <a:lnTo>
                  <a:pt x="1209433" y="78317"/>
                </a:lnTo>
                <a:lnTo>
                  <a:pt x="1209244" y="78773"/>
                </a:lnTo>
                <a:lnTo>
                  <a:pt x="1209065" y="79234"/>
                </a:lnTo>
                <a:lnTo>
                  <a:pt x="1208897" y="79699"/>
                </a:lnTo>
                <a:lnTo>
                  <a:pt x="1208740" y="80170"/>
                </a:lnTo>
                <a:lnTo>
                  <a:pt x="1208594" y="80646"/>
                </a:lnTo>
                <a:lnTo>
                  <a:pt x="1208458" y="81126"/>
                </a:lnTo>
                <a:lnTo>
                  <a:pt x="1208334" y="81612"/>
                </a:lnTo>
                <a:lnTo>
                  <a:pt x="1208220" y="82102"/>
                </a:lnTo>
                <a:lnTo>
                  <a:pt x="1208117" y="82597"/>
                </a:lnTo>
                <a:lnTo>
                  <a:pt x="1208025" y="83097"/>
                </a:lnTo>
                <a:lnTo>
                  <a:pt x="1207944" y="83602"/>
                </a:lnTo>
                <a:lnTo>
                  <a:pt x="1207874" y="84112"/>
                </a:lnTo>
                <a:lnTo>
                  <a:pt x="1207814" y="84627"/>
                </a:lnTo>
                <a:lnTo>
                  <a:pt x="1207765" y="85147"/>
                </a:lnTo>
                <a:lnTo>
                  <a:pt x="1207728" y="85671"/>
                </a:lnTo>
                <a:lnTo>
                  <a:pt x="1207700" y="86201"/>
                </a:lnTo>
                <a:lnTo>
                  <a:pt x="1207684" y="86735"/>
                </a:lnTo>
                <a:lnTo>
                  <a:pt x="1207679" y="87274"/>
                </a:lnTo>
                <a:lnTo>
                  <a:pt x="1207691" y="88087"/>
                </a:lnTo>
                <a:lnTo>
                  <a:pt x="1207726" y="88888"/>
                </a:lnTo>
                <a:lnTo>
                  <a:pt x="1207786" y="89677"/>
                </a:lnTo>
                <a:lnTo>
                  <a:pt x="1207869" y="90454"/>
                </a:lnTo>
                <a:lnTo>
                  <a:pt x="1207976" y="91220"/>
                </a:lnTo>
                <a:lnTo>
                  <a:pt x="1208107" y="91973"/>
                </a:lnTo>
                <a:lnTo>
                  <a:pt x="1208262" y="92715"/>
                </a:lnTo>
                <a:lnTo>
                  <a:pt x="1208440" y="93446"/>
                </a:lnTo>
                <a:lnTo>
                  <a:pt x="1208643" y="94164"/>
                </a:lnTo>
                <a:lnTo>
                  <a:pt x="1208869" y="94871"/>
                </a:lnTo>
                <a:lnTo>
                  <a:pt x="1209119" y="95565"/>
                </a:lnTo>
                <a:lnTo>
                  <a:pt x="1209392" y="96248"/>
                </a:lnTo>
                <a:lnTo>
                  <a:pt x="1209690" y="96920"/>
                </a:lnTo>
                <a:lnTo>
                  <a:pt x="1210011" y="97579"/>
                </a:lnTo>
                <a:lnTo>
                  <a:pt x="1210356" y="98227"/>
                </a:lnTo>
                <a:lnTo>
                  <a:pt x="1210725" y="98863"/>
                </a:lnTo>
                <a:lnTo>
                  <a:pt x="1211118" y="99487"/>
                </a:lnTo>
                <a:lnTo>
                  <a:pt x="1211534" y="100099"/>
                </a:lnTo>
                <a:lnTo>
                  <a:pt x="1211974" y="100699"/>
                </a:lnTo>
                <a:lnTo>
                  <a:pt x="1212438" y="101288"/>
                </a:lnTo>
                <a:lnTo>
                  <a:pt x="1212926" y="101865"/>
                </a:lnTo>
                <a:lnTo>
                  <a:pt x="1213438" y="102430"/>
                </a:lnTo>
                <a:lnTo>
                  <a:pt x="1213973" y="102983"/>
                </a:lnTo>
                <a:lnTo>
                  <a:pt x="1214533" y="103525"/>
                </a:lnTo>
                <a:lnTo>
                  <a:pt x="1215113" y="104050"/>
                </a:lnTo>
                <a:lnTo>
                  <a:pt x="1215710" y="104552"/>
                </a:lnTo>
                <a:lnTo>
                  <a:pt x="1216325" y="105032"/>
                </a:lnTo>
                <a:lnTo>
                  <a:pt x="1216957" y="105489"/>
                </a:lnTo>
                <a:lnTo>
                  <a:pt x="1217607" y="105924"/>
                </a:lnTo>
                <a:lnTo>
                  <a:pt x="1218275" y="106337"/>
                </a:lnTo>
                <a:lnTo>
                  <a:pt x="1218960" y="106728"/>
                </a:lnTo>
                <a:lnTo>
                  <a:pt x="1219662" y="107096"/>
                </a:lnTo>
                <a:lnTo>
                  <a:pt x="1220382" y="107442"/>
                </a:lnTo>
                <a:lnTo>
                  <a:pt x="1221119" y="107766"/>
                </a:lnTo>
                <a:lnTo>
                  <a:pt x="1221874" y="108067"/>
                </a:lnTo>
                <a:lnTo>
                  <a:pt x="1222647" y="108346"/>
                </a:lnTo>
                <a:lnTo>
                  <a:pt x="1223437" y="108603"/>
                </a:lnTo>
                <a:lnTo>
                  <a:pt x="1224244" y="108837"/>
                </a:lnTo>
                <a:lnTo>
                  <a:pt x="1225069" y="109049"/>
                </a:lnTo>
                <a:lnTo>
                  <a:pt x="1225912" y="109239"/>
                </a:lnTo>
                <a:lnTo>
                  <a:pt x="1226772" y="109406"/>
                </a:lnTo>
                <a:lnTo>
                  <a:pt x="1227649" y="109551"/>
                </a:lnTo>
                <a:lnTo>
                  <a:pt x="1228544" y="109674"/>
                </a:lnTo>
                <a:lnTo>
                  <a:pt x="1229456" y="109774"/>
                </a:lnTo>
                <a:lnTo>
                  <a:pt x="1230386" y="109852"/>
                </a:lnTo>
                <a:lnTo>
                  <a:pt x="1231334" y="109908"/>
                </a:lnTo>
                <a:lnTo>
                  <a:pt x="1232299" y="109942"/>
                </a:lnTo>
                <a:lnTo>
                  <a:pt x="1233281" y="109953"/>
                </a:lnTo>
                <a:lnTo>
                  <a:pt x="1233842" y="109948"/>
                </a:lnTo>
                <a:lnTo>
                  <a:pt x="1234400" y="109935"/>
                </a:lnTo>
                <a:lnTo>
                  <a:pt x="1234955" y="109913"/>
                </a:lnTo>
                <a:lnTo>
                  <a:pt x="1235507" y="109882"/>
                </a:lnTo>
                <a:lnTo>
                  <a:pt x="1236057" y="109843"/>
                </a:lnTo>
                <a:lnTo>
                  <a:pt x="1236604" y="109794"/>
                </a:lnTo>
                <a:lnTo>
                  <a:pt x="1237148" y="109737"/>
                </a:lnTo>
                <a:lnTo>
                  <a:pt x="1237689" y="109671"/>
                </a:lnTo>
                <a:lnTo>
                  <a:pt x="1238228" y="109596"/>
                </a:lnTo>
                <a:lnTo>
                  <a:pt x="1238764" y="109512"/>
                </a:lnTo>
                <a:lnTo>
                  <a:pt x="1239297" y="109420"/>
                </a:lnTo>
                <a:lnTo>
                  <a:pt x="1239827" y="109318"/>
                </a:lnTo>
                <a:lnTo>
                  <a:pt x="1240354" y="109208"/>
                </a:lnTo>
                <a:lnTo>
                  <a:pt x="1240879" y="109089"/>
                </a:lnTo>
                <a:lnTo>
                  <a:pt x="1241401" y="108961"/>
                </a:lnTo>
                <a:lnTo>
                  <a:pt x="1241920" y="108825"/>
                </a:lnTo>
                <a:lnTo>
                  <a:pt x="1242437" y="108679"/>
                </a:lnTo>
                <a:lnTo>
                  <a:pt x="1242950" y="108525"/>
                </a:lnTo>
                <a:lnTo>
                  <a:pt x="1243461" y="108362"/>
                </a:lnTo>
                <a:lnTo>
                  <a:pt x="1243969" y="108190"/>
                </a:lnTo>
                <a:lnTo>
                  <a:pt x="1244474" y="108009"/>
                </a:lnTo>
                <a:lnTo>
                  <a:pt x="1244977" y="107820"/>
                </a:lnTo>
                <a:lnTo>
                  <a:pt x="1245477" y="107621"/>
                </a:lnTo>
                <a:lnTo>
                  <a:pt x="1245974" y="107414"/>
                </a:lnTo>
                <a:lnTo>
                  <a:pt x="1246468" y="107198"/>
                </a:lnTo>
                <a:lnTo>
                  <a:pt x="1246960" y="106974"/>
                </a:lnTo>
                <a:lnTo>
                  <a:pt x="1247449" y="106740"/>
                </a:lnTo>
                <a:lnTo>
                  <a:pt x="1247936" y="106498"/>
                </a:lnTo>
                <a:lnTo>
                  <a:pt x="1248420" y="106246"/>
                </a:lnTo>
                <a:lnTo>
                  <a:pt x="1248902" y="105986"/>
                </a:lnTo>
                <a:lnTo>
                  <a:pt x="1249381" y="105718"/>
                </a:lnTo>
                <a:lnTo>
                  <a:pt x="1249858" y="105440"/>
                </a:lnTo>
                <a:lnTo>
                  <a:pt x="1250332" y="105154"/>
                </a:lnTo>
                <a:lnTo>
                  <a:pt x="1250804" y="104858"/>
                </a:lnTo>
                <a:lnTo>
                  <a:pt x="1251273" y="104554"/>
                </a:lnTo>
                <a:lnTo>
                  <a:pt x="1251740" y="104241"/>
                </a:lnTo>
                <a:lnTo>
                  <a:pt x="1252204" y="103920"/>
                </a:lnTo>
                <a:lnTo>
                  <a:pt x="1252665" y="103589"/>
                </a:lnTo>
                <a:lnTo>
                  <a:pt x="1253125" y="103250"/>
                </a:lnTo>
                <a:lnTo>
                  <a:pt x="1253581" y="102901"/>
                </a:lnTo>
                <a:lnTo>
                  <a:pt x="1254035" y="102544"/>
                </a:lnTo>
                <a:lnTo>
                  <a:pt x="1254487" y="102179"/>
                </a:lnTo>
                <a:lnTo>
                  <a:pt x="1254936" y="101804"/>
                </a:lnTo>
                <a:lnTo>
                  <a:pt x="1255382" y="101421"/>
                </a:lnTo>
                <a:lnTo>
                  <a:pt x="1255826" y="101028"/>
                </a:lnTo>
                <a:lnTo>
                  <a:pt x="1256268" y="100627"/>
                </a:lnTo>
                <a:lnTo>
                  <a:pt x="1256707" y="100218"/>
                </a:lnTo>
                <a:lnTo>
                  <a:pt x="1257143" y="99799"/>
                </a:lnTo>
                <a:lnTo>
                  <a:pt x="1257162" y="99849"/>
                </a:lnTo>
                <a:lnTo>
                  <a:pt x="1257181" y="99904"/>
                </a:lnTo>
                <a:lnTo>
                  <a:pt x="1257202" y="99963"/>
                </a:lnTo>
                <a:lnTo>
                  <a:pt x="1257224" y="100027"/>
                </a:lnTo>
                <a:lnTo>
                  <a:pt x="1257246" y="100094"/>
                </a:lnTo>
                <a:lnTo>
                  <a:pt x="1257270" y="100166"/>
                </a:lnTo>
                <a:lnTo>
                  <a:pt x="1257295" y="100242"/>
                </a:lnTo>
                <a:lnTo>
                  <a:pt x="1257320" y="100323"/>
                </a:lnTo>
                <a:lnTo>
                  <a:pt x="1257347" y="100407"/>
                </a:lnTo>
                <a:lnTo>
                  <a:pt x="1257375" y="100496"/>
                </a:lnTo>
                <a:lnTo>
                  <a:pt x="1257403" y="100590"/>
                </a:lnTo>
                <a:lnTo>
                  <a:pt x="1257433" y="100687"/>
                </a:lnTo>
                <a:lnTo>
                  <a:pt x="1257464" y="100789"/>
                </a:lnTo>
                <a:lnTo>
                  <a:pt x="1257496" y="100895"/>
                </a:lnTo>
                <a:lnTo>
                  <a:pt x="1257528" y="101006"/>
                </a:lnTo>
                <a:lnTo>
                  <a:pt x="1257562" y="101121"/>
                </a:lnTo>
                <a:lnTo>
                  <a:pt x="1257597" y="101239"/>
                </a:lnTo>
                <a:lnTo>
                  <a:pt x="1257633" y="101363"/>
                </a:lnTo>
                <a:lnTo>
                  <a:pt x="1257669" y="101490"/>
                </a:lnTo>
                <a:lnTo>
                  <a:pt x="1257707" y="101622"/>
                </a:lnTo>
                <a:lnTo>
                  <a:pt x="1257746" y="101758"/>
                </a:lnTo>
                <a:lnTo>
                  <a:pt x="1257786" y="101899"/>
                </a:lnTo>
                <a:lnTo>
                  <a:pt x="1257827" y="102043"/>
                </a:lnTo>
                <a:lnTo>
                  <a:pt x="1257868" y="102192"/>
                </a:lnTo>
                <a:lnTo>
                  <a:pt x="1257964" y="102521"/>
                </a:lnTo>
                <a:lnTo>
                  <a:pt x="1258059" y="102844"/>
                </a:lnTo>
                <a:lnTo>
                  <a:pt x="1258153" y="103159"/>
                </a:lnTo>
                <a:lnTo>
                  <a:pt x="1258245" y="103468"/>
                </a:lnTo>
                <a:lnTo>
                  <a:pt x="1258336" y="103769"/>
                </a:lnTo>
                <a:lnTo>
                  <a:pt x="1258426" y="104064"/>
                </a:lnTo>
                <a:lnTo>
                  <a:pt x="1258514" y="104353"/>
                </a:lnTo>
                <a:lnTo>
                  <a:pt x="1258602" y="104634"/>
                </a:lnTo>
                <a:lnTo>
                  <a:pt x="1258688" y="104909"/>
                </a:lnTo>
                <a:lnTo>
                  <a:pt x="1258772" y="105177"/>
                </a:lnTo>
                <a:lnTo>
                  <a:pt x="1258856" y="105438"/>
                </a:lnTo>
                <a:lnTo>
                  <a:pt x="1258938" y="105692"/>
                </a:lnTo>
                <a:lnTo>
                  <a:pt x="1259019" y="105939"/>
                </a:lnTo>
                <a:lnTo>
                  <a:pt x="1259099" y="106180"/>
                </a:lnTo>
                <a:lnTo>
                  <a:pt x="1259177" y="106414"/>
                </a:lnTo>
                <a:lnTo>
                  <a:pt x="1259254" y="106641"/>
                </a:lnTo>
                <a:lnTo>
                  <a:pt x="1259330" y="106861"/>
                </a:lnTo>
                <a:lnTo>
                  <a:pt x="1259405" y="107074"/>
                </a:lnTo>
                <a:lnTo>
                  <a:pt x="1259478" y="107281"/>
                </a:lnTo>
                <a:lnTo>
                  <a:pt x="1259551" y="107481"/>
                </a:lnTo>
                <a:lnTo>
                  <a:pt x="1259621" y="107674"/>
                </a:lnTo>
                <a:lnTo>
                  <a:pt x="1259691" y="107860"/>
                </a:lnTo>
                <a:lnTo>
                  <a:pt x="1259759" y="108040"/>
                </a:lnTo>
                <a:lnTo>
                  <a:pt x="1259827" y="108212"/>
                </a:lnTo>
                <a:lnTo>
                  <a:pt x="1279989" y="108212"/>
                </a:lnTo>
                <a:lnTo>
                  <a:pt x="1279769" y="107754"/>
                </a:lnTo>
                <a:lnTo>
                  <a:pt x="1279554" y="107298"/>
                </a:lnTo>
                <a:lnTo>
                  <a:pt x="1279345" y="106845"/>
                </a:lnTo>
                <a:lnTo>
                  <a:pt x="1279142" y="106394"/>
                </a:lnTo>
                <a:lnTo>
                  <a:pt x="1278945" y="105945"/>
                </a:lnTo>
                <a:lnTo>
                  <a:pt x="1278754" y="105499"/>
                </a:lnTo>
                <a:lnTo>
                  <a:pt x="1278569" y="105055"/>
                </a:lnTo>
                <a:lnTo>
                  <a:pt x="1278390" y="104614"/>
                </a:lnTo>
                <a:lnTo>
                  <a:pt x="1278216" y="104175"/>
                </a:lnTo>
                <a:lnTo>
                  <a:pt x="1278049" y="103738"/>
                </a:lnTo>
                <a:lnTo>
                  <a:pt x="1277888" y="103304"/>
                </a:lnTo>
                <a:lnTo>
                  <a:pt x="1277732" y="102872"/>
                </a:lnTo>
                <a:lnTo>
                  <a:pt x="1277582" y="102443"/>
                </a:lnTo>
                <a:lnTo>
                  <a:pt x="1277439" y="102016"/>
                </a:lnTo>
                <a:lnTo>
                  <a:pt x="1277301" y="101591"/>
                </a:lnTo>
                <a:lnTo>
                  <a:pt x="1277169" y="101169"/>
                </a:lnTo>
                <a:lnTo>
                  <a:pt x="1277043" y="100749"/>
                </a:lnTo>
                <a:lnTo>
                  <a:pt x="1276923" y="100332"/>
                </a:lnTo>
                <a:lnTo>
                  <a:pt x="1276809" y="99916"/>
                </a:lnTo>
                <a:lnTo>
                  <a:pt x="1276701" y="99504"/>
                </a:lnTo>
                <a:lnTo>
                  <a:pt x="1276598" y="99093"/>
                </a:lnTo>
                <a:lnTo>
                  <a:pt x="1276502" y="98686"/>
                </a:lnTo>
                <a:lnTo>
                  <a:pt x="1276411" y="98280"/>
                </a:lnTo>
                <a:lnTo>
                  <a:pt x="1276327" y="97877"/>
                </a:lnTo>
                <a:lnTo>
                  <a:pt x="1276247" y="97466"/>
                </a:lnTo>
                <a:lnTo>
                  <a:pt x="1276170" y="97036"/>
                </a:lnTo>
                <a:lnTo>
                  <a:pt x="1276097" y="96588"/>
                </a:lnTo>
                <a:lnTo>
                  <a:pt x="1276028" y="96121"/>
                </a:lnTo>
                <a:lnTo>
                  <a:pt x="1275961" y="95636"/>
                </a:lnTo>
                <a:lnTo>
                  <a:pt x="1275898" y="95132"/>
                </a:lnTo>
                <a:lnTo>
                  <a:pt x="1275839" y="94610"/>
                </a:lnTo>
                <a:lnTo>
                  <a:pt x="1275783" y="94069"/>
                </a:lnTo>
                <a:lnTo>
                  <a:pt x="1275730" y="93510"/>
                </a:lnTo>
                <a:lnTo>
                  <a:pt x="1275681" y="92932"/>
                </a:lnTo>
                <a:lnTo>
                  <a:pt x="1275635" y="92336"/>
                </a:lnTo>
                <a:lnTo>
                  <a:pt x="1275592" y="91721"/>
                </a:lnTo>
                <a:lnTo>
                  <a:pt x="1275553" y="91088"/>
                </a:lnTo>
                <a:lnTo>
                  <a:pt x="1275518" y="90436"/>
                </a:lnTo>
                <a:lnTo>
                  <a:pt x="1275485" y="89766"/>
                </a:lnTo>
                <a:lnTo>
                  <a:pt x="1275456" y="89077"/>
                </a:lnTo>
                <a:lnTo>
                  <a:pt x="1275431" y="88369"/>
                </a:lnTo>
                <a:lnTo>
                  <a:pt x="1275409" y="87644"/>
                </a:lnTo>
                <a:lnTo>
                  <a:pt x="1275390" y="86899"/>
                </a:lnTo>
                <a:lnTo>
                  <a:pt x="1275375" y="86136"/>
                </a:lnTo>
                <a:lnTo>
                  <a:pt x="1275363" y="85355"/>
                </a:lnTo>
                <a:lnTo>
                  <a:pt x="1275354" y="84555"/>
                </a:lnTo>
                <a:lnTo>
                  <a:pt x="1275349" y="83737"/>
                </a:lnTo>
                <a:lnTo>
                  <a:pt x="1275348" y="82900"/>
                </a:lnTo>
                <a:lnTo>
                  <a:pt x="1275565" y="59111"/>
                </a:lnTo>
                <a:lnTo>
                  <a:pt x="1275561" y="58019"/>
                </a:lnTo>
                <a:lnTo>
                  <a:pt x="1275546" y="56956"/>
                </a:lnTo>
                <a:lnTo>
                  <a:pt x="1275523" y="55922"/>
                </a:lnTo>
                <a:lnTo>
                  <a:pt x="1275490" y="54917"/>
                </a:lnTo>
                <a:lnTo>
                  <a:pt x="1275447" y="53941"/>
                </a:lnTo>
                <a:lnTo>
                  <a:pt x="1275395" y="52993"/>
                </a:lnTo>
                <a:lnTo>
                  <a:pt x="1275334" y="52075"/>
                </a:lnTo>
                <a:lnTo>
                  <a:pt x="1275263" y="51185"/>
                </a:lnTo>
                <a:lnTo>
                  <a:pt x="1275183" y="50324"/>
                </a:lnTo>
                <a:lnTo>
                  <a:pt x="1275093" y="49492"/>
                </a:lnTo>
                <a:lnTo>
                  <a:pt x="1274994" y="48688"/>
                </a:lnTo>
                <a:lnTo>
                  <a:pt x="1274885" y="47914"/>
                </a:lnTo>
                <a:lnTo>
                  <a:pt x="1274767" y="47168"/>
                </a:lnTo>
                <a:lnTo>
                  <a:pt x="1274640" y="46452"/>
                </a:lnTo>
                <a:lnTo>
                  <a:pt x="1274503" y="45764"/>
                </a:lnTo>
                <a:lnTo>
                  <a:pt x="1274356" y="45105"/>
                </a:lnTo>
                <a:lnTo>
                  <a:pt x="1274201" y="44474"/>
                </a:lnTo>
                <a:lnTo>
                  <a:pt x="1274035" y="43873"/>
                </a:lnTo>
                <a:lnTo>
                  <a:pt x="1273861" y="43300"/>
                </a:lnTo>
                <a:lnTo>
                  <a:pt x="1273676" y="42756"/>
                </a:lnTo>
                <a:lnTo>
                  <a:pt x="1273483" y="42241"/>
                </a:lnTo>
                <a:lnTo>
                  <a:pt x="1273280" y="41755"/>
                </a:lnTo>
                <a:lnTo>
                  <a:pt x="1273067" y="41298"/>
                </a:lnTo>
                <a:lnTo>
                  <a:pt x="1272845" y="40870"/>
                </a:lnTo>
                <a:lnTo>
                  <a:pt x="1272612" y="40459"/>
                </a:lnTo>
                <a:lnTo>
                  <a:pt x="1272365" y="40054"/>
                </a:lnTo>
                <a:lnTo>
                  <a:pt x="1272104" y="39655"/>
                </a:lnTo>
                <a:lnTo>
                  <a:pt x="1271829" y="39262"/>
                </a:lnTo>
                <a:lnTo>
                  <a:pt x="1271541" y="38875"/>
                </a:lnTo>
                <a:lnTo>
                  <a:pt x="1271238" y="38494"/>
                </a:lnTo>
                <a:lnTo>
                  <a:pt x="1270923" y="38120"/>
                </a:lnTo>
                <a:lnTo>
                  <a:pt x="1270593" y="37751"/>
                </a:lnTo>
                <a:lnTo>
                  <a:pt x="1270250" y="37388"/>
                </a:lnTo>
                <a:lnTo>
                  <a:pt x="1269893" y="37032"/>
                </a:lnTo>
                <a:lnTo>
                  <a:pt x="1269522" y="36681"/>
                </a:lnTo>
                <a:lnTo>
                  <a:pt x="1269137" y="36337"/>
                </a:lnTo>
                <a:lnTo>
                  <a:pt x="1268739" y="35998"/>
                </a:lnTo>
                <a:lnTo>
                  <a:pt x="1268327" y="35666"/>
                </a:lnTo>
                <a:lnTo>
                  <a:pt x="1267902" y="35339"/>
                </a:lnTo>
                <a:lnTo>
                  <a:pt x="1267462" y="35019"/>
                </a:lnTo>
                <a:lnTo>
                  <a:pt x="1267009" y="34705"/>
                </a:lnTo>
                <a:lnTo>
                  <a:pt x="1266542" y="34397"/>
                </a:lnTo>
                <a:lnTo>
                  <a:pt x="1266062" y="34094"/>
                </a:lnTo>
                <a:lnTo>
                  <a:pt x="1265567" y="33798"/>
                </a:lnTo>
                <a:lnTo>
                  <a:pt x="1265059" y="33508"/>
                </a:lnTo>
                <a:lnTo>
                  <a:pt x="1264538" y="33224"/>
                </a:lnTo>
                <a:lnTo>
                  <a:pt x="1264002" y="32946"/>
                </a:lnTo>
                <a:lnTo>
                  <a:pt x="1263453" y="32674"/>
                </a:lnTo>
                <a:lnTo>
                  <a:pt x="1262885" y="32411"/>
                </a:lnTo>
                <a:lnTo>
                  <a:pt x="1262293" y="32158"/>
                </a:lnTo>
                <a:lnTo>
                  <a:pt x="1261676" y="31918"/>
                </a:lnTo>
                <a:lnTo>
                  <a:pt x="1261035" y="31688"/>
                </a:lnTo>
                <a:lnTo>
                  <a:pt x="1260371" y="31469"/>
                </a:lnTo>
                <a:lnTo>
                  <a:pt x="1259682" y="31262"/>
                </a:lnTo>
                <a:lnTo>
                  <a:pt x="1258968" y="31066"/>
                </a:lnTo>
                <a:lnTo>
                  <a:pt x="1258231" y="30881"/>
                </a:lnTo>
                <a:lnTo>
                  <a:pt x="1257469" y="30707"/>
                </a:lnTo>
                <a:lnTo>
                  <a:pt x="1256684" y="30545"/>
                </a:lnTo>
                <a:lnTo>
                  <a:pt x="1255874" y="30393"/>
                </a:lnTo>
                <a:lnTo>
                  <a:pt x="1255040" y="30253"/>
                </a:lnTo>
                <a:lnTo>
                  <a:pt x="1254181" y="30124"/>
                </a:lnTo>
                <a:lnTo>
                  <a:pt x="1253299" y="30007"/>
                </a:lnTo>
                <a:lnTo>
                  <a:pt x="1252392" y="29900"/>
                </a:lnTo>
                <a:lnTo>
                  <a:pt x="1251462" y="29805"/>
                </a:lnTo>
                <a:lnTo>
                  <a:pt x="1250507" y="29721"/>
                </a:lnTo>
                <a:lnTo>
                  <a:pt x="1249528" y="29648"/>
                </a:lnTo>
                <a:lnTo>
                  <a:pt x="1248524" y="29587"/>
                </a:lnTo>
                <a:lnTo>
                  <a:pt x="1247497" y="29536"/>
                </a:lnTo>
                <a:lnTo>
                  <a:pt x="1246445" y="29497"/>
                </a:lnTo>
                <a:lnTo>
                  <a:pt x="1245369" y="29469"/>
                </a:lnTo>
                <a:lnTo>
                  <a:pt x="1244269" y="29452"/>
                </a:lnTo>
                <a:lnTo>
                  <a:pt x="1243145" y="29446"/>
                </a:lnTo>
                <a:lnTo>
                  <a:pt x="1241907" y="29456"/>
                </a:lnTo>
                <a:lnTo>
                  <a:pt x="1240694" y="29484"/>
                </a:lnTo>
                <a:lnTo>
                  <a:pt x="1239507" y="29531"/>
                </a:lnTo>
                <a:lnTo>
                  <a:pt x="1238346" y="29598"/>
                </a:lnTo>
                <a:lnTo>
                  <a:pt x="1237211" y="29683"/>
                </a:lnTo>
                <a:lnTo>
                  <a:pt x="1236101" y="29786"/>
                </a:lnTo>
                <a:lnTo>
                  <a:pt x="1235017" y="29909"/>
                </a:lnTo>
                <a:lnTo>
                  <a:pt x="1233958" y="30051"/>
                </a:lnTo>
                <a:lnTo>
                  <a:pt x="1232925" y="30211"/>
                </a:lnTo>
                <a:lnTo>
                  <a:pt x="1231918" y="30391"/>
                </a:lnTo>
                <a:lnTo>
                  <a:pt x="1230937" y="30589"/>
                </a:lnTo>
                <a:lnTo>
                  <a:pt x="1229981" y="30806"/>
                </a:lnTo>
                <a:lnTo>
                  <a:pt x="1229051" y="31042"/>
                </a:lnTo>
                <a:lnTo>
                  <a:pt x="1228147" y="31297"/>
                </a:lnTo>
                <a:lnTo>
                  <a:pt x="1227268" y="31571"/>
                </a:lnTo>
                <a:lnTo>
                  <a:pt x="1226415" y="31864"/>
                </a:lnTo>
                <a:lnTo>
                  <a:pt x="1225588" y="32176"/>
                </a:lnTo>
                <a:lnTo>
                  <a:pt x="1224786" y="32506"/>
                </a:lnTo>
                <a:lnTo>
                  <a:pt x="1224010" y="32856"/>
                </a:lnTo>
                <a:lnTo>
                  <a:pt x="1223260" y="33224"/>
                </a:lnTo>
                <a:lnTo>
                  <a:pt x="1222536" y="33611"/>
                </a:lnTo>
                <a:lnTo>
                  <a:pt x="1221837" y="34017"/>
                </a:lnTo>
                <a:lnTo>
                  <a:pt x="1221164" y="34442"/>
                </a:lnTo>
                <a:lnTo>
                  <a:pt x="1220516" y="34886"/>
                </a:lnTo>
                <a:lnTo>
                  <a:pt x="1219889" y="35349"/>
                </a:lnTo>
                <a:lnTo>
                  <a:pt x="1219278" y="35833"/>
                </a:lnTo>
                <a:lnTo>
                  <a:pt x="1218683" y="36337"/>
                </a:lnTo>
                <a:lnTo>
                  <a:pt x="1218103" y="36862"/>
                </a:lnTo>
                <a:lnTo>
                  <a:pt x="1217538" y="37407"/>
                </a:lnTo>
                <a:lnTo>
                  <a:pt x="1216990" y="37972"/>
                </a:lnTo>
                <a:lnTo>
                  <a:pt x="1216456" y="38558"/>
                </a:lnTo>
                <a:lnTo>
                  <a:pt x="1215939" y="39164"/>
                </a:lnTo>
                <a:lnTo>
                  <a:pt x="1215437" y="39791"/>
                </a:lnTo>
                <a:lnTo>
                  <a:pt x="1214951" y="40438"/>
                </a:lnTo>
                <a:lnTo>
                  <a:pt x="1214480" y="41105"/>
                </a:lnTo>
                <a:lnTo>
                  <a:pt x="1214025" y="41793"/>
                </a:lnTo>
                <a:lnTo>
                  <a:pt x="1213586" y="42502"/>
                </a:lnTo>
                <a:lnTo>
                  <a:pt x="1213162" y="43230"/>
                </a:lnTo>
                <a:lnTo>
                  <a:pt x="1212753" y="43979"/>
                </a:lnTo>
                <a:lnTo>
                  <a:pt x="1212361" y="44749"/>
                </a:lnTo>
                <a:lnTo>
                  <a:pt x="1211984" y="45539"/>
                </a:lnTo>
                <a:lnTo>
                  <a:pt x="1211623" y="46349"/>
                </a:lnTo>
                <a:lnTo>
                  <a:pt x="1211277" y="47180"/>
                </a:lnTo>
                <a:lnTo>
                  <a:pt x="1210947" y="48031"/>
                </a:lnTo>
                <a:lnTo>
                  <a:pt x="1210632" y="48903"/>
                </a:lnTo>
                <a:lnTo>
                  <a:pt x="1210333" y="49795"/>
                </a:lnTo>
                <a:lnTo>
                  <a:pt x="1210050" y="50707"/>
                </a:lnTo>
                <a:lnTo>
                  <a:pt x="1209782" y="51640"/>
                </a:lnTo>
                <a:lnTo>
                  <a:pt x="1228277" y="54976"/>
                </a:lnTo>
                <a:lnTo>
                  <a:pt x="1228436" y="54525"/>
                </a:lnTo>
                <a:lnTo>
                  <a:pt x="1228599" y="54085"/>
                </a:lnTo>
                <a:lnTo>
                  <a:pt x="1228766" y="53656"/>
                </a:lnTo>
                <a:lnTo>
                  <a:pt x="1228938" y="53239"/>
                </a:lnTo>
                <a:close/>
                <a:moveTo>
                  <a:pt x="1255535" y="77263"/>
                </a:moveTo>
                <a:lnTo>
                  <a:pt x="1255525" y="77810"/>
                </a:lnTo>
                <a:lnTo>
                  <a:pt x="1255513" y="78340"/>
                </a:lnTo>
                <a:lnTo>
                  <a:pt x="1255498" y="78854"/>
                </a:lnTo>
                <a:lnTo>
                  <a:pt x="1255480" y="79352"/>
                </a:lnTo>
                <a:lnTo>
                  <a:pt x="1255459" y="79834"/>
                </a:lnTo>
                <a:lnTo>
                  <a:pt x="1255435" y="80300"/>
                </a:lnTo>
                <a:lnTo>
                  <a:pt x="1255409" y="80749"/>
                </a:lnTo>
                <a:lnTo>
                  <a:pt x="1255380" y="81182"/>
                </a:lnTo>
                <a:lnTo>
                  <a:pt x="1255348" y="81599"/>
                </a:lnTo>
                <a:lnTo>
                  <a:pt x="1255313" y="82000"/>
                </a:lnTo>
                <a:lnTo>
                  <a:pt x="1255276" y="82385"/>
                </a:lnTo>
                <a:lnTo>
                  <a:pt x="1255236" y="82754"/>
                </a:lnTo>
                <a:lnTo>
                  <a:pt x="1255193" y="83106"/>
                </a:lnTo>
                <a:lnTo>
                  <a:pt x="1255147" y="83442"/>
                </a:lnTo>
                <a:lnTo>
                  <a:pt x="1255099" y="83762"/>
                </a:lnTo>
                <a:lnTo>
                  <a:pt x="1255047" y="84066"/>
                </a:lnTo>
                <a:lnTo>
                  <a:pt x="1254993" y="84354"/>
                </a:lnTo>
                <a:lnTo>
                  <a:pt x="1254937" y="84625"/>
                </a:lnTo>
                <a:lnTo>
                  <a:pt x="1254877" y="84881"/>
                </a:lnTo>
                <a:lnTo>
                  <a:pt x="1254815" y="85120"/>
                </a:lnTo>
                <a:lnTo>
                  <a:pt x="1254750" y="85343"/>
                </a:lnTo>
                <a:lnTo>
                  <a:pt x="1254649" y="85670"/>
                </a:lnTo>
                <a:lnTo>
                  <a:pt x="1254539" y="85992"/>
                </a:lnTo>
                <a:lnTo>
                  <a:pt x="1254420" y="86310"/>
                </a:lnTo>
                <a:lnTo>
                  <a:pt x="1254292" y="86624"/>
                </a:lnTo>
                <a:lnTo>
                  <a:pt x="1254156" y="86933"/>
                </a:lnTo>
                <a:lnTo>
                  <a:pt x="1254011" y="87239"/>
                </a:lnTo>
                <a:lnTo>
                  <a:pt x="1253857" y="87540"/>
                </a:lnTo>
                <a:lnTo>
                  <a:pt x="1253694" y="87836"/>
                </a:lnTo>
                <a:lnTo>
                  <a:pt x="1253522" y="88129"/>
                </a:lnTo>
                <a:lnTo>
                  <a:pt x="1253342" y="88417"/>
                </a:lnTo>
                <a:lnTo>
                  <a:pt x="1253153" y="88702"/>
                </a:lnTo>
                <a:lnTo>
                  <a:pt x="1252955" y="88981"/>
                </a:lnTo>
                <a:lnTo>
                  <a:pt x="1252748" y="89257"/>
                </a:lnTo>
                <a:lnTo>
                  <a:pt x="1252532" y="89528"/>
                </a:lnTo>
                <a:lnTo>
                  <a:pt x="1252307" y="89796"/>
                </a:lnTo>
                <a:lnTo>
                  <a:pt x="1252074" y="90058"/>
                </a:lnTo>
                <a:lnTo>
                  <a:pt x="1251832" y="90317"/>
                </a:lnTo>
                <a:lnTo>
                  <a:pt x="1251581" y="90571"/>
                </a:lnTo>
                <a:lnTo>
                  <a:pt x="1251321" y="90822"/>
                </a:lnTo>
                <a:lnTo>
                  <a:pt x="1251053" y="91068"/>
                </a:lnTo>
                <a:lnTo>
                  <a:pt x="1250775" y="91309"/>
                </a:lnTo>
                <a:lnTo>
                  <a:pt x="1250489" y="91547"/>
                </a:lnTo>
                <a:lnTo>
                  <a:pt x="1250194" y="91780"/>
                </a:lnTo>
                <a:lnTo>
                  <a:pt x="1249890" y="92009"/>
                </a:lnTo>
                <a:lnTo>
                  <a:pt x="1249472" y="92301"/>
                </a:lnTo>
                <a:lnTo>
                  <a:pt x="1249053" y="92581"/>
                </a:lnTo>
                <a:lnTo>
                  <a:pt x="1248631" y="92849"/>
                </a:lnTo>
                <a:lnTo>
                  <a:pt x="1248208" y="93104"/>
                </a:lnTo>
                <a:lnTo>
                  <a:pt x="1247783" y="93346"/>
                </a:lnTo>
                <a:lnTo>
                  <a:pt x="1247356" y="93577"/>
                </a:lnTo>
                <a:lnTo>
                  <a:pt x="1246928" y="93794"/>
                </a:lnTo>
                <a:lnTo>
                  <a:pt x="1246498" y="94000"/>
                </a:lnTo>
                <a:lnTo>
                  <a:pt x="1246065" y="94192"/>
                </a:lnTo>
                <a:lnTo>
                  <a:pt x="1245632" y="94373"/>
                </a:lnTo>
                <a:lnTo>
                  <a:pt x="1245196" y="94541"/>
                </a:lnTo>
                <a:lnTo>
                  <a:pt x="1244759" y="94696"/>
                </a:lnTo>
                <a:lnTo>
                  <a:pt x="1244320" y="94839"/>
                </a:lnTo>
                <a:lnTo>
                  <a:pt x="1243879" y="94970"/>
                </a:lnTo>
                <a:lnTo>
                  <a:pt x="1243436" y="95088"/>
                </a:lnTo>
                <a:lnTo>
                  <a:pt x="1242992" y="95194"/>
                </a:lnTo>
                <a:lnTo>
                  <a:pt x="1242546" y="95287"/>
                </a:lnTo>
                <a:lnTo>
                  <a:pt x="1242098" y="95368"/>
                </a:lnTo>
                <a:lnTo>
                  <a:pt x="1241648" y="95437"/>
                </a:lnTo>
                <a:lnTo>
                  <a:pt x="1241197" y="95493"/>
                </a:lnTo>
                <a:lnTo>
                  <a:pt x="1240744" y="95536"/>
                </a:lnTo>
                <a:lnTo>
                  <a:pt x="1240289" y="95567"/>
                </a:lnTo>
                <a:lnTo>
                  <a:pt x="1239832" y="95586"/>
                </a:lnTo>
                <a:lnTo>
                  <a:pt x="1239374" y="95592"/>
                </a:lnTo>
                <a:lnTo>
                  <a:pt x="1238966" y="95587"/>
                </a:lnTo>
                <a:lnTo>
                  <a:pt x="1238564" y="95571"/>
                </a:lnTo>
                <a:lnTo>
                  <a:pt x="1238168" y="95544"/>
                </a:lnTo>
                <a:lnTo>
                  <a:pt x="1237778" y="95507"/>
                </a:lnTo>
                <a:lnTo>
                  <a:pt x="1237394" y="95459"/>
                </a:lnTo>
                <a:lnTo>
                  <a:pt x="1237016" y="95400"/>
                </a:lnTo>
                <a:lnTo>
                  <a:pt x="1236645" y="95330"/>
                </a:lnTo>
                <a:lnTo>
                  <a:pt x="1236279" y="95250"/>
                </a:lnTo>
                <a:lnTo>
                  <a:pt x="1235919" y="95159"/>
                </a:lnTo>
                <a:lnTo>
                  <a:pt x="1235566" y="95057"/>
                </a:lnTo>
                <a:lnTo>
                  <a:pt x="1235218" y="94945"/>
                </a:lnTo>
                <a:lnTo>
                  <a:pt x="1234877" y="94822"/>
                </a:lnTo>
                <a:lnTo>
                  <a:pt x="1234541" y="94689"/>
                </a:lnTo>
                <a:lnTo>
                  <a:pt x="1234212" y="94544"/>
                </a:lnTo>
                <a:lnTo>
                  <a:pt x="1233889" y="94389"/>
                </a:lnTo>
                <a:lnTo>
                  <a:pt x="1233571" y="94223"/>
                </a:lnTo>
                <a:lnTo>
                  <a:pt x="1233260" y="94047"/>
                </a:lnTo>
                <a:lnTo>
                  <a:pt x="1232955" y="93860"/>
                </a:lnTo>
                <a:lnTo>
                  <a:pt x="1232656" y="93662"/>
                </a:lnTo>
                <a:lnTo>
                  <a:pt x="1232363" y="93453"/>
                </a:lnTo>
                <a:lnTo>
                  <a:pt x="1232075" y="93234"/>
                </a:lnTo>
                <a:lnTo>
                  <a:pt x="1231794" y="93004"/>
                </a:lnTo>
                <a:lnTo>
                  <a:pt x="1231519" y="92763"/>
                </a:lnTo>
                <a:lnTo>
                  <a:pt x="1231250" y="92512"/>
                </a:lnTo>
                <a:lnTo>
                  <a:pt x="1230990" y="92253"/>
                </a:lnTo>
                <a:lnTo>
                  <a:pt x="1230741" y="91990"/>
                </a:lnTo>
                <a:lnTo>
                  <a:pt x="1230503" y="91724"/>
                </a:lnTo>
                <a:lnTo>
                  <a:pt x="1230275" y="91453"/>
                </a:lnTo>
                <a:lnTo>
                  <a:pt x="1230059" y="91178"/>
                </a:lnTo>
                <a:lnTo>
                  <a:pt x="1229854" y="90899"/>
                </a:lnTo>
                <a:lnTo>
                  <a:pt x="1229660" y="90616"/>
                </a:lnTo>
                <a:lnTo>
                  <a:pt x="1229478" y="90330"/>
                </a:lnTo>
                <a:lnTo>
                  <a:pt x="1229306" y="90039"/>
                </a:lnTo>
                <a:lnTo>
                  <a:pt x="1229145" y="89744"/>
                </a:lnTo>
                <a:lnTo>
                  <a:pt x="1228996" y="89446"/>
                </a:lnTo>
                <a:lnTo>
                  <a:pt x="1228857" y="89143"/>
                </a:lnTo>
                <a:lnTo>
                  <a:pt x="1228730" y="88836"/>
                </a:lnTo>
                <a:lnTo>
                  <a:pt x="1228613" y="88526"/>
                </a:lnTo>
                <a:lnTo>
                  <a:pt x="1228508" y="88211"/>
                </a:lnTo>
                <a:lnTo>
                  <a:pt x="1228414" y="87892"/>
                </a:lnTo>
                <a:lnTo>
                  <a:pt x="1228331" y="87570"/>
                </a:lnTo>
                <a:lnTo>
                  <a:pt x="1228259" y="87243"/>
                </a:lnTo>
                <a:lnTo>
                  <a:pt x="1228198" y="86913"/>
                </a:lnTo>
                <a:lnTo>
                  <a:pt x="1228148" y="86578"/>
                </a:lnTo>
                <a:lnTo>
                  <a:pt x="1228109" y="86240"/>
                </a:lnTo>
                <a:lnTo>
                  <a:pt x="1228081" y="85897"/>
                </a:lnTo>
                <a:lnTo>
                  <a:pt x="1228065" y="85551"/>
                </a:lnTo>
                <a:lnTo>
                  <a:pt x="1228059" y="85200"/>
                </a:lnTo>
                <a:lnTo>
                  <a:pt x="1228066" y="84845"/>
                </a:lnTo>
                <a:lnTo>
                  <a:pt x="1228087" y="84494"/>
                </a:lnTo>
                <a:lnTo>
                  <a:pt x="1228122" y="84149"/>
                </a:lnTo>
                <a:lnTo>
                  <a:pt x="1228170" y="83809"/>
                </a:lnTo>
                <a:lnTo>
                  <a:pt x="1228232" y="83474"/>
                </a:lnTo>
                <a:lnTo>
                  <a:pt x="1228309" y="83145"/>
                </a:lnTo>
                <a:lnTo>
                  <a:pt x="1228399" y="82820"/>
                </a:lnTo>
                <a:lnTo>
                  <a:pt x="1228502" y="82501"/>
                </a:lnTo>
                <a:lnTo>
                  <a:pt x="1228620" y="82187"/>
                </a:lnTo>
                <a:lnTo>
                  <a:pt x="1228752" y="81879"/>
                </a:lnTo>
                <a:lnTo>
                  <a:pt x="1228897" y="81575"/>
                </a:lnTo>
                <a:lnTo>
                  <a:pt x="1229056" y="81277"/>
                </a:lnTo>
                <a:lnTo>
                  <a:pt x="1229230" y="80984"/>
                </a:lnTo>
                <a:lnTo>
                  <a:pt x="1229417" y="80696"/>
                </a:lnTo>
                <a:lnTo>
                  <a:pt x="1229617" y="80414"/>
                </a:lnTo>
                <a:lnTo>
                  <a:pt x="1229832" y="80136"/>
                </a:lnTo>
                <a:lnTo>
                  <a:pt x="1230061" y="79864"/>
                </a:lnTo>
                <a:lnTo>
                  <a:pt x="1230303" y="79597"/>
                </a:lnTo>
                <a:lnTo>
                  <a:pt x="1230559" y="79336"/>
                </a:lnTo>
                <a:lnTo>
                  <a:pt x="1230829" y="79079"/>
                </a:lnTo>
                <a:lnTo>
                  <a:pt x="1231113" y="78828"/>
                </a:lnTo>
                <a:lnTo>
                  <a:pt x="1231411" y="78582"/>
                </a:lnTo>
                <a:lnTo>
                  <a:pt x="1231723" y="78342"/>
                </a:lnTo>
                <a:lnTo>
                  <a:pt x="1232048" y="78106"/>
                </a:lnTo>
                <a:lnTo>
                  <a:pt x="1232276" y="77963"/>
                </a:lnTo>
                <a:lnTo>
                  <a:pt x="1232524" y="77819"/>
                </a:lnTo>
                <a:lnTo>
                  <a:pt x="1232793" y="77675"/>
                </a:lnTo>
                <a:lnTo>
                  <a:pt x="1233082" y="77531"/>
                </a:lnTo>
                <a:lnTo>
                  <a:pt x="1233391" y="77386"/>
                </a:lnTo>
                <a:lnTo>
                  <a:pt x="1233721" y="77242"/>
                </a:lnTo>
                <a:lnTo>
                  <a:pt x="1234071" y="77097"/>
                </a:lnTo>
                <a:lnTo>
                  <a:pt x="1234442" y="76951"/>
                </a:lnTo>
                <a:lnTo>
                  <a:pt x="1234833" y="76806"/>
                </a:lnTo>
                <a:lnTo>
                  <a:pt x="1235244" y="76660"/>
                </a:lnTo>
                <a:lnTo>
                  <a:pt x="1235676" y="76514"/>
                </a:lnTo>
                <a:lnTo>
                  <a:pt x="1236128" y="76368"/>
                </a:lnTo>
                <a:lnTo>
                  <a:pt x="1236601" y="76222"/>
                </a:lnTo>
                <a:lnTo>
                  <a:pt x="1237094" y="76075"/>
                </a:lnTo>
                <a:lnTo>
                  <a:pt x="1237607" y="75928"/>
                </a:lnTo>
                <a:lnTo>
                  <a:pt x="1238141" y="75781"/>
                </a:lnTo>
                <a:lnTo>
                  <a:pt x="1238695" y="75634"/>
                </a:lnTo>
                <a:lnTo>
                  <a:pt x="1239269" y="75486"/>
                </a:lnTo>
                <a:lnTo>
                  <a:pt x="1239864" y="75338"/>
                </a:lnTo>
                <a:lnTo>
                  <a:pt x="1240480" y="75190"/>
                </a:lnTo>
                <a:lnTo>
                  <a:pt x="1241115" y="75042"/>
                </a:lnTo>
                <a:lnTo>
                  <a:pt x="1241772" y="74893"/>
                </a:lnTo>
                <a:lnTo>
                  <a:pt x="1242448" y="74744"/>
                </a:lnTo>
                <a:lnTo>
                  <a:pt x="1243145" y="74595"/>
                </a:lnTo>
                <a:lnTo>
                  <a:pt x="1243844" y="74447"/>
                </a:lnTo>
                <a:lnTo>
                  <a:pt x="1244528" y="74300"/>
                </a:lnTo>
                <a:lnTo>
                  <a:pt x="1245195" y="74155"/>
                </a:lnTo>
                <a:lnTo>
                  <a:pt x="1245847" y="74012"/>
                </a:lnTo>
                <a:lnTo>
                  <a:pt x="1246483" y="73870"/>
                </a:lnTo>
                <a:lnTo>
                  <a:pt x="1247102" y="73730"/>
                </a:lnTo>
                <a:lnTo>
                  <a:pt x="1247706" y="73592"/>
                </a:lnTo>
                <a:lnTo>
                  <a:pt x="1248295" y="73456"/>
                </a:lnTo>
                <a:lnTo>
                  <a:pt x="1248867" y="73321"/>
                </a:lnTo>
                <a:lnTo>
                  <a:pt x="1249423" y="73189"/>
                </a:lnTo>
                <a:lnTo>
                  <a:pt x="1249964" y="73058"/>
                </a:lnTo>
                <a:lnTo>
                  <a:pt x="1250489" y="72928"/>
                </a:lnTo>
                <a:lnTo>
                  <a:pt x="1250997" y="72801"/>
                </a:lnTo>
                <a:lnTo>
                  <a:pt x="1251490" y="72675"/>
                </a:lnTo>
                <a:lnTo>
                  <a:pt x="1251967" y="72551"/>
                </a:lnTo>
                <a:lnTo>
                  <a:pt x="1252429" y="72429"/>
                </a:lnTo>
                <a:lnTo>
                  <a:pt x="1252874" y="72308"/>
                </a:lnTo>
                <a:lnTo>
                  <a:pt x="1253304" y="72189"/>
                </a:lnTo>
                <a:lnTo>
                  <a:pt x="1253717" y="72072"/>
                </a:lnTo>
                <a:lnTo>
                  <a:pt x="1254115" y="71957"/>
                </a:lnTo>
                <a:lnTo>
                  <a:pt x="1254497" y="71843"/>
                </a:lnTo>
                <a:lnTo>
                  <a:pt x="1254863" y="71731"/>
                </a:lnTo>
                <a:lnTo>
                  <a:pt x="1255213" y="71621"/>
                </a:lnTo>
                <a:lnTo>
                  <a:pt x="1255547" y="71513"/>
                </a:lnTo>
                <a:lnTo>
                  <a:pt x="1255547" y="75527"/>
                </a:lnTo>
                <a:lnTo>
                  <a:pt x="1255546" y="76122"/>
                </a:lnTo>
                <a:lnTo>
                  <a:pt x="1255542" y="76701"/>
                </a:lnTo>
                <a:lnTo>
                  <a:pt x="1255535" y="77263"/>
                </a:lnTo>
                <a:close/>
                <a:moveTo>
                  <a:pt x="1421958" y="90660"/>
                </a:moveTo>
                <a:lnTo>
                  <a:pt x="1422315" y="91483"/>
                </a:lnTo>
                <a:lnTo>
                  <a:pt x="1422694" y="92290"/>
                </a:lnTo>
                <a:lnTo>
                  <a:pt x="1423095" y="93081"/>
                </a:lnTo>
                <a:lnTo>
                  <a:pt x="1423518" y="93857"/>
                </a:lnTo>
                <a:lnTo>
                  <a:pt x="1423963" y="94616"/>
                </a:lnTo>
                <a:lnTo>
                  <a:pt x="1424430" y="95360"/>
                </a:lnTo>
                <a:lnTo>
                  <a:pt x="1424919" y="96088"/>
                </a:lnTo>
                <a:lnTo>
                  <a:pt x="1425430" y="96800"/>
                </a:lnTo>
                <a:lnTo>
                  <a:pt x="1425964" y="97497"/>
                </a:lnTo>
                <a:lnTo>
                  <a:pt x="1426519" y="98177"/>
                </a:lnTo>
                <a:lnTo>
                  <a:pt x="1427096" y="98842"/>
                </a:lnTo>
                <a:lnTo>
                  <a:pt x="1427695" y="99491"/>
                </a:lnTo>
                <a:lnTo>
                  <a:pt x="1428317" y="100124"/>
                </a:lnTo>
                <a:lnTo>
                  <a:pt x="1428960" y="100741"/>
                </a:lnTo>
                <a:lnTo>
                  <a:pt x="1429626" y="101343"/>
                </a:lnTo>
                <a:lnTo>
                  <a:pt x="1430313" y="101929"/>
                </a:lnTo>
                <a:lnTo>
                  <a:pt x="1431022" y="102498"/>
                </a:lnTo>
                <a:lnTo>
                  <a:pt x="1431754" y="103052"/>
                </a:lnTo>
                <a:lnTo>
                  <a:pt x="1432508" y="103591"/>
                </a:lnTo>
                <a:lnTo>
                  <a:pt x="1433284" y="104110"/>
                </a:lnTo>
                <a:lnTo>
                  <a:pt x="1434082" y="104607"/>
                </a:lnTo>
                <a:lnTo>
                  <a:pt x="1434904" y="105082"/>
                </a:lnTo>
                <a:lnTo>
                  <a:pt x="1435748" y="105535"/>
                </a:lnTo>
                <a:lnTo>
                  <a:pt x="1436615" y="105965"/>
                </a:lnTo>
                <a:lnTo>
                  <a:pt x="1437505" y="106374"/>
                </a:lnTo>
                <a:lnTo>
                  <a:pt x="1438418" y="106761"/>
                </a:lnTo>
                <a:lnTo>
                  <a:pt x="1439353" y="107125"/>
                </a:lnTo>
                <a:lnTo>
                  <a:pt x="1440312" y="107468"/>
                </a:lnTo>
                <a:lnTo>
                  <a:pt x="1441293" y="107788"/>
                </a:lnTo>
                <a:lnTo>
                  <a:pt x="1442297" y="108086"/>
                </a:lnTo>
                <a:lnTo>
                  <a:pt x="1443323" y="108362"/>
                </a:lnTo>
                <a:lnTo>
                  <a:pt x="1444373" y="108616"/>
                </a:lnTo>
                <a:lnTo>
                  <a:pt x="1445445" y="108848"/>
                </a:lnTo>
                <a:lnTo>
                  <a:pt x="1446540" y="109058"/>
                </a:lnTo>
                <a:lnTo>
                  <a:pt x="1447658" y="109246"/>
                </a:lnTo>
                <a:lnTo>
                  <a:pt x="1448799" y="109412"/>
                </a:lnTo>
                <a:lnTo>
                  <a:pt x="1449962" y="109555"/>
                </a:lnTo>
                <a:lnTo>
                  <a:pt x="1451148" y="109677"/>
                </a:lnTo>
                <a:lnTo>
                  <a:pt x="1452357" y="109776"/>
                </a:lnTo>
                <a:lnTo>
                  <a:pt x="1453589" y="109853"/>
                </a:lnTo>
                <a:lnTo>
                  <a:pt x="1454843" y="109909"/>
                </a:lnTo>
                <a:lnTo>
                  <a:pt x="1456121" y="109942"/>
                </a:lnTo>
                <a:lnTo>
                  <a:pt x="1457421" y="109953"/>
                </a:lnTo>
                <a:lnTo>
                  <a:pt x="1458851" y="109940"/>
                </a:lnTo>
                <a:lnTo>
                  <a:pt x="1460251" y="109900"/>
                </a:lnTo>
                <a:lnTo>
                  <a:pt x="1461622" y="109834"/>
                </a:lnTo>
                <a:lnTo>
                  <a:pt x="1462963" y="109741"/>
                </a:lnTo>
                <a:lnTo>
                  <a:pt x="1464275" y="109622"/>
                </a:lnTo>
                <a:lnTo>
                  <a:pt x="1465558" y="109477"/>
                </a:lnTo>
                <a:lnTo>
                  <a:pt x="1466811" y="109305"/>
                </a:lnTo>
                <a:lnTo>
                  <a:pt x="1468034" y="109106"/>
                </a:lnTo>
                <a:lnTo>
                  <a:pt x="1469228" y="108881"/>
                </a:lnTo>
                <a:lnTo>
                  <a:pt x="1470393" y="108630"/>
                </a:lnTo>
                <a:lnTo>
                  <a:pt x="1471528" y="108352"/>
                </a:lnTo>
                <a:lnTo>
                  <a:pt x="1472634" y="108048"/>
                </a:lnTo>
                <a:lnTo>
                  <a:pt x="1473710" y="107717"/>
                </a:lnTo>
                <a:lnTo>
                  <a:pt x="1474757" y="107360"/>
                </a:lnTo>
                <a:lnTo>
                  <a:pt x="1475774" y="106976"/>
                </a:lnTo>
                <a:lnTo>
                  <a:pt x="1476762" y="106566"/>
                </a:lnTo>
                <a:lnTo>
                  <a:pt x="1477720" y="106130"/>
                </a:lnTo>
                <a:lnTo>
                  <a:pt x="1478649" y="105667"/>
                </a:lnTo>
                <a:lnTo>
                  <a:pt x="1479549" y="105177"/>
                </a:lnTo>
                <a:lnTo>
                  <a:pt x="1480419" y="104661"/>
                </a:lnTo>
                <a:lnTo>
                  <a:pt x="1481259" y="104119"/>
                </a:lnTo>
                <a:lnTo>
                  <a:pt x="1482070" y="103550"/>
                </a:lnTo>
                <a:lnTo>
                  <a:pt x="1482852" y="102955"/>
                </a:lnTo>
                <a:lnTo>
                  <a:pt x="1483604" y="102333"/>
                </a:lnTo>
                <a:lnTo>
                  <a:pt x="1484326" y="101693"/>
                </a:lnTo>
                <a:lnTo>
                  <a:pt x="1485017" y="101042"/>
                </a:lnTo>
                <a:lnTo>
                  <a:pt x="1485678" y="100381"/>
                </a:lnTo>
                <a:lnTo>
                  <a:pt x="1486307" y="99710"/>
                </a:lnTo>
                <a:lnTo>
                  <a:pt x="1486907" y="99029"/>
                </a:lnTo>
                <a:lnTo>
                  <a:pt x="1487475" y="98337"/>
                </a:lnTo>
                <a:lnTo>
                  <a:pt x="1488013" y="97635"/>
                </a:lnTo>
                <a:lnTo>
                  <a:pt x="1488520" y="96922"/>
                </a:lnTo>
                <a:lnTo>
                  <a:pt x="1488996" y="96199"/>
                </a:lnTo>
                <a:lnTo>
                  <a:pt x="1489441" y="95466"/>
                </a:lnTo>
                <a:lnTo>
                  <a:pt x="1489856" y="94723"/>
                </a:lnTo>
                <a:lnTo>
                  <a:pt x="1490240" y="93969"/>
                </a:lnTo>
                <a:lnTo>
                  <a:pt x="1490593" y="93205"/>
                </a:lnTo>
                <a:lnTo>
                  <a:pt x="1490916" y="92430"/>
                </a:lnTo>
                <a:lnTo>
                  <a:pt x="1491208" y="91645"/>
                </a:lnTo>
                <a:lnTo>
                  <a:pt x="1491469" y="90850"/>
                </a:lnTo>
                <a:lnTo>
                  <a:pt x="1491699" y="90045"/>
                </a:lnTo>
                <a:lnTo>
                  <a:pt x="1491899" y="89229"/>
                </a:lnTo>
                <a:lnTo>
                  <a:pt x="1492068" y="88403"/>
                </a:lnTo>
                <a:lnTo>
                  <a:pt x="1492206" y="87566"/>
                </a:lnTo>
                <a:lnTo>
                  <a:pt x="1492314" y="86719"/>
                </a:lnTo>
                <a:lnTo>
                  <a:pt x="1492391" y="85862"/>
                </a:lnTo>
                <a:lnTo>
                  <a:pt x="1492437" y="84995"/>
                </a:lnTo>
                <a:lnTo>
                  <a:pt x="1492452" y="84117"/>
                </a:lnTo>
                <a:lnTo>
                  <a:pt x="1492441" y="83314"/>
                </a:lnTo>
                <a:lnTo>
                  <a:pt x="1492408" y="82526"/>
                </a:lnTo>
                <a:lnTo>
                  <a:pt x="1492352" y="81753"/>
                </a:lnTo>
                <a:lnTo>
                  <a:pt x="1492275" y="80995"/>
                </a:lnTo>
                <a:lnTo>
                  <a:pt x="1492175" y="80251"/>
                </a:lnTo>
                <a:lnTo>
                  <a:pt x="1492053" y="79523"/>
                </a:lnTo>
                <a:lnTo>
                  <a:pt x="1491909" y="78809"/>
                </a:lnTo>
                <a:lnTo>
                  <a:pt x="1491743" y="78110"/>
                </a:lnTo>
                <a:lnTo>
                  <a:pt x="1491555" y="77426"/>
                </a:lnTo>
                <a:lnTo>
                  <a:pt x="1491344" y="76757"/>
                </a:lnTo>
                <a:lnTo>
                  <a:pt x="1491111" y="76103"/>
                </a:lnTo>
                <a:lnTo>
                  <a:pt x="1490857" y="75463"/>
                </a:lnTo>
                <a:lnTo>
                  <a:pt x="1490580" y="74839"/>
                </a:lnTo>
                <a:lnTo>
                  <a:pt x="1490280" y="74229"/>
                </a:lnTo>
                <a:lnTo>
                  <a:pt x="1489959" y="73634"/>
                </a:lnTo>
                <a:lnTo>
                  <a:pt x="1489615" y="73054"/>
                </a:lnTo>
                <a:lnTo>
                  <a:pt x="1489250" y="72489"/>
                </a:lnTo>
                <a:lnTo>
                  <a:pt x="1488862" y="71939"/>
                </a:lnTo>
                <a:lnTo>
                  <a:pt x="1488452" y="71404"/>
                </a:lnTo>
                <a:lnTo>
                  <a:pt x="1488020" y="70883"/>
                </a:lnTo>
                <a:lnTo>
                  <a:pt x="1487566" y="70377"/>
                </a:lnTo>
                <a:lnTo>
                  <a:pt x="1487089" y="69887"/>
                </a:lnTo>
                <a:lnTo>
                  <a:pt x="1486590" y="69411"/>
                </a:lnTo>
                <a:lnTo>
                  <a:pt x="1486070" y="68949"/>
                </a:lnTo>
                <a:lnTo>
                  <a:pt x="1485515" y="68505"/>
                </a:lnTo>
                <a:lnTo>
                  <a:pt x="1484926" y="68066"/>
                </a:lnTo>
                <a:lnTo>
                  <a:pt x="1484302" y="67633"/>
                </a:lnTo>
                <a:lnTo>
                  <a:pt x="1483645" y="67206"/>
                </a:lnTo>
                <a:lnTo>
                  <a:pt x="1482954" y="66785"/>
                </a:lnTo>
                <a:lnTo>
                  <a:pt x="1482228" y="66369"/>
                </a:lnTo>
                <a:lnTo>
                  <a:pt x="1481468" y="65960"/>
                </a:lnTo>
                <a:lnTo>
                  <a:pt x="1480674" y="65556"/>
                </a:lnTo>
                <a:lnTo>
                  <a:pt x="1479846" y="65158"/>
                </a:lnTo>
                <a:lnTo>
                  <a:pt x="1478984" y="64766"/>
                </a:lnTo>
                <a:lnTo>
                  <a:pt x="1478088" y="64379"/>
                </a:lnTo>
                <a:lnTo>
                  <a:pt x="1477158" y="63999"/>
                </a:lnTo>
                <a:lnTo>
                  <a:pt x="1476193" y="63624"/>
                </a:lnTo>
                <a:lnTo>
                  <a:pt x="1475195" y="63255"/>
                </a:lnTo>
                <a:lnTo>
                  <a:pt x="1474162" y="62892"/>
                </a:lnTo>
                <a:lnTo>
                  <a:pt x="1473095" y="62535"/>
                </a:lnTo>
                <a:lnTo>
                  <a:pt x="1471994" y="62183"/>
                </a:lnTo>
                <a:lnTo>
                  <a:pt x="1470859" y="61838"/>
                </a:lnTo>
                <a:lnTo>
                  <a:pt x="1469690" y="61498"/>
                </a:lnTo>
                <a:lnTo>
                  <a:pt x="1468487" y="61164"/>
                </a:lnTo>
                <a:lnTo>
                  <a:pt x="1467249" y="60835"/>
                </a:lnTo>
                <a:lnTo>
                  <a:pt x="1465978" y="60513"/>
                </a:lnTo>
                <a:lnTo>
                  <a:pt x="1464672" y="60196"/>
                </a:lnTo>
                <a:lnTo>
                  <a:pt x="1463332" y="59886"/>
                </a:lnTo>
                <a:lnTo>
                  <a:pt x="1461999" y="59581"/>
                </a:lnTo>
                <a:lnTo>
                  <a:pt x="1460712" y="59282"/>
                </a:lnTo>
                <a:lnTo>
                  <a:pt x="1459473" y="58988"/>
                </a:lnTo>
                <a:lnTo>
                  <a:pt x="1458280" y="58700"/>
                </a:lnTo>
                <a:lnTo>
                  <a:pt x="1457135" y="58419"/>
                </a:lnTo>
                <a:lnTo>
                  <a:pt x="1456036" y="58143"/>
                </a:lnTo>
                <a:lnTo>
                  <a:pt x="1454985" y="57872"/>
                </a:lnTo>
                <a:lnTo>
                  <a:pt x="1453980" y="57608"/>
                </a:lnTo>
                <a:lnTo>
                  <a:pt x="1453022" y="57349"/>
                </a:lnTo>
                <a:lnTo>
                  <a:pt x="1452112" y="57096"/>
                </a:lnTo>
                <a:lnTo>
                  <a:pt x="1451248" y="56849"/>
                </a:lnTo>
                <a:lnTo>
                  <a:pt x="1450431" y="56608"/>
                </a:lnTo>
                <a:lnTo>
                  <a:pt x="1449661" y="56372"/>
                </a:lnTo>
                <a:lnTo>
                  <a:pt x="1448938" y="56142"/>
                </a:lnTo>
                <a:lnTo>
                  <a:pt x="1448263" y="55918"/>
                </a:lnTo>
                <a:lnTo>
                  <a:pt x="1447634" y="55700"/>
                </a:lnTo>
                <a:lnTo>
                  <a:pt x="1447052" y="55488"/>
                </a:lnTo>
                <a:lnTo>
                  <a:pt x="1446517" y="55281"/>
                </a:lnTo>
                <a:lnTo>
                  <a:pt x="1446029" y="55080"/>
                </a:lnTo>
                <a:lnTo>
                  <a:pt x="1445588" y="54885"/>
                </a:lnTo>
                <a:lnTo>
                  <a:pt x="1445194" y="54696"/>
                </a:lnTo>
                <a:lnTo>
                  <a:pt x="1444847" y="54512"/>
                </a:lnTo>
                <a:lnTo>
                  <a:pt x="1444547" y="54335"/>
                </a:lnTo>
                <a:lnTo>
                  <a:pt x="1444293" y="54163"/>
                </a:lnTo>
                <a:lnTo>
                  <a:pt x="1444128" y="54035"/>
                </a:lnTo>
                <a:lnTo>
                  <a:pt x="1443969" y="53905"/>
                </a:lnTo>
                <a:lnTo>
                  <a:pt x="1443817" y="53772"/>
                </a:lnTo>
                <a:lnTo>
                  <a:pt x="1443673" y="53638"/>
                </a:lnTo>
                <a:lnTo>
                  <a:pt x="1443535" y="53501"/>
                </a:lnTo>
                <a:lnTo>
                  <a:pt x="1443405" y="53362"/>
                </a:lnTo>
                <a:lnTo>
                  <a:pt x="1443282" y="53220"/>
                </a:lnTo>
                <a:lnTo>
                  <a:pt x="1443165" y="53077"/>
                </a:lnTo>
                <a:lnTo>
                  <a:pt x="1443056" y="52931"/>
                </a:lnTo>
                <a:lnTo>
                  <a:pt x="1442954" y="52782"/>
                </a:lnTo>
                <a:lnTo>
                  <a:pt x="1442858" y="52632"/>
                </a:lnTo>
                <a:lnTo>
                  <a:pt x="1442770" y="52479"/>
                </a:lnTo>
                <a:lnTo>
                  <a:pt x="1442689" y="52324"/>
                </a:lnTo>
                <a:lnTo>
                  <a:pt x="1442615" y="52167"/>
                </a:lnTo>
                <a:lnTo>
                  <a:pt x="1442548" y="52008"/>
                </a:lnTo>
                <a:lnTo>
                  <a:pt x="1442488" y="51846"/>
                </a:lnTo>
                <a:lnTo>
                  <a:pt x="1442435" y="51682"/>
                </a:lnTo>
                <a:lnTo>
                  <a:pt x="1442390" y="51516"/>
                </a:lnTo>
                <a:lnTo>
                  <a:pt x="1442351" y="51347"/>
                </a:lnTo>
                <a:lnTo>
                  <a:pt x="1442319" y="51176"/>
                </a:lnTo>
                <a:lnTo>
                  <a:pt x="1442294" y="51003"/>
                </a:lnTo>
                <a:lnTo>
                  <a:pt x="1442277" y="50828"/>
                </a:lnTo>
                <a:lnTo>
                  <a:pt x="1442266" y="50650"/>
                </a:lnTo>
                <a:lnTo>
                  <a:pt x="1442263" y="50471"/>
                </a:lnTo>
                <a:lnTo>
                  <a:pt x="1442267" y="50261"/>
                </a:lnTo>
                <a:lnTo>
                  <a:pt x="1442279" y="50054"/>
                </a:lnTo>
                <a:lnTo>
                  <a:pt x="1442299" y="49851"/>
                </a:lnTo>
                <a:lnTo>
                  <a:pt x="1442327" y="49651"/>
                </a:lnTo>
                <a:lnTo>
                  <a:pt x="1442363" y="49455"/>
                </a:lnTo>
                <a:lnTo>
                  <a:pt x="1442408" y="49262"/>
                </a:lnTo>
                <a:lnTo>
                  <a:pt x="1442460" y="49072"/>
                </a:lnTo>
                <a:lnTo>
                  <a:pt x="1442520" y="48885"/>
                </a:lnTo>
                <a:lnTo>
                  <a:pt x="1442589" y="48701"/>
                </a:lnTo>
                <a:lnTo>
                  <a:pt x="1442666" y="48521"/>
                </a:lnTo>
                <a:lnTo>
                  <a:pt x="1442750" y="48344"/>
                </a:lnTo>
                <a:lnTo>
                  <a:pt x="1442843" y="48171"/>
                </a:lnTo>
                <a:lnTo>
                  <a:pt x="1442944" y="48000"/>
                </a:lnTo>
                <a:lnTo>
                  <a:pt x="1443052" y="47833"/>
                </a:lnTo>
                <a:lnTo>
                  <a:pt x="1443169" y="47670"/>
                </a:lnTo>
                <a:lnTo>
                  <a:pt x="1443294" y="47509"/>
                </a:lnTo>
                <a:lnTo>
                  <a:pt x="1443427" y="47352"/>
                </a:lnTo>
                <a:lnTo>
                  <a:pt x="1443568" y="47198"/>
                </a:lnTo>
                <a:lnTo>
                  <a:pt x="1443717" y="47047"/>
                </a:lnTo>
                <a:lnTo>
                  <a:pt x="1443874" y="46900"/>
                </a:lnTo>
                <a:lnTo>
                  <a:pt x="1444040" y="46756"/>
                </a:lnTo>
                <a:lnTo>
                  <a:pt x="1444213" y="46615"/>
                </a:lnTo>
                <a:lnTo>
                  <a:pt x="1444394" y="46478"/>
                </a:lnTo>
                <a:lnTo>
                  <a:pt x="1444583" y="46343"/>
                </a:lnTo>
                <a:lnTo>
                  <a:pt x="1444882" y="46160"/>
                </a:lnTo>
                <a:lnTo>
                  <a:pt x="1445195" y="45985"/>
                </a:lnTo>
                <a:lnTo>
                  <a:pt x="1445525" y="45817"/>
                </a:lnTo>
                <a:lnTo>
                  <a:pt x="1445871" y="45657"/>
                </a:lnTo>
                <a:lnTo>
                  <a:pt x="1446232" y="45505"/>
                </a:lnTo>
                <a:lnTo>
                  <a:pt x="1446610" y="45361"/>
                </a:lnTo>
                <a:lnTo>
                  <a:pt x="1447003" y="45224"/>
                </a:lnTo>
                <a:lnTo>
                  <a:pt x="1447412" y="45095"/>
                </a:lnTo>
                <a:lnTo>
                  <a:pt x="1447837" y="44975"/>
                </a:lnTo>
                <a:lnTo>
                  <a:pt x="1448278" y="44861"/>
                </a:lnTo>
                <a:lnTo>
                  <a:pt x="1448735" y="44756"/>
                </a:lnTo>
                <a:lnTo>
                  <a:pt x="1449207" y="44659"/>
                </a:lnTo>
                <a:lnTo>
                  <a:pt x="1449696" y="44569"/>
                </a:lnTo>
                <a:lnTo>
                  <a:pt x="1450200" y="44487"/>
                </a:lnTo>
                <a:lnTo>
                  <a:pt x="1450720" y="44413"/>
                </a:lnTo>
                <a:lnTo>
                  <a:pt x="1451256" y="44347"/>
                </a:lnTo>
                <a:lnTo>
                  <a:pt x="1451808" y="44288"/>
                </a:lnTo>
                <a:lnTo>
                  <a:pt x="1452376" y="44238"/>
                </a:lnTo>
                <a:lnTo>
                  <a:pt x="1452959" y="44195"/>
                </a:lnTo>
                <a:lnTo>
                  <a:pt x="1453559" y="44160"/>
                </a:lnTo>
                <a:lnTo>
                  <a:pt x="1454174" y="44132"/>
                </a:lnTo>
                <a:lnTo>
                  <a:pt x="1454805" y="44113"/>
                </a:lnTo>
                <a:lnTo>
                  <a:pt x="1455453" y="44101"/>
                </a:lnTo>
                <a:lnTo>
                  <a:pt x="1456115" y="44097"/>
                </a:lnTo>
                <a:lnTo>
                  <a:pt x="1456642" y="44101"/>
                </a:lnTo>
                <a:lnTo>
                  <a:pt x="1457159" y="44114"/>
                </a:lnTo>
                <a:lnTo>
                  <a:pt x="1457665" y="44135"/>
                </a:lnTo>
                <a:lnTo>
                  <a:pt x="1458161" y="44164"/>
                </a:lnTo>
                <a:lnTo>
                  <a:pt x="1458647" y="44201"/>
                </a:lnTo>
                <a:lnTo>
                  <a:pt x="1459123" y="44247"/>
                </a:lnTo>
                <a:lnTo>
                  <a:pt x="1459589" y="44301"/>
                </a:lnTo>
                <a:lnTo>
                  <a:pt x="1460044" y="44363"/>
                </a:lnTo>
                <a:lnTo>
                  <a:pt x="1460489" y="44434"/>
                </a:lnTo>
                <a:lnTo>
                  <a:pt x="1460924" y="44513"/>
                </a:lnTo>
                <a:lnTo>
                  <a:pt x="1461349" y="44600"/>
                </a:lnTo>
                <a:lnTo>
                  <a:pt x="1461764" y="44696"/>
                </a:lnTo>
                <a:lnTo>
                  <a:pt x="1462168" y="44799"/>
                </a:lnTo>
                <a:lnTo>
                  <a:pt x="1462562" y="44912"/>
                </a:lnTo>
                <a:lnTo>
                  <a:pt x="1462946" y="45032"/>
                </a:lnTo>
                <a:lnTo>
                  <a:pt x="1463320" y="45161"/>
                </a:lnTo>
                <a:lnTo>
                  <a:pt x="1463684" y="45298"/>
                </a:lnTo>
                <a:lnTo>
                  <a:pt x="1464037" y="45443"/>
                </a:lnTo>
                <a:lnTo>
                  <a:pt x="1464380" y="45597"/>
                </a:lnTo>
                <a:lnTo>
                  <a:pt x="1464713" y="45759"/>
                </a:lnTo>
                <a:lnTo>
                  <a:pt x="1465036" y="45930"/>
                </a:lnTo>
                <a:lnTo>
                  <a:pt x="1465348" y="46108"/>
                </a:lnTo>
                <a:lnTo>
                  <a:pt x="1465651" y="46295"/>
                </a:lnTo>
                <a:lnTo>
                  <a:pt x="1465943" y="46491"/>
                </a:lnTo>
                <a:lnTo>
                  <a:pt x="1466226" y="46694"/>
                </a:lnTo>
                <a:lnTo>
                  <a:pt x="1466502" y="46904"/>
                </a:lnTo>
                <a:lnTo>
                  <a:pt x="1466770" y="47122"/>
                </a:lnTo>
                <a:lnTo>
                  <a:pt x="1467030" y="47347"/>
                </a:lnTo>
                <a:lnTo>
                  <a:pt x="1467283" y="47579"/>
                </a:lnTo>
                <a:lnTo>
                  <a:pt x="1467527" y="47819"/>
                </a:lnTo>
                <a:lnTo>
                  <a:pt x="1467765" y="48066"/>
                </a:lnTo>
                <a:lnTo>
                  <a:pt x="1467994" y="48320"/>
                </a:lnTo>
                <a:lnTo>
                  <a:pt x="1468216" y="48581"/>
                </a:lnTo>
                <a:lnTo>
                  <a:pt x="1468430" y="48850"/>
                </a:lnTo>
                <a:lnTo>
                  <a:pt x="1468636" y="49126"/>
                </a:lnTo>
                <a:lnTo>
                  <a:pt x="1468835" y="49410"/>
                </a:lnTo>
                <a:lnTo>
                  <a:pt x="1469026" y="49701"/>
                </a:lnTo>
                <a:lnTo>
                  <a:pt x="1469210" y="49999"/>
                </a:lnTo>
                <a:lnTo>
                  <a:pt x="1469385" y="50304"/>
                </a:lnTo>
                <a:lnTo>
                  <a:pt x="1469553" y="50617"/>
                </a:lnTo>
                <a:lnTo>
                  <a:pt x="1469714" y="50937"/>
                </a:lnTo>
                <a:lnTo>
                  <a:pt x="1469866" y="51264"/>
                </a:lnTo>
                <a:lnTo>
                  <a:pt x="1470011" y="51598"/>
                </a:lnTo>
                <a:lnTo>
                  <a:pt x="1470149" y="51940"/>
                </a:lnTo>
                <a:lnTo>
                  <a:pt x="1470278" y="52289"/>
                </a:lnTo>
                <a:lnTo>
                  <a:pt x="1470400" y="52646"/>
                </a:lnTo>
                <a:lnTo>
                  <a:pt x="1470515" y="53010"/>
                </a:lnTo>
                <a:lnTo>
                  <a:pt x="1470621" y="53381"/>
                </a:lnTo>
                <a:lnTo>
                  <a:pt x="1489841" y="49754"/>
                </a:lnTo>
                <a:lnTo>
                  <a:pt x="1489591" y="48926"/>
                </a:lnTo>
                <a:lnTo>
                  <a:pt x="1489324" y="48114"/>
                </a:lnTo>
                <a:lnTo>
                  <a:pt x="1489041" y="47320"/>
                </a:lnTo>
                <a:lnTo>
                  <a:pt x="1488741" y="46542"/>
                </a:lnTo>
                <a:lnTo>
                  <a:pt x="1488425" y="45782"/>
                </a:lnTo>
                <a:lnTo>
                  <a:pt x="1488091" y="45039"/>
                </a:lnTo>
                <a:lnTo>
                  <a:pt x="1487742" y="44313"/>
                </a:lnTo>
                <a:lnTo>
                  <a:pt x="1487375" y="43604"/>
                </a:lnTo>
                <a:lnTo>
                  <a:pt x="1486992" y="42912"/>
                </a:lnTo>
                <a:lnTo>
                  <a:pt x="1486592" y="42236"/>
                </a:lnTo>
                <a:lnTo>
                  <a:pt x="1486176" y="41579"/>
                </a:lnTo>
                <a:lnTo>
                  <a:pt x="1485743" y="40938"/>
                </a:lnTo>
                <a:lnTo>
                  <a:pt x="1485294" y="40314"/>
                </a:lnTo>
                <a:lnTo>
                  <a:pt x="1484828" y="39707"/>
                </a:lnTo>
                <a:lnTo>
                  <a:pt x="1484345" y="39117"/>
                </a:lnTo>
                <a:lnTo>
                  <a:pt x="1483845" y="38545"/>
                </a:lnTo>
                <a:lnTo>
                  <a:pt x="1483329" y="37989"/>
                </a:lnTo>
                <a:lnTo>
                  <a:pt x="1482797" y="37451"/>
                </a:lnTo>
                <a:lnTo>
                  <a:pt x="1482248" y="36929"/>
                </a:lnTo>
                <a:lnTo>
                  <a:pt x="1481682" y="36425"/>
                </a:lnTo>
                <a:lnTo>
                  <a:pt x="1481099" y="35937"/>
                </a:lnTo>
                <a:lnTo>
                  <a:pt x="1480500" y="35467"/>
                </a:lnTo>
                <a:lnTo>
                  <a:pt x="1479884" y="35014"/>
                </a:lnTo>
                <a:lnTo>
                  <a:pt x="1479252" y="34578"/>
                </a:lnTo>
                <a:lnTo>
                  <a:pt x="1478597" y="34159"/>
                </a:lnTo>
                <a:lnTo>
                  <a:pt x="1477914" y="33758"/>
                </a:lnTo>
                <a:lnTo>
                  <a:pt x="1477203" y="33375"/>
                </a:lnTo>
                <a:lnTo>
                  <a:pt x="1476464" y="33010"/>
                </a:lnTo>
                <a:lnTo>
                  <a:pt x="1475696" y="32662"/>
                </a:lnTo>
                <a:lnTo>
                  <a:pt x="1474900" y="32333"/>
                </a:lnTo>
                <a:lnTo>
                  <a:pt x="1474076" y="32021"/>
                </a:lnTo>
                <a:lnTo>
                  <a:pt x="1473224" y="31727"/>
                </a:lnTo>
                <a:lnTo>
                  <a:pt x="1472344" y="31451"/>
                </a:lnTo>
                <a:lnTo>
                  <a:pt x="1471435" y="31193"/>
                </a:lnTo>
                <a:lnTo>
                  <a:pt x="1470498" y="30952"/>
                </a:lnTo>
                <a:lnTo>
                  <a:pt x="1469533" y="30729"/>
                </a:lnTo>
                <a:lnTo>
                  <a:pt x="1468540" y="30524"/>
                </a:lnTo>
                <a:lnTo>
                  <a:pt x="1467519" y="30337"/>
                </a:lnTo>
                <a:lnTo>
                  <a:pt x="1466469" y="30168"/>
                </a:lnTo>
                <a:lnTo>
                  <a:pt x="1465391" y="30017"/>
                </a:lnTo>
                <a:lnTo>
                  <a:pt x="1464285" y="29883"/>
                </a:lnTo>
                <a:lnTo>
                  <a:pt x="1463151" y="29767"/>
                </a:lnTo>
                <a:lnTo>
                  <a:pt x="1461988" y="29669"/>
                </a:lnTo>
                <a:lnTo>
                  <a:pt x="1460798" y="29589"/>
                </a:lnTo>
                <a:lnTo>
                  <a:pt x="1459579" y="29527"/>
                </a:lnTo>
                <a:lnTo>
                  <a:pt x="1458332" y="29482"/>
                </a:lnTo>
                <a:lnTo>
                  <a:pt x="1457056" y="29455"/>
                </a:lnTo>
                <a:lnTo>
                  <a:pt x="1455753" y="29446"/>
                </a:lnTo>
                <a:lnTo>
                  <a:pt x="1454384" y="29458"/>
                </a:lnTo>
                <a:lnTo>
                  <a:pt x="1453045" y="29494"/>
                </a:lnTo>
                <a:lnTo>
                  <a:pt x="1451737" y="29553"/>
                </a:lnTo>
                <a:lnTo>
                  <a:pt x="1450458" y="29636"/>
                </a:lnTo>
                <a:lnTo>
                  <a:pt x="1449210" y="29742"/>
                </a:lnTo>
                <a:lnTo>
                  <a:pt x="1447992" y="29872"/>
                </a:lnTo>
                <a:lnTo>
                  <a:pt x="1446805" y="30026"/>
                </a:lnTo>
                <a:lnTo>
                  <a:pt x="1445647" y="30203"/>
                </a:lnTo>
                <a:lnTo>
                  <a:pt x="1444520" y="30404"/>
                </a:lnTo>
                <a:lnTo>
                  <a:pt x="1443423" y="30629"/>
                </a:lnTo>
                <a:lnTo>
                  <a:pt x="1442356" y="30877"/>
                </a:lnTo>
                <a:lnTo>
                  <a:pt x="1441320" y="31149"/>
                </a:lnTo>
                <a:lnTo>
                  <a:pt x="1440313" y="31445"/>
                </a:lnTo>
                <a:lnTo>
                  <a:pt x="1439337" y="31764"/>
                </a:lnTo>
                <a:lnTo>
                  <a:pt x="1438391" y="32107"/>
                </a:lnTo>
                <a:lnTo>
                  <a:pt x="1437476" y="32474"/>
                </a:lnTo>
                <a:lnTo>
                  <a:pt x="1436590" y="32864"/>
                </a:lnTo>
                <a:lnTo>
                  <a:pt x="1435735" y="33278"/>
                </a:lnTo>
                <a:lnTo>
                  <a:pt x="1434910" y="33715"/>
                </a:lnTo>
                <a:lnTo>
                  <a:pt x="1434115" y="34176"/>
                </a:lnTo>
                <a:lnTo>
                  <a:pt x="1433351" y="34661"/>
                </a:lnTo>
                <a:lnTo>
                  <a:pt x="1432616" y="35169"/>
                </a:lnTo>
                <a:lnTo>
                  <a:pt x="1431912" y="35702"/>
                </a:lnTo>
                <a:lnTo>
                  <a:pt x="1431238" y="36257"/>
                </a:lnTo>
                <a:lnTo>
                  <a:pt x="1430593" y="36830"/>
                </a:lnTo>
                <a:lnTo>
                  <a:pt x="1429976" y="37415"/>
                </a:lnTo>
                <a:lnTo>
                  <a:pt x="1429385" y="38010"/>
                </a:lnTo>
                <a:lnTo>
                  <a:pt x="1428823" y="38616"/>
                </a:lnTo>
                <a:lnTo>
                  <a:pt x="1428287" y="39234"/>
                </a:lnTo>
                <a:lnTo>
                  <a:pt x="1427780" y="39862"/>
                </a:lnTo>
                <a:lnTo>
                  <a:pt x="1427299" y="40502"/>
                </a:lnTo>
                <a:lnTo>
                  <a:pt x="1426846" y="41152"/>
                </a:lnTo>
                <a:lnTo>
                  <a:pt x="1426421" y="41814"/>
                </a:lnTo>
                <a:lnTo>
                  <a:pt x="1426023" y="42487"/>
                </a:lnTo>
                <a:lnTo>
                  <a:pt x="1425652" y="43171"/>
                </a:lnTo>
                <a:lnTo>
                  <a:pt x="1425309" y="43865"/>
                </a:lnTo>
                <a:lnTo>
                  <a:pt x="1424993" y="44571"/>
                </a:lnTo>
                <a:lnTo>
                  <a:pt x="1424705" y="45288"/>
                </a:lnTo>
                <a:lnTo>
                  <a:pt x="1424444" y="46017"/>
                </a:lnTo>
                <a:lnTo>
                  <a:pt x="1424211" y="46756"/>
                </a:lnTo>
                <a:lnTo>
                  <a:pt x="1424005" y="47506"/>
                </a:lnTo>
                <a:lnTo>
                  <a:pt x="1423827" y="48267"/>
                </a:lnTo>
                <a:lnTo>
                  <a:pt x="1423676" y="49040"/>
                </a:lnTo>
                <a:lnTo>
                  <a:pt x="1423552" y="49823"/>
                </a:lnTo>
                <a:lnTo>
                  <a:pt x="1423456" y="50618"/>
                </a:lnTo>
                <a:lnTo>
                  <a:pt x="1423388" y="51424"/>
                </a:lnTo>
                <a:lnTo>
                  <a:pt x="1423346" y="52240"/>
                </a:lnTo>
                <a:lnTo>
                  <a:pt x="1423333" y="53068"/>
                </a:lnTo>
                <a:lnTo>
                  <a:pt x="1423349" y="53983"/>
                </a:lnTo>
                <a:lnTo>
                  <a:pt x="1423396" y="54882"/>
                </a:lnTo>
                <a:lnTo>
                  <a:pt x="1423476" y="55764"/>
                </a:lnTo>
                <a:lnTo>
                  <a:pt x="1423587" y="56628"/>
                </a:lnTo>
                <a:lnTo>
                  <a:pt x="1423729" y="57476"/>
                </a:lnTo>
                <a:lnTo>
                  <a:pt x="1423904" y="58307"/>
                </a:lnTo>
                <a:lnTo>
                  <a:pt x="1424110" y="59122"/>
                </a:lnTo>
                <a:lnTo>
                  <a:pt x="1424348" y="59919"/>
                </a:lnTo>
                <a:lnTo>
                  <a:pt x="1424618" y="60700"/>
                </a:lnTo>
                <a:lnTo>
                  <a:pt x="1424919" y="61463"/>
                </a:lnTo>
                <a:lnTo>
                  <a:pt x="1425252" y="62210"/>
                </a:lnTo>
                <a:lnTo>
                  <a:pt x="1425617" y="62940"/>
                </a:lnTo>
                <a:lnTo>
                  <a:pt x="1426014" y="63654"/>
                </a:lnTo>
                <a:lnTo>
                  <a:pt x="1426442" y="64350"/>
                </a:lnTo>
                <a:lnTo>
                  <a:pt x="1426902" y="65029"/>
                </a:lnTo>
                <a:lnTo>
                  <a:pt x="1427394" y="65692"/>
                </a:lnTo>
                <a:lnTo>
                  <a:pt x="1427918" y="66338"/>
                </a:lnTo>
                <a:lnTo>
                  <a:pt x="1428473" y="66967"/>
                </a:lnTo>
                <a:lnTo>
                  <a:pt x="1429060" y="67579"/>
                </a:lnTo>
                <a:lnTo>
                  <a:pt x="1429679" y="68174"/>
                </a:lnTo>
                <a:lnTo>
                  <a:pt x="1430329" y="68752"/>
                </a:lnTo>
                <a:lnTo>
                  <a:pt x="1431012" y="69314"/>
                </a:lnTo>
                <a:lnTo>
                  <a:pt x="1431726" y="69859"/>
                </a:lnTo>
                <a:lnTo>
                  <a:pt x="1432471" y="70386"/>
                </a:lnTo>
                <a:lnTo>
                  <a:pt x="1433053" y="70762"/>
                </a:lnTo>
                <a:lnTo>
                  <a:pt x="1433697" y="71142"/>
                </a:lnTo>
                <a:lnTo>
                  <a:pt x="1434403" y="71524"/>
                </a:lnTo>
                <a:lnTo>
                  <a:pt x="1435173" y="71910"/>
                </a:lnTo>
                <a:lnTo>
                  <a:pt x="1436005" y="72299"/>
                </a:lnTo>
                <a:lnTo>
                  <a:pt x="1436900" y="72691"/>
                </a:lnTo>
                <a:lnTo>
                  <a:pt x="1437858" y="73087"/>
                </a:lnTo>
                <a:lnTo>
                  <a:pt x="1438878" y="73485"/>
                </a:lnTo>
                <a:lnTo>
                  <a:pt x="1439961" y="73888"/>
                </a:lnTo>
                <a:lnTo>
                  <a:pt x="1441107" y="74293"/>
                </a:lnTo>
                <a:lnTo>
                  <a:pt x="1442315" y="74701"/>
                </a:lnTo>
                <a:lnTo>
                  <a:pt x="1443586" y="75113"/>
                </a:lnTo>
                <a:lnTo>
                  <a:pt x="1444920" y="75528"/>
                </a:lnTo>
                <a:lnTo>
                  <a:pt x="1446317" y="75947"/>
                </a:lnTo>
                <a:lnTo>
                  <a:pt x="1447776" y="76368"/>
                </a:lnTo>
                <a:lnTo>
                  <a:pt x="1449298" y="76793"/>
                </a:lnTo>
                <a:lnTo>
                  <a:pt x="1450883" y="77221"/>
                </a:lnTo>
                <a:lnTo>
                  <a:pt x="1452530" y="77653"/>
                </a:lnTo>
                <a:lnTo>
                  <a:pt x="1454240" y="78087"/>
                </a:lnTo>
                <a:lnTo>
                  <a:pt x="1456013" y="78525"/>
                </a:lnTo>
                <a:lnTo>
                  <a:pt x="1457848" y="78966"/>
                </a:lnTo>
                <a:lnTo>
                  <a:pt x="1459746" y="79411"/>
                </a:lnTo>
                <a:lnTo>
                  <a:pt x="1461707" y="79858"/>
                </a:lnTo>
                <a:lnTo>
                  <a:pt x="1463731" y="80309"/>
                </a:lnTo>
                <a:lnTo>
                  <a:pt x="1464166" y="80412"/>
                </a:lnTo>
                <a:lnTo>
                  <a:pt x="1464587" y="80516"/>
                </a:lnTo>
                <a:lnTo>
                  <a:pt x="1464996" y="80620"/>
                </a:lnTo>
                <a:lnTo>
                  <a:pt x="1465391" y="80725"/>
                </a:lnTo>
                <a:lnTo>
                  <a:pt x="1465773" y="80831"/>
                </a:lnTo>
                <a:lnTo>
                  <a:pt x="1466143" y="80938"/>
                </a:lnTo>
                <a:lnTo>
                  <a:pt x="1466499" y="81046"/>
                </a:lnTo>
                <a:lnTo>
                  <a:pt x="1466842" y="81154"/>
                </a:lnTo>
                <a:lnTo>
                  <a:pt x="1467172" y="81263"/>
                </a:lnTo>
                <a:lnTo>
                  <a:pt x="1467488" y="81373"/>
                </a:lnTo>
                <a:lnTo>
                  <a:pt x="1467792" y="81483"/>
                </a:lnTo>
                <a:lnTo>
                  <a:pt x="1468083" y="81594"/>
                </a:lnTo>
                <a:lnTo>
                  <a:pt x="1468360" y="81706"/>
                </a:lnTo>
                <a:lnTo>
                  <a:pt x="1468625" y="81819"/>
                </a:lnTo>
                <a:lnTo>
                  <a:pt x="1468876" y="81933"/>
                </a:lnTo>
                <a:lnTo>
                  <a:pt x="1469114" y="82047"/>
                </a:lnTo>
                <a:lnTo>
                  <a:pt x="1469339" y="82162"/>
                </a:lnTo>
                <a:lnTo>
                  <a:pt x="1469551" y="82278"/>
                </a:lnTo>
                <a:lnTo>
                  <a:pt x="1469750" y="82394"/>
                </a:lnTo>
                <a:lnTo>
                  <a:pt x="1469936" y="82511"/>
                </a:lnTo>
                <a:lnTo>
                  <a:pt x="1470109" y="82630"/>
                </a:lnTo>
                <a:lnTo>
                  <a:pt x="1470269" y="82748"/>
                </a:lnTo>
                <a:lnTo>
                  <a:pt x="1470415" y="82868"/>
                </a:lnTo>
                <a:lnTo>
                  <a:pt x="1470549" y="82988"/>
                </a:lnTo>
                <a:lnTo>
                  <a:pt x="1470667" y="83116"/>
                </a:lnTo>
                <a:lnTo>
                  <a:pt x="1470780" y="83247"/>
                </a:lnTo>
                <a:lnTo>
                  <a:pt x="1470889" y="83381"/>
                </a:lnTo>
                <a:lnTo>
                  <a:pt x="1470992" y="83517"/>
                </a:lnTo>
                <a:lnTo>
                  <a:pt x="1471090" y="83656"/>
                </a:lnTo>
                <a:lnTo>
                  <a:pt x="1471183" y="83798"/>
                </a:lnTo>
                <a:lnTo>
                  <a:pt x="1471271" y="83943"/>
                </a:lnTo>
                <a:lnTo>
                  <a:pt x="1471354" y="84091"/>
                </a:lnTo>
                <a:lnTo>
                  <a:pt x="1471433" y="84241"/>
                </a:lnTo>
                <a:lnTo>
                  <a:pt x="1471506" y="84394"/>
                </a:lnTo>
                <a:lnTo>
                  <a:pt x="1471574" y="84550"/>
                </a:lnTo>
                <a:lnTo>
                  <a:pt x="1471637" y="84708"/>
                </a:lnTo>
                <a:lnTo>
                  <a:pt x="1471694" y="84870"/>
                </a:lnTo>
                <a:lnTo>
                  <a:pt x="1471747" y="85034"/>
                </a:lnTo>
                <a:lnTo>
                  <a:pt x="1471795" y="85201"/>
                </a:lnTo>
                <a:lnTo>
                  <a:pt x="1471838" y="85371"/>
                </a:lnTo>
                <a:lnTo>
                  <a:pt x="1471876" y="85543"/>
                </a:lnTo>
                <a:lnTo>
                  <a:pt x="1471909" y="85718"/>
                </a:lnTo>
                <a:lnTo>
                  <a:pt x="1471936" y="85896"/>
                </a:lnTo>
                <a:lnTo>
                  <a:pt x="1471959" y="86077"/>
                </a:lnTo>
                <a:lnTo>
                  <a:pt x="1471977" y="86260"/>
                </a:lnTo>
                <a:lnTo>
                  <a:pt x="1471989" y="86447"/>
                </a:lnTo>
                <a:lnTo>
                  <a:pt x="1471997" y="86636"/>
                </a:lnTo>
                <a:lnTo>
                  <a:pt x="1471999" y="86828"/>
                </a:lnTo>
                <a:lnTo>
                  <a:pt x="1471995" y="87109"/>
                </a:lnTo>
                <a:lnTo>
                  <a:pt x="1471981" y="87385"/>
                </a:lnTo>
                <a:lnTo>
                  <a:pt x="1471957" y="87657"/>
                </a:lnTo>
                <a:lnTo>
                  <a:pt x="1471925" y="87924"/>
                </a:lnTo>
                <a:lnTo>
                  <a:pt x="1471883" y="88186"/>
                </a:lnTo>
                <a:lnTo>
                  <a:pt x="1471831" y="88444"/>
                </a:lnTo>
                <a:lnTo>
                  <a:pt x="1471771" y="88696"/>
                </a:lnTo>
                <a:lnTo>
                  <a:pt x="1471701" y="88944"/>
                </a:lnTo>
                <a:lnTo>
                  <a:pt x="1471622" y="89187"/>
                </a:lnTo>
                <a:lnTo>
                  <a:pt x="1471533" y="89426"/>
                </a:lnTo>
                <a:lnTo>
                  <a:pt x="1471435" y="89659"/>
                </a:lnTo>
                <a:lnTo>
                  <a:pt x="1471328" y="89888"/>
                </a:lnTo>
                <a:lnTo>
                  <a:pt x="1471212" y="90112"/>
                </a:lnTo>
                <a:lnTo>
                  <a:pt x="1471086" y="90331"/>
                </a:lnTo>
                <a:lnTo>
                  <a:pt x="1470951" y="90546"/>
                </a:lnTo>
                <a:lnTo>
                  <a:pt x="1470806" y="90755"/>
                </a:lnTo>
                <a:lnTo>
                  <a:pt x="1470653" y="90960"/>
                </a:lnTo>
                <a:lnTo>
                  <a:pt x="1470490" y="91160"/>
                </a:lnTo>
                <a:lnTo>
                  <a:pt x="1470317" y="91356"/>
                </a:lnTo>
                <a:lnTo>
                  <a:pt x="1470136" y="91546"/>
                </a:lnTo>
                <a:lnTo>
                  <a:pt x="1469945" y="91732"/>
                </a:lnTo>
                <a:lnTo>
                  <a:pt x="1469744" y="91913"/>
                </a:lnTo>
                <a:lnTo>
                  <a:pt x="1469535" y="92089"/>
                </a:lnTo>
                <a:lnTo>
                  <a:pt x="1469316" y="92260"/>
                </a:lnTo>
                <a:lnTo>
                  <a:pt x="1468976" y="92497"/>
                </a:lnTo>
                <a:lnTo>
                  <a:pt x="1468624" y="92723"/>
                </a:lnTo>
                <a:lnTo>
                  <a:pt x="1468257" y="92939"/>
                </a:lnTo>
                <a:lnTo>
                  <a:pt x="1467877" y="93146"/>
                </a:lnTo>
                <a:lnTo>
                  <a:pt x="1467484" y="93342"/>
                </a:lnTo>
                <a:lnTo>
                  <a:pt x="1467076" y="93528"/>
                </a:lnTo>
                <a:lnTo>
                  <a:pt x="1466656" y="93704"/>
                </a:lnTo>
                <a:lnTo>
                  <a:pt x="1466221" y="93870"/>
                </a:lnTo>
                <a:lnTo>
                  <a:pt x="1465773" y="94026"/>
                </a:lnTo>
                <a:lnTo>
                  <a:pt x="1465311" y="94171"/>
                </a:lnTo>
                <a:lnTo>
                  <a:pt x="1464836" y="94307"/>
                </a:lnTo>
                <a:lnTo>
                  <a:pt x="1464347" y="94433"/>
                </a:lnTo>
                <a:lnTo>
                  <a:pt x="1463845" y="94549"/>
                </a:lnTo>
                <a:lnTo>
                  <a:pt x="1463329" y="94654"/>
                </a:lnTo>
                <a:lnTo>
                  <a:pt x="1462799" y="94750"/>
                </a:lnTo>
                <a:lnTo>
                  <a:pt x="1462256" y="94835"/>
                </a:lnTo>
                <a:lnTo>
                  <a:pt x="1461699" y="94911"/>
                </a:lnTo>
                <a:lnTo>
                  <a:pt x="1461129" y="94976"/>
                </a:lnTo>
                <a:lnTo>
                  <a:pt x="1460545" y="95031"/>
                </a:lnTo>
                <a:lnTo>
                  <a:pt x="1459947" y="95077"/>
                </a:lnTo>
                <a:lnTo>
                  <a:pt x="1459336" y="95112"/>
                </a:lnTo>
                <a:lnTo>
                  <a:pt x="1458711" y="95137"/>
                </a:lnTo>
                <a:lnTo>
                  <a:pt x="1458073" y="95152"/>
                </a:lnTo>
                <a:lnTo>
                  <a:pt x="1457421" y="95157"/>
                </a:lnTo>
                <a:lnTo>
                  <a:pt x="1456828" y="95152"/>
                </a:lnTo>
                <a:lnTo>
                  <a:pt x="1456246" y="95136"/>
                </a:lnTo>
                <a:lnTo>
                  <a:pt x="1455676" y="95109"/>
                </a:lnTo>
                <a:lnTo>
                  <a:pt x="1455116" y="95072"/>
                </a:lnTo>
                <a:lnTo>
                  <a:pt x="1454568" y="95024"/>
                </a:lnTo>
                <a:lnTo>
                  <a:pt x="1454030" y="94966"/>
                </a:lnTo>
                <a:lnTo>
                  <a:pt x="1453504" y="94896"/>
                </a:lnTo>
                <a:lnTo>
                  <a:pt x="1452989" y="94817"/>
                </a:lnTo>
                <a:lnTo>
                  <a:pt x="1452485" y="94726"/>
                </a:lnTo>
                <a:lnTo>
                  <a:pt x="1451991" y="94625"/>
                </a:lnTo>
                <a:lnTo>
                  <a:pt x="1451509" y="94513"/>
                </a:lnTo>
                <a:lnTo>
                  <a:pt x="1451039" y="94391"/>
                </a:lnTo>
                <a:lnTo>
                  <a:pt x="1450579" y="94258"/>
                </a:lnTo>
                <a:lnTo>
                  <a:pt x="1450130" y="94114"/>
                </a:lnTo>
                <a:lnTo>
                  <a:pt x="1449692" y="93960"/>
                </a:lnTo>
                <a:lnTo>
                  <a:pt x="1449266" y="93795"/>
                </a:lnTo>
                <a:lnTo>
                  <a:pt x="1448850" y="93620"/>
                </a:lnTo>
                <a:lnTo>
                  <a:pt x="1448446" y="93433"/>
                </a:lnTo>
                <a:lnTo>
                  <a:pt x="1448052" y="93237"/>
                </a:lnTo>
                <a:lnTo>
                  <a:pt x="1447670" y="93029"/>
                </a:lnTo>
                <a:lnTo>
                  <a:pt x="1447299" y="92811"/>
                </a:lnTo>
                <a:lnTo>
                  <a:pt x="1446939" y="92582"/>
                </a:lnTo>
                <a:lnTo>
                  <a:pt x="1446590" y="92343"/>
                </a:lnTo>
                <a:lnTo>
                  <a:pt x="1446252" y="92093"/>
                </a:lnTo>
                <a:lnTo>
                  <a:pt x="1445924" y="91832"/>
                </a:lnTo>
                <a:lnTo>
                  <a:pt x="1445605" y="91562"/>
                </a:lnTo>
                <a:lnTo>
                  <a:pt x="1445296" y="91282"/>
                </a:lnTo>
                <a:lnTo>
                  <a:pt x="1444997" y="90992"/>
                </a:lnTo>
                <a:lnTo>
                  <a:pt x="1444706" y="90692"/>
                </a:lnTo>
                <a:lnTo>
                  <a:pt x="1444425" y="90383"/>
                </a:lnTo>
                <a:lnTo>
                  <a:pt x="1444153" y="90063"/>
                </a:lnTo>
                <a:lnTo>
                  <a:pt x="1443890" y="89734"/>
                </a:lnTo>
                <a:lnTo>
                  <a:pt x="1443637" y="89394"/>
                </a:lnTo>
                <a:lnTo>
                  <a:pt x="1443393" y="89045"/>
                </a:lnTo>
                <a:lnTo>
                  <a:pt x="1443159" y="88686"/>
                </a:lnTo>
                <a:lnTo>
                  <a:pt x="1442933" y="88317"/>
                </a:lnTo>
                <a:lnTo>
                  <a:pt x="1442718" y="87938"/>
                </a:lnTo>
                <a:lnTo>
                  <a:pt x="1442511" y="87549"/>
                </a:lnTo>
                <a:lnTo>
                  <a:pt x="1442314" y="87150"/>
                </a:lnTo>
                <a:lnTo>
                  <a:pt x="1442126" y="86742"/>
                </a:lnTo>
                <a:lnTo>
                  <a:pt x="1441947" y="86323"/>
                </a:lnTo>
                <a:lnTo>
                  <a:pt x="1441778" y="85895"/>
                </a:lnTo>
                <a:lnTo>
                  <a:pt x="1441618" y="85457"/>
                </a:lnTo>
                <a:lnTo>
                  <a:pt x="1441467" y="85009"/>
                </a:lnTo>
                <a:lnTo>
                  <a:pt x="1441325" y="84551"/>
                </a:lnTo>
                <a:lnTo>
                  <a:pt x="1441193" y="84083"/>
                </a:lnTo>
                <a:lnTo>
                  <a:pt x="1441071" y="83605"/>
                </a:lnTo>
                <a:lnTo>
                  <a:pt x="1440957" y="83117"/>
                </a:lnTo>
                <a:lnTo>
                  <a:pt x="1420504" y="86309"/>
                </a:lnTo>
                <a:lnTo>
                  <a:pt x="1420751" y="87211"/>
                </a:lnTo>
                <a:lnTo>
                  <a:pt x="1421020" y="88097"/>
                </a:lnTo>
                <a:lnTo>
                  <a:pt x="1421310" y="88967"/>
                </a:lnTo>
                <a:lnTo>
                  <a:pt x="1421623" y="89821"/>
                </a:lnTo>
                <a:lnTo>
                  <a:pt x="1421958" y="90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f3d91111d44bc"/>
          <a:stretch xmlns:a="http://schemas.openxmlformats.org/drawingml/2006/main"/>
        </p:blipFill>
        <p:spPr>
          <a:xfrm xmlns:a="http://schemas.openxmlformats.org/drawingml/2006/main">
            <a:off x="11857307" y="1774219"/>
            <a:ext cx="657811" cy="657811"/>
          </a:xfrm>
          <a:prstGeom xmlns:a="http://schemas.openxmlformats.org/drawingml/2006/main" prst="rect">
            <a:avLst/>
          </a:prstGeom>
        </p:spPr>
      </p:pic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5AEC49-22E5-4B3D-AAA2-CB9F12A4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0225" y="1296776"/>
            <a:ext cx="403174" cy="403174"/>
          </a:xfrm>
          <a:custGeom xmlns:a="http://schemas.openxmlformats.org/drawingml/2006/main">
            <a:pathLst>
              <a:path w="403174" h="403174">
                <a:moveTo>
                  <a:pt x="201587" y="403174"/>
                </a:moveTo>
                <a:cubicBezTo>
                  <a:pt x="188350" y="403174"/>
                  <a:pt x="175241" y="401883"/>
                  <a:pt x="162259" y="399300"/>
                </a:cubicBezTo>
                <a:cubicBezTo>
                  <a:pt x="149277" y="396718"/>
                  <a:pt x="136671" y="392894"/>
                  <a:pt x="124442" y="387829"/>
                </a:cubicBezTo>
                <a:cubicBezTo>
                  <a:pt x="112214" y="382764"/>
                  <a:pt x="100597" y="376554"/>
                  <a:pt x="89591" y="369200"/>
                </a:cubicBezTo>
                <a:cubicBezTo>
                  <a:pt x="78585" y="361847"/>
                  <a:pt x="68403" y="353490"/>
                  <a:pt x="59044" y="344131"/>
                </a:cubicBezTo>
                <a:cubicBezTo>
                  <a:pt x="49684" y="334771"/>
                  <a:pt x="41327" y="324588"/>
                  <a:pt x="33973" y="313582"/>
                </a:cubicBezTo>
                <a:cubicBezTo>
                  <a:pt x="26619" y="302577"/>
                  <a:pt x="20410" y="290960"/>
                  <a:pt x="15344" y="278731"/>
                </a:cubicBezTo>
                <a:cubicBezTo>
                  <a:pt x="10279" y="266502"/>
                  <a:pt x="6456" y="253897"/>
                  <a:pt x="3873" y="240915"/>
                </a:cubicBezTo>
                <a:cubicBezTo>
                  <a:pt x="1291" y="227933"/>
                  <a:pt x="0" y="214824"/>
                  <a:pt x="0" y="201587"/>
                </a:cubicBezTo>
                <a:cubicBezTo>
                  <a:pt x="0" y="188351"/>
                  <a:pt x="1291" y="175241"/>
                  <a:pt x="3873" y="162259"/>
                </a:cubicBezTo>
                <a:cubicBezTo>
                  <a:pt x="6456" y="149277"/>
                  <a:pt x="10279" y="136672"/>
                  <a:pt x="15344" y="124443"/>
                </a:cubicBezTo>
                <a:cubicBezTo>
                  <a:pt x="20410" y="112214"/>
                  <a:pt x="26619" y="100597"/>
                  <a:pt x="33974" y="89591"/>
                </a:cubicBezTo>
                <a:cubicBezTo>
                  <a:pt x="41327" y="78585"/>
                  <a:pt x="49684" y="68403"/>
                  <a:pt x="59044" y="59043"/>
                </a:cubicBezTo>
                <a:cubicBezTo>
                  <a:pt x="68403" y="49684"/>
                  <a:pt x="78585" y="41327"/>
                  <a:pt x="89591" y="33973"/>
                </a:cubicBezTo>
                <a:cubicBezTo>
                  <a:pt x="100597" y="26620"/>
                  <a:pt x="112214" y="20410"/>
                  <a:pt x="124442" y="15345"/>
                </a:cubicBezTo>
                <a:cubicBezTo>
                  <a:pt x="136671" y="10279"/>
                  <a:pt x="149277" y="6456"/>
                  <a:pt x="162259" y="3873"/>
                </a:cubicBezTo>
                <a:cubicBezTo>
                  <a:pt x="175241" y="1291"/>
                  <a:pt x="188350" y="0"/>
                  <a:pt x="201587" y="0"/>
                </a:cubicBezTo>
                <a:cubicBezTo>
                  <a:pt x="214824" y="0"/>
                  <a:pt x="227933" y="1291"/>
                  <a:pt x="240915" y="3873"/>
                </a:cubicBezTo>
                <a:cubicBezTo>
                  <a:pt x="253897" y="6456"/>
                  <a:pt x="266502" y="10279"/>
                  <a:pt x="278731" y="15345"/>
                </a:cubicBezTo>
                <a:cubicBezTo>
                  <a:pt x="290960" y="20410"/>
                  <a:pt x="302577" y="26620"/>
                  <a:pt x="313583" y="33973"/>
                </a:cubicBezTo>
                <a:cubicBezTo>
                  <a:pt x="324589" y="41327"/>
                  <a:pt x="334771" y="49684"/>
                  <a:pt x="344131" y="59043"/>
                </a:cubicBezTo>
                <a:cubicBezTo>
                  <a:pt x="353490" y="68403"/>
                  <a:pt x="361846" y="78585"/>
                  <a:pt x="369201" y="89591"/>
                </a:cubicBezTo>
                <a:cubicBezTo>
                  <a:pt x="376554" y="100597"/>
                  <a:pt x="382764" y="112214"/>
                  <a:pt x="387829" y="124443"/>
                </a:cubicBezTo>
                <a:cubicBezTo>
                  <a:pt x="392895" y="136672"/>
                  <a:pt x="396718" y="149277"/>
                  <a:pt x="399301" y="162259"/>
                </a:cubicBezTo>
                <a:cubicBezTo>
                  <a:pt x="401884" y="175241"/>
                  <a:pt x="403174" y="188351"/>
                  <a:pt x="403174" y="201587"/>
                </a:cubicBezTo>
                <a:cubicBezTo>
                  <a:pt x="403174" y="214824"/>
                  <a:pt x="401884" y="227933"/>
                  <a:pt x="399301" y="240915"/>
                </a:cubicBezTo>
                <a:cubicBezTo>
                  <a:pt x="396718" y="253896"/>
                  <a:pt x="392895" y="266502"/>
                  <a:pt x="387829" y="278730"/>
                </a:cubicBezTo>
                <a:cubicBezTo>
                  <a:pt x="382764" y="290959"/>
                  <a:pt x="376554" y="302577"/>
                  <a:pt x="369201" y="313582"/>
                </a:cubicBezTo>
                <a:cubicBezTo>
                  <a:pt x="361846" y="324588"/>
                  <a:pt x="353490" y="334771"/>
                  <a:pt x="344131" y="344131"/>
                </a:cubicBezTo>
                <a:cubicBezTo>
                  <a:pt x="334771" y="353490"/>
                  <a:pt x="324589" y="361847"/>
                  <a:pt x="313583" y="369200"/>
                </a:cubicBezTo>
                <a:cubicBezTo>
                  <a:pt x="302577" y="376554"/>
                  <a:pt x="290960" y="382764"/>
                  <a:pt x="278731" y="387829"/>
                </a:cubicBezTo>
                <a:cubicBezTo>
                  <a:pt x="266502" y="392894"/>
                  <a:pt x="253897" y="396718"/>
                  <a:pt x="240915" y="399301"/>
                </a:cubicBezTo>
                <a:cubicBezTo>
                  <a:pt x="227933" y="401883"/>
                  <a:pt x="214824" y="403174"/>
                  <a:pt x="201587" y="403174"/>
                </a:cubicBezTo>
                <a:close/>
                <a:moveTo>
                  <a:pt x="87449" y="247045"/>
                </a:moveTo>
                <a:lnTo>
                  <a:pt x="143389" y="302656"/>
                </a:lnTo>
                <a:cubicBezTo>
                  <a:pt x="145416" y="304699"/>
                  <a:pt x="147759" y="306270"/>
                  <a:pt x="150419" y="307368"/>
                </a:cubicBezTo>
                <a:cubicBezTo>
                  <a:pt x="153079" y="308466"/>
                  <a:pt x="155848" y="309005"/>
                  <a:pt x="158726" y="308986"/>
                </a:cubicBezTo>
                <a:cubicBezTo>
                  <a:pt x="161603" y="308967"/>
                  <a:pt x="164365" y="308392"/>
                  <a:pt x="167010" y="307259"/>
                </a:cubicBezTo>
                <a:cubicBezTo>
                  <a:pt x="169655" y="306125"/>
                  <a:pt x="171977" y="304524"/>
                  <a:pt x="173977" y="302455"/>
                </a:cubicBezTo>
                <a:lnTo>
                  <a:pt x="315820" y="158313"/>
                </a:lnTo>
                <a:cubicBezTo>
                  <a:pt x="317935" y="156131"/>
                  <a:pt x="319563" y="153631"/>
                  <a:pt x="320704" y="150815"/>
                </a:cubicBezTo>
                <a:cubicBezTo>
                  <a:pt x="321844" y="147999"/>
                  <a:pt x="322415" y="145071"/>
                  <a:pt x="322415" y="142032"/>
                </a:cubicBezTo>
                <a:cubicBezTo>
                  <a:pt x="322415" y="138993"/>
                  <a:pt x="321844" y="136065"/>
                  <a:pt x="320704" y="133249"/>
                </a:cubicBezTo>
                <a:cubicBezTo>
                  <a:pt x="319563" y="130432"/>
                  <a:pt x="317935" y="127933"/>
                  <a:pt x="315820" y="125750"/>
                </a:cubicBezTo>
                <a:lnTo>
                  <a:pt x="304295" y="114098"/>
                </a:lnTo>
                <a:cubicBezTo>
                  <a:pt x="302264" y="112005"/>
                  <a:pt x="299903" y="110394"/>
                  <a:pt x="297213" y="109265"/>
                </a:cubicBezTo>
                <a:cubicBezTo>
                  <a:pt x="294523" y="108137"/>
                  <a:pt x="291719" y="107581"/>
                  <a:pt x="288802" y="107598"/>
                </a:cubicBezTo>
                <a:cubicBezTo>
                  <a:pt x="285885" y="107615"/>
                  <a:pt x="283088" y="108204"/>
                  <a:pt x="280411" y="109364"/>
                </a:cubicBezTo>
                <a:cubicBezTo>
                  <a:pt x="277735" y="110524"/>
                  <a:pt x="275393" y="112163"/>
                  <a:pt x="273386" y="114280"/>
                </a:cubicBezTo>
                <a:lnTo>
                  <a:pt x="166544" y="224413"/>
                </a:lnTo>
                <a:cubicBezTo>
                  <a:pt x="164435" y="226639"/>
                  <a:pt x="161846" y="227752"/>
                  <a:pt x="158780" y="227752"/>
                </a:cubicBezTo>
                <a:cubicBezTo>
                  <a:pt x="155713" y="227752"/>
                  <a:pt x="153125" y="226639"/>
                  <a:pt x="151016" y="224413"/>
                </a:cubicBezTo>
                <a:lnTo>
                  <a:pt x="130051" y="202662"/>
                </a:lnTo>
                <a:cubicBezTo>
                  <a:pt x="128058" y="200560"/>
                  <a:pt x="125735" y="198930"/>
                  <a:pt x="123081" y="197771"/>
                </a:cubicBezTo>
                <a:cubicBezTo>
                  <a:pt x="120427" y="196612"/>
                  <a:pt x="117652" y="196016"/>
                  <a:pt x="114756" y="195984"/>
                </a:cubicBezTo>
                <a:cubicBezTo>
                  <a:pt x="111860" y="195952"/>
                  <a:pt x="109072" y="196485"/>
                  <a:pt x="106393" y="197585"/>
                </a:cubicBezTo>
                <a:cubicBezTo>
                  <a:pt x="103713" y="198684"/>
                  <a:pt x="101354" y="200263"/>
                  <a:pt x="99315" y="202320"/>
                </a:cubicBezTo>
                <a:lnTo>
                  <a:pt x="87449" y="214119"/>
                </a:lnTo>
                <a:cubicBezTo>
                  <a:pt x="85281" y="216311"/>
                  <a:pt x="83612" y="218832"/>
                  <a:pt x="82440" y="221683"/>
                </a:cubicBezTo>
                <a:cubicBezTo>
                  <a:pt x="81269" y="224533"/>
                  <a:pt x="80683" y="227500"/>
                  <a:pt x="80682" y="230582"/>
                </a:cubicBezTo>
                <a:cubicBezTo>
                  <a:pt x="80683" y="233664"/>
                  <a:pt x="81269" y="236631"/>
                  <a:pt x="82441" y="239482"/>
                </a:cubicBezTo>
                <a:cubicBezTo>
                  <a:pt x="83612" y="242333"/>
                  <a:pt x="85281" y="244854"/>
                  <a:pt x="87449" y="247045"/>
                </a:cubicBezTo>
                <a:close/>
              </a:path>
            </a:pathLst>
          </a:custGeom>
          <a:solidFill xmlns:a="http://schemas.openxmlformats.org/drawingml/2006/main">
            <a:srgbClr val="699F4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9FDBF2-68F0-4017-BEC0-BF951029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885" y="1843184"/>
            <a:ext cx="1167083" cy="1060985"/>
          </a:xfrm>
          <a:custGeom xmlns:a="http://schemas.openxmlformats.org/drawingml/2006/main">
            <a:pathLst>
              <a:path w="1167083" h="1060985">
                <a:moveTo>
                  <a:pt x="583542" y="0"/>
                </a:moveTo>
                <a:lnTo>
                  <a:pt x="1167083" y="530492"/>
                </a:lnTo>
                <a:lnTo>
                  <a:pt x="583542" y="1060985"/>
                </a:lnTo>
                <a:lnTo>
                  <a:pt x="0" y="530492"/>
                </a:lnTo>
                <a:lnTo>
                  <a:pt x="583542" y="0"/>
                </a:lnTo>
                <a:close/>
              </a:path>
            </a:pathLst>
          </a:custGeom>
          <a:solidFill xmlns:a="http://schemas.openxmlformats.org/drawingml/2006/main">
            <a:srgbClr val="BAC8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9332BC-B2DA-442F-9C77-91AFFC90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885" y="1843184"/>
            <a:ext cx="1167083" cy="1060985"/>
          </a:xfrm>
          <a:custGeom xmlns:a="http://schemas.openxmlformats.org/drawingml/2006/main">
            <a:pathLst>
              <a:path w="1167083" h="1060985" fill="none">
                <a:moveTo>
                  <a:pt x="583542" y="0"/>
                </a:moveTo>
                <a:lnTo>
                  <a:pt x="1167083" y="530492"/>
                </a:lnTo>
                <a:lnTo>
                  <a:pt x="583542" y="1060985"/>
                </a:lnTo>
                <a:lnTo>
                  <a:pt x="0" y="530492"/>
                </a:lnTo>
                <a:lnTo>
                  <a:pt x="58354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23445D"/>
            </a:solidFill>
            <a:miter/>
          </a:ln>
        </p:spPr>
      </p:sp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b02ce32b54392"/>
          <a:stretch xmlns:a="http://schemas.openxmlformats.org/drawingml/2006/main"/>
        </p:blipFill>
        <p:spPr>
          <a:xfrm xmlns:a="http://schemas.openxmlformats.org/drawingml/2006/main">
            <a:off x="10775104" y="3227768"/>
            <a:ext cx="456223" cy="456223"/>
          </a:xfrm>
          <a:prstGeom xmlns:a="http://schemas.openxmlformats.org/drawingml/2006/main" prst="rect">
            <a:avLst/>
          </a:prstGeom>
        </p:spPr>
      </p:pic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8f7ce5d25a4871"/>
          <a:stretch xmlns:a="http://schemas.openxmlformats.org/drawingml/2006/main"/>
        </p:blipFill>
        <p:spPr>
          <a:xfrm xmlns:a="http://schemas.openxmlformats.org/drawingml/2006/main">
            <a:off x="9894485" y="2103125"/>
            <a:ext cx="509273" cy="509273"/>
          </a:xfrm>
          <a:prstGeom xmlns:a="http://schemas.openxmlformats.org/drawingml/2006/main" prst="rect">
            <a:avLst/>
          </a:prstGeom>
        </p:spPr>
      </p:pic>
      <p:sp>
        <p:nvSpPr>
          <p:cNvPr id="59" name="Text Oracle">
            <a:extLst xmlns:a="http://schemas.openxmlformats.org/drawingml/2006/main">
              <a:ext uri="{FF2B5EF4-FFF2-40B4-BE49-F238E27FC236}">
                <a16:creationId xmlns:a16="http://schemas.microsoft.com/office/drawing/2014/main" id="{F4D7D8B8-CDEC-4B34-B452-D458D27AC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042" y="3050137"/>
            <a:ext cx="385980" cy="94370"/>
          </a:xfrm>
          <a:custGeom xmlns:a="http://schemas.openxmlformats.org/drawingml/2006/main">
            <a:pathLst>
              <a:path w="385980" h="94370">
                <a:moveTo>
                  <a:pt x="0" y="47744"/>
                </a:moveTo>
                <a:cubicBezTo>
                  <a:pt x="0" y="38449"/>
                  <a:pt x="1388" y="30648"/>
                  <a:pt x="4165" y="24340"/>
                </a:cubicBezTo>
                <a:cubicBezTo>
                  <a:pt x="6237" y="19692"/>
                  <a:pt x="9066" y="15521"/>
                  <a:pt x="12651" y="11827"/>
                </a:cubicBezTo>
                <a:cubicBezTo>
                  <a:pt x="16236" y="8134"/>
                  <a:pt x="20163" y="5394"/>
                  <a:pt x="24432" y="3610"/>
                </a:cubicBezTo>
                <a:cubicBezTo>
                  <a:pt x="30110" y="1203"/>
                  <a:pt x="36658" y="0"/>
                  <a:pt x="44076" y="0"/>
                </a:cubicBezTo>
                <a:cubicBezTo>
                  <a:pt x="57505" y="0"/>
                  <a:pt x="68249" y="4171"/>
                  <a:pt x="76310" y="12513"/>
                </a:cubicBezTo>
                <a:cubicBezTo>
                  <a:pt x="84371" y="20854"/>
                  <a:pt x="88402" y="32453"/>
                  <a:pt x="88402" y="47309"/>
                </a:cubicBezTo>
                <a:cubicBezTo>
                  <a:pt x="88402" y="62041"/>
                  <a:pt x="84402" y="73568"/>
                  <a:pt x="76403" y="81890"/>
                </a:cubicBezTo>
                <a:cubicBezTo>
                  <a:pt x="68405" y="90210"/>
                  <a:pt x="57712" y="94370"/>
                  <a:pt x="44325" y="94370"/>
                </a:cubicBezTo>
                <a:cubicBezTo>
                  <a:pt x="30773" y="94370"/>
                  <a:pt x="19997" y="90230"/>
                  <a:pt x="11998" y="81952"/>
                </a:cubicBezTo>
                <a:cubicBezTo>
                  <a:pt x="3999" y="73672"/>
                  <a:pt x="0" y="62269"/>
                  <a:pt x="0" y="47744"/>
                </a:cubicBezTo>
                <a:moveTo>
                  <a:pt x="18961" y="47123"/>
                </a:moveTo>
                <a:cubicBezTo>
                  <a:pt x="18961" y="57442"/>
                  <a:pt x="21344" y="65265"/>
                  <a:pt x="26110" y="70591"/>
                </a:cubicBezTo>
                <a:cubicBezTo>
                  <a:pt x="30876" y="75916"/>
                  <a:pt x="36927" y="78579"/>
                  <a:pt x="44263" y="78579"/>
                </a:cubicBezTo>
                <a:cubicBezTo>
                  <a:pt x="51599" y="78579"/>
                  <a:pt x="57619" y="75937"/>
                  <a:pt x="62322" y="70653"/>
                </a:cubicBezTo>
                <a:cubicBezTo>
                  <a:pt x="67026" y="65369"/>
                  <a:pt x="69378" y="57442"/>
                  <a:pt x="69378" y="46874"/>
                </a:cubicBezTo>
                <a:cubicBezTo>
                  <a:pt x="69378" y="36430"/>
                  <a:pt x="67089" y="28638"/>
                  <a:pt x="62509" y="23499"/>
                </a:cubicBezTo>
                <a:cubicBezTo>
                  <a:pt x="57929" y="18360"/>
                  <a:pt x="51847" y="15790"/>
                  <a:pt x="44263" y="15790"/>
                </a:cubicBezTo>
                <a:cubicBezTo>
                  <a:pt x="36679" y="15790"/>
                  <a:pt x="30565" y="18391"/>
                  <a:pt x="25924" y="23592"/>
                </a:cubicBezTo>
                <a:cubicBezTo>
                  <a:pt x="21282" y="28794"/>
                  <a:pt x="18961" y="36637"/>
                  <a:pt x="18961" y="47123"/>
                </a:cubicBezTo>
                <a:close/>
                <a:moveTo>
                  <a:pt x="119383" y="92753"/>
                </a:moveTo>
                <a:lnTo>
                  <a:pt x="101914" y="92753"/>
                </a:lnTo>
                <a:lnTo>
                  <a:pt x="101914" y="26732"/>
                </a:lnTo>
                <a:lnTo>
                  <a:pt x="118139" y="26732"/>
                </a:lnTo>
                <a:lnTo>
                  <a:pt x="118139" y="36119"/>
                </a:lnTo>
                <a:cubicBezTo>
                  <a:pt x="120916" y="31684"/>
                  <a:pt x="123413" y="28763"/>
                  <a:pt x="125631" y="27354"/>
                </a:cubicBezTo>
                <a:cubicBezTo>
                  <a:pt x="127848" y="25944"/>
                  <a:pt x="130366" y="25240"/>
                  <a:pt x="133184" y="25240"/>
                </a:cubicBezTo>
                <a:cubicBezTo>
                  <a:pt x="137163" y="25240"/>
                  <a:pt x="140996" y="26338"/>
                  <a:pt x="144685" y="28535"/>
                </a:cubicBezTo>
                <a:lnTo>
                  <a:pt x="139276" y="43766"/>
                </a:lnTo>
                <a:cubicBezTo>
                  <a:pt x="136334" y="41859"/>
                  <a:pt x="133598" y="40906"/>
                  <a:pt x="131070" y="40906"/>
                </a:cubicBezTo>
                <a:cubicBezTo>
                  <a:pt x="128625" y="40906"/>
                  <a:pt x="126553" y="41579"/>
                  <a:pt x="124853" y="42926"/>
                </a:cubicBezTo>
                <a:cubicBezTo>
                  <a:pt x="123154" y="44273"/>
                  <a:pt x="121818" y="46708"/>
                  <a:pt x="120844" y="50231"/>
                </a:cubicBezTo>
                <a:cubicBezTo>
                  <a:pt x="119870" y="53754"/>
                  <a:pt x="119383" y="61131"/>
                  <a:pt x="119383" y="72362"/>
                </a:cubicBezTo>
                <a:lnTo>
                  <a:pt x="119383" y="92753"/>
                </a:lnTo>
                <a:close/>
                <a:moveTo>
                  <a:pt x="165242" y="47123"/>
                </a:moveTo>
                <a:lnTo>
                  <a:pt x="149389" y="44263"/>
                </a:lnTo>
                <a:cubicBezTo>
                  <a:pt x="151171" y="37796"/>
                  <a:pt x="154238" y="33009"/>
                  <a:pt x="158590" y="29902"/>
                </a:cubicBezTo>
                <a:cubicBezTo>
                  <a:pt x="162941" y="26794"/>
                  <a:pt x="169407" y="25240"/>
                  <a:pt x="177986" y="25240"/>
                </a:cubicBezTo>
                <a:cubicBezTo>
                  <a:pt x="185777" y="25240"/>
                  <a:pt x="191580" y="26162"/>
                  <a:pt x="195393" y="28006"/>
                </a:cubicBezTo>
                <a:cubicBezTo>
                  <a:pt x="199206" y="29851"/>
                  <a:pt x="201889" y="32192"/>
                  <a:pt x="203443" y="35031"/>
                </a:cubicBezTo>
                <a:cubicBezTo>
                  <a:pt x="204997" y="37870"/>
                  <a:pt x="205775" y="43082"/>
                  <a:pt x="205775" y="50666"/>
                </a:cubicBezTo>
                <a:lnTo>
                  <a:pt x="205588" y="71057"/>
                </a:lnTo>
                <a:cubicBezTo>
                  <a:pt x="205588" y="76859"/>
                  <a:pt x="205868" y="81138"/>
                  <a:pt x="206427" y="83894"/>
                </a:cubicBezTo>
                <a:cubicBezTo>
                  <a:pt x="206987" y="86651"/>
                  <a:pt x="208033" y="89603"/>
                  <a:pt x="209567" y="92753"/>
                </a:cubicBezTo>
                <a:lnTo>
                  <a:pt x="192284" y="92753"/>
                </a:lnTo>
                <a:cubicBezTo>
                  <a:pt x="191828" y="91593"/>
                  <a:pt x="191269" y="89873"/>
                  <a:pt x="190606" y="87593"/>
                </a:cubicBezTo>
                <a:cubicBezTo>
                  <a:pt x="190316" y="86557"/>
                  <a:pt x="190108" y="85873"/>
                  <a:pt x="189984" y="85542"/>
                </a:cubicBezTo>
                <a:cubicBezTo>
                  <a:pt x="187000" y="88443"/>
                  <a:pt x="183809" y="90619"/>
                  <a:pt x="180410" y="92069"/>
                </a:cubicBezTo>
                <a:cubicBezTo>
                  <a:pt x="177012" y="93520"/>
                  <a:pt x="173386" y="94245"/>
                  <a:pt x="169531" y="94245"/>
                </a:cubicBezTo>
                <a:cubicBezTo>
                  <a:pt x="162734" y="94245"/>
                  <a:pt x="157377" y="92409"/>
                  <a:pt x="153461" y="88736"/>
                </a:cubicBezTo>
                <a:cubicBezTo>
                  <a:pt x="149544" y="85063"/>
                  <a:pt x="147586" y="80420"/>
                  <a:pt x="147586" y="74806"/>
                </a:cubicBezTo>
                <a:cubicBezTo>
                  <a:pt x="147586" y="71092"/>
                  <a:pt x="148477" y="67780"/>
                  <a:pt x="150259" y="64871"/>
                </a:cubicBezTo>
                <a:cubicBezTo>
                  <a:pt x="152041" y="61961"/>
                  <a:pt x="154539" y="59732"/>
                  <a:pt x="157751" y="58184"/>
                </a:cubicBezTo>
                <a:cubicBezTo>
                  <a:pt x="160962" y="56637"/>
                  <a:pt x="165594" y="55285"/>
                  <a:pt x="171645" y="54130"/>
                </a:cubicBezTo>
                <a:cubicBezTo>
                  <a:pt x="179809" y="52603"/>
                  <a:pt x="185467" y="51179"/>
                  <a:pt x="188616" y="49858"/>
                </a:cubicBezTo>
                <a:lnTo>
                  <a:pt x="188616" y="48098"/>
                </a:lnTo>
                <a:cubicBezTo>
                  <a:pt x="188616" y="44703"/>
                  <a:pt x="187788" y="42283"/>
                  <a:pt x="186130" y="40838"/>
                </a:cubicBezTo>
                <a:cubicBezTo>
                  <a:pt x="184472" y="39391"/>
                  <a:pt x="181343" y="38668"/>
                  <a:pt x="176743" y="38668"/>
                </a:cubicBezTo>
                <a:cubicBezTo>
                  <a:pt x="173634" y="38668"/>
                  <a:pt x="171210" y="39293"/>
                  <a:pt x="169469" y="40545"/>
                </a:cubicBezTo>
                <a:cubicBezTo>
                  <a:pt x="167728" y="41794"/>
                  <a:pt x="166319" y="43987"/>
                  <a:pt x="165242" y="47123"/>
                </a:cubicBezTo>
                <a:moveTo>
                  <a:pt x="188616" y="61297"/>
                </a:moveTo>
                <a:cubicBezTo>
                  <a:pt x="186378" y="62034"/>
                  <a:pt x="182835" y="62914"/>
                  <a:pt x="177986" y="63939"/>
                </a:cubicBezTo>
                <a:cubicBezTo>
                  <a:pt x="173137" y="64962"/>
                  <a:pt x="169966" y="65965"/>
                  <a:pt x="168474" y="66948"/>
                </a:cubicBezTo>
                <a:cubicBezTo>
                  <a:pt x="166195" y="68545"/>
                  <a:pt x="165055" y="70572"/>
                  <a:pt x="165055" y="73029"/>
                </a:cubicBezTo>
                <a:cubicBezTo>
                  <a:pt x="165055" y="75446"/>
                  <a:pt x="165967" y="77535"/>
                  <a:pt x="167790" y="79296"/>
                </a:cubicBezTo>
                <a:cubicBezTo>
                  <a:pt x="169614" y="81056"/>
                  <a:pt x="171935" y="81936"/>
                  <a:pt x="174753" y="81936"/>
                </a:cubicBezTo>
                <a:cubicBezTo>
                  <a:pt x="177903" y="81936"/>
                  <a:pt x="180908" y="80912"/>
                  <a:pt x="183767" y="78865"/>
                </a:cubicBezTo>
                <a:cubicBezTo>
                  <a:pt x="185881" y="77309"/>
                  <a:pt x="187269" y="75405"/>
                  <a:pt x="187933" y="73151"/>
                </a:cubicBezTo>
                <a:cubicBezTo>
                  <a:pt x="188389" y="71677"/>
                  <a:pt x="188616" y="68873"/>
                  <a:pt x="188616" y="64737"/>
                </a:cubicBezTo>
                <a:lnTo>
                  <a:pt x="188616" y="61297"/>
                </a:lnTo>
                <a:close/>
                <a:moveTo>
                  <a:pt x="280542" y="46252"/>
                </a:moveTo>
                <a:lnTo>
                  <a:pt x="263322" y="49361"/>
                </a:lnTo>
                <a:cubicBezTo>
                  <a:pt x="262741" y="45941"/>
                  <a:pt x="261425" y="43367"/>
                  <a:pt x="259374" y="41636"/>
                </a:cubicBezTo>
                <a:cubicBezTo>
                  <a:pt x="257322" y="39906"/>
                  <a:pt x="254660" y="39041"/>
                  <a:pt x="251385" y="39041"/>
                </a:cubicBezTo>
                <a:cubicBezTo>
                  <a:pt x="247034" y="39041"/>
                  <a:pt x="243563" y="40539"/>
                  <a:pt x="240972" y="43534"/>
                </a:cubicBezTo>
                <a:cubicBezTo>
                  <a:pt x="238382" y="46530"/>
                  <a:pt x="237087" y="51540"/>
                  <a:pt x="237087" y="58563"/>
                </a:cubicBezTo>
                <a:cubicBezTo>
                  <a:pt x="237087" y="66373"/>
                  <a:pt x="238403" y="71890"/>
                  <a:pt x="241035" y="75113"/>
                </a:cubicBezTo>
                <a:cubicBezTo>
                  <a:pt x="243666" y="78336"/>
                  <a:pt x="247200" y="79947"/>
                  <a:pt x="251634" y="79947"/>
                </a:cubicBezTo>
                <a:cubicBezTo>
                  <a:pt x="254950" y="79947"/>
                  <a:pt x="257664" y="79004"/>
                  <a:pt x="259778" y="77118"/>
                </a:cubicBezTo>
                <a:cubicBezTo>
                  <a:pt x="261892" y="75233"/>
                  <a:pt x="263384" y="71989"/>
                  <a:pt x="264254" y="67389"/>
                </a:cubicBezTo>
                <a:lnTo>
                  <a:pt x="281412" y="70373"/>
                </a:lnTo>
                <a:cubicBezTo>
                  <a:pt x="279630" y="78248"/>
                  <a:pt x="276211" y="84195"/>
                  <a:pt x="271155" y="88215"/>
                </a:cubicBezTo>
                <a:cubicBezTo>
                  <a:pt x="266098" y="92235"/>
                  <a:pt x="259322" y="94245"/>
                  <a:pt x="250826" y="94245"/>
                </a:cubicBezTo>
                <a:cubicBezTo>
                  <a:pt x="241169" y="94245"/>
                  <a:pt x="233471" y="91199"/>
                  <a:pt x="227731" y="85107"/>
                </a:cubicBezTo>
                <a:cubicBezTo>
                  <a:pt x="221991" y="79014"/>
                  <a:pt x="219121" y="70580"/>
                  <a:pt x="219121" y="59805"/>
                </a:cubicBezTo>
                <a:cubicBezTo>
                  <a:pt x="219121" y="48905"/>
                  <a:pt x="222001" y="40419"/>
                  <a:pt x="227762" y="34347"/>
                </a:cubicBezTo>
                <a:cubicBezTo>
                  <a:pt x="233523" y="28276"/>
                  <a:pt x="241314" y="25240"/>
                  <a:pt x="251137" y="25240"/>
                </a:cubicBezTo>
                <a:cubicBezTo>
                  <a:pt x="259177" y="25240"/>
                  <a:pt x="265570" y="26970"/>
                  <a:pt x="270315" y="30431"/>
                </a:cubicBezTo>
                <a:cubicBezTo>
                  <a:pt x="275061" y="33891"/>
                  <a:pt x="278470" y="39165"/>
                  <a:pt x="280542" y="46252"/>
                </a:cubicBezTo>
                <a:close/>
                <a:moveTo>
                  <a:pt x="293765" y="92753"/>
                </a:moveTo>
                <a:lnTo>
                  <a:pt x="293765" y="1616"/>
                </a:lnTo>
                <a:lnTo>
                  <a:pt x="311234" y="1616"/>
                </a:lnTo>
                <a:lnTo>
                  <a:pt x="311234" y="92753"/>
                </a:lnTo>
                <a:lnTo>
                  <a:pt x="293765" y="92753"/>
                </a:lnTo>
                <a:close/>
                <a:moveTo>
                  <a:pt x="367392" y="71741"/>
                </a:moveTo>
                <a:lnTo>
                  <a:pt x="384798" y="74725"/>
                </a:lnTo>
                <a:cubicBezTo>
                  <a:pt x="382560" y="81087"/>
                  <a:pt x="379027" y="85930"/>
                  <a:pt x="374199" y="89256"/>
                </a:cubicBezTo>
                <a:cubicBezTo>
                  <a:pt x="369371" y="92582"/>
                  <a:pt x="363330" y="94245"/>
                  <a:pt x="356077" y="94245"/>
                </a:cubicBezTo>
                <a:cubicBezTo>
                  <a:pt x="344597" y="94245"/>
                  <a:pt x="336101" y="90495"/>
                  <a:pt x="330589" y="82993"/>
                </a:cubicBezTo>
                <a:cubicBezTo>
                  <a:pt x="326237" y="76984"/>
                  <a:pt x="324061" y="69399"/>
                  <a:pt x="324061" y="60240"/>
                </a:cubicBezTo>
                <a:cubicBezTo>
                  <a:pt x="324061" y="49298"/>
                  <a:pt x="326921" y="40730"/>
                  <a:pt x="332640" y="34534"/>
                </a:cubicBezTo>
                <a:cubicBezTo>
                  <a:pt x="338360" y="28338"/>
                  <a:pt x="345592" y="25240"/>
                  <a:pt x="354337" y="25240"/>
                </a:cubicBezTo>
                <a:cubicBezTo>
                  <a:pt x="364159" y="25240"/>
                  <a:pt x="371909" y="28483"/>
                  <a:pt x="377587" y="34969"/>
                </a:cubicBezTo>
                <a:cubicBezTo>
                  <a:pt x="383265" y="41455"/>
                  <a:pt x="385980" y="51391"/>
                  <a:pt x="385731" y="64778"/>
                </a:cubicBezTo>
                <a:lnTo>
                  <a:pt x="341965" y="64778"/>
                </a:lnTo>
                <a:cubicBezTo>
                  <a:pt x="342090" y="69959"/>
                  <a:pt x="343499" y="73989"/>
                  <a:pt x="346193" y="76870"/>
                </a:cubicBezTo>
                <a:cubicBezTo>
                  <a:pt x="348887" y="79750"/>
                  <a:pt x="352244" y="81190"/>
                  <a:pt x="356264" y="81190"/>
                </a:cubicBezTo>
                <a:cubicBezTo>
                  <a:pt x="358999" y="81190"/>
                  <a:pt x="361299" y="80444"/>
                  <a:pt x="363164" y="78952"/>
                </a:cubicBezTo>
                <a:cubicBezTo>
                  <a:pt x="365029" y="77460"/>
                  <a:pt x="366438" y="75056"/>
                  <a:pt x="367392" y="71741"/>
                </a:cubicBezTo>
                <a:moveTo>
                  <a:pt x="368386" y="54085"/>
                </a:moveTo>
                <a:cubicBezTo>
                  <a:pt x="368262" y="49050"/>
                  <a:pt x="366957" y="45221"/>
                  <a:pt x="364470" y="42600"/>
                </a:cubicBezTo>
                <a:cubicBezTo>
                  <a:pt x="361983" y="39979"/>
                  <a:pt x="358958" y="38668"/>
                  <a:pt x="355393" y="38668"/>
                </a:cubicBezTo>
                <a:cubicBezTo>
                  <a:pt x="351581" y="38668"/>
                  <a:pt x="348431" y="40050"/>
                  <a:pt x="345944" y="42816"/>
                </a:cubicBezTo>
                <a:cubicBezTo>
                  <a:pt x="343457" y="45582"/>
                  <a:pt x="342235" y="49339"/>
                  <a:pt x="342276" y="54085"/>
                </a:cubicBezTo>
                <a:lnTo>
                  <a:pt x="368386" y="540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fb857b4e847bf"/>
          <a:stretch xmlns:a="http://schemas.openxmlformats.org/drawingml/2006/main"/>
        </p:blipFill>
        <p:spPr>
          <a:xfrm xmlns:a="http://schemas.openxmlformats.org/drawingml/2006/main">
            <a:off x="8748622" y="2601788"/>
            <a:ext cx="265246" cy="265246"/>
          </a:xfrm>
          <a:prstGeom xmlns:a="http://schemas.openxmlformats.org/drawingml/2006/main" prst="rect">
            <a:avLst/>
          </a:prstGeom>
        </p:spPr>
      </p:pic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38A554-AA43-4089-BCF2-C7E90D87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8746" y="1719261"/>
            <a:ext cx="423439" cy="363069"/>
          </a:xfrm>
          <a:custGeom xmlns:a="http://schemas.openxmlformats.org/drawingml/2006/main">
            <a:pathLst>
              <a:path w="423439" h="363069">
                <a:moveTo>
                  <a:pt x="67585" y="363069"/>
                </a:moveTo>
                <a:lnTo>
                  <a:pt x="0" y="281267"/>
                </a:lnTo>
                <a:lnTo>
                  <a:pt x="234265" y="87531"/>
                </a:lnTo>
                <a:lnTo>
                  <a:pt x="163286" y="1698"/>
                </a:lnTo>
                <a:lnTo>
                  <a:pt x="423439" y="0"/>
                </a:lnTo>
                <a:lnTo>
                  <a:pt x="372936" y="255167"/>
                </a:lnTo>
                <a:lnTo>
                  <a:pt x="301956" y="169333"/>
                </a:lnTo>
                <a:lnTo>
                  <a:pt x="67585" y="363069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C24922-16AB-4996-962F-70DCD853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8746" y="1719261"/>
            <a:ext cx="423439" cy="363069"/>
          </a:xfrm>
          <a:custGeom xmlns:a="http://schemas.openxmlformats.org/drawingml/2006/main">
            <a:pathLst>
              <a:path w="423439" h="363069" fill="none">
                <a:moveTo>
                  <a:pt x="67585" y="363069"/>
                </a:moveTo>
                <a:lnTo>
                  <a:pt x="0" y="281267"/>
                </a:lnTo>
                <a:lnTo>
                  <a:pt x="234265" y="87531"/>
                </a:lnTo>
                <a:lnTo>
                  <a:pt x="163286" y="1698"/>
                </a:lnTo>
                <a:lnTo>
                  <a:pt x="423439" y="0"/>
                </a:lnTo>
                <a:lnTo>
                  <a:pt x="372936" y="255167"/>
                </a:lnTo>
                <a:lnTo>
                  <a:pt x="301956" y="169333"/>
                </a:lnTo>
                <a:lnTo>
                  <a:pt x="67585" y="3630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82B366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7074D-05E3-4BC5-B05E-5F29BD33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4104" y="2683590"/>
            <a:ext cx="549802" cy="524657"/>
          </a:xfrm>
          <a:custGeom xmlns:a="http://schemas.openxmlformats.org/drawingml/2006/main">
            <a:pathLst>
              <a:path w="549802" h="524657">
                <a:moveTo>
                  <a:pt x="0" y="77027"/>
                </a:moveTo>
                <a:lnTo>
                  <a:pt x="72890" y="0"/>
                </a:lnTo>
                <a:lnTo>
                  <a:pt x="439884" y="347473"/>
                </a:lnTo>
                <a:lnTo>
                  <a:pt x="516487" y="266625"/>
                </a:lnTo>
                <a:lnTo>
                  <a:pt x="549802" y="524657"/>
                </a:lnTo>
                <a:lnTo>
                  <a:pt x="290285" y="505453"/>
                </a:lnTo>
                <a:lnTo>
                  <a:pt x="366889" y="424500"/>
                </a:lnTo>
                <a:lnTo>
                  <a:pt x="0" y="77027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E980E-3B57-4722-8FBF-E9C960B3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4104" y="2683590"/>
            <a:ext cx="549802" cy="524657"/>
          </a:xfrm>
          <a:custGeom xmlns:a="http://schemas.openxmlformats.org/drawingml/2006/main">
            <a:pathLst>
              <a:path w="549802" h="524657" fill="none">
                <a:moveTo>
                  <a:pt x="0" y="77027"/>
                </a:moveTo>
                <a:lnTo>
                  <a:pt x="72890" y="0"/>
                </a:lnTo>
                <a:lnTo>
                  <a:pt x="439884" y="347473"/>
                </a:lnTo>
                <a:lnTo>
                  <a:pt x="516487" y="266625"/>
                </a:lnTo>
                <a:lnTo>
                  <a:pt x="549802" y="524657"/>
                </a:lnTo>
                <a:lnTo>
                  <a:pt x="290285" y="505453"/>
                </a:lnTo>
                <a:lnTo>
                  <a:pt x="366889" y="424500"/>
                </a:lnTo>
                <a:lnTo>
                  <a:pt x="0" y="770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B85450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C19866-C1A2-4EA0-A513-FAFD0E3F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2472" y="1443193"/>
            <a:ext cx="328905" cy="437868"/>
          </a:xfrm>
          <a:custGeom xmlns:a="http://schemas.openxmlformats.org/drawingml/2006/main">
            <a:pathLst>
              <a:path w="328905" h="437868" fill="none">
                <a:moveTo>
                  <a:pt x="214213" y="437868"/>
                </a:moveTo>
                <a:lnTo>
                  <a:pt x="108114" y="436383"/>
                </a:lnTo>
                <a:lnTo>
                  <a:pt x="111403" y="200844"/>
                </a:lnTo>
                <a:lnTo>
                  <a:pt x="0" y="199253"/>
                </a:lnTo>
                <a:lnTo>
                  <a:pt x="167317" y="0"/>
                </a:lnTo>
                <a:lnTo>
                  <a:pt x="328905" y="203921"/>
                </a:lnTo>
                <a:lnTo>
                  <a:pt x="217502" y="202330"/>
                </a:lnTo>
                <a:lnTo>
                  <a:pt x="214213" y="43786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000000"/>
            </a:solidFill>
            <a:miter/>
          </a:ln>
        </p:spPr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c2207918b42a5"/>
          <a:stretch xmlns:a="http://schemas.openxmlformats.org/drawingml/2006/main"/>
        </p:blipFill>
        <p:spPr>
          <a:xfrm xmlns:a="http://schemas.openxmlformats.org/drawingml/2006/main">
            <a:off x="11411695" y="3047401"/>
            <a:ext cx="954886" cy="954886"/>
          </a:xfrm>
          <a:prstGeom xmlns:a="http://schemas.openxmlformats.org/drawingml/2006/main" prst="rect">
            <a:avLst/>
          </a:prstGeom>
        </p:spPr>
      </p:pic>
      <p:sp>
        <p:nvSpPr>
          <p:cNvPr id="67" name="Text Benign">
            <a:extLst xmlns:a="http://schemas.openxmlformats.org/drawingml/2006/main">
              <a:ext uri="{FF2B5EF4-FFF2-40B4-BE49-F238E27FC236}">
                <a16:creationId xmlns:a16="http://schemas.microsoft.com/office/drawing/2014/main" id="{68250745-C4A0-4102-AFB3-76A460AA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922" y="4038469"/>
            <a:ext cx="413558" cy="117993"/>
          </a:xfrm>
          <a:custGeom xmlns:a="http://schemas.openxmlformats.org/drawingml/2006/main">
            <a:pathLst>
              <a:path w="413558" h="117993">
                <a:moveTo>
                  <a:pt x="0" y="0"/>
                </a:moveTo>
                <a:lnTo>
                  <a:pt x="36430" y="0"/>
                </a:lnTo>
                <a:cubicBezTo>
                  <a:pt x="43641" y="0"/>
                  <a:pt x="49019" y="300"/>
                  <a:pt x="52562" y="901"/>
                </a:cubicBezTo>
                <a:cubicBezTo>
                  <a:pt x="56106" y="1501"/>
                  <a:pt x="59276" y="2753"/>
                  <a:pt x="62074" y="4657"/>
                </a:cubicBezTo>
                <a:cubicBezTo>
                  <a:pt x="64871" y="6559"/>
                  <a:pt x="67203" y="9094"/>
                  <a:pt x="69068" y="12261"/>
                </a:cubicBezTo>
                <a:cubicBezTo>
                  <a:pt x="70933" y="15426"/>
                  <a:pt x="71865" y="18975"/>
                  <a:pt x="71865" y="22907"/>
                </a:cubicBezTo>
                <a:cubicBezTo>
                  <a:pt x="71865" y="27169"/>
                  <a:pt x="70715" y="31080"/>
                  <a:pt x="68415" y="34639"/>
                </a:cubicBezTo>
                <a:cubicBezTo>
                  <a:pt x="66115" y="38198"/>
                  <a:pt x="62996" y="40867"/>
                  <a:pt x="59059" y="42647"/>
                </a:cubicBezTo>
                <a:cubicBezTo>
                  <a:pt x="64612" y="44266"/>
                  <a:pt x="68881" y="47026"/>
                  <a:pt x="71865" y="50926"/>
                </a:cubicBezTo>
                <a:cubicBezTo>
                  <a:pt x="74849" y="54826"/>
                  <a:pt x="76341" y="59412"/>
                  <a:pt x="76341" y="64683"/>
                </a:cubicBezTo>
                <a:cubicBezTo>
                  <a:pt x="76341" y="68833"/>
                  <a:pt x="75378" y="72868"/>
                  <a:pt x="73450" y="76790"/>
                </a:cubicBezTo>
                <a:cubicBezTo>
                  <a:pt x="71523" y="80710"/>
                  <a:pt x="68891" y="83843"/>
                  <a:pt x="65555" y="86189"/>
                </a:cubicBezTo>
                <a:cubicBezTo>
                  <a:pt x="62219" y="88533"/>
                  <a:pt x="58105" y="89975"/>
                  <a:pt x="53215" y="90515"/>
                </a:cubicBezTo>
                <a:cubicBezTo>
                  <a:pt x="50148" y="90847"/>
                  <a:pt x="42750" y="91054"/>
                  <a:pt x="31021" y="91137"/>
                </a:cubicBezTo>
                <a:lnTo>
                  <a:pt x="0" y="91137"/>
                </a:lnTo>
                <a:lnTo>
                  <a:pt x="0" y="0"/>
                </a:lnTo>
                <a:moveTo>
                  <a:pt x="18401" y="15169"/>
                </a:moveTo>
                <a:lnTo>
                  <a:pt x="18401" y="36181"/>
                </a:lnTo>
                <a:lnTo>
                  <a:pt x="30462" y="36181"/>
                </a:lnTo>
                <a:cubicBezTo>
                  <a:pt x="37632" y="36181"/>
                  <a:pt x="42087" y="36078"/>
                  <a:pt x="43828" y="35870"/>
                </a:cubicBezTo>
                <a:cubicBezTo>
                  <a:pt x="46978" y="35499"/>
                  <a:pt x="49454" y="34415"/>
                  <a:pt x="51257" y="32618"/>
                </a:cubicBezTo>
                <a:cubicBezTo>
                  <a:pt x="53060" y="30821"/>
                  <a:pt x="53961" y="28454"/>
                  <a:pt x="53961" y="25520"/>
                </a:cubicBezTo>
                <a:cubicBezTo>
                  <a:pt x="53961" y="22710"/>
                  <a:pt x="53184" y="20428"/>
                  <a:pt x="51630" y="18671"/>
                </a:cubicBezTo>
                <a:cubicBezTo>
                  <a:pt x="50076" y="16915"/>
                  <a:pt x="47765" y="15851"/>
                  <a:pt x="44698" y="15480"/>
                </a:cubicBezTo>
                <a:cubicBezTo>
                  <a:pt x="42875" y="15272"/>
                  <a:pt x="37632" y="15169"/>
                  <a:pt x="28970" y="15169"/>
                </a:cubicBezTo>
                <a:lnTo>
                  <a:pt x="18401" y="15169"/>
                </a:lnTo>
                <a:moveTo>
                  <a:pt x="18401" y="51350"/>
                </a:moveTo>
                <a:lnTo>
                  <a:pt x="18401" y="75719"/>
                </a:lnTo>
                <a:lnTo>
                  <a:pt x="35435" y="75719"/>
                </a:lnTo>
                <a:cubicBezTo>
                  <a:pt x="42066" y="75719"/>
                  <a:pt x="46273" y="75533"/>
                  <a:pt x="48055" y="75160"/>
                </a:cubicBezTo>
                <a:cubicBezTo>
                  <a:pt x="50791" y="74663"/>
                  <a:pt x="53018" y="73450"/>
                  <a:pt x="54738" y="71523"/>
                </a:cubicBezTo>
                <a:cubicBezTo>
                  <a:pt x="56458" y="69596"/>
                  <a:pt x="57318" y="67016"/>
                  <a:pt x="57318" y="63783"/>
                </a:cubicBezTo>
                <a:cubicBezTo>
                  <a:pt x="57318" y="61048"/>
                  <a:pt x="56655" y="58727"/>
                  <a:pt x="55329" y="56821"/>
                </a:cubicBezTo>
                <a:cubicBezTo>
                  <a:pt x="54002" y="54914"/>
                  <a:pt x="52086" y="53526"/>
                  <a:pt x="49578" y="52656"/>
                </a:cubicBezTo>
                <a:cubicBezTo>
                  <a:pt x="47071" y="51785"/>
                  <a:pt x="41631" y="51350"/>
                  <a:pt x="33259" y="51350"/>
                </a:cubicBezTo>
                <a:lnTo>
                  <a:pt x="18401" y="51350"/>
                </a:lnTo>
                <a:close/>
                <a:moveTo>
                  <a:pt x="129970" y="70124"/>
                </a:moveTo>
                <a:lnTo>
                  <a:pt x="147377" y="73108"/>
                </a:lnTo>
                <a:cubicBezTo>
                  <a:pt x="145139" y="79470"/>
                  <a:pt x="141606" y="84314"/>
                  <a:pt x="136777" y="87640"/>
                </a:cubicBezTo>
                <a:cubicBezTo>
                  <a:pt x="131949" y="90966"/>
                  <a:pt x="125908" y="92629"/>
                  <a:pt x="118656" y="92629"/>
                </a:cubicBezTo>
                <a:cubicBezTo>
                  <a:pt x="107175" y="92629"/>
                  <a:pt x="98679" y="88878"/>
                  <a:pt x="93167" y="81377"/>
                </a:cubicBezTo>
                <a:cubicBezTo>
                  <a:pt x="88815" y="75367"/>
                  <a:pt x="86640" y="67783"/>
                  <a:pt x="86640" y="58624"/>
                </a:cubicBezTo>
                <a:cubicBezTo>
                  <a:pt x="86640" y="47682"/>
                  <a:pt x="89499" y="39113"/>
                  <a:pt x="95219" y="32917"/>
                </a:cubicBezTo>
                <a:cubicBezTo>
                  <a:pt x="100938" y="26721"/>
                  <a:pt x="108170" y="23623"/>
                  <a:pt x="116915" y="23623"/>
                </a:cubicBezTo>
                <a:cubicBezTo>
                  <a:pt x="126737" y="23623"/>
                  <a:pt x="134488" y="26867"/>
                  <a:pt x="140165" y="33353"/>
                </a:cubicBezTo>
                <a:cubicBezTo>
                  <a:pt x="145843" y="39839"/>
                  <a:pt x="148558" y="49775"/>
                  <a:pt x="148309" y="63162"/>
                </a:cubicBezTo>
                <a:lnTo>
                  <a:pt x="104544" y="63162"/>
                </a:lnTo>
                <a:cubicBezTo>
                  <a:pt x="104668" y="68342"/>
                  <a:pt x="106077" y="72373"/>
                  <a:pt x="108771" y="75253"/>
                </a:cubicBezTo>
                <a:cubicBezTo>
                  <a:pt x="111465" y="78134"/>
                  <a:pt x="114822" y="79574"/>
                  <a:pt x="118842" y="79574"/>
                </a:cubicBezTo>
                <a:cubicBezTo>
                  <a:pt x="121577" y="79574"/>
                  <a:pt x="123878" y="78828"/>
                  <a:pt x="125743" y="77336"/>
                </a:cubicBezTo>
                <a:cubicBezTo>
                  <a:pt x="127608" y="75844"/>
                  <a:pt x="129017" y="73440"/>
                  <a:pt x="129970" y="70124"/>
                </a:cubicBezTo>
                <a:moveTo>
                  <a:pt x="130965" y="52469"/>
                </a:moveTo>
                <a:cubicBezTo>
                  <a:pt x="130840" y="47433"/>
                  <a:pt x="129535" y="43605"/>
                  <a:pt x="127048" y="40984"/>
                </a:cubicBezTo>
                <a:cubicBezTo>
                  <a:pt x="124561" y="38362"/>
                  <a:pt x="121536" y="37052"/>
                  <a:pt x="117972" y="37052"/>
                </a:cubicBezTo>
                <a:cubicBezTo>
                  <a:pt x="114159" y="37052"/>
                  <a:pt x="111009" y="38434"/>
                  <a:pt x="108522" y="41199"/>
                </a:cubicBezTo>
                <a:cubicBezTo>
                  <a:pt x="106036" y="43966"/>
                  <a:pt x="104813" y="47722"/>
                  <a:pt x="104855" y="52469"/>
                </a:cubicBezTo>
                <a:lnTo>
                  <a:pt x="130965" y="52469"/>
                </a:lnTo>
                <a:close/>
                <a:moveTo>
                  <a:pt x="222579" y="91137"/>
                </a:moveTo>
                <a:lnTo>
                  <a:pt x="205110" y="91137"/>
                </a:lnTo>
                <a:lnTo>
                  <a:pt x="205110" y="57481"/>
                </a:lnTo>
                <a:cubicBezTo>
                  <a:pt x="205110" y="50361"/>
                  <a:pt x="204737" y="45755"/>
                  <a:pt x="203991" y="43665"/>
                </a:cubicBezTo>
                <a:cubicBezTo>
                  <a:pt x="203245" y="41574"/>
                  <a:pt x="202032" y="39949"/>
                  <a:pt x="200354" y="38790"/>
                </a:cubicBezTo>
                <a:cubicBezTo>
                  <a:pt x="198675" y="37631"/>
                  <a:pt x="196655" y="37052"/>
                  <a:pt x="194293" y="37052"/>
                </a:cubicBezTo>
                <a:cubicBezTo>
                  <a:pt x="191267" y="37052"/>
                  <a:pt x="188553" y="37880"/>
                  <a:pt x="186149" y="39536"/>
                </a:cubicBezTo>
                <a:cubicBezTo>
                  <a:pt x="183745" y="41192"/>
                  <a:pt x="182098" y="43385"/>
                  <a:pt x="181206" y="46118"/>
                </a:cubicBezTo>
                <a:cubicBezTo>
                  <a:pt x="180315" y="48850"/>
                  <a:pt x="179870" y="53900"/>
                  <a:pt x="179870" y="61270"/>
                </a:cubicBezTo>
                <a:lnTo>
                  <a:pt x="179870" y="91137"/>
                </a:lnTo>
                <a:lnTo>
                  <a:pt x="162401" y="91137"/>
                </a:lnTo>
                <a:lnTo>
                  <a:pt x="162401" y="25115"/>
                </a:lnTo>
                <a:lnTo>
                  <a:pt x="178627" y="25115"/>
                </a:lnTo>
                <a:lnTo>
                  <a:pt x="178627" y="34814"/>
                </a:lnTo>
                <a:cubicBezTo>
                  <a:pt x="184387" y="27354"/>
                  <a:pt x="191640" y="23623"/>
                  <a:pt x="200385" y="23623"/>
                </a:cubicBezTo>
                <a:cubicBezTo>
                  <a:pt x="204239" y="23623"/>
                  <a:pt x="207762" y="24318"/>
                  <a:pt x="210953" y="25706"/>
                </a:cubicBezTo>
                <a:cubicBezTo>
                  <a:pt x="214145" y="27094"/>
                  <a:pt x="216559" y="28866"/>
                  <a:pt x="218196" y="31021"/>
                </a:cubicBezTo>
                <a:cubicBezTo>
                  <a:pt x="219833" y="33176"/>
                  <a:pt x="220973" y="35622"/>
                  <a:pt x="221615" y="38357"/>
                </a:cubicBezTo>
                <a:cubicBezTo>
                  <a:pt x="222257" y="41092"/>
                  <a:pt x="222579" y="45009"/>
                  <a:pt x="222579" y="50107"/>
                </a:cubicBezTo>
                <a:lnTo>
                  <a:pt x="222579" y="91137"/>
                </a:lnTo>
                <a:close/>
                <a:moveTo>
                  <a:pt x="240318" y="16163"/>
                </a:moveTo>
                <a:lnTo>
                  <a:pt x="240318" y="0"/>
                </a:lnTo>
                <a:lnTo>
                  <a:pt x="257787" y="0"/>
                </a:lnTo>
                <a:lnTo>
                  <a:pt x="257787" y="16163"/>
                </a:lnTo>
                <a:lnTo>
                  <a:pt x="240318" y="16163"/>
                </a:lnTo>
                <a:moveTo>
                  <a:pt x="240318" y="91137"/>
                </a:moveTo>
                <a:lnTo>
                  <a:pt x="240318" y="25115"/>
                </a:lnTo>
                <a:lnTo>
                  <a:pt x="257787" y="25115"/>
                </a:lnTo>
                <a:lnTo>
                  <a:pt x="257787" y="91137"/>
                </a:lnTo>
                <a:lnTo>
                  <a:pt x="240318" y="91137"/>
                </a:lnTo>
                <a:close/>
                <a:moveTo>
                  <a:pt x="274097" y="95364"/>
                </a:moveTo>
                <a:lnTo>
                  <a:pt x="294052" y="97851"/>
                </a:lnTo>
                <a:cubicBezTo>
                  <a:pt x="294384" y="100194"/>
                  <a:pt x="295151" y="101804"/>
                  <a:pt x="296353" y="102683"/>
                </a:cubicBezTo>
                <a:cubicBezTo>
                  <a:pt x="298010" y="103938"/>
                  <a:pt x="300621" y="104565"/>
                  <a:pt x="304186" y="104565"/>
                </a:cubicBezTo>
                <a:cubicBezTo>
                  <a:pt x="308745" y="104565"/>
                  <a:pt x="312164" y="103876"/>
                  <a:pt x="314443" y="102498"/>
                </a:cubicBezTo>
                <a:cubicBezTo>
                  <a:pt x="315977" y="101580"/>
                  <a:pt x="317137" y="100098"/>
                  <a:pt x="317925" y="98053"/>
                </a:cubicBezTo>
                <a:cubicBezTo>
                  <a:pt x="318463" y="96592"/>
                  <a:pt x="318733" y="93900"/>
                  <a:pt x="318733" y="89977"/>
                </a:cubicBezTo>
                <a:lnTo>
                  <a:pt x="318733" y="80271"/>
                </a:lnTo>
                <a:cubicBezTo>
                  <a:pt x="313511" y="87515"/>
                  <a:pt x="306921" y="91137"/>
                  <a:pt x="298964" y="91137"/>
                </a:cubicBezTo>
                <a:cubicBezTo>
                  <a:pt x="290094" y="91137"/>
                  <a:pt x="283070" y="87386"/>
                  <a:pt x="277889" y="79885"/>
                </a:cubicBezTo>
                <a:cubicBezTo>
                  <a:pt x="273827" y="73958"/>
                  <a:pt x="271797" y="66581"/>
                  <a:pt x="271797" y="57753"/>
                </a:cubicBezTo>
                <a:cubicBezTo>
                  <a:pt x="271797" y="46687"/>
                  <a:pt x="274459" y="38233"/>
                  <a:pt x="279785" y="32389"/>
                </a:cubicBezTo>
                <a:cubicBezTo>
                  <a:pt x="285111" y="26545"/>
                  <a:pt x="291732" y="23623"/>
                  <a:pt x="299647" y="23623"/>
                </a:cubicBezTo>
                <a:cubicBezTo>
                  <a:pt x="307812" y="23623"/>
                  <a:pt x="314547" y="27225"/>
                  <a:pt x="319852" y="34429"/>
                </a:cubicBezTo>
                <a:lnTo>
                  <a:pt x="319852" y="25115"/>
                </a:lnTo>
                <a:lnTo>
                  <a:pt x="336202" y="25115"/>
                </a:lnTo>
                <a:lnTo>
                  <a:pt x="336202" y="84400"/>
                </a:lnTo>
                <a:cubicBezTo>
                  <a:pt x="336202" y="92196"/>
                  <a:pt x="335559" y="98023"/>
                  <a:pt x="334275" y="101880"/>
                </a:cubicBezTo>
                <a:cubicBezTo>
                  <a:pt x="332990" y="105737"/>
                  <a:pt x="331187" y="108765"/>
                  <a:pt x="328866" y="110962"/>
                </a:cubicBezTo>
                <a:cubicBezTo>
                  <a:pt x="326545" y="113162"/>
                  <a:pt x="323447" y="114883"/>
                  <a:pt x="319572" y="116126"/>
                </a:cubicBezTo>
                <a:cubicBezTo>
                  <a:pt x="315697" y="117371"/>
                  <a:pt x="310796" y="117993"/>
                  <a:pt x="304869" y="117993"/>
                </a:cubicBezTo>
                <a:cubicBezTo>
                  <a:pt x="293679" y="117993"/>
                  <a:pt x="285743" y="116060"/>
                  <a:pt x="281059" y="112194"/>
                </a:cubicBezTo>
                <a:cubicBezTo>
                  <a:pt x="276376" y="108329"/>
                  <a:pt x="274035" y="103430"/>
                  <a:pt x="274035" y="97495"/>
                </a:cubicBezTo>
                <a:cubicBezTo>
                  <a:pt x="274035" y="96910"/>
                  <a:pt x="274055" y="96200"/>
                  <a:pt x="274097" y="95364"/>
                </a:cubicBezTo>
                <a:moveTo>
                  <a:pt x="289701" y="56759"/>
                </a:moveTo>
                <a:cubicBezTo>
                  <a:pt x="289701" y="63742"/>
                  <a:pt x="291058" y="68855"/>
                  <a:pt x="293773" y="72098"/>
                </a:cubicBezTo>
                <a:cubicBezTo>
                  <a:pt x="296487" y="75341"/>
                  <a:pt x="299834" y="76963"/>
                  <a:pt x="303813" y="76963"/>
                </a:cubicBezTo>
                <a:cubicBezTo>
                  <a:pt x="308081" y="76963"/>
                  <a:pt x="311687" y="75300"/>
                  <a:pt x="314630" y="71974"/>
                </a:cubicBezTo>
                <a:cubicBezTo>
                  <a:pt x="317572" y="68648"/>
                  <a:pt x="319044" y="63721"/>
                  <a:pt x="319044" y="57194"/>
                </a:cubicBezTo>
                <a:cubicBezTo>
                  <a:pt x="319044" y="50376"/>
                  <a:pt x="317634" y="45315"/>
                  <a:pt x="314816" y="42009"/>
                </a:cubicBezTo>
                <a:cubicBezTo>
                  <a:pt x="311998" y="38704"/>
                  <a:pt x="308434" y="37052"/>
                  <a:pt x="304123" y="37052"/>
                </a:cubicBezTo>
                <a:cubicBezTo>
                  <a:pt x="299938" y="37052"/>
                  <a:pt x="296487" y="38673"/>
                  <a:pt x="293773" y="41916"/>
                </a:cubicBezTo>
                <a:cubicBezTo>
                  <a:pt x="291058" y="45159"/>
                  <a:pt x="289701" y="50107"/>
                  <a:pt x="289701" y="56759"/>
                </a:cubicBezTo>
                <a:close/>
                <a:moveTo>
                  <a:pt x="413558" y="91137"/>
                </a:moveTo>
                <a:lnTo>
                  <a:pt x="396089" y="91137"/>
                </a:lnTo>
                <a:lnTo>
                  <a:pt x="396089" y="57481"/>
                </a:lnTo>
                <a:cubicBezTo>
                  <a:pt x="396089" y="50361"/>
                  <a:pt x="395716" y="45755"/>
                  <a:pt x="394970" y="43665"/>
                </a:cubicBezTo>
                <a:cubicBezTo>
                  <a:pt x="394224" y="41574"/>
                  <a:pt x="393011" y="39949"/>
                  <a:pt x="391333" y="38790"/>
                </a:cubicBezTo>
                <a:cubicBezTo>
                  <a:pt x="389654" y="37631"/>
                  <a:pt x="387634" y="37052"/>
                  <a:pt x="385272" y="37052"/>
                </a:cubicBezTo>
                <a:cubicBezTo>
                  <a:pt x="382246" y="37052"/>
                  <a:pt x="379532" y="37880"/>
                  <a:pt x="377128" y="39536"/>
                </a:cubicBezTo>
                <a:cubicBezTo>
                  <a:pt x="374724" y="41192"/>
                  <a:pt x="373077" y="43385"/>
                  <a:pt x="372185" y="46118"/>
                </a:cubicBezTo>
                <a:cubicBezTo>
                  <a:pt x="371294" y="48850"/>
                  <a:pt x="370849" y="53900"/>
                  <a:pt x="370849" y="61270"/>
                </a:cubicBezTo>
                <a:lnTo>
                  <a:pt x="370849" y="91137"/>
                </a:lnTo>
                <a:lnTo>
                  <a:pt x="353380" y="91137"/>
                </a:lnTo>
                <a:lnTo>
                  <a:pt x="353380" y="25115"/>
                </a:lnTo>
                <a:lnTo>
                  <a:pt x="369606" y="25115"/>
                </a:lnTo>
                <a:lnTo>
                  <a:pt x="369606" y="34814"/>
                </a:lnTo>
                <a:cubicBezTo>
                  <a:pt x="375366" y="27354"/>
                  <a:pt x="382619" y="23623"/>
                  <a:pt x="391364" y="23623"/>
                </a:cubicBezTo>
                <a:cubicBezTo>
                  <a:pt x="395218" y="23623"/>
                  <a:pt x="398741" y="24318"/>
                  <a:pt x="401932" y="25706"/>
                </a:cubicBezTo>
                <a:cubicBezTo>
                  <a:pt x="405124" y="27094"/>
                  <a:pt x="407538" y="28866"/>
                  <a:pt x="409175" y="31021"/>
                </a:cubicBezTo>
                <a:cubicBezTo>
                  <a:pt x="410812" y="33176"/>
                  <a:pt x="411952" y="35622"/>
                  <a:pt x="412594" y="38357"/>
                </a:cubicBezTo>
                <a:cubicBezTo>
                  <a:pt x="413236" y="41092"/>
                  <a:pt x="413558" y="45009"/>
                  <a:pt x="413558" y="50107"/>
                </a:cubicBezTo>
                <a:lnTo>
                  <a:pt x="413558" y="911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Websites">
            <a:extLst xmlns:a="http://schemas.openxmlformats.org/drawingml/2006/main">
              <a:ext uri="{FF2B5EF4-FFF2-40B4-BE49-F238E27FC236}">
                <a16:creationId xmlns:a16="http://schemas.microsoft.com/office/drawing/2014/main" id="{DF151425-6AE4-4A40-8625-EC863113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6534" y="4197616"/>
            <a:ext cx="550037" cy="92629"/>
          </a:xfrm>
          <a:custGeom xmlns:a="http://schemas.openxmlformats.org/drawingml/2006/main">
            <a:pathLst>
              <a:path w="550037" h="92629">
                <a:moveTo>
                  <a:pt x="21758" y="91137"/>
                </a:moveTo>
                <a:lnTo>
                  <a:pt x="0" y="0"/>
                </a:lnTo>
                <a:lnTo>
                  <a:pt x="18837" y="0"/>
                </a:lnTo>
                <a:lnTo>
                  <a:pt x="32576" y="62602"/>
                </a:lnTo>
                <a:lnTo>
                  <a:pt x="49236" y="0"/>
                </a:lnTo>
                <a:lnTo>
                  <a:pt x="71119" y="0"/>
                </a:lnTo>
                <a:lnTo>
                  <a:pt x="87096" y="63659"/>
                </a:lnTo>
                <a:lnTo>
                  <a:pt x="101084" y="0"/>
                </a:lnTo>
                <a:lnTo>
                  <a:pt x="119609" y="0"/>
                </a:lnTo>
                <a:lnTo>
                  <a:pt x="97478" y="91137"/>
                </a:lnTo>
                <a:lnTo>
                  <a:pt x="77958" y="91137"/>
                </a:lnTo>
                <a:lnTo>
                  <a:pt x="59805" y="23002"/>
                </a:lnTo>
                <a:lnTo>
                  <a:pt x="41714" y="91137"/>
                </a:lnTo>
                <a:lnTo>
                  <a:pt x="21758" y="91137"/>
                </a:lnTo>
                <a:close/>
                <a:moveTo>
                  <a:pt x="164804" y="70124"/>
                </a:moveTo>
                <a:lnTo>
                  <a:pt x="182211" y="73108"/>
                </a:lnTo>
                <a:cubicBezTo>
                  <a:pt x="179973" y="79470"/>
                  <a:pt x="176440" y="84314"/>
                  <a:pt x="171611" y="87640"/>
                </a:cubicBezTo>
                <a:cubicBezTo>
                  <a:pt x="166783" y="90966"/>
                  <a:pt x="160742" y="92629"/>
                  <a:pt x="153490" y="92629"/>
                </a:cubicBezTo>
                <a:cubicBezTo>
                  <a:pt x="142009" y="92629"/>
                  <a:pt x="133513" y="88878"/>
                  <a:pt x="128001" y="81377"/>
                </a:cubicBezTo>
                <a:cubicBezTo>
                  <a:pt x="123649" y="75367"/>
                  <a:pt x="121474" y="67783"/>
                  <a:pt x="121474" y="58624"/>
                </a:cubicBezTo>
                <a:cubicBezTo>
                  <a:pt x="121474" y="47682"/>
                  <a:pt x="124333" y="39113"/>
                  <a:pt x="130053" y="32917"/>
                </a:cubicBezTo>
                <a:cubicBezTo>
                  <a:pt x="135772" y="26721"/>
                  <a:pt x="143004" y="23623"/>
                  <a:pt x="151749" y="23623"/>
                </a:cubicBezTo>
                <a:cubicBezTo>
                  <a:pt x="161571" y="23623"/>
                  <a:pt x="169321" y="26867"/>
                  <a:pt x="174999" y="33353"/>
                </a:cubicBezTo>
                <a:cubicBezTo>
                  <a:pt x="180677" y="39839"/>
                  <a:pt x="183392" y="49775"/>
                  <a:pt x="183143" y="63162"/>
                </a:cubicBezTo>
                <a:lnTo>
                  <a:pt x="139378" y="63162"/>
                </a:lnTo>
                <a:cubicBezTo>
                  <a:pt x="139502" y="68342"/>
                  <a:pt x="140911" y="72373"/>
                  <a:pt x="143605" y="75253"/>
                </a:cubicBezTo>
                <a:cubicBezTo>
                  <a:pt x="146299" y="78134"/>
                  <a:pt x="149656" y="79574"/>
                  <a:pt x="153676" y="79574"/>
                </a:cubicBezTo>
                <a:cubicBezTo>
                  <a:pt x="156411" y="79574"/>
                  <a:pt x="158712" y="78828"/>
                  <a:pt x="160577" y="77336"/>
                </a:cubicBezTo>
                <a:cubicBezTo>
                  <a:pt x="162442" y="75844"/>
                  <a:pt x="163851" y="73440"/>
                  <a:pt x="164804" y="70124"/>
                </a:cubicBezTo>
                <a:moveTo>
                  <a:pt x="165799" y="52469"/>
                </a:moveTo>
                <a:cubicBezTo>
                  <a:pt x="165674" y="47433"/>
                  <a:pt x="164369" y="43605"/>
                  <a:pt x="161882" y="40984"/>
                </a:cubicBezTo>
                <a:cubicBezTo>
                  <a:pt x="159395" y="38362"/>
                  <a:pt x="156370" y="37052"/>
                  <a:pt x="152806" y="37052"/>
                </a:cubicBezTo>
                <a:cubicBezTo>
                  <a:pt x="148993" y="37052"/>
                  <a:pt x="145843" y="38434"/>
                  <a:pt x="143356" y="41199"/>
                </a:cubicBezTo>
                <a:cubicBezTo>
                  <a:pt x="140870" y="43966"/>
                  <a:pt x="139647" y="47722"/>
                  <a:pt x="139689" y="52469"/>
                </a:cubicBezTo>
                <a:lnTo>
                  <a:pt x="165799" y="52469"/>
                </a:lnTo>
                <a:close/>
                <a:moveTo>
                  <a:pt x="196616" y="91137"/>
                </a:moveTo>
                <a:lnTo>
                  <a:pt x="196616" y="0"/>
                </a:lnTo>
                <a:lnTo>
                  <a:pt x="214084" y="0"/>
                </a:lnTo>
                <a:lnTo>
                  <a:pt x="214084" y="32824"/>
                </a:lnTo>
                <a:cubicBezTo>
                  <a:pt x="219472" y="26690"/>
                  <a:pt x="225855" y="23623"/>
                  <a:pt x="233232" y="23623"/>
                </a:cubicBezTo>
                <a:cubicBezTo>
                  <a:pt x="241272" y="23623"/>
                  <a:pt x="247924" y="26535"/>
                  <a:pt x="253188" y="32358"/>
                </a:cubicBezTo>
                <a:cubicBezTo>
                  <a:pt x="258451" y="38181"/>
                  <a:pt x="261083" y="46542"/>
                  <a:pt x="261083" y="57442"/>
                </a:cubicBezTo>
                <a:cubicBezTo>
                  <a:pt x="261083" y="68715"/>
                  <a:pt x="258399" y="77398"/>
                  <a:pt x="253032" y="83490"/>
                </a:cubicBezTo>
                <a:cubicBezTo>
                  <a:pt x="247665" y="89583"/>
                  <a:pt x="241148" y="92629"/>
                  <a:pt x="233481" y="92629"/>
                </a:cubicBezTo>
                <a:cubicBezTo>
                  <a:pt x="229709" y="92629"/>
                  <a:pt x="225989" y="91686"/>
                  <a:pt x="222322" y="89800"/>
                </a:cubicBezTo>
                <a:cubicBezTo>
                  <a:pt x="218654" y="87915"/>
                  <a:pt x="215494" y="85127"/>
                  <a:pt x="212841" y="81439"/>
                </a:cubicBezTo>
                <a:lnTo>
                  <a:pt x="212841" y="91137"/>
                </a:lnTo>
                <a:lnTo>
                  <a:pt x="196616" y="91137"/>
                </a:lnTo>
                <a:moveTo>
                  <a:pt x="213960" y="56729"/>
                </a:moveTo>
                <a:cubicBezTo>
                  <a:pt x="213960" y="63557"/>
                  <a:pt x="215038" y="68606"/>
                  <a:pt x="217193" y="71875"/>
                </a:cubicBezTo>
                <a:cubicBezTo>
                  <a:pt x="220218" y="76510"/>
                  <a:pt x="224238" y="78828"/>
                  <a:pt x="229253" y="78828"/>
                </a:cubicBezTo>
                <a:cubicBezTo>
                  <a:pt x="233108" y="78828"/>
                  <a:pt x="236392" y="77183"/>
                  <a:pt x="239107" y="73893"/>
                </a:cubicBezTo>
                <a:cubicBezTo>
                  <a:pt x="241821" y="70604"/>
                  <a:pt x="243179" y="65420"/>
                  <a:pt x="243179" y="58344"/>
                </a:cubicBezTo>
                <a:cubicBezTo>
                  <a:pt x="243179" y="50811"/>
                  <a:pt x="241811" y="45379"/>
                  <a:pt x="239076" y="42048"/>
                </a:cubicBezTo>
                <a:cubicBezTo>
                  <a:pt x="236340" y="38717"/>
                  <a:pt x="232838" y="37052"/>
                  <a:pt x="228569" y="37052"/>
                </a:cubicBezTo>
                <a:cubicBezTo>
                  <a:pt x="224383" y="37052"/>
                  <a:pt x="220902" y="38676"/>
                  <a:pt x="218125" y="41926"/>
                </a:cubicBezTo>
                <a:cubicBezTo>
                  <a:pt x="215349" y="45174"/>
                  <a:pt x="213960" y="50109"/>
                  <a:pt x="213960" y="56729"/>
                </a:cubicBezTo>
                <a:close/>
                <a:moveTo>
                  <a:pt x="268998" y="72362"/>
                </a:moveTo>
                <a:lnTo>
                  <a:pt x="286529" y="69627"/>
                </a:lnTo>
                <a:cubicBezTo>
                  <a:pt x="287275" y="73005"/>
                  <a:pt x="288788" y="75569"/>
                  <a:pt x="291067" y="77320"/>
                </a:cubicBezTo>
                <a:cubicBezTo>
                  <a:pt x="293347" y="79071"/>
                  <a:pt x="296538" y="79947"/>
                  <a:pt x="300641" y="79947"/>
                </a:cubicBezTo>
                <a:cubicBezTo>
                  <a:pt x="305159" y="79947"/>
                  <a:pt x="308557" y="79119"/>
                  <a:pt x="310837" y="77464"/>
                </a:cubicBezTo>
                <a:cubicBezTo>
                  <a:pt x="312370" y="76305"/>
                  <a:pt x="313137" y="74753"/>
                  <a:pt x="313137" y="72807"/>
                </a:cubicBezTo>
                <a:cubicBezTo>
                  <a:pt x="313137" y="71482"/>
                  <a:pt x="312722" y="70385"/>
                  <a:pt x="311893" y="69516"/>
                </a:cubicBezTo>
                <a:cubicBezTo>
                  <a:pt x="311023" y="68689"/>
                  <a:pt x="309075" y="67923"/>
                  <a:pt x="306050" y="67220"/>
                </a:cubicBezTo>
                <a:cubicBezTo>
                  <a:pt x="291959" y="64117"/>
                  <a:pt x="283027" y="61282"/>
                  <a:pt x="279256" y="58715"/>
                </a:cubicBezTo>
                <a:cubicBezTo>
                  <a:pt x="274034" y="55153"/>
                  <a:pt x="271423" y="50205"/>
                  <a:pt x="271423" y="43871"/>
                </a:cubicBezTo>
                <a:cubicBezTo>
                  <a:pt x="271423" y="38156"/>
                  <a:pt x="273681" y="33353"/>
                  <a:pt x="278199" y="29461"/>
                </a:cubicBezTo>
                <a:cubicBezTo>
                  <a:pt x="282716" y="25569"/>
                  <a:pt x="289721" y="23623"/>
                  <a:pt x="299211" y="23623"/>
                </a:cubicBezTo>
                <a:cubicBezTo>
                  <a:pt x="308246" y="23623"/>
                  <a:pt x="314960" y="25090"/>
                  <a:pt x="319353" y="28022"/>
                </a:cubicBezTo>
                <a:cubicBezTo>
                  <a:pt x="323747" y="30954"/>
                  <a:pt x="326772" y="35290"/>
                  <a:pt x="328430" y="41030"/>
                </a:cubicBezTo>
                <a:lnTo>
                  <a:pt x="311956" y="44139"/>
                </a:lnTo>
                <a:cubicBezTo>
                  <a:pt x="311251" y="41569"/>
                  <a:pt x="309914" y="39600"/>
                  <a:pt x="307946" y="38233"/>
                </a:cubicBezTo>
                <a:cubicBezTo>
                  <a:pt x="305977" y="36865"/>
                  <a:pt x="303169" y="36181"/>
                  <a:pt x="299522" y="36181"/>
                </a:cubicBezTo>
                <a:cubicBezTo>
                  <a:pt x="294922" y="36181"/>
                  <a:pt x="291627" y="36823"/>
                  <a:pt x="289638" y="38106"/>
                </a:cubicBezTo>
                <a:cubicBezTo>
                  <a:pt x="288311" y="39016"/>
                  <a:pt x="287648" y="40195"/>
                  <a:pt x="287648" y="41644"/>
                </a:cubicBezTo>
                <a:cubicBezTo>
                  <a:pt x="287648" y="42885"/>
                  <a:pt x="288229" y="43940"/>
                  <a:pt x="289389" y="44809"/>
                </a:cubicBezTo>
                <a:cubicBezTo>
                  <a:pt x="290964" y="45968"/>
                  <a:pt x="296403" y="47603"/>
                  <a:pt x="305708" y="49714"/>
                </a:cubicBezTo>
                <a:cubicBezTo>
                  <a:pt x="315012" y="51825"/>
                  <a:pt x="321509" y="54415"/>
                  <a:pt x="325197" y="57483"/>
                </a:cubicBezTo>
                <a:cubicBezTo>
                  <a:pt x="328844" y="60594"/>
                  <a:pt x="330668" y="64928"/>
                  <a:pt x="330668" y="70484"/>
                </a:cubicBezTo>
                <a:cubicBezTo>
                  <a:pt x="330668" y="76539"/>
                  <a:pt x="328140" y="81743"/>
                  <a:pt x="323084" y="86098"/>
                </a:cubicBezTo>
                <a:cubicBezTo>
                  <a:pt x="318027" y="90452"/>
                  <a:pt x="310546" y="92629"/>
                  <a:pt x="300641" y="92629"/>
                </a:cubicBezTo>
                <a:cubicBezTo>
                  <a:pt x="291648" y="92629"/>
                  <a:pt x="284530" y="90811"/>
                  <a:pt x="279287" y="87176"/>
                </a:cubicBezTo>
                <a:cubicBezTo>
                  <a:pt x="274044" y="83539"/>
                  <a:pt x="270614" y="78601"/>
                  <a:pt x="268998" y="72362"/>
                </a:cubicBezTo>
                <a:close/>
                <a:moveTo>
                  <a:pt x="345941" y="16163"/>
                </a:moveTo>
                <a:lnTo>
                  <a:pt x="345941" y="0"/>
                </a:lnTo>
                <a:lnTo>
                  <a:pt x="363410" y="0"/>
                </a:lnTo>
                <a:lnTo>
                  <a:pt x="363410" y="16163"/>
                </a:lnTo>
                <a:lnTo>
                  <a:pt x="345941" y="16163"/>
                </a:lnTo>
                <a:moveTo>
                  <a:pt x="345941" y="91137"/>
                </a:moveTo>
                <a:lnTo>
                  <a:pt x="345941" y="25115"/>
                </a:lnTo>
                <a:lnTo>
                  <a:pt x="363410" y="25115"/>
                </a:lnTo>
                <a:lnTo>
                  <a:pt x="363410" y="91137"/>
                </a:lnTo>
                <a:lnTo>
                  <a:pt x="345941" y="91137"/>
                </a:lnTo>
                <a:close/>
                <a:moveTo>
                  <a:pt x="411612" y="25115"/>
                </a:moveTo>
                <a:lnTo>
                  <a:pt x="411612" y="39041"/>
                </a:lnTo>
                <a:lnTo>
                  <a:pt x="399676" y="39041"/>
                </a:lnTo>
                <a:lnTo>
                  <a:pt x="399676" y="65606"/>
                </a:lnTo>
                <a:cubicBezTo>
                  <a:pt x="399676" y="70986"/>
                  <a:pt x="399790" y="74121"/>
                  <a:pt x="400018" y="75010"/>
                </a:cubicBezTo>
                <a:cubicBezTo>
                  <a:pt x="400246" y="75899"/>
                  <a:pt x="400764" y="76633"/>
                  <a:pt x="401572" y="77213"/>
                </a:cubicBezTo>
                <a:cubicBezTo>
                  <a:pt x="402380" y="77792"/>
                  <a:pt x="403364" y="78082"/>
                  <a:pt x="404525" y="78082"/>
                </a:cubicBezTo>
                <a:cubicBezTo>
                  <a:pt x="406141" y="78082"/>
                  <a:pt x="408483" y="77522"/>
                  <a:pt x="411550" y="76403"/>
                </a:cubicBezTo>
                <a:lnTo>
                  <a:pt x="413042" y="90006"/>
                </a:lnTo>
                <a:cubicBezTo>
                  <a:pt x="408980" y="91755"/>
                  <a:pt x="404380" y="92629"/>
                  <a:pt x="399241" y="92629"/>
                </a:cubicBezTo>
                <a:cubicBezTo>
                  <a:pt x="396091" y="92629"/>
                  <a:pt x="393252" y="92101"/>
                  <a:pt x="390724" y="91044"/>
                </a:cubicBezTo>
                <a:cubicBezTo>
                  <a:pt x="388196" y="89987"/>
                  <a:pt x="386341" y="88619"/>
                  <a:pt x="385160" y="86941"/>
                </a:cubicBezTo>
                <a:cubicBezTo>
                  <a:pt x="383979" y="85262"/>
                  <a:pt x="383160" y="82993"/>
                  <a:pt x="382704" y="80133"/>
                </a:cubicBezTo>
                <a:cubicBezTo>
                  <a:pt x="382331" y="78103"/>
                  <a:pt x="382145" y="74000"/>
                  <a:pt x="382145" y="67824"/>
                </a:cubicBezTo>
                <a:lnTo>
                  <a:pt x="382145" y="39041"/>
                </a:lnTo>
                <a:lnTo>
                  <a:pt x="374125" y="39041"/>
                </a:lnTo>
                <a:lnTo>
                  <a:pt x="374125" y="25115"/>
                </a:lnTo>
                <a:lnTo>
                  <a:pt x="382145" y="25115"/>
                </a:lnTo>
                <a:lnTo>
                  <a:pt x="382145" y="11936"/>
                </a:lnTo>
                <a:lnTo>
                  <a:pt x="399676" y="1616"/>
                </a:lnTo>
                <a:lnTo>
                  <a:pt x="399676" y="25115"/>
                </a:lnTo>
                <a:lnTo>
                  <a:pt x="411612" y="25115"/>
                </a:lnTo>
                <a:close/>
                <a:moveTo>
                  <a:pt x="461966" y="70124"/>
                </a:moveTo>
                <a:lnTo>
                  <a:pt x="479373" y="73108"/>
                </a:lnTo>
                <a:cubicBezTo>
                  <a:pt x="477135" y="79470"/>
                  <a:pt x="473602" y="84314"/>
                  <a:pt x="468774" y="87640"/>
                </a:cubicBezTo>
                <a:cubicBezTo>
                  <a:pt x="463945" y="90966"/>
                  <a:pt x="457905" y="92629"/>
                  <a:pt x="450652" y="92629"/>
                </a:cubicBezTo>
                <a:cubicBezTo>
                  <a:pt x="439172" y="92629"/>
                  <a:pt x="430676" y="88878"/>
                  <a:pt x="425163" y="81377"/>
                </a:cubicBezTo>
                <a:cubicBezTo>
                  <a:pt x="420812" y="75367"/>
                  <a:pt x="418636" y="67783"/>
                  <a:pt x="418636" y="58624"/>
                </a:cubicBezTo>
                <a:cubicBezTo>
                  <a:pt x="418636" y="47682"/>
                  <a:pt x="421496" y="39113"/>
                  <a:pt x="427215" y="32917"/>
                </a:cubicBezTo>
                <a:cubicBezTo>
                  <a:pt x="432934" y="26721"/>
                  <a:pt x="440166" y="23623"/>
                  <a:pt x="448911" y="23623"/>
                </a:cubicBezTo>
                <a:cubicBezTo>
                  <a:pt x="458734" y="23623"/>
                  <a:pt x="466484" y="26867"/>
                  <a:pt x="472162" y="33353"/>
                </a:cubicBezTo>
                <a:cubicBezTo>
                  <a:pt x="477840" y="39839"/>
                  <a:pt x="480554" y="49775"/>
                  <a:pt x="480306" y="63162"/>
                </a:cubicBezTo>
                <a:lnTo>
                  <a:pt x="436540" y="63162"/>
                </a:lnTo>
                <a:cubicBezTo>
                  <a:pt x="436664" y="68342"/>
                  <a:pt x="438073" y="72373"/>
                  <a:pt x="440767" y="75253"/>
                </a:cubicBezTo>
                <a:cubicBezTo>
                  <a:pt x="443461" y="78134"/>
                  <a:pt x="446818" y="79574"/>
                  <a:pt x="450838" y="79574"/>
                </a:cubicBezTo>
                <a:cubicBezTo>
                  <a:pt x="453574" y="79574"/>
                  <a:pt x="455874" y="78828"/>
                  <a:pt x="457739" y="77336"/>
                </a:cubicBezTo>
                <a:cubicBezTo>
                  <a:pt x="459604" y="75844"/>
                  <a:pt x="461013" y="73440"/>
                  <a:pt x="461966" y="70124"/>
                </a:cubicBezTo>
                <a:moveTo>
                  <a:pt x="462961" y="52469"/>
                </a:moveTo>
                <a:cubicBezTo>
                  <a:pt x="462837" y="47433"/>
                  <a:pt x="461531" y="43605"/>
                  <a:pt x="459044" y="40984"/>
                </a:cubicBezTo>
                <a:cubicBezTo>
                  <a:pt x="456558" y="38362"/>
                  <a:pt x="453532" y="37052"/>
                  <a:pt x="449968" y="37052"/>
                </a:cubicBezTo>
                <a:cubicBezTo>
                  <a:pt x="446155" y="37052"/>
                  <a:pt x="443005" y="38434"/>
                  <a:pt x="440519" y="41199"/>
                </a:cubicBezTo>
                <a:cubicBezTo>
                  <a:pt x="438032" y="43966"/>
                  <a:pt x="436809" y="47722"/>
                  <a:pt x="436851" y="52469"/>
                </a:cubicBezTo>
                <a:lnTo>
                  <a:pt x="462961" y="52469"/>
                </a:lnTo>
                <a:close/>
                <a:moveTo>
                  <a:pt x="488368" y="72362"/>
                </a:moveTo>
                <a:lnTo>
                  <a:pt x="505899" y="69627"/>
                </a:lnTo>
                <a:cubicBezTo>
                  <a:pt x="506645" y="73005"/>
                  <a:pt x="508157" y="75569"/>
                  <a:pt x="510437" y="77320"/>
                </a:cubicBezTo>
                <a:cubicBezTo>
                  <a:pt x="512716" y="79071"/>
                  <a:pt x="515908" y="79947"/>
                  <a:pt x="520011" y="79947"/>
                </a:cubicBezTo>
                <a:cubicBezTo>
                  <a:pt x="524528" y="79947"/>
                  <a:pt x="527927" y="79119"/>
                  <a:pt x="530206" y="77464"/>
                </a:cubicBezTo>
                <a:cubicBezTo>
                  <a:pt x="531739" y="76305"/>
                  <a:pt x="532506" y="74753"/>
                  <a:pt x="532506" y="72807"/>
                </a:cubicBezTo>
                <a:cubicBezTo>
                  <a:pt x="532506" y="71482"/>
                  <a:pt x="532092" y="70385"/>
                  <a:pt x="531263" y="69516"/>
                </a:cubicBezTo>
                <a:cubicBezTo>
                  <a:pt x="530393" y="68689"/>
                  <a:pt x="528445" y="67923"/>
                  <a:pt x="525419" y="67220"/>
                </a:cubicBezTo>
                <a:cubicBezTo>
                  <a:pt x="511328" y="64117"/>
                  <a:pt x="502397" y="61282"/>
                  <a:pt x="498625" y="58715"/>
                </a:cubicBezTo>
                <a:cubicBezTo>
                  <a:pt x="493403" y="55153"/>
                  <a:pt x="490792" y="50205"/>
                  <a:pt x="490792" y="43871"/>
                </a:cubicBezTo>
                <a:cubicBezTo>
                  <a:pt x="490792" y="38156"/>
                  <a:pt x="493051" y="33353"/>
                  <a:pt x="497568" y="29461"/>
                </a:cubicBezTo>
                <a:cubicBezTo>
                  <a:pt x="502086" y="25569"/>
                  <a:pt x="509090" y="23623"/>
                  <a:pt x="518581" y="23623"/>
                </a:cubicBezTo>
                <a:cubicBezTo>
                  <a:pt x="527616" y="23623"/>
                  <a:pt x="534330" y="25090"/>
                  <a:pt x="538723" y="28022"/>
                </a:cubicBezTo>
                <a:cubicBezTo>
                  <a:pt x="543116" y="30954"/>
                  <a:pt x="546142" y="35290"/>
                  <a:pt x="547799" y="41030"/>
                </a:cubicBezTo>
                <a:lnTo>
                  <a:pt x="531325" y="44139"/>
                </a:lnTo>
                <a:cubicBezTo>
                  <a:pt x="530620" y="41569"/>
                  <a:pt x="529284" y="39600"/>
                  <a:pt x="527315" y="38233"/>
                </a:cubicBezTo>
                <a:cubicBezTo>
                  <a:pt x="525347" y="36865"/>
                  <a:pt x="522539" y="36181"/>
                  <a:pt x="518892" y="36181"/>
                </a:cubicBezTo>
                <a:cubicBezTo>
                  <a:pt x="514291" y="36181"/>
                  <a:pt x="510996" y="36823"/>
                  <a:pt x="509007" y="38106"/>
                </a:cubicBezTo>
                <a:cubicBezTo>
                  <a:pt x="507681" y="39016"/>
                  <a:pt x="507018" y="40195"/>
                  <a:pt x="507018" y="41644"/>
                </a:cubicBezTo>
                <a:cubicBezTo>
                  <a:pt x="507018" y="42885"/>
                  <a:pt x="507598" y="43940"/>
                  <a:pt x="508758" y="44809"/>
                </a:cubicBezTo>
                <a:cubicBezTo>
                  <a:pt x="510333" y="45968"/>
                  <a:pt x="515773" y="47603"/>
                  <a:pt x="525077" y="49714"/>
                </a:cubicBezTo>
                <a:cubicBezTo>
                  <a:pt x="534382" y="51825"/>
                  <a:pt x="540878" y="54415"/>
                  <a:pt x="544567" y="57483"/>
                </a:cubicBezTo>
                <a:cubicBezTo>
                  <a:pt x="548214" y="60594"/>
                  <a:pt x="550037" y="64928"/>
                  <a:pt x="550037" y="70484"/>
                </a:cubicBezTo>
                <a:cubicBezTo>
                  <a:pt x="550037" y="76539"/>
                  <a:pt x="547509" y="81743"/>
                  <a:pt x="542453" y="86098"/>
                </a:cubicBezTo>
                <a:cubicBezTo>
                  <a:pt x="537397" y="90452"/>
                  <a:pt x="529916" y="92629"/>
                  <a:pt x="520011" y="92629"/>
                </a:cubicBezTo>
                <a:cubicBezTo>
                  <a:pt x="511017" y="92629"/>
                  <a:pt x="503899" y="90811"/>
                  <a:pt x="498656" y="87176"/>
                </a:cubicBezTo>
                <a:cubicBezTo>
                  <a:pt x="493413" y="83539"/>
                  <a:pt x="489984" y="78601"/>
                  <a:pt x="488368" y="723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0CB9C2-B907-4344-A811-730CAFF5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5609" y="336585"/>
            <a:ext cx="4350038" cy="1401879"/>
          </a:xfrm>
          <a:custGeom xmlns:a="http://schemas.openxmlformats.org/drawingml/2006/main">
            <a:pathLst>
              <a:path w="4350038" h="1401879" fill="none">
                <a:moveTo>
                  <a:pt x="0" y="0"/>
                </a:moveTo>
                <a:lnTo>
                  <a:pt x="4350038" y="0"/>
                </a:lnTo>
                <a:lnTo>
                  <a:pt x="4350038" y="1401879"/>
                </a:lnTo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000000"/>
            </a:solidFill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8E887A-CA68-4980-83AD-733F4F6C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902" y="1714592"/>
            <a:ext cx="95489" cy="95489"/>
          </a:xfrm>
          <a:custGeom xmlns:a="http://schemas.openxmlformats.org/drawingml/2006/main">
            <a:pathLst>
              <a:path w="95489" h="95489">
                <a:moveTo>
                  <a:pt x="47744" y="95489"/>
                </a:moveTo>
                <a:lnTo>
                  <a:pt x="0" y="0"/>
                </a:lnTo>
                <a:lnTo>
                  <a:pt x="47744" y="23872"/>
                </a:lnTo>
                <a:lnTo>
                  <a:pt x="95489" y="0"/>
                </a:lnTo>
                <a:lnTo>
                  <a:pt x="47744" y="954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82DBC5-9036-4BE6-BC39-359DEB77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7902" y="1714592"/>
            <a:ext cx="95489" cy="95489"/>
          </a:xfrm>
          <a:custGeom xmlns:a="http://schemas.openxmlformats.org/drawingml/2006/main">
            <a:pathLst>
              <a:path w="95489" h="95489" fill="none">
                <a:moveTo>
                  <a:pt x="47744" y="95489"/>
                </a:moveTo>
                <a:lnTo>
                  <a:pt x="0" y="0"/>
                </a:lnTo>
                <a:lnTo>
                  <a:pt x="47744" y="23872"/>
                </a:lnTo>
                <a:lnTo>
                  <a:pt x="95489" y="0"/>
                </a:lnTo>
                <a:lnTo>
                  <a:pt x="47744" y="954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000000"/>
            </a:solidFill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6C1D81-B9D8-448D-B59A-FC84A984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8181" y="1302082"/>
            <a:ext cx="1761235" cy="765288"/>
          </a:xfrm>
          <a:custGeom xmlns:a="http://schemas.openxmlformats.org/drawingml/2006/main">
            <a:pathLst>
              <a:path w="1761235" h="765288" fill="none">
                <a:moveTo>
                  <a:pt x="0" y="636591"/>
                </a:moveTo>
                <a:lnTo>
                  <a:pt x="0" y="0"/>
                </a:lnTo>
                <a:lnTo>
                  <a:pt x="1761235" y="0"/>
                </a:lnTo>
                <a:lnTo>
                  <a:pt x="1761235" y="765288"/>
                </a:lnTo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000000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FEF38F-2386-4258-A3A7-7085E84C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671" y="2043498"/>
            <a:ext cx="95489" cy="95489"/>
          </a:xfrm>
          <a:custGeom xmlns:a="http://schemas.openxmlformats.org/drawingml/2006/main">
            <a:pathLst>
              <a:path w="95489" h="95489">
                <a:moveTo>
                  <a:pt x="47744" y="95489"/>
                </a:moveTo>
                <a:lnTo>
                  <a:pt x="0" y="0"/>
                </a:lnTo>
                <a:lnTo>
                  <a:pt x="47744" y="23872"/>
                </a:lnTo>
                <a:lnTo>
                  <a:pt x="95489" y="0"/>
                </a:lnTo>
                <a:lnTo>
                  <a:pt x="47744" y="954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F4966E-23C0-440F-8E55-322AD1D7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671" y="2043498"/>
            <a:ext cx="95489" cy="95489"/>
          </a:xfrm>
          <a:custGeom xmlns:a="http://schemas.openxmlformats.org/drawingml/2006/main">
            <a:pathLst>
              <a:path w="95489" h="95489" fill="none">
                <a:moveTo>
                  <a:pt x="47744" y="95489"/>
                </a:moveTo>
                <a:lnTo>
                  <a:pt x="0" y="0"/>
                </a:lnTo>
                <a:lnTo>
                  <a:pt x="47744" y="23872"/>
                </a:lnTo>
                <a:lnTo>
                  <a:pt x="95489" y="0"/>
                </a:lnTo>
                <a:lnTo>
                  <a:pt x="47744" y="954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610" cap="flat">
            <a:solidFill>
              <a:srgbClr val="000000"/>
            </a:solidFill>
            <a:miter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6c9f802c54d7d"/>
          <a:stretch xmlns:a="http://schemas.openxmlformats.org/drawingml/2006/main"/>
        </p:blipFill>
        <p:spPr>
          <a:xfrm xmlns:a="http://schemas.openxmlformats.org/drawingml/2006/main">
            <a:off x="8318923" y="2580568"/>
            <a:ext cx="318295" cy="318295"/>
          </a:xfrm>
          <a:prstGeom xmlns:a="http://schemas.openxmlformats.org/drawingml/2006/main" prst="rect">
            <a:avLst/>
          </a:prstGeom>
        </p:spPr>
      </p:pic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A47217-4A8B-45C3-ACE8-6AE1A462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622" y="2610276"/>
            <a:ext cx="221109" cy="241586"/>
          </a:xfrm>
          <a:custGeom xmlns:a="http://schemas.openxmlformats.org/drawingml/2006/main">
            <a:pathLst>
              <a:path w="221109" h="241586">
                <a:moveTo>
                  <a:pt x="189916" y="143976"/>
                </a:moveTo>
                <a:cubicBezTo>
                  <a:pt x="173577" y="142384"/>
                  <a:pt x="165195" y="133896"/>
                  <a:pt x="164453" y="116496"/>
                </a:cubicBezTo>
                <a:cubicBezTo>
                  <a:pt x="164347" y="105462"/>
                  <a:pt x="164028" y="95595"/>
                  <a:pt x="168378" y="86895"/>
                </a:cubicBezTo>
                <a:cubicBezTo>
                  <a:pt x="174320" y="76391"/>
                  <a:pt x="179731" y="73314"/>
                  <a:pt x="191614" y="73314"/>
                </a:cubicBezTo>
                <a:cubicBezTo>
                  <a:pt x="211030" y="74163"/>
                  <a:pt x="221109" y="91139"/>
                  <a:pt x="220154" y="109281"/>
                </a:cubicBezTo>
                <a:cubicBezTo>
                  <a:pt x="219412" y="131456"/>
                  <a:pt x="211985" y="145885"/>
                  <a:pt x="189916" y="143976"/>
                </a:cubicBezTo>
                <a:close/>
                <a:moveTo>
                  <a:pt x="143233" y="77664"/>
                </a:moveTo>
                <a:cubicBezTo>
                  <a:pt x="124772" y="74587"/>
                  <a:pt x="118618" y="58885"/>
                  <a:pt x="122332" y="36710"/>
                </a:cubicBezTo>
                <a:cubicBezTo>
                  <a:pt x="125196" y="23554"/>
                  <a:pt x="139413" y="5942"/>
                  <a:pt x="153312" y="6366"/>
                </a:cubicBezTo>
                <a:cubicBezTo>
                  <a:pt x="164028" y="6684"/>
                  <a:pt x="183444" y="26525"/>
                  <a:pt x="176654" y="48487"/>
                </a:cubicBezTo>
                <a:cubicBezTo>
                  <a:pt x="169970" y="71510"/>
                  <a:pt x="156283" y="79998"/>
                  <a:pt x="143233" y="77664"/>
                </a:cubicBezTo>
                <a:close/>
                <a:moveTo>
                  <a:pt x="81271" y="75542"/>
                </a:moveTo>
                <a:cubicBezTo>
                  <a:pt x="68221" y="75118"/>
                  <a:pt x="54535" y="61007"/>
                  <a:pt x="55702" y="34270"/>
                </a:cubicBezTo>
                <a:cubicBezTo>
                  <a:pt x="57187" y="16233"/>
                  <a:pt x="66630" y="1273"/>
                  <a:pt x="80423" y="637"/>
                </a:cubicBezTo>
                <a:cubicBezTo>
                  <a:pt x="94109" y="0"/>
                  <a:pt x="108327" y="13050"/>
                  <a:pt x="107796" y="39150"/>
                </a:cubicBezTo>
                <a:cubicBezTo>
                  <a:pt x="107372" y="63129"/>
                  <a:pt x="93154" y="75967"/>
                  <a:pt x="81271" y="75542"/>
                </a:cubicBezTo>
                <a:close/>
                <a:moveTo>
                  <a:pt x="26843" y="128379"/>
                </a:moveTo>
                <a:cubicBezTo>
                  <a:pt x="13475" y="129334"/>
                  <a:pt x="0" y="113419"/>
                  <a:pt x="106" y="93579"/>
                </a:cubicBezTo>
                <a:cubicBezTo>
                  <a:pt x="106" y="82014"/>
                  <a:pt x="7321" y="55277"/>
                  <a:pt x="27161" y="55914"/>
                </a:cubicBezTo>
                <a:cubicBezTo>
                  <a:pt x="42864" y="56550"/>
                  <a:pt x="57399" y="72677"/>
                  <a:pt x="56126" y="94640"/>
                </a:cubicBezTo>
                <a:cubicBezTo>
                  <a:pt x="54853" y="120634"/>
                  <a:pt x="43182" y="127743"/>
                  <a:pt x="26843" y="128379"/>
                </a:cubicBezTo>
                <a:close/>
                <a:moveTo>
                  <a:pt x="101748" y="219518"/>
                </a:moveTo>
                <a:lnTo>
                  <a:pt x="101748" y="137291"/>
                </a:lnTo>
                <a:lnTo>
                  <a:pt x="86364" y="137291"/>
                </a:lnTo>
                <a:lnTo>
                  <a:pt x="86364" y="159572"/>
                </a:lnTo>
                <a:lnTo>
                  <a:pt x="69282" y="159572"/>
                </a:lnTo>
                <a:cubicBezTo>
                  <a:pt x="58991" y="159572"/>
                  <a:pt x="43606" y="171031"/>
                  <a:pt x="43606" y="188325"/>
                </a:cubicBezTo>
                <a:cubicBezTo>
                  <a:pt x="43394" y="213788"/>
                  <a:pt x="64190" y="219518"/>
                  <a:pt x="68540" y="219518"/>
                </a:cubicBezTo>
                <a:lnTo>
                  <a:pt x="101748" y="219518"/>
                </a:lnTo>
                <a:close/>
                <a:moveTo>
                  <a:pt x="164559" y="219199"/>
                </a:moveTo>
                <a:lnTo>
                  <a:pt x="164559" y="161588"/>
                </a:lnTo>
                <a:lnTo>
                  <a:pt x="148007" y="161588"/>
                </a:lnTo>
                <a:lnTo>
                  <a:pt x="148007" y="204982"/>
                </a:lnTo>
                <a:lnTo>
                  <a:pt x="133047" y="204982"/>
                </a:lnTo>
                <a:cubicBezTo>
                  <a:pt x="129122" y="204982"/>
                  <a:pt x="126045" y="203603"/>
                  <a:pt x="125727" y="198616"/>
                </a:cubicBezTo>
                <a:lnTo>
                  <a:pt x="125727" y="161588"/>
                </a:lnTo>
                <a:lnTo>
                  <a:pt x="110130" y="161588"/>
                </a:lnTo>
                <a:lnTo>
                  <a:pt x="110130" y="203391"/>
                </a:lnTo>
                <a:cubicBezTo>
                  <a:pt x="110130" y="213046"/>
                  <a:pt x="122332" y="219199"/>
                  <a:pt x="126894" y="219199"/>
                </a:cubicBezTo>
                <a:lnTo>
                  <a:pt x="164559" y="219199"/>
                </a:lnTo>
                <a:close/>
                <a:moveTo>
                  <a:pt x="67691" y="239040"/>
                </a:moveTo>
                <a:cubicBezTo>
                  <a:pt x="51246" y="240207"/>
                  <a:pt x="44243" y="239570"/>
                  <a:pt x="36816" y="235433"/>
                </a:cubicBezTo>
                <a:cubicBezTo>
                  <a:pt x="28859" y="231295"/>
                  <a:pt x="20371" y="224504"/>
                  <a:pt x="16551" y="207741"/>
                </a:cubicBezTo>
                <a:cubicBezTo>
                  <a:pt x="11353" y="185566"/>
                  <a:pt x="20477" y="171031"/>
                  <a:pt x="37559" y="157026"/>
                </a:cubicBezTo>
                <a:cubicBezTo>
                  <a:pt x="54959" y="142596"/>
                  <a:pt x="65675" y="133154"/>
                  <a:pt x="73951" y="120422"/>
                </a:cubicBezTo>
                <a:cubicBezTo>
                  <a:pt x="80529" y="108327"/>
                  <a:pt x="92730" y="98459"/>
                  <a:pt x="108220" y="98459"/>
                </a:cubicBezTo>
                <a:cubicBezTo>
                  <a:pt x="125302" y="98459"/>
                  <a:pt x="133260" y="107584"/>
                  <a:pt x="140580" y="116390"/>
                </a:cubicBezTo>
                <a:cubicBezTo>
                  <a:pt x="152888" y="134851"/>
                  <a:pt x="168166" y="149599"/>
                  <a:pt x="182808" y="162755"/>
                </a:cubicBezTo>
                <a:cubicBezTo>
                  <a:pt x="197661" y="172092"/>
                  <a:pt x="206149" y="186839"/>
                  <a:pt x="203285" y="204770"/>
                </a:cubicBezTo>
                <a:cubicBezTo>
                  <a:pt x="199677" y="228642"/>
                  <a:pt x="188537" y="240207"/>
                  <a:pt x="164347" y="241480"/>
                </a:cubicBezTo>
                <a:cubicBezTo>
                  <a:pt x="154798" y="241374"/>
                  <a:pt x="145249" y="241586"/>
                  <a:pt x="133896" y="237342"/>
                </a:cubicBezTo>
                <a:cubicBezTo>
                  <a:pt x="120210" y="233947"/>
                  <a:pt x="107690" y="233098"/>
                  <a:pt x="94534" y="234902"/>
                </a:cubicBezTo>
                <a:cubicBezTo>
                  <a:pt x="89865" y="235326"/>
                  <a:pt x="87001" y="237767"/>
                  <a:pt x="67691" y="239040"/>
                </a:cubicBezTo>
                <a:close/>
                <a:moveTo>
                  <a:pt x="71723" y="206043"/>
                </a:moveTo>
                <a:cubicBezTo>
                  <a:pt x="68858" y="206043"/>
                  <a:pt x="59627" y="201799"/>
                  <a:pt x="59627" y="188855"/>
                </a:cubicBezTo>
                <a:cubicBezTo>
                  <a:pt x="59627" y="178670"/>
                  <a:pt x="67797" y="172516"/>
                  <a:pt x="72571" y="172516"/>
                </a:cubicBezTo>
                <a:lnTo>
                  <a:pt x="86364" y="172410"/>
                </a:lnTo>
                <a:lnTo>
                  <a:pt x="86364" y="206043"/>
                </a:lnTo>
                <a:lnTo>
                  <a:pt x="71723" y="20604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CE13C8-AC04-4DFC-AFCF-18D27E66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923" y="2580568"/>
            <a:ext cx="318295" cy="167636"/>
          </a:xfrm>
          <a:custGeom xmlns:a="http://schemas.openxmlformats.org/drawingml/2006/main">
            <a:pathLst>
              <a:path w="318295" h="167636">
                <a:moveTo>
                  <a:pt x="0" y="34376"/>
                </a:moveTo>
                <a:cubicBezTo>
                  <a:pt x="0" y="25251"/>
                  <a:pt x="3607" y="16551"/>
                  <a:pt x="9973" y="10079"/>
                </a:cubicBezTo>
                <a:cubicBezTo>
                  <a:pt x="16445" y="3607"/>
                  <a:pt x="25145" y="0"/>
                  <a:pt x="34164" y="0"/>
                </a:cubicBezTo>
                <a:lnTo>
                  <a:pt x="284132" y="0"/>
                </a:lnTo>
                <a:cubicBezTo>
                  <a:pt x="293150" y="0"/>
                  <a:pt x="301850" y="3607"/>
                  <a:pt x="308322" y="10079"/>
                </a:cubicBezTo>
                <a:cubicBezTo>
                  <a:pt x="314688" y="16551"/>
                  <a:pt x="318295" y="25251"/>
                  <a:pt x="318295" y="34376"/>
                </a:cubicBezTo>
                <a:lnTo>
                  <a:pt x="318295" y="118300"/>
                </a:lnTo>
                <a:cubicBezTo>
                  <a:pt x="217820" y="167636"/>
                  <a:pt x="100475" y="167636"/>
                  <a:pt x="0" y="118300"/>
                </a:cubicBezTo>
                <a:lnTo>
                  <a:pt x="0" y="34376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867983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2026-09-05T08:53:49.4960000Z</dcterms:created>
  <dcterms:modified xsi:type="dcterms:W3CDTF">2026-09-05T08:53:49.4960000Z</dcterms:modified>
</coreProperties>
</file>