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0c97393a8ff4160" /><Relationship Type="http://schemas.openxmlformats.org/officeDocument/2006/relationships/extended-properties" Target="/docProps/app.xml" Id="R76fa3efba1584ef7" /><Relationship Type="http://schemas.openxmlformats.org/officeDocument/2006/relationships/officeDocument" Target="/ppt/presentation.xml" Id="R1fdab3ad0e47489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c00aa431aae4c0c"/>
  </p:sldMasterIdLst>
  <p:notesMasterIdLst>
    <p:notesMasterId xmlns:r="http://schemas.openxmlformats.org/officeDocument/2006/relationships" r:id="Rda697843fa3b4856"/>
  </p:notesMasterIdLst>
  <p:sldIdLst>
    <p:sldId xmlns:r="http://schemas.openxmlformats.org/officeDocument/2006/relationships" id="256" r:id="R28c2395743844d76"/>
  </p:sldIdLst>
  <p:sldSz cx="13573125" cy="42576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a2d3fcf7fcc4557" /><Relationship Type="http://schemas.openxmlformats.org/officeDocument/2006/relationships/slideMaster" Target="/ppt/slideMasters/slideMaster1.xml" Id="Rfc00aa431aae4c0c" /><Relationship Type="http://schemas.openxmlformats.org/officeDocument/2006/relationships/notesMaster" Target="/ppt/notesMasters/notesMaster1.xml" Id="Rda697843fa3b4856" /><Relationship Type="http://schemas.openxmlformats.org/officeDocument/2006/relationships/presProps" Target="/ppt/presProps.xml" Id="Ra7ba350feaa94dad" /><Relationship Type="http://schemas.openxmlformats.org/officeDocument/2006/relationships/tableStyles" Target="/ppt/tableStyles.xml" Id="R44654f4259934c2a" /><Relationship Type="http://schemas.openxmlformats.org/officeDocument/2006/relationships/slide" Target="/ppt/slides/slide1.xml" Id="R28c2395743844d7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5eeac9b0e34434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4f63a38aff94b25" /><Relationship Type="http://schemas.openxmlformats.org/officeDocument/2006/relationships/notesMaster" Target="/ppt/notesMasters/notesMaster1.xml" Id="R2215b2b47a1d4654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素材ID：SEC-083</ns1:t>
            </ns1:r>
          </ns1:p>
          <ns1:p>
            <ns1:r>
              <ns1:t>论文：Sliding into the Flight Deck's DMs: Practical Message Attacks on CPDLC</ns1:t>
            </ns1:r>
          </ns1:p>
          <ns1:p>
            <ns1:r>
              <ns1:t>会议：USENIX Security 2026</ns1:t>
            </ns1:r>
          </ns1:p>
          <ns1:p>
            <ns1:r>
              <ns1:t>奖项：Distinguished Paper Award</ns1:t>
            </ns1:r>
          </ns1:p>
          <ns1:p>
            <ns1:r>
              <ns1:t>图号：Figure 10，PDF第10页</ns1:t>
            </ns1:r>
          </ns1:p>
          <ns1:p>
            <ns1:r>
              <ns1:t>类型：研究流程</ns1:t>
            </ns1:r>
          </ns1:p>
          <ns1:p>
            <ns1:r>
              <ns1:t>借鉴点：左侧真实实验硬件照片与右侧真实环境、桌面驾驶舱、隔离测试环境三分区对照；红蓝线区分测试与真实消息。</ns1:t>
            </ns1:r>
          </ns1:p>
          <ns1:p>
            <ns1:r>
              <ns1:t>论文URL：https://www.usenix.org/system/files/usenixsecurity26-ziazi.pdf</ns1:t>
            </ns1:r>
          </ns1:p>
          <ns1:p>
            <ns1:r>
              <ns1:t>官方获奖URL：https://www.usenix.org/conference/usenixsecurity26/presentation/ziazi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e3cff5d2874a9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716a5dda3d849ec" /><Relationship Type="http://schemas.openxmlformats.org/officeDocument/2006/relationships/slideLayout" Target="/ppt/slideLayouts/slideLayout1.xml" Id="R8a1e62e1b8124ba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a1e62e1b8124ba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b972e5f4fc4f86" /><Relationship Type="http://schemas.openxmlformats.org/officeDocument/2006/relationships/image" Target="/ppt/media/image.png" Id="R7c20bffc08fd45cb" /><Relationship Type="http://schemas.openxmlformats.org/officeDocument/2006/relationships/image" Target="/ppt/media/image2.png" Id="R03357cbd06424f83" /><Relationship Type="http://schemas.openxmlformats.org/officeDocument/2006/relationships/image" Target="/ppt/media/image3.png" Id="R801e889682e24358" /><Relationship Type="http://schemas.openxmlformats.org/officeDocument/2006/relationships/image" Target="/ppt/media/image4.png" Id="R8989487951bc4fac" /><Relationship Type="http://schemas.openxmlformats.org/officeDocument/2006/relationships/image" Target="/ppt/media/image5.png" Id="R045638ab938d4252" /><Relationship Type="http://schemas.openxmlformats.org/officeDocument/2006/relationships/image" Target="/ppt/media/image6.png" Id="Rd53a3534a885456e" /><Relationship Type="http://schemas.openxmlformats.org/officeDocument/2006/relationships/image" Target="/ppt/media/image7.png" Id="R9a42cfcbb2c24ddd" /><Relationship Type="http://schemas.openxmlformats.org/officeDocument/2006/relationships/image" Target="/ppt/media/image8.png" Id="R66f4a54abe8d4fff" /><Relationship Type="http://schemas.openxmlformats.org/officeDocument/2006/relationships/image" Target="/ppt/media/image9.png" Id="Rc8b57b5db3ad402d" /><Relationship Type="http://schemas.openxmlformats.org/officeDocument/2006/relationships/notesSlide" Target="/ppt/notesSlides/notesSlide1.xml" Id="Rc68f813b3e034d8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20bffc08fd45cb"/>
          <a:stretch xmlns:a="http://schemas.openxmlformats.org/drawingml/2006/main"/>
        </p:blipFill>
        <p:spPr>
          <a:xfrm xmlns:a="http://schemas.openxmlformats.org/drawingml/2006/main">
            <a:off x="42002" y="47096"/>
            <a:ext cx="6004468" cy="3863446"/>
          </a:xfrm>
          <a:prstGeom xmlns:a="http://schemas.openxmlformats.org/drawingml/2006/main" prst="rect">
            <a:avLst/>
          </a:prstGeom>
        </p:spPr>
      </p:pic>
      <p:sp>
        <p:nvSpPr>
          <p:cNvPr id="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045DA1-3681-4540-AA8B-3E298A807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416" y="943372"/>
            <a:ext cx="763333" cy="764270"/>
          </a:xfrm>
          <a:custGeom xmlns:a="http://schemas.openxmlformats.org/drawingml/2006/main">
            <a:pathLst>
              <a:path w="763333" h="764270">
                <a:moveTo>
                  <a:pt x="0" y="764270"/>
                </a:moveTo>
                <a:lnTo>
                  <a:pt x="763333" y="764270"/>
                </a:lnTo>
                <a:lnTo>
                  <a:pt x="763333" y="0"/>
                </a:lnTo>
                <a:lnTo>
                  <a:pt x="0" y="0"/>
                </a:lnTo>
                <a:lnTo>
                  <a:pt x="0" y="76427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357cbd06424f83"/>
          <a:stretch xmlns:a="http://schemas.openxmlformats.org/drawingml/2006/main"/>
        </p:blipFill>
        <p:spPr>
          <a:xfrm xmlns:a="http://schemas.openxmlformats.org/drawingml/2006/main">
            <a:off x="6754868" y="943372"/>
            <a:ext cx="705888" cy="764270"/>
          </a:xfrm>
          <a:prstGeom xmlns:a="http://schemas.openxmlformats.org/drawingml/2006/main" prst="rect">
            <a:avLst/>
          </a:prstGeom>
        </p:spPr>
      </p:pic>
      <p:sp>
        <p:nvSpPr>
          <p:cNvPr id="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F39204-F7A1-4014-AB4D-6C272B4B1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0404" y="2632325"/>
            <a:ext cx="1258103" cy="930521"/>
          </a:xfrm>
          <a:custGeom xmlns:a="http://schemas.openxmlformats.org/drawingml/2006/main">
            <a:pathLst>
              <a:path w="1258103" h="930521">
                <a:moveTo>
                  <a:pt x="0" y="930521"/>
                </a:moveTo>
                <a:lnTo>
                  <a:pt x="1258103" y="930521"/>
                </a:lnTo>
                <a:lnTo>
                  <a:pt x="1258103" y="0"/>
                </a:lnTo>
                <a:lnTo>
                  <a:pt x="0" y="0"/>
                </a:lnTo>
                <a:lnTo>
                  <a:pt x="0" y="930521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CB241349-163C-4CED-A4BD-E905D5DF5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7633" y="3558644"/>
            <a:ext cx="10641" cy="4202"/>
          </a:xfrm>
          <a:custGeom xmlns:a="http://schemas.openxmlformats.org/drawingml/2006/main">
            <a:pathLst>
              <a:path w="10641" h="4202">
                <a:moveTo>
                  <a:pt x="10641" y="0"/>
                </a:moveTo>
                <a:lnTo>
                  <a:pt x="10641" y="4202"/>
                </a:lnTo>
                <a:lnTo>
                  <a:pt x="0" y="4202"/>
                </a:lnTo>
                <a:lnTo>
                  <a:pt x="0" y="0"/>
                </a:lnTo>
                <a:lnTo>
                  <a:pt x="10641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1e889682e24358"/>
          <a:stretch xmlns:a="http://schemas.openxmlformats.org/drawingml/2006/main"/>
        </p:blipFill>
        <p:spPr>
          <a:xfrm xmlns:a="http://schemas.openxmlformats.org/drawingml/2006/main">
            <a:off x="6691331" y="2668905"/>
            <a:ext cx="1196303" cy="888683"/>
          </a:xfrm>
          <a:prstGeom xmlns:a="http://schemas.openxmlformats.org/drawingml/2006/main" prst="rect">
            <a:avLst/>
          </a:prstGeom>
        </p:spPr>
      </p:pic>
      <p:sp>
        <p:nvSpPr>
          <p:cNvPr id="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B5CED7-9DD5-4AA4-A3EA-B5E2F822B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9979" y="1775050"/>
            <a:ext cx="131645" cy="879596"/>
          </a:xfrm>
          <a:custGeom xmlns:a="http://schemas.openxmlformats.org/drawingml/2006/main">
            <a:pathLst>
              <a:path w="131645" h="879596">
                <a:moveTo>
                  <a:pt x="62979" y="0"/>
                </a:moveTo>
                <a:lnTo>
                  <a:pt x="0" y="153333"/>
                </a:lnTo>
                <a:lnTo>
                  <a:pt x="42593" y="152972"/>
                </a:lnTo>
                <a:lnTo>
                  <a:pt x="46190" y="727158"/>
                </a:lnTo>
                <a:lnTo>
                  <a:pt x="3629" y="727520"/>
                </a:lnTo>
                <a:lnTo>
                  <a:pt x="68666" y="879596"/>
                </a:lnTo>
                <a:lnTo>
                  <a:pt x="131645" y="726434"/>
                </a:lnTo>
                <a:lnTo>
                  <a:pt x="89108" y="726794"/>
                </a:lnTo>
                <a:lnTo>
                  <a:pt x="85486" y="152608"/>
                </a:lnTo>
                <a:lnTo>
                  <a:pt x="127902" y="152248"/>
                </a:lnTo>
                <a:lnTo>
                  <a:pt x="62979" y="0"/>
                </a:lnTo>
                <a:close/>
              </a:path>
            </a:pathLst>
          </a:custGeom>
          <a:solidFill xmlns:a="http://schemas.openxmlformats.org/drawingml/2006/main">
            <a:srgbClr val="3C81F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E07B15-E6EC-459D-87B6-25F82CE5A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9979" y="1775050"/>
            <a:ext cx="131645" cy="879596"/>
          </a:xfrm>
          <a:custGeom xmlns:a="http://schemas.openxmlformats.org/drawingml/2006/main">
            <a:pathLst>
              <a:path w="131645" h="879596" fill="none">
                <a:moveTo>
                  <a:pt x="85325" y="127130"/>
                </a:moveTo>
                <a:lnTo>
                  <a:pt x="89268" y="752151"/>
                </a:lnTo>
                <a:lnTo>
                  <a:pt x="46349" y="752494"/>
                </a:lnTo>
                <a:lnTo>
                  <a:pt x="42434" y="127587"/>
                </a:lnTo>
                <a:lnTo>
                  <a:pt x="85325" y="127130"/>
                </a:lnTo>
                <a:close/>
                <a:moveTo>
                  <a:pt x="0" y="153333"/>
                </a:moveTo>
                <a:lnTo>
                  <a:pt x="62979" y="0"/>
                </a:lnTo>
                <a:lnTo>
                  <a:pt x="127902" y="152248"/>
                </a:lnTo>
                <a:lnTo>
                  <a:pt x="0" y="153333"/>
                </a:lnTo>
                <a:close/>
                <a:moveTo>
                  <a:pt x="131645" y="726434"/>
                </a:moveTo>
                <a:lnTo>
                  <a:pt x="68666" y="879596"/>
                </a:lnTo>
                <a:lnTo>
                  <a:pt x="3629" y="727520"/>
                </a:lnTo>
                <a:lnTo>
                  <a:pt x="131645" y="726434"/>
                </a:lnTo>
                <a:close/>
                <a:moveTo>
                  <a:pt x="131645" y="726434"/>
                </a:moveTo>
              </a:path>
            </a:pathLst>
          </a:custGeom>
          <a:noFill xmlns:a="http://schemas.openxmlformats.org/drawingml/2006/main"/>
          <a:ln xmlns:a="http://schemas.openxmlformats.org/drawingml/2006/main" w="40224" cap="flat">
            <a:solidFill>
              <a:srgbClr val="0037BB"/>
            </a:solidFill>
            <a:miter/>
          </a:ln>
        </p:spPr>
      </p:sp>
      <p:sp>
        <p:nvSpPr>
          <p:cNvPr id="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EF9D11-9C3D-4273-BCBE-62643BB97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5987" y="1353786"/>
            <a:ext cx="484101" cy="932728"/>
          </a:xfrm>
          <a:custGeom xmlns:a="http://schemas.openxmlformats.org/drawingml/2006/main">
            <a:pathLst>
              <a:path w="484101" h="932728" fill="none">
                <a:moveTo>
                  <a:pt x="0" y="932728"/>
                </a:moveTo>
                <a:lnTo>
                  <a:pt x="484101" y="932728"/>
                </a:lnTo>
                <a:lnTo>
                  <a:pt x="484101" y="0"/>
                </a:lnTo>
                <a:lnTo>
                  <a:pt x="0" y="0"/>
                </a:lnTo>
                <a:lnTo>
                  <a:pt x="0" y="93272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553" cap="flat">
            <a:solidFill>
              <a:srgbClr val="C00000"/>
            </a:solidFill>
            <a:round/>
          </a:ln>
        </p:spPr>
      </p:sp>
      <p:sp>
        <p:nvSpPr>
          <p:cNvPr id="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E47838-3496-4CBC-BD8A-B497361B2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10" y="1304000"/>
            <a:ext cx="590934" cy="1046636"/>
          </a:xfrm>
          <a:custGeom xmlns:a="http://schemas.openxmlformats.org/drawingml/2006/main">
            <a:pathLst>
              <a:path w="590934" h="1046636" fill="none">
                <a:moveTo>
                  <a:pt x="0" y="1046636"/>
                </a:moveTo>
                <a:lnTo>
                  <a:pt x="590934" y="1046636"/>
                </a:lnTo>
                <a:lnTo>
                  <a:pt x="590934" y="0"/>
                </a:lnTo>
                <a:lnTo>
                  <a:pt x="0" y="0"/>
                </a:lnTo>
                <a:lnTo>
                  <a:pt x="0" y="104663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553" cap="flat">
            <a:solidFill>
              <a:srgbClr val="000000"/>
            </a:solidFill>
            <a:round/>
          </a:ln>
        </p:spPr>
      </p:sp>
      <p:pic>
        <p:nvPicPr>
          <p:cNvPr id="1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89487951bc4fac"/>
          <a:stretch xmlns:a="http://schemas.openxmlformats.org/drawingml/2006/main"/>
        </p:blipFill>
        <p:spPr>
          <a:xfrm xmlns:a="http://schemas.openxmlformats.org/drawingml/2006/main">
            <a:off x="10817251" y="1496636"/>
            <a:ext cx="583461" cy="284615"/>
          </a:xfrm>
          <a:prstGeom xmlns:a="http://schemas.openxmlformats.org/drawingml/2006/main" prst="rect">
            <a:avLst/>
          </a:prstGeom>
        </p:spPr>
      </p:pic>
      <p:sp>
        <p:nvSpPr>
          <p:cNvPr id="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FBECD0-5B50-482D-9FBA-C7161207D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969" y="1638662"/>
            <a:ext cx="57064" cy="35519"/>
          </a:xfrm>
          <a:custGeom xmlns:a="http://schemas.openxmlformats.org/drawingml/2006/main">
            <a:pathLst>
              <a:path w="57064" h="35519">
                <a:moveTo>
                  <a:pt x="9573" y="0"/>
                </a:moveTo>
                <a:lnTo>
                  <a:pt x="47606" y="0"/>
                </a:lnTo>
                <a:cubicBezTo>
                  <a:pt x="52778" y="0"/>
                  <a:pt x="57064" y="7887"/>
                  <a:pt x="57064" y="17774"/>
                </a:cubicBezTo>
                <a:cubicBezTo>
                  <a:pt x="57064" y="27518"/>
                  <a:pt x="52778" y="35519"/>
                  <a:pt x="47606" y="35519"/>
                </a:cubicBezTo>
                <a:lnTo>
                  <a:pt x="9573" y="35519"/>
                </a:lnTo>
                <a:cubicBezTo>
                  <a:pt x="4229" y="35519"/>
                  <a:pt x="0" y="27518"/>
                  <a:pt x="0" y="17774"/>
                </a:cubicBezTo>
                <a:cubicBezTo>
                  <a:pt x="0" y="7887"/>
                  <a:pt x="4229" y="0"/>
                  <a:pt x="9573" y="0"/>
                </a:cubicBezTo>
                <a:close/>
                <a:moveTo>
                  <a:pt x="9573" y="0"/>
                </a:moveTo>
              </a:path>
            </a:pathLst>
          </a:custGeom>
          <a:solidFill xmlns:a="http://schemas.openxmlformats.org/drawingml/2006/main">
            <a:srgbClr val="EEEEE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FDEF26-686A-41DA-AF0B-2D59A6109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5002" y="1638662"/>
            <a:ext cx="9573" cy="35519"/>
          </a:xfrm>
          <a:custGeom xmlns:a="http://schemas.openxmlformats.org/drawingml/2006/main">
            <a:pathLst>
              <a:path w="9573" h="35519" fill="none">
                <a:moveTo>
                  <a:pt x="9573" y="35519"/>
                </a:moveTo>
                <a:cubicBezTo>
                  <a:pt x="4258" y="35519"/>
                  <a:pt x="0" y="27518"/>
                  <a:pt x="0" y="17774"/>
                </a:cubicBezTo>
                <a:cubicBezTo>
                  <a:pt x="0" y="7887"/>
                  <a:pt x="4258" y="0"/>
                  <a:pt x="9573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4373" cap="flat">
            <a:solidFill>
              <a:srgbClr val="595959"/>
            </a:solidFill>
            <a:round/>
          </a:ln>
        </p:spPr>
      </p:sp>
      <p:sp>
        <p:nvSpPr>
          <p:cNvPr id="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9C3ADA-3E7C-4136-881F-5475B8125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969" y="1638662"/>
            <a:ext cx="57064" cy="35519"/>
          </a:xfrm>
          <a:custGeom xmlns:a="http://schemas.openxmlformats.org/drawingml/2006/main">
            <a:pathLst>
              <a:path w="57064" h="35519" fill="none">
                <a:moveTo>
                  <a:pt x="9573" y="0"/>
                </a:moveTo>
                <a:lnTo>
                  <a:pt x="47606" y="0"/>
                </a:lnTo>
                <a:cubicBezTo>
                  <a:pt x="52778" y="0"/>
                  <a:pt x="57064" y="7887"/>
                  <a:pt x="57064" y="17774"/>
                </a:cubicBezTo>
                <a:cubicBezTo>
                  <a:pt x="57064" y="27518"/>
                  <a:pt x="52778" y="35519"/>
                  <a:pt x="47606" y="35519"/>
                </a:cubicBezTo>
                <a:lnTo>
                  <a:pt x="9573" y="35519"/>
                </a:lnTo>
                <a:cubicBezTo>
                  <a:pt x="4229" y="35519"/>
                  <a:pt x="0" y="27518"/>
                  <a:pt x="0" y="17774"/>
                </a:cubicBezTo>
                <a:cubicBezTo>
                  <a:pt x="0" y="7887"/>
                  <a:pt x="4229" y="0"/>
                  <a:pt x="9573" y="0"/>
                </a:cubicBezTo>
                <a:close/>
                <a:moveTo>
                  <a:pt x="9573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4373" cap="flat">
            <a:solidFill>
              <a:srgbClr val="595959"/>
            </a:solidFill>
            <a:round/>
          </a:ln>
        </p:spPr>
      </p:sp>
      <p:sp>
        <p:nvSpPr>
          <p:cNvPr id="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0ABADB-CA73-4E95-9A61-F67F1E48C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969" y="1994564"/>
            <a:ext cx="57064" cy="35690"/>
          </a:xfrm>
          <a:custGeom xmlns:a="http://schemas.openxmlformats.org/drawingml/2006/main">
            <a:pathLst>
              <a:path w="57064" h="35690">
                <a:moveTo>
                  <a:pt x="9573" y="0"/>
                </a:moveTo>
                <a:lnTo>
                  <a:pt x="47606" y="0"/>
                </a:lnTo>
                <a:cubicBezTo>
                  <a:pt x="52778" y="0"/>
                  <a:pt x="57064" y="7830"/>
                  <a:pt x="57064" y="17745"/>
                </a:cubicBezTo>
                <a:cubicBezTo>
                  <a:pt x="57064" y="27518"/>
                  <a:pt x="52778" y="35690"/>
                  <a:pt x="47606" y="35690"/>
                </a:cubicBezTo>
                <a:lnTo>
                  <a:pt x="9573" y="35690"/>
                </a:lnTo>
                <a:cubicBezTo>
                  <a:pt x="4229" y="35690"/>
                  <a:pt x="0" y="27518"/>
                  <a:pt x="0" y="17745"/>
                </a:cubicBezTo>
                <a:cubicBezTo>
                  <a:pt x="0" y="7830"/>
                  <a:pt x="4229" y="0"/>
                  <a:pt x="9573" y="0"/>
                </a:cubicBezTo>
                <a:close/>
                <a:moveTo>
                  <a:pt x="9573" y="0"/>
                </a:moveTo>
              </a:path>
            </a:pathLst>
          </a:custGeom>
          <a:solidFill xmlns:a="http://schemas.openxmlformats.org/drawingml/2006/main">
            <a:srgbClr val="EEEEE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04BF40-D091-4A18-BBC8-B3159C3A6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5002" y="1994564"/>
            <a:ext cx="9573" cy="35690"/>
          </a:xfrm>
          <a:custGeom xmlns:a="http://schemas.openxmlformats.org/drawingml/2006/main">
            <a:pathLst>
              <a:path w="9573" h="35690" fill="none">
                <a:moveTo>
                  <a:pt x="9573" y="35690"/>
                </a:moveTo>
                <a:cubicBezTo>
                  <a:pt x="4258" y="35690"/>
                  <a:pt x="0" y="27518"/>
                  <a:pt x="0" y="17745"/>
                </a:cubicBezTo>
                <a:cubicBezTo>
                  <a:pt x="0" y="7830"/>
                  <a:pt x="4258" y="0"/>
                  <a:pt x="9573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4373" cap="flat">
            <a:solidFill>
              <a:srgbClr val="595959"/>
            </a:solidFill>
            <a:round/>
          </a:ln>
        </p:spPr>
      </p:sp>
      <p:sp>
        <p:nvSpPr>
          <p:cNvPr id="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4EFD74-6DDB-4DEF-A533-1D3296645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969" y="1994564"/>
            <a:ext cx="57064" cy="35690"/>
          </a:xfrm>
          <a:custGeom xmlns:a="http://schemas.openxmlformats.org/drawingml/2006/main">
            <a:pathLst>
              <a:path w="57064" h="35690" fill="none">
                <a:moveTo>
                  <a:pt x="9573" y="0"/>
                </a:moveTo>
                <a:lnTo>
                  <a:pt x="47606" y="0"/>
                </a:lnTo>
                <a:cubicBezTo>
                  <a:pt x="52778" y="0"/>
                  <a:pt x="57064" y="7830"/>
                  <a:pt x="57064" y="17745"/>
                </a:cubicBezTo>
                <a:cubicBezTo>
                  <a:pt x="57064" y="27518"/>
                  <a:pt x="52778" y="35690"/>
                  <a:pt x="47606" y="35690"/>
                </a:cubicBezTo>
                <a:lnTo>
                  <a:pt x="9573" y="35690"/>
                </a:lnTo>
                <a:cubicBezTo>
                  <a:pt x="4229" y="35690"/>
                  <a:pt x="0" y="27518"/>
                  <a:pt x="0" y="17745"/>
                </a:cubicBezTo>
                <a:cubicBezTo>
                  <a:pt x="0" y="7830"/>
                  <a:pt x="4229" y="0"/>
                  <a:pt x="9573" y="0"/>
                </a:cubicBezTo>
                <a:close/>
                <a:moveTo>
                  <a:pt x="9573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4373" cap="flat">
            <a:solidFill>
              <a:srgbClr val="595959"/>
            </a:solidFill>
            <a:round/>
          </a:ln>
        </p:spPr>
      </p:sp>
      <p:sp>
        <p:nvSpPr>
          <p:cNvPr id="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FD58CC-78A6-4917-9F2B-1888A84BE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9689" y="1652807"/>
            <a:ext cx="390134" cy="486"/>
          </a:xfrm>
          <a:custGeom xmlns:a="http://schemas.openxmlformats.org/drawingml/2006/main">
            <a:pathLst>
              <a:path w="390134" h="486" fill="none">
                <a:moveTo>
                  <a:pt x="0" y="0"/>
                </a:moveTo>
                <a:lnTo>
                  <a:pt x="390134" y="486"/>
                </a:lnTo>
              </a:path>
            </a:pathLst>
          </a:custGeom>
          <a:noFill xmlns:a="http://schemas.openxmlformats.org/drawingml/2006/main"/>
          <a:ln xmlns:a="http://schemas.openxmlformats.org/drawingml/2006/main" w="21360" cap="flat">
            <a:solidFill>
              <a:srgbClr val="595959"/>
            </a:solidFill>
            <a:round/>
          </a:ln>
        </p:spPr>
      </p:sp>
      <p:sp>
        <p:nvSpPr>
          <p:cNvPr id="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1B2F29-635B-4FE1-9819-3E8BA8E9A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4033" y="2008708"/>
            <a:ext cx="633679" cy="7201"/>
          </a:xfrm>
          <a:custGeom xmlns:a="http://schemas.openxmlformats.org/drawingml/2006/main">
            <a:pathLst>
              <a:path w="633679" h="7201" fill="none">
                <a:moveTo>
                  <a:pt x="0" y="7201"/>
                </a:moveTo>
                <a:lnTo>
                  <a:pt x="633679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360" cap="flat">
            <a:solidFill>
              <a:srgbClr val="595959"/>
            </a:solidFill>
            <a:round/>
          </a:ln>
        </p:spPr>
      </p:sp>
      <p:sp>
        <p:nvSpPr>
          <p:cNvPr id="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CC3B5D-0751-462E-9DBA-3DB60F442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0270" y="1638662"/>
            <a:ext cx="56864" cy="35519"/>
          </a:xfrm>
          <a:custGeom xmlns:a="http://schemas.openxmlformats.org/drawingml/2006/main">
            <a:pathLst>
              <a:path w="56864" h="35519">
                <a:moveTo>
                  <a:pt x="9458" y="35519"/>
                </a:moveTo>
                <a:cubicBezTo>
                  <a:pt x="4086" y="35519"/>
                  <a:pt x="0" y="27518"/>
                  <a:pt x="0" y="17774"/>
                </a:cubicBezTo>
                <a:cubicBezTo>
                  <a:pt x="0" y="7887"/>
                  <a:pt x="4086" y="0"/>
                  <a:pt x="9458" y="0"/>
                </a:cubicBezTo>
                <a:lnTo>
                  <a:pt x="47463" y="0"/>
                </a:lnTo>
                <a:cubicBezTo>
                  <a:pt x="52635" y="0"/>
                  <a:pt x="56864" y="7887"/>
                  <a:pt x="56864" y="17774"/>
                </a:cubicBezTo>
                <a:cubicBezTo>
                  <a:pt x="56864" y="27518"/>
                  <a:pt x="52635" y="35519"/>
                  <a:pt x="47463" y="35519"/>
                </a:cubicBezTo>
                <a:lnTo>
                  <a:pt x="9458" y="35519"/>
                </a:lnTo>
                <a:close/>
                <a:moveTo>
                  <a:pt x="9458" y="35519"/>
                </a:moveTo>
              </a:path>
            </a:pathLst>
          </a:custGeom>
          <a:solidFill xmlns:a="http://schemas.openxmlformats.org/drawingml/2006/main">
            <a:srgbClr val="EEEEE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B49744-25FD-4C2A-8DA1-687E1FDE2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9728" y="1638662"/>
            <a:ext cx="9573" cy="35519"/>
          </a:xfrm>
          <a:custGeom xmlns:a="http://schemas.openxmlformats.org/drawingml/2006/main">
            <a:pathLst>
              <a:path w="9573" h="35519" fill="none">
                <a:moveTo>
                  <a:pt x="0" y="0"/>
                </a:moveTo>
                <a:cubicBezTo>
                  <a:pt x="5172" y="0"/>
                  <a:pt x="9573" y="7887"/>
                  <a:pt x="9573" y="17774"/>
                </a:cubicBezTo>
                <a:cubicBezTo>
                  <a:pt x="9573" y="27518"/>
                  <a:pt x="5172" y="35519"/>
                  <a:pt x="0" y="35519"/>
                </a:cubicBezTo>
              </a:path>
            </a:pathLst>
          </a:custGeom>
          <a:noFill xmlns:a="http://schemas.openxmlformats.org/drawingml/2006/main"/>
          <a:ln xmlns:a="http://schemas.openxmlformats.org/drawingml/2006/main" w="4373" cap="flat">
            <a:solidFill>
              <a:srgbClr val="595959"/>
            </a:solidFill>
            <a:round/>
          </a:ln>
        </p:spPr>
      </p:sp>
      <p:sp>
        <p:nvSpPr>
          <p:cNvPr id="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3EF5A1-545B-4E5C-9AE2-2EE13973B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0270" y="1638662"/>
            <a:ext cx="56864" cy="35519"/>
          </a:xfrm>
          <a:custGeom xmlns:a="http://schemas.openxmlformats.org/drawingml/2006/main">
            <a:pathLst>
              <a:path w="56864" h="35519" fill="none">
                <a:moveTo>
                  <a:pt x="9458" y="35519"/>
                </a:moveTo>
                <a:cubicBezTo>
                  <a:pt x="4086" y="35519"/>
                  <a:pt x="0" y="27518"/>
                  <a:pt x="0" y="17774"/>
                </a:cubicBezTo>
                <a:cubicBezTo>
                  <a:pt x="0" y="7887"/>
                  <a:pt x="4086" y="0"/>
                  <a:pt x="9458" y="0"/>
                </a:cubicBezTo>
                <a:lnTo>
                  <a:pt x="47463" y="0"/>
                </a:lnTo>
                <a:cubicBezTo>
                  <a:pt x="52635" y="0"/>
                  <a:pt x="56864" y="7887"/>
                  <a:pt x="56864" y="17774"/>
                </a:cubicBezTo>
                <a:cubicBezTo>
                  <a:pt x="56864" y="27518"/>
                  <a:pt x="52635" y="35519"/>
                  <a:pt x="47463" y="35519"/>
                </a:cubicBezTo>
                <a:lnTo>
                  <a:pt x="9458" y="35519"/>
                </a:lnTo>
                <a:close/>
                <a:moveTo>
                  <a:pt x="9458" y="35519"/>
                </a:moveTo>
              </a:path>
            </a:pathLst>
          </a:custGeom>
          <a:noFill xmlns:a="http://schemas.openxmlformats.org/drawingml/2006/main"/>
          <a:ln xmlns:a="http://schemas.openxmlformats.org/drawingml/2006/main" w="4373" cap="flat">
            <a:solidFill>
              <a:srgbClr val="595959"/>
            </a:solidFill>
            <a:round/>
          </a:ln>
        </p:spPr>
      </p:sp>
      <p:sp>
        <p:nvSpPr>
          <p:cNvPr id="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B8A902-10D7-4003-BB90-AEACBEBDC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3069" y="1994564"/>
            <a:ext cx="57036" cy="35690"/>
          </a:xfrm>
          <a:custGeom xmlns:a="http://schemas.openxmlformats.org/drawingml/2006/main">
            <a:pathLst>
              <a:path w="57036" h="35690">
                <a:moveTo>
                  <a:pt x="9573" y="35690"/>
                </a:moveTo>
                <a:cubicBezTo>
                  <a:pt x="4201" y="35690"/>
                  <a:pt x="0" y="27518"/>
                  <a:pt x="0" y="17745"/>
                </a:cubicBezTo>
                <a:cubicBezTo>
                  <a:pt x="0" y="7830"/>
                  <a:pt x="4201" y="0"/>
                  <a:pt x="9573" y="0"/>
                </a:cubicBezTo>
                <a:lnTo>
                  <a:pt x="47406" y="0"/>
                </a:lnTo>
                <a:cubicBezTo>
                  <a:pt x="52778" y="0"/>
                  <a:pt x="57036" y="7830"/>
                  <a:pt x="57036" y="17745"/>
                </a:cubicBezTo>
                <a:cubicBezTo>
                  <a:pt x="57036" y="27518"/>
                  <a:pt x="52778" y="35690"/>
                  <a:pt x="47406" y="35690"/>
                </a:cubicBezTo>
                <a:lnTo>
                  <a:pt x="9573" y="35690"/>
                </a:lnTo>
                <a:close/>
                <a:moveTo>
                  <a:pt x="9573" y="35690"/>
                </a:moveTo>
              </a:path>
            </a:pathLst>
          </a:custGeom>
          <a:solidFill xmlns:a="http://schemas.openxmlformats.org/drawingml/2006/main">
            <a:srgbClr val="EEEEE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D4DFE6-ECDA-4A54-A020-B2CE52908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2642" y="1994564"/>
            <a:ext cx="9401" cy="35690"/>
          </a:xfrm>
          <a:custGeom xmlns:a="http://schemas.openxmlformats.org/drawingml/2006/main">
            <a:pathLst>
              <a:path w="9401" h="35690" fill="none">
                <a:moveTo>
                  <a:pt x="0" y="0"/>
                </a:moveTo>
                <a:cubicBezTo>
                  <a:pt x="5201" y="0"/>
                  <a:pt x="9401" y="7830"/>
                  <a:pt x="9401" y="17745"/>
                </a:cubicBezTo>
                <a:cubicBezTo>
                  <a:pt x="9401" y="27518"/>
                  <a:pt x="5201" y="35690"/>
                  <a:pt x="0" y="35690"/>
                </a:cubicBezTo>
              </a:path>
            </a:pathLst>
          </a:custGeom>
          <a:noFill xmlns:a="http://schemas.openxmlformats.org/drawingml/2006/main"/>
          <a:ln xmlns:a="http://schemas.openxmlformats.org/drawingml/2006/main" w="4373" cap="flat">
            <a:solidFill>
              <a:srgbClr val="595959"/>
            </a:solidFill>
            <a:round/>
          </a:ln>
        </p:spPr>
      </p:sp>
      <p:sp>
        <p:nvSpPr>
          <p:cNvPr id="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896A71-8A5D-46DE-91E6-60732B31F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3069" y="1994564"/>
            <a:ext cx="57036" cy="35690"/>
          </a:xfrm>
          <a:custGeom xmlns:a="http://schemas.openxmlformats.org/drawingml/2006/main">
            <a:pathLst>
              <a:path w="57036" h="35690" fill="none">
                <a:moveTo>
                  <a:pt x="9573" y="35690"/>
                </a:moveTo>
                <a:cubicBezTo>
                  <a:pt x="4201" y="35690"/>
                  <a:pt x="0" y="27518"/>
                  <a:pt x="0" y="17745"/>
                </a:cubicBezTo>
                <a:cubicBezTo>
                  <a:pt x="0" y="7830"/>
                  <a:pt x="4201" y="0"/>
                  <a:pt x="9573" y="0"/>
                </a:cubicBezTo>
                <a:lnTo>
                  <a:pt x="47406" y="0"/>
                </a:lnTo>
                <a:cubicBezTo>
                  <a:pt x="52778" y="0"/>
                  <a:pt x="57036" y="7830"/>
                  <a:pt x="57036" y="17745"/>
                </a:cubicBezTo>
                <a:cubicBezTo>
                  <a:pt x="57036" y="27518"/>
                  <a:pt x="52778" y="35690"/>
                  <a:pt x="47406" y="35690"/>
                </a:cubicBezTo>
                <a:lnTo>
                  <a:pt x="9573" y="35690"/>
                </a:lnTo>
                <a:close/>
                <a:moveTo>
                  <a:pt x="9573" y="35690"/>
                </a:moveTo>
              </a:path>
            </a:pathLst>
          </a:custGeom>
          <a:noFill xmlns:a="http://schemas.openxmlformats.org/drawingml/2006/main"/>
          <a:ln xmlns:a="http://schemas.openxmlformats.org/drawingml/2006/main" w="4373" cap="flat">
            <a:solidFill>
              <a:srgbClr val="595959"/>
            </a:solidFill>
            <a:round/>
          </a:ln>
        </p:spPr>
      </p:sp>
      <p:sp>
        <p:nvSpPr>
          <p:cNvPr id="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AE7993-4F9B-4B0F-874E-7F2C36126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7960" y="1624374"/>
            <a:ext cx="64094" cy="64122"/>
          </a:xfrm>
          <a:custGeom xmlns:a="http://schemas.openxmlformats.org/drawingml/2006/main">
            <a:pathLst>
              <a:path w="64094" h="64122">
                <a:moveTo>
                  <a:pt x="0" y="0"/>
                </a:moveTo>
                <a:lnTo>
                  <a:pt x="64094" y="35519"/>
                </a:lnTo>
                <a:lnTo>
                  <a:pt x="0" y="64122"/>
                </a:lnTo>
                <a:lnTo>
                  <a:pt x="0" y="0"/>
                </a:lnTo>
                <a:close/>
                <a:moveTo>
                  <a:pt x="0" y="0"/>
                </a:moveTo>
              </a:path>
            </a:pathLst>
          </a:custGeom>
          <a:solidFill xmlns:a="http://schemas.openxmlformats.org/drawingml/2006/main">
            <a:srgbClr val="EEEEE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57B978-F886-400C-90EE-CCB0256AD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7960" y="1624374"/>
            <a:ext cx="64094" cy="64122"/>
          </a:xfrm>
          <a:custGeom xmlns:a="http://schemas.openxmlformats.org/drawingml/2006/main">
            <a:pathLst>
              <a:path w="64094" h="64122" fill="none">
                <a:moveTo>
                  <a:pt x="0" y="0"/>
                </a:moveTo>
                <a:lnTo>
                  <a:pt x="64094" y="35519"/>
                </a:lnTo>
                <a:lnTo>
                  <a:pt x="0" y="64122"/>
                </a:lnTo>
                <a:lnTo>
                  <a:pt x="0" y="0"/>
                </a:lnTo>
                <a:close/>
                <a:moveTo>
                  <a:pt x="0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4373" cap="flat">
            <a:solidFill>
              <a:srgbClr val="595959"/>
            </a:solidFill>
            <a:round/>
          </a:ln>
        </p:spPr>
      </p:sp>
      <p:sp>
        <p:nvSpPr>
          <p:cNvPr id="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A638AD-B395-4F18-B7C8-7A87AF4F5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2054" y="1652807"/>
            <a:ext cx="136531" cy="2515"/>
          </a:xfrm>
          <a:custGeom xmlns:a="http://schemas.openxmlformats.org/drawingml/2006/main">
            <a:pathLst>
              <a:path w="136531" h="2515" fill="none">
                <a:moveTo>
                  <a:pt x="136531" y="0"/>
                </a:moveTo>
                <a:lnTo>
                  <a:pt x="0" y="2515"/>
                </a:lnTo>
              </a:path>
            </a:pathLst>
          </a:custGeom>
          <a:noFill xmlns:a="http://schemas.openxmlformats.org/drawingml/2006/main"/>
          <a:ln xmlns:a="http://schemas.openxmlformats.org/drawingml/2006/main" w="4373" cap="flat">
            <a:solidFill>
              <a:srgbClr val="595959"/>
            </a:solidFill>
            <a:round/>
          </a:ln>
        </p:spPr>
      </p:sp>
      <p:sp>
        <p:nvSpPr>
          <p:cNvPr id="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86751D-C8DD-4DF2-A23D-B5E6AD260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0874" y="1980390"/>
            <a:ext cx="64122" cy="64122"/>
          </a:xfrm>
          <a:custGeom xmlns:a="http://schemas.openxmlformats.org/drawingml/2006/main">
            <a:pathLst>
              <a:path w="64122" h="64122">
                <a:moveTo>
                  <a:pt x="0" y="0"/>
                </a:moveTo>
                <a:lnTo>
                  <a:pt x="64122" y="35690"/>
                </a:lnTo>
                <a:lnTo>
                  <a:pt x="0" y="64122"/>
                </a:lnTo>
                <a:lnTo>
                  <a:pt x="0" y="0"/>
                </a:lnTo>
                <a:close/>
                <a:moveTo>
                  <a:pt x="0" y="0"/>
                </a:moveTo>
              </a:path>
            </a:pathLst>
          </a:custGeom>
          <a:solidFill xmlns:a="http://schemas.openxmlformats.org/drawingml/2006/main">
            <a:srgbClr val="EEEEE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A8353B-EEC3-4149-9DD7-EE2757CB9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0874" y="1980390"/>
            <a:ext cx="64122" cy="64122"/>
          </a:xfrm>
          <a:custGeom xmlns:a="http://schemas.openxmlformats.org/drawingml/2006/main">
            <a:pathLst>
              <a:path w="64122" h="64122" fill="none">
                <a:moveTo>
                  <a:pt x="0" y="0"/>
                </a:moveTo>
                <a:lnTo>
                  <a:pt x="64122" y="35690"/>
                </a:lnTo>
                <a:lnTo>
                  <a:pt x="0" y="64122"/>
                </a:lnTo>
                <a:lnTo>
                  <a:pt x="0" y="0"/>
                </a:lnTo>
                <a:close/>
                <a:moveTo>
                  <a:pt x="0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4373" cap="flat">
            <a:solidFill>
              <a:srgbClr val="595959"/>
            </a:solidFill>
            <a:round/>
          </a:ln>
        </p:spPr>
      </p:sp>
      <p:sp>
        <p:nvSpPr>
          <p:cNvPr id="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24A971-150C-4EA8-BE8C-F478D9D43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4996" y="2015909"/>
            <a:ext cx="136560" cy="2543"/>
          </a:xfrm>
          <a:custGeom xmlns:a="http://schemas.openxmlformats.org/drawingml/2006/main">
            <a:pathLst>
              <a:path w="136560" h="2543" fill="none">
                <a:moveTo>
                  <a:pt x="136560" y="0"/>
                </a:moveTo>
                <a:lnTo>
                  <a:pt x="0" y="2543"/>
                </a:lnTo>
              </a:path>
            </a:pathLst>
          </a:custGeom>
          <a:noFill xmlns:a="http://schemas.openxmlformats.org/drawingml/2006/main"/>
          <a:ln xmlns:a="http://schemas.openxmlformats.org/drawingml/2006/main" w="4373" cap="flat">
            <a:solidFill>
              <a:srgbClr val="595959"/>
            </a:solidFill>
            <a:round/>
          </a:ln>
        </p:spPr>
      </p:sp>
      <p:sp>
        <p:nvSpPr>
          <p:cNvPr id="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F9D32E-8204-449D-A9CF-1FF041DBB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9117" y="1830857"/>
            <a:ext cx="56893" cy="42720"/>
          </a:xfrm>
          <a:custGeom xmlns:a="http://schemas.openxmlformats.org/drawingml/2006/main">
            <a:pathLst>
              <a:path w="56893" h="42720">
                <a:moveTo>
                  <a:pt x="47463" y="42720"/>
                </a:moveTo>
                <a:lnTo>
                  <a:pt x="9458" y="42720"/>
                </a:lnTo>
                <a:cubicBezTo>
                  <a:pt x="4115" y="42720"/>
                  <a:pt x="0" y="33147"/>
                  <a:pt x="0" y="21346"/>
                </a:cubicBezTo>
                <a:cubicBezTo>
                  <a:pt x="0" y="9573"/>
                  <a:pt x="4115" y="0"/>
                  <a:pt x="9458" y="0"/>
                </a:cubicBezTo>
                <a:lnTo>
                  <a:pt x="47463" y="0"/>
                </a:lnTo>
                <a:cubicBezTo>
                  <a:pt x="52664" y="0"/>
                  <a:pt x="56893" y="9573"/>
                  <a:pt x="56893" y="21346"/>
                </a:cubicBezTo>
                <a:cubicBezTo>
                  <a:pt x="56893" y="33147"/>
                  <a:pt x="52664" y="42720"/>
                  <a:pt x="47463" y="42720"/>
                </a:cubicBezTo>
                <a:close/>
                <a:moveTo>
                  <a:pt x="47463" y="42720"/>
                </a:moveTo>
              </a:path>
            </a:pathLst>
          </a:custGeom>
          <a:solidFill xmlns:a="http://schemas.openxmlformats.org/drawingml/2006/main">
            <a:srgbClr val="EEEEE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443630-0985-4FA7-8EBE-58C029A23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575" y="1830857"/>
            <a:ext cx="9573" cy="42720"/>
          </a:xfrm>
          <a:custGeom xmlns:a="http://schemas.openxmlformats.org/drawingml/2006/main">
            <a:pathLst>
              <a:path w="9573" h="42720" fill="none">
                <a:moveTo>
                  <a:pt x="0" y="0"/>
                </a:moveTo>
                <a:cubicBezTo>
                  <a:pt x="5315" y="0"/>
                  <a:pt x="9573" y="9573"/>
                  <a:pt x="9573" y="21346"/>
                </a:cubicBezTo>
                <a:cubicBezTo>
                  <a:pt x="9573" y="33147"/>
                  <a:pt x="5315" y="42720"/>
                  <a:pt x="0" y="42720"/>
                </a:cubicBezTo>
              </a:path>
            </a:pathLst>
          </a:custGeom>
          <a:noFill xmlns:a="http://schemas.openxmlformats.org/drawingml/2006/main"/>
          <a:ln xmlns:a="http://schemas.openxmlformats.org/drawingml/2006/main" w="4373" cap="flat">
            <a:solidFill>
              <a:srgbClr val="595959"/>
            </a:solidFill>
            <a:round/>
          </a:ln>
        </p:spPr>
      </p:sp>
      <p:sp>
        <p:nvSpPr>
          <p:cNvPr id="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9AACED-56B8-419A-B026-9C1B886B6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9117" y="1830857"/>
            <a:ext cx="56893" cy="42720"/>
          </a:xfrm>
          <a:custGeom xmlns:a="http://schemas.openxmlformats.org/drawingml/2006/main">
            <a:pathLst>
              <a:path w="56893" h="42720" fill="none">
                <a:moveTo>
                  <a:pt x="47463" y="42720"/>
                </a:moveTo>
                <a:lnTo>
                  <a:pt x="9458" y="42720"/>
                </a:lnTo>
                <a:cubicBezTo>
                  <a:pt x="4115" y="42720"/>
                  <a:pt x="0" y="33147"/>
                  <a:pt x="0" y="21346"/>
                </a:cubicBezTo>
                <a:cubicBezTo>
                  <a:pt x="0" y="9573"/>
                  <a:pt x="4115" y="0"/>
                  <a:pt x="9458" y="0"/>
                </a:cubicBezTo>
                <a:lnTo>
                  <a:pt x="47463" y="0"/>
                </a:lnTo>
                <a:cubicBezTo>
                  <a:pt x="52664" y="0"/>
                  <a:pt x="56893" y="9573"/>
                  <a:pt x="56893" y="21346"/>
                </a:cubicBezTo>
                <a:cubicBezTo>
                  <a:pt x="56893" y="33147"/>
                  <a:pt x="52664" y="42720"/>
                  <a:pt x="47463" y="42720"/>
                </a:cubicBezTo>
                <a:close/>
                <a:moveTo>
                  <a:pt x="47463" y="42720"/>
                </a:moveTo>
              </a:path>
            </a:pathLst>
          </a:custGeom>
          <a:noFill xmlns:a="http://schemas.openxmlformats.org/drawingml/2006/main"/>
          <a:ln xmlns:a="http://schemas.openxmlformats.org/drawingml/2006/main" w="4373" cap="flat">
            <a:solidFill>
              <a:srgbClr val="595959"/>
            </a:solidFill>
            <a:round/>
          </a:ln>
        </p:spPr>
      </p:sp>
      <p:sp>
        <p:nvSpPr>
          <p:cNvPr id="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59CE45-FDC9-4A15-8520-9050C7254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5987" y="1830857"/>
            <a:ext cx="56893" cy="42720"/>
          </a:xfrm>
          <a:custGeom xmlns:a="http://schemas.openxmlformats.org/drawingml/2006/main">
            <a:pathLst>
              <a:path w="56893" h="42720">
                <a:moveTo>
                  <a:pt x="47435" y="0"/>
                </a:moveTo>
                <a:cubicBezTo>
                  <a:pt x="52635" y="0"/>
                  <a:pt x="56893" y="9573"/>
                  <a:pt x="56893" y="21346"/>
                </a:cubicBezTo>
                <a:cubicBezTo>
                  <a:pt x="56893" y="33147"/>
                  <a:pt x="52635" y="42720"/>
                  <a:pt x="47435" y="42720"/>
                </a:cubicBezTo>
                <a:lnTo>
                  <a:pt x="9430" y="42720"/>
                </a:lnTo>
                <a:cubicBezTo>
                  <a:pt x="4086" y="42720"/>
                  <a:pt x="0" y="33147"/>
                  <a:pt x="0" y="21346"/>
                </a:cubicBezTo>
                <a:cubicBezTo>
                  <a:pt x="0" y="9573"/>
                  <a:pt x="4086" y="0"/>
                  <a:pt x="9430" y="0"/>
                </a:cubicBezTo>
                <a:lnTo>
                  <a:pt x="47435" y="0"/>
                </a:lnTo>
                <a:close/>
                <a:moveTo>
                  <a:pt x="47435" y="0"/>
                </a:moveTo>
              </a:path>
            </a:pathLst>
          </a:custGeom>
          <a:solidFill xmlns:a="http://schemas.openxmlformats.org/drawingml/2006/main">
            <a:srgbClr val="EEEEE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079E4F-EA41-497A-AA60-93F112ABA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3849" y="1830857"/>
            <a:ext cx="9573" cy="42720"/>
          </a:xfrm>
          <a:custGeom xmlns:a="http://schemas.openxmlformats.org/drawingml/2006/main">
            <a:pathLst>
              <a:path w="9573" h="42720" fill="none">
                <a:moveTo>
                  <a:pt x="9573" y="42720"/>
                </a:moveTo>
                <a:cubicBezTo>
                  <a:pt x="4229" y="42720"/>
                  <a:pt x="0" y="33147"/>
                  <a:pt x="0" y="21346"/>
                </a:cubicBezTo>
                <a:cubicBezTo>
                  <a:pt x="0" y="9573"/>
                  <a:pt x="4229" y="0"/>
                  <a:pt x="9573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4373" cap="flat">
            <a:solidFill>
              <a:srgbClr val="595959"/>
            </a:solidFill>
            <a:round/>
          </a:ln>
        </p:spPr>
      </p:sp>
      <p:sp>
        <p:nvSpPr>
          <p:cNvPr id="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974163-E676-42F4-8F1D-BA91A3D4A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5987" y="1830857"/>
            <a:ext cx="56893" cy="42720"/>
          </a:xfrm>
          <a:custGeom xmlns:a="http://schemas.openxmlformats.org/drawingml/2006/main">
            <a:pathLst>
              <a:path w="56893" h="42720" fill="none">
                <a:moveTo>
                  <a:pt x="47435" y="0"/>
                </a:moveTo>
                <a:cubicBezTo>
                  <a:pt x="52635" y="0"/>
                  <a:pt x="56893" y="9573"/>
                  <a:pt x="56893" y="21346"/>
                </a:cubicBezTo>
                <a:cubicBezTo>
                  <a:pt x="56893" y="33147"/>
                  <a:pt x="52635" y="42720"/>
                  <a:pt x="47435" y="42720"/>
                </a:cubicBezTo>
                <a:lnTo>
                  <a:pt x="9430" y="42720"/>
                </a:lnTo>
                <a:cubicBezTo>
                  <a:pt x="4086" y="42720"/>
                  <a:pt x="0" y="33147"/>
                  <a:pt x="0" y="21346"/>
                </a:cubicBezTo>
                <a:cubicBezTo>
                  <a:pt x="0" y="9573"/>
                  <a:pt x="4086" y="0"/>
                  <a:pt x="9430" y="0"/>
                </a:cubicBezTo>
                <a:lnTo>
                  <a:pt x="47435" y="0"/>
                </a:lnTo>
                <a:close/>
                <a:moveTo>
                  <a:pt x="47435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4373" cap="flat">
            <a:solidFill>
              <a:srgbClr val="595959"/>
            </a:solidFill>
            <a:round/>
          </a:ln>
        </p:spPr>
      </p:sp>
      <p:sp>
        <p:nvSpPr>
          <p:cNvPr id="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641C6B-C7A8-4B19-980E-702500AB3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8154" y="1823771"/>
            <a:ext cx="57036" cy="56864"/>
          </a:xfrm>
          <a:custGeom xmlns:a="http://schemas.openxmlformats.org/drawingml/2006/main">
            <a:pathLst>
              <a:path w="57036" h="56864">
                <a:moveTo>
                  <a:pt x="57036" y="56864"/>
                </a:moveTo>
                <a:lnTo>
                  <a:pt x="0" y="25146"/>
                </a:lnTo>
                <a:lnTo>
                  <a:pt x="57036" y="0"/>
                </a:lnTo>
                <a:lnTo>
                  <a:pt x="57036" y="56864"/>
                </a:lnTo>
                <a:close/>
                <a:moveTo>
                  <a:pt x="57036" y="56864"/>
                </a:moveTo>
              </a:path>
            </a:pathLst>
          </a:custGeom>
          <a:solidFill xmlns:a="http://schemas.openxmlformats.org/drawingml/2006/main">
            <a:srgbClr val="EEEEE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94E2FA-287F-467F-9050-96E401E1A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0354" y="1827057"/>
            <a:ext cx="57036" cy="57064"/>
          </a:xfrm>
          <a:custGeom xmlns:a="http://schemas.openxmlformats.org/drawingml/2006/main">
            <a:pathLst>
              <a:path w="57036" h="57064" fill="none">
                <a:moveTo>
                  <a:pt x="57036" y="57064"/>
                </a:moveTo>
                <a:lnTo>
                  <a:pt x="0" y="25146"/>
                </a:lnTo>
                <a:lnTo>
                  <a:pt x="57036" y="0"/>
                </a:lnTo>
                <a:lnTo>
                  <a:pt x="57036" y="57064"/>
                </a:lnTo>
                <a:close/>
                <a:moveTo>
                  <a:pt x="57036" y="57064"/>
                </a:moveTo>
              </a:path>
            </a:pathLst>
          </a:custGeom>
          <a:noFill xmlns:a="http://schemas.openxmlformats.org/drawingml/2006/main"/>
          <a:ln xmlns:a="http://schemas.openxmlformats.org/drawingml/2006/main" w="4373" cap="flat">
            <a:solidFill>
              <a:srgbClr val="595959"/>
            </a:solidFill>
            <a:round/>
          </a:ln>
        </p:spPr>
      </p:sp>
      <p:sp>
        <p:nvSpPr>
          <p:cNvPr id="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EC8497-699C-405A-8CD7-DEA007FC6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9800" y="1912003"/>
            <a:ext cx="687116" cy="121339"/>
          </a:xfrm>
          <a:custGeom xmlns:a="http://schemas.openxmlformats.org/drawingml/2006/main">
            <a:pathLst>
              <a:path w="687116" h="121339" fill="none">
                <a:moveTo>
                  <a:pt x="0" y="121339"/>
                </a:moveTo>
                <a:lnTo>
                  <a:pt x="687116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360" cap="flat">
            <a:solidFill>
              <a:srgbClr val="595959"/>
            </a:solidFill>
            <a:round/>
          </a:ln>
        </p:spPr>
      </p:sp>
      <p:sp>
        <p:nvSpPr>
          <p:cNvPr id="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3CB24C-66EE-4C75-982D-369D7E29B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8882" y="1660576"/>
            <a:ext cx="687091" cy="134251"/>
          </a:xfrm>
          <a:custGeom xmlns:a="http://schemas.openxmlformats.org/drawingml/2006/main">
            <a:pathLst>
              <a:path w="687091" h="134251" fill="none">
                <a:moveTo>
                  <a:pt x="0" y="0"/>
                </a:moveTo>
                <a:lnTo>
                  <a:pt x="687091" y="134251"/>
                </a:lnTo>
              </a:path>
            </a:pathLst>
          </a:custGeom>
          <a:noFill xmlns:a="http://schemas.openxmlformats.org/drawingml/2006/main"/>
          <a:ln xmlns:a="http://schemas.openxmlformats.org/drawingml/2006/main" w="21360" cap="flat">
            <a:solidFill>
              <a:srgbClr val="595959"/>
            </a:solidFill>
            <a:round/>
          </a:ln>
        </p:spPr>
      </p:sp>
      <p:pic>
        <p:nvPicPr>
          <p:cNvPr id="15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5638ab938d4252"/>
          <a:stretch xmlns:a="http://schemas.openxmlformats.org/drawingml/2006/main"/>
        </p:blipFill>
        <p:spPr>
          <a:xfrm xmlns:a="http://schemas.openxmlformats.org/drawingml/2006/main">
            <a:off x="10777850" y="1791927"/>
            <a:ext cx="640255" cy="426837"/>
          </a:xfrm>
          <a:prstGeom xmlns:a="http://schemas.openxmlformats.org/drawingml/2006/main" prst="rect">
            <a:avLst/>
          </a:prstGeom>
        </p:spPr>
      </p:pic>
      <p:pic>
        <p:nvPicPr>
          <p:cNvPr id="1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3a3534a885456e"/>
          <a:stretch xmlns:a="http://schemas.openxmlformats.org/drawingml/2006/main"/>
        </p:blipFill>
        <p:spPr>
          <a:xfrm xmlns:a="http://schemas.openxmlformats.org/drawingml/2006/main">
            <a:off x="12173840" y="1525451"/>
            <a:ext cx="603615" cy="603615"/>
          </a:xfrm>
          <a:prstGeom xmlns:a="http://schemas.openxmlformats.org/drawingml/2006/main" prst="rect">
            <a:avLst/>
          </a:prstGeom>
        </p:spPr>
      </p:pic>
      <p:sp>
        <p:nvSpPr>
          <p:cNvPr id="44" name="Text Global">
            <a:extLst xmlns:a="http://schemas.openxmlformats.org/drawingml/2006/main">
              <a:ext uri="{FF2B5EF4-FFF2-40B4-BE49-F238E27FC236}">
                <a16:creationId xmlns:a16="http://schemas.microsoft.com/office/drawing/2014/main" id="{B4BABC90-0A70-4712-9062-A23F73B0F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717" y="1905735"/>
            <a:ext cx="428952" cy="114074"/>
          </a:xfrm>
          <a:custGeom xmlns:a="http://schemas.openxmlformats.org/drawingml/2006/main">
            <a:pathLst>
              <a:path w="428952" h="114074">
                <a:moveTo>
                  <a:pt x="93098" y="2828"/>
                </a:moveTo>
                <a:lnTo>
                  <a:pt x="95847" y="36453"/>
                </a:lnTo>
                <a:lnTo>
                  <a:pt x="93098" y="36453"/>
                </a:lnTo>
                <a:cubicBezTo>
                  <a:pt x="90322" y="28121"/>
                  <a:pt x="86734" y="21845"/>
                  <a:pt x="82334" y="17625"/>
                </a:cubicBezTo>
                <a:cubicBezTo>
                  <a:pt x="75997" y="11532"/>
                  <a:pt x="67853" y="8485"/>
                  <a:pt x="57901" y="8485"/>
                </a:cubicBezTo>
                <a:cubicBezTo>
                  <a:pt x="44336" y="8485"/>
                  <a:pt x="34018" y="13837"/>
                  <a:pt x="26947" y="24541"/>
                </a:cubicBezTo>
                <a:cubicBezTo>
                  <a:pt x="21029" y="33573"/>
                  <a:pt x="18070" y="44328"/>
                  <a:pt x="18070" y="56806"/>
                </a:cubicBezTo>
                <a:cubicBezTo>
                  <a:pt x="18070" y="66936"/>
                  <a:pt x="20034" y="76178"/>
                  <a:pt x="23962" y="84532"/>
                </a:cubicBezTo>
                <a:cubicBezTo>
                  <a:pt x="27890" y="92886"/>
                  <a:pt x="33036" y="99008"/>
                  <a:pt x="39400" y="102898"/>
                </a:cubicBezTo>
                <a:cubicBezTo>
                  <a:pt x="45763" y="106787"/>
                  <a:pt x="52297" y="108732"/>
                  <a:pt x="59001" y="108732"/>
                </a:cubicBezTo>
                <a:cubicBezTo>
                  <a:pt x="62929" y="108732"/>
                  <a:pt x="66727" y="108236"/>
                  <a:pt x="70393" y="107244"/>
                </a:cubicBezTo>
                <a:cubicBezTo>
                  <a:pt x="74059" y="106250"/>
                  <a:pt x="77594" y="104786"/>
                  <a:pt x="80999" y="102852"/>
                </a:cubicBezTo>
                <a:lnTo>
                  <a:pt x="80999" y="72121"/>
                </a:lnTo>
                <a:cubicBezTo>
                  <a:pt x="80999" y="66779"/>
                  <a:pt x="80593" y="63283"/>
                  <a:pt x="79781" y="61633"/>
                </a:cubicBezTo>
                <a:cubicBezTo>
                  <a:pt x="78969" y="59983"/>
                  <a:pt x="77712" y="58726"/>
                  <a:pt x="76010" y="57862"/>
                </a:cubicBezTo>
                <a:cubicBezTo>
                  <a:pt x="74308" y="56998"/>
                  <a:pt x="71309" y="56566"/>
                  <a:pt x="67015" y="56566"/>
                </a:cubicBezTo>
                <a:lnTo>
                  <a:pt x="67015" y="53580"/>
                </a:lnTo>
                <a:lnTo>
                  <a:pt x="108260" y="53580"/>
                </a:lnTo>
                <a:lnTo>
                  <a:pt x="108260" y="56566"/>
                </a:lnTo>
                <a:lnTo>
                  <a:pt x="106296" y="56566"/>
                </a:lnTo>
                <a:cubicBezTo>
                  <a:pt x="102211" y="56566"/>
                  <a:pt x="99409" y="57927"/>
                  <a:pt x="97890" y="60651"/>
                </a:cubicBezTo>
                <a:cubicBezTo>
                  <a:pt x="96842" y="62589"/>
                  <a:pt x="96319" y="66412"/>
                  <a:pt x="96319" y="72121"/>
                </a:cubicBezTo>
                <a:lnTo>
                  <a:pt x="96319" y="104664"/>
                </a:lnTo>
                <a:cubicBezTo>
                  <a:pt x="90296" y="107904"/>
                  <a:pt x="84351" y="110283"/>
                  <a:pt x="78485" y="111798"/>
                </a:cubicBezTo>
                <a:cubicBezTo>
                  <a:pt x="72619" y="113315"/>
                  <a:pt x="66098" y="114074"/>
                  <a:pt x="58923" y="114074"/>
                </a:cubicBezTo>
                <a:cubicBezTo>
                  <a:pt x="38339" y="114074"/>
                  <a:pt x="22705" y="107484"/>
                  <a:pt x="12020" y="94303"/>
                </a:cubicBezTo>
                <a:cubicBezTo>
                  <a:pt x="4007" y="84419"/>
                  <a:pt x="0" y="73017"/>
                  <a:pt x="0" y="60099"/>
                </a:cubicBezTo>
                <a:cubicBezTo>
                  <a:pt x="0" y="50736"/>
                  <a:pt x="2252" y="41767"/>
                  <a:pt x="6756" y="33191"/>
                </a:cubicBezTo>
                <a:cubicBezTo>
                  <a:pt x="12099" y="22990"/>
                  <a:pt x="19431" y="15145"/>
                  <a:pt x="28754" y="9653"/>
                </a:cubicBezTo>
                <a:cubicBezTo>
                  <a:pt x="36558" y="5103"/>
                  <a:pt x="45776" y="2828"/>
                  <a:pt x="56409" y="2828"/>
                </a:cubicBezTo>
                <a:cubicBezTo>
                  <a:pt x="60284" y="2828"/>
                  <a:pt x="63807" y="3143"/>
                  <a:pt x="66975" y="3771"/>
                </a:cubicBezTo>
                <a:cubicBezTo>
                  <a:pt x="70144" y="4400"/>
                  <a:pt x="74635" y="5788"/>
                  <a:pt x="80449" y="7935"/>
                </a:cubicBezTo>
                <a:cubicBezTo>
                  <a:pt x="83382" y="9035"/>
                  <a:pt x="85346" y="9585"/>
                  <a:pt x="86341" y="9585"/>
                </a:cubicBezTo>
                <a:cubicBezTo>
                  <a:pt x="87336" y="9585"/>
                  <a:pt x="88187" y="9126"/>
                  <a:pt x="88894" y="8210"/>
                </a:cubicBezTo>
                <a:cubicBezTo>
                  <a:pt x="89602" y="7293"/>
                  <a:pt x="90034" y="5499"/>
                  <a:pt x="90191" y="2828"/>
                </a:cubicBezTo>
                <a:lnTo>
                  <a:pt x="93098" y="2828"/>
                </a:lnTo>
                <a:close/>
                <a:moveTo>
                  <a:pt x="140314" y="0"/>
                </a:moveTo>
                <a:lnTo>
                  <a:pt x="140314" y="95376"/>
                </a:lnTo>
                <a:cubicBezTo>
                  <a:pt x="140314" y="99906"/>
                  <a:pt x="140641" y="102910"/>
                  <a:pt x="141296" y="104386"/>
                </a:cubicBezTo>
                <a:cubicBezTo>
                  <a:pt x="141951" y="105861"/>
                  <a:pt x="142959" y="106980"/>
                  <a:pt x="144321" y="107745"/>
                </a:cubicBezTo>
                <a:cubicBezTo>
                  <a:pt x="145683" y="108508"/>
                  <a:pt x="148223" y="108889"/>
                  <a:pt x="151941" y="108889"/>
                </a:cubicBezTo>
                <a:lnTo>
                  <a:pt x="151941" y="111717"/>
                </a:lnTo>
                <a:lnTo>
                  <a:pt x="116666" y="111717"/>
                </a:lnTo>
                <a:lnTo>
                  <a:pt x="116666" y="108889"/>
                </a:lnTo>
                <a:cubicBezTo>
                  <a:pt x="119966" y="108889"/>
                  <a:pt x="122218" y="108547"/>
                  <a:pt x="123423" y="107863"/>
                </a:cubicBezTo>
                <a:cubicBezTo>
                  <a:pt x="124628" y="107177"/>
                  <a:pt x="125570" y="106044"/>
                  <a:pt x="126251" y="104465"/>
                </a:cubicBezTo>
                <a:cubicBezTo>
                  <a:pt x="126932" y="102884"/>
                  <a:pt x="127273" y="99854"/>
                  <a:pt x="127273" y="95376"/>
                </a:cubicBezTo>
                <a:lnTo>
                  <a:pt x="127273" y="30168"/>
                </a:lnTo>
                <a:cubicBezTo>
                  <a:pt x="127273" y="22050"/>
                  <a:pt x="127089" y="17061"/>
                  <a:pt x="126723" y="15202"/>
                </a:cubicBezTo>
                <a:cubicBezTo>
                  <a:pt x="126356" y="13343"/>
                  <a:pt x="125767" y="12073"/>
                  <a:pt x="124955" y="11392"/>
                </a:cubicBezTo>
                <a:cubicBezTo>
                  <a:pt x="124143" y="10711"/>
                  <a:pt x="123109" y="10370"/>
                  <a:pt x="121852" y="10370"/>
                </a:cubicBezTo>
                <a:cubicBezTo>
                  <a:pt x="120490" y="10370"/>
                  <a:pt x="118761" y="10789"/>
                  <a:pt x="116666" y="11627"/>
                </a:cubicBezTo>
                <a:lnTo>
                  <a:pt x="115331" y="8799"/>
                </a:lnTo>
                <a:lnTo>
                  <a:pt x="136779" y="0"/>
                </a:lnTo>
                <a:lnTo>
                  <a:pt x="140314" y="0"/>
                </a:lnTo>
                <a:close/>
                <a:moveTo>
                  <a:pt x="195466" y="37710"/>
                </a:moveTo>
                <a:cubicBezTo>
                  <a:pt x="206360" y="37710"/>
                  <a:pt x="215107" y="41844"/>
                  <a:pt x="221706" y="50111"/>
                </a:cubicBezTo>
                <a:cubicBezTo>
                  <a:pt x="227311" y="57174"/>
                  <a:pt x="230113" y="65284"/>
                  <a:pt x="230113" y="74441"/>
                </a:cubicBezTo>
                <a:cubicBezTo>
                  <a:pt x="230113" y="80877"/>
                  <a:pt x="228568" y="87391"/>
                  <a:pt x="225478" y="93984"/>
                </a:cubicBezTo>
                <a:cubicBezTo>
                  <a:pt x="222387" y="100575"/>
                  <a:pt x="218132" y="105545"/>
                  <a:pt x="212711" y="108894"/>
                </a:cubicBezTo>
                <a:cubicBezTo>
                  <a:pt x="207290" y="112243"/>
                  <a:pt x="201254" y="113917"/>
                  <a:pt x="194602" y="113917"/>
                </a:cubicBezTo>
                <a:cubicBezTo>
                  <a:pt x="183760" y="113917"/>
                  <a:pt x="175145" y="109600"/>
                  <a:pt x="168755" y="100966"/>
                </a:cubicBezTo>
                <a:cubicBezTo>
                  <a:pt x="163360" y="93694"/>
                  <a:pt x="160663" y="85533"/>
                  <a:pt x="160663" y="76481"/>
                </a:cubicBezTo>
                <a:cubicBezTo>
                  <a:pt x="160663" y="69889"/>
                  <a:pt x="162299" y="63335"/>
                  <a:pt x="165573" y="56821"/>
                </a:cubicBezTo>
                <a:cubicBezTo>
                  <a:pt x="168846" y="50307"/>
                  <a:pt x="173154" y="45493"/>
                  <a:pt x="178497" y="42380"/>
                </a:cubicBezTo>
                <a:cubicBezTo>
                  <a:pt x="183839" y="39267"/>
                  <a:pt x="189495" y="37710"/>
                  <a:pt x="195466" y="37710"/>
                </a:cubicBezTo>
                <a:moveTo>
                  <a:pt x="193031" y="42896"/>
                </a:moveTo>
                <a:cubicBezTo>
                  <a:pt x="190255" y="42896"/>
                  <a:pt x="187466" y="43718"/>
                  <a:pt x="184664" y="45363"/>
                </a:cubicBezTo>
                <a:cubicBezTo>
                  <a:pt x="181862" y="47006"/>
                  <a:pt x="179596" y="49889"/>
                  <a:pt x="177868" y="54012"/>
                </a:cubicBezTo>
                <a:cubicBezTo>
                  <a:pt x="176140" y="58135"/>
                  <a:pt x="175275" y="63432"/>
                  <a:pt x="175275" y="69902"/>
                </a:cubicBezTo>
                <a:cubicBezTo>
                  <a:pt x="175275" y="80339"/>
                  <a:pt x="177357" y="89342"/>
                  <a:pt x="181521" y="96910"/>
                </a:cubicBezTo>
                <a:cubicBezTo>
                  <a:pt x="185685" y="104477"/>
                  <a:pt x="191171" y="108260"/>
                  <a:pt x="197980" y="108260"/>
                </a:cubicBezTo>
                <a:cubicBezTo>
                  <a:pt x="203061" y="108260"/>
                  <a:pt x="207251" y="106173"/>
                  <a:pt x="210550" y="101997"/>
                </a:cubicBezTo>
                <a:cubicBezTo>
                  <a:pt x="213850" y="97822"/>
                  <a:pt x="215500" y="90647"/>
                  <a:pt x="215500" y="80471"/>
                </a:cubicBezTo>
                <a:cubicBezTo>
                  <a:pt x="215500" y="67737"/>
                  <a:pt x="212750" y="57717"/>
                  <a:pt x="207251" y="50411"/>
                </a:cubicBezTo>
                <a:cubicBezTo>
                  <a:pt x="203532" y="45401"/>
                  <a:pt x="198792" y="42896"/>
                  <a:pt x="193031" y="42896"/>
                </a:cubicBezTo>
                <a:close/>
                <a:moveTo>
                  <a:pt x="260439" y="52385"/>
                </a:moveTo>
                <a:cubicBezTo>
                  <a:pt x="267405" y="42602"/>
                  <a:pt x="274921" y="37710"/>
                  <a:pt x="282986" y="37710"/>
                </a:cubicBezTo>
                <a:cubicBezTo>
                  <a:pt x="290371" y="37710"/>
                  <a:pt x="296814" y="40863"/>
                  <a:pt x="302313" y="47167"/>
                </a:cubicBezTo>
                <a:cubicBezTo>
                  <a:pt x="307812" y="53472"/>
                  <a:pt x="310562" y="62092"/>
                  <a:pt x="310562" y="73027"/>
                </a:cubicBezTo>
                <a:cubicBezTo>
                  <a:pt x="310562" y="85794"/>
                  <a:pt x="306320" y="96075"/>
                  <a:pt x="297835" y="103871"/>
                </a:cubicBezTo>
                <a:cubicBezTo>
                  <a:pt x="290555" y="110568"/>
                  <a:pt x="282437" y="113917"/>
                  <a:pt x="273480" y="113917"/>
                </a:cubicBezTo>
                <a:cubicBezTo>
                  <a:pt x="269290" y="113917"/>
                  <a:pt x="265035" y="113153"/>
                  <a:pt x="260714" y="111624"/>
                </a:cubicBezTo>
                <a:cubicBezTo>
                  <a:pt x="256393" y="110095"/>
                  <a:pt x="251980" y="107801"/>
                  <a:pt x="247476" y="104742"/>
                </a:cubicBezTo>
                <a:lnTo>
                  <a:pt x="247476" y="30325"/>
                </a:lnTo>
                <a:cubicBezTo>
                  <a:pt x="247476" y="22155"/>
                  <a:pt x="247279" y="17127"/>
                  <a:pt x="246887" y="15241"/>
                </a:cubicBezTo>
                <a:cubicBezTo>
                  <a:pt x="246494" y="13356"/>
                  <a:pt x="245878" y="12073"/>
                  <a:pt x="245040" y="11392"/>
                </a:cubicBezTo>
                <a:cubicBezTo>
                  <a:pt x="244202" y="10711"/>
                  <a:pt x="243155" y="10370"/>
                  <a:pt x="241898" y="10370"/>
                </a:cubicBezTo>
                <a:cubicBezTo>
                  <a:pt x="240431" y="10370"/>
                  <a:pt x="238598" y="10789"/>
                  <a:pt x="236398" y="11627"/>
                </a:cubicBezTo>
                <a:lnTo>
                  <a:pt x="235298" y="8799"/>
                </a:lnTo>
                <a:lnTo>
                  <a:pt x="256903" y="0"/>
                </a:lnTo>
                <a:lnTo>
                  <a:pt x="260439" y="0"/>
                </a:lnTo>
                <a:lnTo>
                  <a:pt x="260439" y="52385"/>
                </a:lnTo>
                <a:moveTo>
                  <a:pt x="260439" y="57386"/>
                </a:moveTo>
                <a:lnTo>
                  <a:pt x="260439" y="100210"/>
                </a:lnTo>
                <a:cubicBezTo>
                  <a:pt x="263110" y="102816"/>
                  <a:pt x="265873" y="104783"/>
                  <a:pt x="268727" y="106112"/>
                </a:cubicBezTo>
                <a:cubicBezTo>
                  <a:pt x="271582" y="107440"/>
                  <a:pt x="274502" y="108103"/>
                  <a:pt x="277487" y="108103"/>
                </a:cubicBezTo>
                <a:cubicBezTo>
                  <a:pt x="282253" y="108103"/>
                  <a:pt x="286692" y="105498"/>
                  <a:pt x="290804" y="100289"/>
                </a:cubicBezTo>
                <a:cubicBezTo>
                  <a:pt x="294915" y="95079"/>
                  <a:pt x="296971" y="87498"/>
                  <a:pt x="296971" y="77547"/>
                </a:cubicBezTo>
                <a:cubicBezTo>
                  <a:pt x="296971" y="68378"/>
                  <a:pt x="294915" y="61332"/>
                  <a:pt x="290804" y="56409"/>
                </a:cubicBezTo>
                <a:cubicBezTo>
                  <a:pt x="286692" y="51485"/>
                  <a:pt x="282018" y="49024"/>
                  <a:pt x="276780" y="49024"/>
                </a:cubicBezTo>
                <a:cubicBezTo>
                  <a:pt x="274004" y="49024"/>
                  <a:pt x="271228" y="49727"/>
                  <a:pt x="268452" y="51132"/>
                </a:cubicBezTo>
                <a:cubicBezTo>
                  <a:pt x="266357" y="52175"/>
                  <a:pt x="263686" y="54259"/>
                  <a:pt x="260439" y="57386"/>
                </a:cubicBezTo>
                <a:close/>
                <a:moveTo>
                  <a:pt x="361939" y="101430"/>
                </a:moveTo>
                <a:cubicBezTo>
                  <a:pt x="354554" y="107138"/>
                  <a:pt x="349919" y="110436"/>
                  <a:pt x="348034" y="111324"/>
                </a:cubicBezTo>
                <a:cubicBezTo>
                  <a:pt x="345205" y="112634"/>
                  <a:pt x="342194" y="113288"/>
                  <a:pt x="338999" y="113288"/>
                </a:cubicBezTo>
                <a:cubicBezTo>
                  <a:pt x="334023" y="113288"/>
                  <a:pt x="329925" y="111586"/>
                  <a:pt x="326704" y="108182"/>
                </a:cubicBezTo>
                <a:cubicBezTo>
                  <a:pt x="323482" y="104777"/>
                  <a:pt x="321872" y="100299"/>
                  <a:pt x="321872" y="94747"/>
                </a:cubicBezTo>
                <a:cubicBezTo>
                  <a:pt x="321872" y="91238"/>
                  <a:pt x="322658" y="88201"/>
                  <a:pt x="324229" y="85634"/>
                </a:cubicBezTo>
                <a:cubicBezTo>
                  <a:pt x="326376" y="82073"/>
                  <a:pt x="330108" y="78721"/>
                  <a:pt x="335424" y="75578"/>
                </a:cubicBezTo>
                <a:cubicBezTo>
                  <a:pt x="340740" y="72435"/>
                  <a:pt x="349579" y="68612"/>
                  <a:pt x="361939" y="64108"/>
                </a:cubicBezTo>
                <a:lnTo>
                  <a:pt x="361939" y="61289"/>
                </a:lnTo>
                <a:cubicBezTo>
                  <a:pt x="361939" y="54140"/>
                  <a:pt x="360800" y="49235"/>
                  <a:pt x="358522" y="46573"/>
                </a:cubicBezTo>
                <a:cubicBezTo>
                  <a:pt x="356243" y="43912"/>
                  <a:pt x="352931" y="42581"/>
                  <a:pt x="348583" y="42581"/>
                </a:cubicBezTo>
                <a:cubicBezTo>
                  <a:pt x="345284" y="42581"/>
                  <a:pt x="342665" y="43472"/>
                  <a:pt x="340727" y="45253"/>
                </a:cubicBezTo>
                <a:cubicBezTo>
                  <a:pt x="338737" y="47033"/>
                  <a:pt x="337742" y="49076"/>
                  <a:pt x="337742" y="51380"/>
                </a:cubicBezTo>
                <a:lnTo>
                  <a:pt x="337899" y="55937"/>
                </a:lnTo>
                <a:cubicBezTo>
                  <a:pt x="337899" y="58346"/>
                  <a:pt x="337283" y="60206"/>
                  <a:pt x="336053" y="61515"/>
                </a:cubicBezTo>
                <a:cubicBezTo>
                  <a:pt x="334822" y="62825"/>
                  <a:pt x="333211" y="63479"/>
                  <a:pt x="331221" y="63479"/>
                </a:cubicBezTo>
                <a:cubicBezTo>
                  <a:pt x="329283" y="63479"/>
                  <a:pt x="327699" y="62797"/>
                  <a:pt x="326468" y="61432"/>
                </a:cubicBezTo>
                <a:cubicBezTo>
                  <a:pt x="325237" y="60065"/>
                  <a:pt x="324622" y="58200"/>
                  <a:pt x="324622" y="55836"/>
                </a:cubicBezTo>
                <a:cubicBezTo>
                  <a:pt x="324622" y="51317"/>
                  <a:pt x="326926" y="47167"/>
                  <a:pt x="331535" y="43384"/>
                </a:cubicBezTo>
                <a:cubicBezTo>
                  <a:pt x="336144" y="39602"/>
                  <a:pt x="342613" y="37710"/>
                  <a:pt x="350940" y="37710"/>
                </a:cubicBezTo>
                <a:cubicBezTo>
                  <a:pt x="357330" y="37710"/>
                  <a:pt x="362568" y="38782"/>
                  <a:pt x="366653" y="40927"/>
                </a:cubicBezTo>
                <a:cubicBezTo>
                  <a:pt x="369743" y="42549"/>
                  <a:pt x="372022" y="45086"/>
                  <a:pt x="373488" y="48540"/>
                </a:cubicBezTo>
                <a:cubicBezTo>
                  <a:pt x="374431" y="50789"/>
                  <a:pt x="374902" y="55392"/>
                  <a:pt x="374902" y="62350"/>
                </a:cubicBezTo>
                <a:lnTo>
                  <a:pt x="374902" y="86754"/>
                </a:lnTo>
                <a:cubicBezTo>
                  <a:pt x="374902" y="93607"/>
                  <a:pt x="375033" y="97805"/>
                  <a:pt x="375295" y="99348"/>
                </a:cubicBezTo>
                <a:cubicBezTo>
                  <a:pt x="375557" y="100892"/>
                  <a:pt x="375989" y="101925"/>
                  <a:pt x="376591" y="102449"/>
                </a:cubicBezTo>
                <a:cubicBezTo>
                  <a:pt x="377194" y="102971"/>
                  <a:pt x="377888" y="103232"/>
                  <a:pt x="378673" y="103232"/>
                </a:cubicBezTo>
                <a:cubicBezTo>
                  <a:pt x="379511" y="103232"/>
                  <a:pt x="380245" y="103049"/>
                  <a:pt x="380873" y="102682"/>
                </a:cubicBezTo>
                <a:cubicBezTo>
                  <a:pt x="381973" y="102001"/>
                  <a:pt x="384094" y="100090"/>
                  <a:pt x="387237" y="96947"/>
                </a:cubicBezTo>
                <a:lnTo>
                  <a:pt x="387237" y="101347"/>
                </a:lnTo>
                <a:cubicBezTo>
                  <a:pt x="381371" y="109203"/>
                  <a:pt x="375766" y="113131"/>
                  <a:pt x="370424" y="113131"/>
                </a:cubicBezTo>
                <a:cubicBezTo>
                  <a:pt x="367858" y="113131"/>
                  <a:pt x="365815" y="112247"/>
                  <a:pt x="364296" y="110480"/>
                </a:cubicBezTo>
                <a:cubicBezTo>
                  <a:pt x="362777" y="108710"/>
                  <a:pt x="361992" y="105694"/>
                  <a:pt x="361939" y="101430"/>
                </a:cubicBezTo>
                <a:moveTo>
                  <a:pt x="361939" y="96336"/>
                </a:moveTo>
                <a:lnTo>
                  <a:pt x="361939" y="68979"/>
                </a:lnTo>
                <a:cubicBezTo>
                  <a:pt x="354031" y="72115"/>
                  <a:pt x="348924" y="74336"/>
                  <a:pt x="346619" y="75642"/>
                </a:cubicBezTo>
                <a:cubicBezTo>
                  <a:pt x="342482" y="77941"/>
                  <a:pt x="339523" y="80346"/>
                  <a:pt x="337742" y="82855"/>
                </a:cubicBezTo>
                <a:cubicBezTo>
                  <a:pt x="335961" y="85362"/>
                  <a:pt x="335071" y="88106"/>
                  <a:pt x="335071" y="91084"/>
                </a:cubicBezTo>
                <a:cubicBezTo>
                  <a:pt x="335071" y="94847"/>
                  <a:pt x="336197" y="97970"/>
                  <a:pt x="338449" y="100453"/>
                </a:cubicBezTo>
                <a:cubicBezTo>
                  <a:pt x="340701" y="102934"/>
                  <a:pt x="343294" y="104175"/>
                  <a:pt x="346227" y="104175"/>
                </a:cubicBezTo>
                <a:cubicBezTo>
                  <a:pt x="350207" y="104175"/>
                  <a:pt x="355445" y="101562"/>
                  <a:pt x="361939" y="96336"/>
                </a:cubicBezTo>
                <a:close/>
                <a:moveTo>
                  <a:pt x="417325" y="0"/>
                </a:moveTo>
                <a:lnTo>
                  <a:pt x="417325" y="95376"/>
                </a:lnTo>
                <a:cubicBezTo>
                  <a:pt x="417325" y="99906"/>
                  <a:pt x="417652" y="102910"/>
                  <a:pt x="418307" y="104386"/>
                </a:cubicBezTo>
                <a:cubicBezTo>
                  <a:pt x="418962" y="105861"/>
                  <a:pt x="419970" y="106980"/>
                  <a:pt x="421332" y="107745"/>
                </a:cubicBezTo>
                <a:cubicBezTo>
                  <a:pt x="422693" y="108508"/>
                  <a:pt x="425234" y="108889"/>
                  <a:pt x="428952" y="108889"/>
                </a:cubicBezTo>
                <a:lnTo>
                  <a:pt x="428952" y="111717"/>
                </a:lnTo>
                <a:lnTo>
                  <a:pt x="393677" y="111717"/>
                </a:lnTo>
                <a:lnTo>
                  <a:pt x="393677" y="108889"/>
                </a:lnTo>
                <a:cubicBezTo>
                  <a:pt x="396977" y="108889"/>
                  <a:pt x="399229" y="108547"/>
                  <a:pt x="400434" y="107863"/>
                </a:cubicBezTo>
                <a:cubicBezTo>
                  <a:pt x="401638" y="107177"/>
                  <a:pt x="402581" y="106044"/>
                  <a:pt x="403262" y="104465"/>
                </a:cubicBezTo>
                <a:cubicBezTo>
                  <a:pt x="403943" y="102884"/>
                  <a:pt x="404283" y="99854"/>
                  <a:pt x="404283" y="95376"/>
                </a:cubicBezTo>
                <a:lnTo>
                  <a:pt x="404283" y="30168"/>
                </a:lnTo>
                <a:cubicBezTo>
                  <a:pt x="404283" y="22050"/>
                  <a:pt x="404100" y="17061"/>
                  <a:pt x="403733" y="15202"/>
                </a:cubicBezTo>
                <a:cubicBezTo>
                  <a:pt x="403367" y="13343"/>
                  <a:pt x="402778" y="12073"/>
                  <a:pt x="401966" y="11392"/>
                </a:cubicBezTo>
                <a:cubicBezTo>
                  <a:pt x="401154" y="10711"/>
                  <a:pt x="400120" y="10370"/>
                  <a:pt x="398863" y="10370"/>
                </a:cubicBezTo>
                <a:cubicBezTo>
                  <a:pt x="397501" y="10370"/>
                  <a:pt x="395772" y="10789"/>
                  <a:pt x="393677" y="11627"/>
                </a:cubicBezTo>
                <a:lnTo>
                  <a:pt x="392342" y="8799"/>
                </a:lnTo>
                <a:lnTo>
                  <a:pt x="413790" y="0"/>
                </a:lnTo>
                <a:lnTo>
                  <a:pt x="417325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97758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5" name="Text CPDLC">
            <a:extLst xmlns:a="http://schemas.openxmlformats.org/drawingml/2006/main">
              <a:ext uri="{FF2B5EF4-FFF2-40B4-BE49-F238E27FC236}">
                <a16:creationId xmlns:a16="http://schemas.microsoft.com/office/drawing/2014/main" id="{2A873119-24D6-46E5-8144-7787A3F64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874" y="2109694"/>
            <a:ext cx="507206" cy="111246"/>
          </a:xfrm>
          <a:custGeom xmlns:a="http://schemas.openxmlformats.org/drawingml/2006/main">
            <a:pathLst>
              <a:path w="507206" h="111246">
                <a:moveTo>
                  <a:pt x="91055" y="0"/>
                </a:moveTo>
                <a:lnTo>
                  <a:pt x="93490" y="36296"/>
                </a:lnTo>
                <a:lnTo>
                  <a:pt x="91055" y="36296"/>
                </a:lnTo>
                <a:cubicBezTo>
                  <a:pt x="87808" y="25427"/>
                  <a:pt x="83172" y="17603"/>
                  <a:pt x="77149" y="12825"/>
                </a:cubicBezTo>
                <a:cubicBezTo>
                  <a:pt x="71126" y="8046"/>
                  <a:pt x="63898" y="5657"/>
                  <a:pt x="55466" y="5657"/>
                </a:cubicBezTo>
                <a:cubicBezTo>
                  <a:pt x="48395" y="5657"/>
                  <a:pt x="42005" y="7448"/>
                  <a:pt x="36296" y="11031"/>
                </a:cubicBezTo>
                <a:cubicBezTo>
                  <a:pt x="30587" y="14612"/>
                  <a:pt x="26096" y="20325"/>
                  <a:pt x="22823" y="28170"/>
                </a:cubicBezTo>
                <a:cubicBezTo>
                  <a:pt x="19549" y="36013"/>
                  <a:pt x="17912" y="45765"/>
                  <a:pt x="17912" y="57425"/>
                </a:cubicBezTo>
                <a:cubicBezTo>
                  <a:pt x="17912" y="67047"/>
                  <a:pt x="19458" y="75388"/>
                  <a:pt x="22548" y="82447"/>
                </a:cubicBezTo>
                <a:cubicBezTo>
                  <a:pt x="25638" y="89507"/>
                  <a:pt x="30286" y="94919"/>
                  <a:pt x="36493" y="98685"/>
                </a:cubicBezTo>
                <a:cubicBezTo>
                  <a:pt x="42699" y="102450"/>
                  <a:pt x="49783" y="104332"/>
                  <a:pt x="57744" y="104332"/>
                </a:cubicBezTo>
                <a:cubicBezTo>
                  <a:pt x="64658" y="104332"/>
                  <a:pt x="70759" y="102848"/>
                  <a:pt x="76049" y="99879"/>
                </a:cubicBezTo>
                <a:cubicBezTo>
                  <a:pt x="81339" y="96908"/>
                  <a:pt x="87153" y="91008"/>
                  <a:pt x="93490" y="82177"/>
                </a:cubicBezTo>
                <a:lnTo>
                  <a:pt x="95926" y="83749"/>
                </a:lnTo>
                <a:cubicBezTo>
                  <a:pt x="90584" y="93256"/>
                  <a:pt x="84351" y="100217"/>
                  <a:pt x="77228" y="104629"/>
                </a:cubicBezTo>
                <a:cubicBezTo>
                  <a:pt x="70105" y="109040"/>
                  <a:pt x="61646" y="111246"/>
                  <a:pt x="51852" y="111246"/>
                </a:cubicBezTo>
                <a:cubicBezTo>
                  <a:pt x="34201" y="111246"/>
                  <a:pt x="20531" y="104708"/>
                  <a:pt x="10842" y="91632"/>
                </a:cubicBezTo>
                <a:cubicBezTo>
                  <a:pt x="3614" y="81905"/>
                  <a:pt x="0" y="70451"/>
                  <a:pt x="0" y="57270"/>
                </a:cubicBezTo>
                <a:cubicBezTo>
                  <a:pt x="0" y="46653"/>
                  <a:pt x="2383" y="36899"/>
                  <a:pt x="7149" y="28008"/>
                </a:cubicBezTo>
                <a:cubicBezTo>
                  <a:pt x="11915" y="19117"/>
                  <a:pt x="18475" y="12226"/>
                  <a:pt x="26829" y="7336"/>
                </a:cubicBezTo>
                <a:cubicBezTo>
                  <a:pt x="35183" y="2445"/>
                  <a:pt x="44310" y="0"/>
                  <a:pt x="54209" y="0"/>
                </a:cubicBezTo>
                <a:cubicBezTo>
                  <a:pt x="61908" y="0"/>
                  <a:pt x="69502" y="1886"/>
                  <a:pt x="76992" y="5657"/>
                </a:cubicBezTo>
                <a:cubicBezTo>
                  <a:pt x="79192" y="6809"/>
                  <a:pt x="80763" y="7385"/>
                  <a:pt x="81706" y="7385"/>
                </a:cubicBezTo>
                <a:cubicBezTo>
                  <a:pt x="83120" y="7385"/>
                  <a:pt x="84351" y="6887"/>
                  <a:pt x="85398" y="5892"/>
                </a:cubicBezTo>
                <a:cubicBezTo>
                  <a:pt x="86760" y="4478"/>
                  <a:pt x="87729" y="2514"/>
                  <a:pt x="88305" y="0"/>
                </a:cubicBezTo>
                <a:lnTo>
                  <a:pt x="91055" y="0"/>
                </a:lnTo>
                <a:close/>
                <a:moveTo>
                  <a:pt x="134501" y="59045"/>
                </a:moveTo>
                <a:lnTo>
                  <a:pt x="134501" y="90034"/>
                </a:lnTo>
                <a:cubicBezTo>
                  <a:pt x="134501" y="96705"/>
                  <a:pt x="135235" y="100848"/>
                  <a:pt x="136701" y="102464"/>
                </a:cubicBezTo>
                <a:cubicBezTo>
                  <a:pt x="138692" y="104757"/>
                  <a:pt x="141703" y="105903"/>
                  <a:pt x="145736" y="105903"/>
                </a:cubicBezTo>
                <a:lnTo>
                  <a:pt x="149821" y="105903"/>
                </a:lnTo>
                <a:lnTo>
                  <a:pt x="149821" y="108889"/>
                </a:lnTo>
                <a:lnTo>
                  <a:pt x="104176" y="108889"/>
                </a:lnTo>
                <a:lnTo>
                  <a:pt x="104176" y="105903"/>
                </a:lnTo>
                <a:lnTo>
                  <a:pt x="108183" y="105903"/>
                </a:lnTo>
                <a:cubicBezTo>
                  <a:pt x="112687" y="105903"/>
                  <a:pt x="115908" y="104444"/>
                  <a:pt x="117846" y="101526"/>
                </a:cubicBezTo>
                <a:cubicBezTo>
                  <a:pt x="118894" y="99911"/>
                  <a:pt x="119417" y="96080"/>
                  <a:pt x="119417" y="90034"/>
                </a:cubicBezTo>
                <a:lnTo>
                  <a:pt x="119417" y="21212"/>
                </a:lnTo>
                <a:cubicBezTo>
                  <a:pt x="119417" y="14541"/>
                  <a:pt x="118710" y="10397"/>
                  <a:pt x="117296" y="8782"/>
                </a:cubicBezTo>
                <a:cubicBezTo>
                  <a:pt x="115253" y="6489"/>
                  <a:pt x="112216" y="5342"/>
                  <a:pt x="108183" y="5342"/>
                </a:cubicBezTo>
                <a:lnTo>
                  <a:pt x="104176" y="5342"/>
                </a:lnTo>
                <a:lnTo>
                  <a:pt x="104176" y="2357"/>
                </a:lnTo>
                <a:lnTo>
                  <a:pt x="143222" y="2357"/>
                </a:lnTo>
                <a:cubicBezTo>
                  <a:pt x="152754" y="2357"/>
                  <a:pt x="160270" y="3341"/>
                  <a:pt x="165770" y="5308"/>
                </a:cubicBezTo>
                <a:cubicBezTo>
                  <a:pt x="171269" y="7274"/>
                  <a:pt x="175904" y="10591"/>
                  <a:pt x="179675" y="15258"/>
                </a:cubicBezTo>
                <a:cubicBezTo>
                  <a:pt x="183446" y="19926"/>
                  <a:pt x="185332" y="25459"/>
                  <a:pt x="185332" y="31857"/>
                </a:cubicBezTo>
                <a:cubicBezTo>
                  <a:pt x="185332" y="40563"/>
                  <a:pt x="182464" y="47644"/>
                  <a:pt x="176729" y="53099"/>
                </a:cubicBezTo>
                <a:cubicBezTo>
                  <a:pt x="170994" y="58553"/>
                  <a:pt x="162889" y="61279"/>
                  <a:pt x="152414" y="61279"/>
                </a:cubicBezTo>
                <a:cubicBezTo>
                  <a:pt x="149848" y="61279"/>
                  <a:pt x="147072" y="61094"/>
                  <a:pt x="144086" y="60722"/>
                </a:cubicBezTo>
                <a:cubicBezTo>
                  <a:pt x="141101" y="60349"/>
                  <a:pt x="137906" y="59790"/>
                  <a:pt x="134501" y="59045"/>
                </a:cubicBezTo>
                <a:moveTo>
                  <a:pt x="134501" y="54525"/>
                </a:moveTo>
                <a:cubicBezTo>
                  <a:pt x="137277" y="55049"/>
                  <a:pt x="139739" y="55442"/>
                  <a:pt x="141886" y="55704"/>
                </a:cubicBezTo>
                <a:cubicBezTo>
                  <a:pt x="144034" y="55964"/>
                  <a:pt x="145867" y="56094"/>
                  <a:pt x="147386" y="56094"/>
                </a:cubicBezTo>
                <a:cubicBezTo>
                  <a:pt x="152833" y="56094"/>
                  <a:pt x="157534" y="53990"/>
                  <a:pt x="161488" y="49782"/>
                </a:cubicBezTo>
                <a:cubicBezTo>
                  <a:pt x="165442" y="45572"/>
                  <a:pt x="167420" y="40121"/>
                  <a:pt x="167420" y="33426"/>
                </a:cubicBezTo>
                <a:cubicBezTo>
                  <a:pt x="167420" y="28825"/>
                  <a:pt x="166477" y="24551"/>
                  <a:pt x="164591" y="20603"/>
                </a:cubicBezTo>
                <a:cubicBezTo>
                  <a:pt x="162706" y="16655"/>
                  <a:pt x="160035" y="13701"/>
                  <a:pt x="156578" y="11740"/>
                </a:cubicBezTo>
                <a:cubicBezTo>
                  <a:pt x="153121" y="9779"/>
                  <a:pt x="149193" y="8799"/>
                  <a:pt x="144793" y="8799"/>
                </a:cubicBezTo>
                <a:cubicBezTo>
                  <a:pt x="142122" y="8799"/>
                  <a:pt x="138692" y="9296"/>
                  <a:pt x="134501" y="10289"/>
                </a:cubicBezTo>
                <a:lnTo>
                  <a:pt x="134501" y="54525"/>
                </a:lnTo>
                <a:close/>
                <a:moveTo>
                  <a:pt x="193738" y="108889"/>
                </a:moveTo>
                <a:lnTo>
                  <a:pt x="193738" y="105903"/>
                </a:lnTo>
                <a:lnTo>
                  <a:pt x="197745" y="105903"/>
                </a:lnTo>
                <a:cubicBezTo>
                  <a:pt x="202249" y="105903"/>
                  <a:pt x="205444" y="104470"/>
                  <a:pt x="207330" y="101605"/>
                </a:cubicBezTo>
                <a:cubicBezTo>
                  <a:pt x="208482" y="99884"/>
                  <a:pt x="209058" y="96027"/>
                  <a:pt x="209058" y="90034"/>
                </a:cubicBezTo>
                <a:lnTo>
                  <a:pt x="209058" y="21212"/>
                </a:lnTo>
                <a:cubicBezTo>
                  <a:pt x="209058" y="14593"/>
                  <a:pt x="208325" y="10450"/>
                  <a:pt x="206858" y="8782"/>
                </a:cubicBezTo>
                <a:cubicBezTo>
                  <a:pt x="204815" y="6489"/>
                  <a:pt x="201778" y="5342"/>
                  <a:pt x="197745" y="5342"/>
                </a:cubicBezTo>
                <a:lnTo>
                  <a:pt x="193738" y="5342"/>
                </a:lnTo>
                <a:lnTo>
                  <a:pt x="193738" y="2357"/>
                </a:lnTo>
                <a:lnTo>
                  <a:pt x="237105" y="2357"/>
                </a:lnTo>
                <a:cubicBezTo>
                  <a:pt x="253027" y="2357"/>
                  <a:pt x="265139" y="4164"/>
                  <a:pt x="273441" y="7778"/>
                </a:cubicBezTo>
                <a:cubicBezTo>
                  <a:pt x="281742" y="11392"/>
                  <a:pt x="288420" y="17415"/>
                  <a:pt x="293474" y="25847"/>
                </a:cubicBezTo>
                <a:cubicBezTo>
                  <a:pt x="298529" y="34280"/>
                  <a:pt x="301056" y="44022"/>
                  <a:pt x="301056" y="55073"/>
                </a:cubicBezTo>
                <a:cubicBezTo>
                  <a:pt x="301056" y="69895"/>
                  <a:pt x="296551" y="82282"/>
                  <a:pt x="287543" y="92233"/>
                </a:cubicBezTo>
                <a:cubicBezTo>
                  <a:pt x="277434" y="103337"/>
                  <a:pt x="262036" y="108889"/>
                  <a:pt x="241347" y="108889"/>
                </a:cubicBezTo>
                <a:lnTo>
                  <a:pt x="193738" y="108889"/>
                </a:lnTo>
                <a:moveTo>
                  <a:pt x="224142" y="101035"/>
                </a:moveTo>
                <a:cubicBezTo>
                  <a:pt x="230794" y="102500"/>
                  <a:pt x="236372" y="103232"/>
                  <a:pt x="240876" y="103232"/>
                </a:cubicBezTo>
                <a:cubicBezTo>
                  <a:pt x="253027" y="103232"/>
                  <a:pt x="263110" y="98971"/>
                  <a:pt x="271123" y="90449"/>
                </a:cubicBezTo>
                <a:cubicBezTo>
                  <a:pt x="279136" y="81924"/>
                  <a:pt x="283143" y="70368"/>
                  <a:pt x="283143" y="55780"/>
                </a:cubicBezTo>
                <a:cubicBezTo>
                  <a:pt x="283143" y="41087"/>
                  <a:pt x="279136" y="29505"/>
                  <a:pt x="271123" y="21035"/>
                </a:cubicBezTo>
                <a:cubicBezTo>
                  <a:pt x="263110" y="12564"/>
                  <a:pt x="252818" y="8328"/>
                  <a:pt x="240248" y="8328"/>
                </a:cubicBezTo>
                <a:cubicBezTo>
                  <a:pt x="235534" y="8328"/>
                  <a:pt x="230165" y="9086"/>
                  <a:pt x="224142" y="10601"/>
                </a:cubicBezTo>
                <a:lnTo>
                  <a:pt x="224142" y="101035"/>
                </a:lnTo>
                <a:close/>
                <a:moveTo>
                  <a:pt x="399417" y="79349"/>
                </a:moveTo>
                <a:lnTo>
                  <a:pt x="402009" y="79901"/>
                </a:lnTo>
                <a:lnTo>
                  <a:pt x="392896" y="108889"/>
                </a:lnTo>
                <a:lnTo>
                  <a:pt x="310405" y="108889"/>
                </a:lnTo>
                <a:lnTo>
                  <a:pt x="310405" y="105903"/>
                </a:lnTo>
                <a:lnTo>
                  <a:pt x="314411" y="105903"/>
                </a:lnTo>
                <a:cubicBezTo>
                  <a:pt x="318916" y="105903"/>
                  <a:pt x="322137" y="104452"/>
                  <a:pt x="324075" y="101548"/>
                </a:cubicBezTo>
                <a:cubicBezTo>
                  <a:pt x="325174" y="99888"/>
                  <a:pt x="325724" y="96050"/>
                  <a:pt x="325724" y="90034"/>
                </a:cubicBezTo>
                <a:lnTo>
                  <a:pt x="325724" y="21212"/>
                </a:lnTo>
                <a:cubicBezTo>
                  <a:pt x="325724" y="14593"/>
                  <a:pt x="324991" y="10450"/>
                  <a:pt x="323525" y="8782"/>
                </a:cubicBezTo>
                <a:cubicBezTo>
                  <a:pt x="321482" y="6489"/>
                  <a:pt x="318444" y="5342"/>
                  <a:pt x="314411" y="5342"/>
                </a:cubicBezTo>
                <a:lnTo>
                  <a:pt x="310405" y="5342"/>
                </a:lnTo>
                <a:lnTo>
                  <a:pt x="310405" y="2357"/>
                </a:lnTo>
                <a:lnTo>
                  <a:pt x="358642" y="2357"/>
                </a:lnTo>
                <a:lnTo>
                  <a:pt x="358642" y="5342"/>
                </a:lnTo>
                <a:cubicBezTo>
                  <a:pt x="352986" y="5290"/>
                  <a:pt x="349018" y="5809"/>
                  <a:pt x="346740" y="6899"/>
                </a:cubicBezTo>
                <a:cubicBezTo>
                  <a:pt x="344462" y="7989"/>
                  <a:pt x="342904" y="9365"/>
                  <a:pt x="342066" y="11026"/>
                </a:cubicBezTo>
                <a:cubicBezTo>
                  <a:pt x="341228" y="12687"/>
                  <a:pt x="340809" y="16659"/>
                  <a:pt x="340809" y="22941"/>
                </a:cubicBezTo>
                <a:lnTo>
                  <a:pt x="340809" y="89943"/>
                </a:lnTo>
                <a:cubicBezTo>
                  <a:pt x="340809" y="94295"/>
                  <a:pt x="341228" y="97284"/>
                  <a:pt x="342066" y="98909"/>
                </a:cubicBezTo>
                <a:cubicBezTo>
                  <a:pt x="342694" y="100009"/>
                  <a:pt x="343663" y="100821"/>
                  <a:pt x="344972" y="101347"/>
                </a:cubicBezTo>
                <a:cubicBezTo>
                  <a:pt x="346282" y="101871"/>
                  <a:pt x="350367" y="102132"/>
                  <a:pt x="357228" y="102132"/>
                </a:cubicBezTo>
                <a:lnTo>
                  <a:pt x="365006" y="102132"/>
                </a:lnTo>
                <a:cubicBezTo>
                  <a:pt x="373177" y="102132"/>
                  <a:pt x="378912" y="101528"/>
                  <a:pt x="382211" y="100321"/>
                </a:cubicBezTo>
                <a:cubicBezTo>
                  <a:pt x="385511" y="99111"/>
                  <a:pt x="388523" y="96969"/>
                  <a:pt x="391246" y="93896"/>
                </a:cubicBezTo>
                <a:cubicBezTo>
                  <a:pt x="393970" y="90820"/>
                  <a:pt x="396693" y="85971"/>
                  <a:pt x="399417" y="79349"/>
                </a:cubicBezTo>
                <a:close/>
                <a:moveTo>
                  <a:pt x="502335" y="0"/>
                </a:moveTo>
                <a:lnTo>
                  <a:pt x="504770" y="36296"/>
                </a:lnTo>
                <a:lnTo>
                  <a:pt x="502335" y="36296"/>
                </a:lnTo>
                <a:cubicBezTo>
                  <a:pt x="499087" y="25427"/>
                  <a:pt x="494452" y="17603"/>
                  <a:pt x="488429" y="12825"/>
                </a:cubicBezTo>
                <a:cubicBezTo>
                  <a:pt x="482406" y="8046"/>
                  <a:pt x="475178" y="5657"/>
                  <a:pt x="466745" y="5657"/>
                </a:cubicBezTo>
                <a:cubicBezTo>
                  <a:pt x="459675" y="5657"/>
                  <a:pt x="453285" y="7448"/>
                  <a:pt x="447576" y="11031"/>
                </a:cubicBezTo>
                <a:cubicBezTo>
                  <a:pt x="441867" y="14612"/>
                  <a:pt x="437376" y="20325"/>
                  <a:pt x="434102" y="28170"/>
                </a:cubicBezTo>
                <a:cubicBezTo>
                  <a:pt x="430829" y="36013"/>
                  <a:pt x="429192" y="45765"/>
                  <a:pt x="429192" y="57425"/>
                </a:cubicBezTo>
                <a:cubicBezTo>
                  <a:pt x="429192" y="67047"/>
                  <a:pt x="430737" y="75388"/>
                  <a:pt x="433827" y="82447"/>
                </a:cubicBezTo>
                <a:cubicBezTo>
                  <a:pt x="436918" y="89507"/>
                  <a:pt x="441566" y="94919"/>
                  <a:pt x="447772" y="98685"/>
                </a:cubicBezTo>
                <a:cubicBezTo>
                  <a:pt x="453979" y="102450"/>
                  <a:pt x="461063" y="104332"/>
                  <a:pt x="469024" y="104332"/>
                </a:cubicBezTo>
                <a:cubicBezTo>
                  <a:pt x="475937" y="104332"/>
                  <a:pt x="482039" y="102848"/>
                  <a:pt x="487329" y="99879"/>
                </a:cubicBezTo>
                <a:cubicBezTo>
                  <a:pt x="492619" y="96908"/>
                  <a:pt x="498433" y="91008"/>
                  <a:pt x="504770" y="82177"/>
                </a:cubicBezTo>
                <a:lnTo>
                  <a:pt x="507206" y="83749"/>
                </a:lnTo>
                <a:cubicBezTo>
                  <a:pt x="501863" y="93256"/>
                  <a:pt x="495631" y="100217"/>
                  <a:pt x="488508" y="104629"/>
                </a:cubicBezTo>
                <a:cubicBezTo>
                  <a:pt x="481384" y="109040"/>
                  <a:pt x="472926" y="111246"/>
                  <a:pt x="463132" y="111246"/>
                </a:cubicBezTo>
                <a:cubicBezTo>
                  <a:pt x="445481" y="111246"/>
                  <a:pt x="431811" y="104708"/>
                  <a:pt x="422121" y="91632"/>
                </a:cubicBezTo>
                <a:cubicBezTo>
                  <a:pt x="414894" y="81905"/>
                  <a:pt x="411280" y="70451"/>
                  <a:pt x="411280" y="57270"/>
                </a:cubicBezTo>
                <a:cubicBezTo>
                  <a:pt x="411280" y="46653"/>
                  <a:pt x="413663" y="36899"/>
                  <a:pt x="418429" y="28008"/>
                </a:cubicBezTo>
                <a:cubicBezTo>
                  <a:pt x="423195" y="19117"/>
                  <a:pt x="429755" y="12226"/>
                  <a:pt x="438109" y="7336"/>
                </a:cubicBezTo>
                <a:cubicBezTo>
                  <a:pt x="446463" y="2445"/>
                  <a:pt x="455589" y="0"/>
                  <a:pt x="465488" y="0"/>
                </a:cubicBezTo>
                <a:cubicBezTo>
                  <a:pt x="473188" y="0"/>
                  <a:pt x="480782" y="1886"/>
                  <a:pt x="488272" y="5657"/>
                </a:cubicBezTo>
                <a:cubicBezTo>
                  <a:pt x="490472" y="6809"/>
                  <a:pt x="492043" y="7385"/>
                  <a:pt x="492986" y="7385"/>
                </a:cubicBezTo>
                <a:cubicBezTo>
                  <a:pt x="494400" y="7385"/>
                  <a:pt x="495631" y="6887"/>
                  <a:pt x="496678" y="5892"/>
                </a:cubicBezTo>
                <a:cubicBezTo>
                  <a:pt x="498040" y="4478"/>
                  <a:pt x="499009" y="2514"/>
                  <a:pt x="499585" y="0"/>
                </a:cubicBezTo>
                <a:lnTo>
                  <a:pt x="502335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97758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6" name="Text Network">
            <a:extLst xmlns:a="http://schemas.openxmlformats.org/drawingml/2006/main">
              <a:ext uri="{FF2B5EF4-FFF2-40B4-BE49-F238E27FC236}">
                <a16:creationId xmlns:a16="http://schemas.microsoft.com/office/drawing/2014/main" id="{3C8DBCCF-00EC-4B41-903A-E0AE201E6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6939" y="2307984"/>
            <a:ext cx="566048" cy="113917"/>
          </a:xfrm>
          <a:custGeom xmlns:a="http://schemas.openxmlformats.org/drawingml/2006/main">
            <a:pathLst>
              <a:path w="566048" h="113917">
                <a:moveTo>
                  <a:pt x="0" y="5185"/>
                </a:moveTo>
                <a:lnTo>
                  <a:pt x="28911" y="5185"/>
                </a:lnTo>
                <a:lnTo>
                  <a:pt x="94040" y="85084"/>
                </a:lnTo>
                <a:lnTo>
                  <a:pt x="94040" y="23726"/>
                </a:lnTo>
                <a:cubicBezTo>
                  <a:pt x="94040" y="17179"/>
                  <a:pt x="93307" y="13094"/>
                  <a:pt x="91841" y="11470"/>
                </a:cubicBezTo>
                <a:cubicBezTo>
                  <a:pt x="89903" y="9270"/>
                  <a:pt x="86839" y="8171"/>
                  <a:pt x="82649" y="8171"/>
                </a:cubicBezTo>
                <a:lnTo>
                  <a:pt x="78956" y="8171"/>
                </a:lnTo>
                <a:lnTo>
                  <a:pt x="78956" y="5185"/>
                </a:lnTo>
                <a:lnTo>
                  <a:pt x="116038" y="5185"/>
                </a:lnTo>
                <a:lnTo>
                  <a:pt x="116038" y="8171"/>
                </a:lnTo>
                <a:lnTo>
                  <a:pt x="112267" y="8171"/>
                </a:lnTo>
                <a:cubicBezTo>
                  <a:pt x="107763" y="8171"/>
                  <a:pt x="104568" y="9532"/>
                  <a:pt x="102682" y="12256"/>
                </a:cubicBezTo>
                <a:cubicBezTo>
                  <a:pt x="101530" y="13932"/>
                  <a:pt x="100954" y="17755"/>
                  <a:pt x="100954" y="23726"/>
                </a:cubicBezTo>
                <a:lnTo>
                  <a:pt x="100954" y="113446"/>
                </a:lnTo>
                <a:lnTo>
                  <a:pt x="98126" y="113446"/>
                </a:lnTo>
                <a:lnTo>
                  <a:pt x="27890" y="27620"/>
                </a:lnTo>
                <a:lnTo>
                  <a:pt x="27890" y="93176"/>
                </a:lnTo>
                <a:cubicBezTo>
                  <a:pt x="27890" y="99723"/>
                  <a:pt x="28597" y="103808"/>
                  <a:pt x="30011" y="105432"/>
                </a:cubicBezTo>
                <a:cubicBezTo>
                  <a:pt x="32001" y="107632"/>
                  <a:pt x="35065" y="108732"/>
                  <a:pt x="39203" y="108732"/>
                </a:cubicBezTo>
                <a:lnTo>
                  <a:pt x="42974" y="108732"/>
                </a:lnTo>
                <a:lnTo>
                  <a:pt x="42974" y="111717"/>
                </a:lnTo>
                <a:lnTo>
                  <a:pt x="5892" y="111717"/>
                </a:lnTo>
                <a:lnTo>
                  <a:pt x="5892" y="108732"/>
                </a:lnTo>
                <a:lnTo>
                  <a:pt x="9585" y="108732"/>
                </a:lnTo>
                <a:cubicBezTo>
                  <a:pt x="14141" y="108732"/>
                  <a:pt x="17363" y="107370"/>
                  <a:pt x="19248" y="104646"/>
                </a:cubicBezTo>
                <a:cubicBezTo>
                  <a:pt x="20400" y="102970"/>
                  <a:pt x="20976" y="99147"/>
                  <a:pt x="20976" y="93176"/>
                </a:cubicBezTo>
                <a:lnTo>
                  <a:pt x="20976" y="19169"/>
                </a:lnTo>
                <a:cubicBezTo>
                  <a:pt x="17886" y="15582"/>
                  <a:pt x="15542" y="13216"/>
                  <a:pt x="13945" y="12072"/>
                </a:cubicBezTo>
                <a:cubicBezTo>
                  <a:pt x="12348" y="10928"/>
                  <a:pt x="10004" y="9861"/>
                  <a:pt x="6914" y="8873"/>
                </a:cubicBezTo>
                <a:cubicBezTo>
                  <a:pt x="5395" y="8405"/>
                  <a:pt x="3090" y="8171"/>
                  <a:pt x="0" y="8171"/>
                </a:cubicBezTo>
                <a:lnTo>
                  <a:pt x="0" y="5185"/>
                </a:lnTo>
                <a:close/>
                <a:moveTo>
                  <a:pt x="135444" y="66936"/>
                </a:moveTo>
                <a:cubicBezTo>
                  <a:pt x="135391" y="77572"/>
                  <a:pt x="137984" y="85913"/>
                  <a:pt x="143221" y="91961"/>
                </a:cubicBezTo>
                <a:cubicBezTo>
                  <a:pt x="148459" y="98009"/>
                  <a:pt x="154613" y="101033"/>
                  <a:pt x="161684" y="101033"/>
                </a:cubicBezTo>
                <a:cubicBezTo>
                  <a:pt x="166398" y="101033"/>
                  <a:pt x="170496" y="99730"/>
                  <a:pt x="173979" y="97126"/>
                </a:cubicBezTo>
                <a:cubicBezTo>
                  <a:pt x="177462" y="94522"/>
                  <a:pt x="180382" y="90063"/>
                  <a:pt x="182739" y="83749"/>
                </a:cubicBezTo>
                <a:lnTo>
                  <a:pt x="185174" y="85327"/>
                </a:lnTo>
                <a:cubicBezTo>
                  <a:pt x="184074" y="92540"/>
                  <a:pt x="180880" y="99109"/>
                  <a:pt x="175590" y="105032"/>
                </a:cubicBezTo>
                <a:cubicBezTo>
                  <a:pt x="170300" y="110955"/>
                  <a:pt x="163674" y="113917"/>
                  <a:pt x="155713" y="113917"/>
                </a:cubicBezTo>
                <a:cubicBezTo>
                  <a:pt x="147071" y="113917"/>
                  <a:pt x="139673" y="110559"/>
                  <a:pt x="133519" y="103844"/>
                </a:cubicBezTo>
                <a:cubicBezTo>
                  <a:pt x="127365" y="97126"/>
                  <a:pt x="124288" y="88097"/>
                  <a:pt x="124288" y="76754"/>
                </a:cubicBezTo>
                <a:cubicBezTo>
                  <a:pt x="124288" y="64472"/>
                  <a:pt x="127443" y="54895"/>
                  <a:pt x="133755" y="48022"/>
                </a:cubicBezTo>
                <a:cubicBezTo>
                  <a:pt x="140066" y="41148"/>
                  <a:pt x="147988" y="37710"/>
                  <a:pt x="157520" y="37710"/>
                </a:cubicBezTo>
                <a:cubicBezTo>
                  <a:pt x="165586" y="37710"/>
                  <a:pt x="172211" y="40362"/>
                  <a:pt x="177397" y="45665"/>
                </a:cubicBezTo>
                <a:cubicBezTo>
                  <a:pt x="182582" y="50966"/>
                  <a:pt x="185174" y="58057"/>
                  <a:pt x="185174" y="66936"/>
                </a:cubicBezTo>
                <a:lnTo>
                  <a:pt x="135444" y="66936"/>
                </a:lnTo>
                <a:moveTo>
                  <a:pt x="135444" y="62379"/>
                </a:moveTo>
                <a:lnTo>
                  <a:pt x="168755" y="62379"/>
                </a:lnTo>
                <a:cubicBezTo>
                  <a:pt x="168493" y="57808"/>
                  <a:pt x="167943" y="54588"/>
                  <a:pt x="167105" y="52718"/>
                </a:cubicBezTo>
                <a:cubicBezTo>
                  <a:pt x="165795" y="49808"/>
                  <a:pt x="163844" y="47523"/>
                  <a:pt x="161252" y="45861"/>
                </a:cubicBezTo>
                <a:cubicBezTo>
                  <a:pt x="158659" y="44198"/>
                  <a:pt x="155949" y="43367"/>
                  <a:pt x="153120" y="43367"/>
                </a:cubicBezTo>
                <a:cubicBezTo>
                  <a:pt x="148773" y="43367"/>
                  <a:pt x="144884" y="45042"/>
                  <a:pt x="141454" y="48393"/>
                </a:cubicBezTo>
                <a:cubicBezTo>
                  <a:pt x="138023" y="51743"/>
                  <a:pt x="136020" y="56405"/>
                  <a:pt x="135444" y="62379"/>
                </a:cubicBezTo>
                <a:close/>
                <a:moveTo>
                  <a:pt x="215656" y="16027"/>
                </a:moveTo>
                <a:lnTo>
                  <a:pt x="215656" y="39753"/>
                </a:lnTo>
                <a:lnTo>
                  <a:pt x="232468" y="39753"/>
                </a:lnTo>
                <a:lnTo>
                  <a:pt x="232468" y="45095"/>
                </a:lnTo>
                <a:lnTo>
                  <a:pt x="215656" y="45253"/>
                </a:lnTo>
                <a:lnTo>
                  <a:pt x="215656" y="91983"/>
                </a:lnTo>
                <a:cubicBezTo>
                  <a:pt x="215656" y="96649"/>
                  <a:pt x="216324" y="99796"/>
                  <a:pt x="217659" y="101423"/>
                </a:cubicBezTo>
                <a:cubicBezTo>
                  <a:pt x="218995" y="103048"/>
                  <a:pt x="220710" y="103861"/>
                  <a:pt x="222805" y="103861"/>
                </a:cubicBezTo>
                <a:cubicBezTo>
                  <a:pt x="224533" y="103861"/>
                  <a:pt x="226209" y="103317"/>
                  <a:pt x="227833" y="102231"/>
                </a:cubicBezTo>
                <a:cubicBezTo>
                  <a:pt x="229457" y="101144"/>
                  <a:pt x="230714" y="99540"/>
                  <a:pt x="231604" y="97419"/>
                </a:cubicBezTo>
                <a:lnTo>
                  <a:pt x="234668" y="97419"/>
                </a:lnTo>
                <a:cubicBezTo>
                  <a:pt x="232835" y="102578"/>
                  <a:pt x="230242" y="106460"/>
                  <a:pt x="226890" y="109066"/>
                </a:cubicBezTo>
                <a:cubicBezTo>
                  <a:pt x="223538" y="111671"/>
                  <a:pt x="220081" y="112974"/>
                  <a:pt x="216520" y="112974"/>
                </a:cubicBezTo>
                <a:cubicBezTo>
                  <a:pt x="214111" y="112974"/>
                  <a:pt x="211754" y="112304"/>
                  <a:pt x="209449" y="110963"/>
                </a:cubicBezTo>
                <a:cubicBezTo>
                  <a:pt x="207145" y="109623"/>
                  <a:pt x="205442" y="107705"/>
                  <a:pt x="204343" y="105209"/>
                </a:cubicBezTo>
                <a:cubicBezTo>
                  <a:pt x="203243" y="102713"/>
                  <a:pt x="202693" y="98863"/>
                  <a:pt x="202693" y="93660"/>
                </a:cubicBezTo>
                <a:lnTo>
                  <a:pt x="202693" y="45095"/>
                </a:lnTo>
                <a:lnTo>
                  <a:pt x="191301" y="45095"/>
                </a:lnTo>
                <a:lnTo>
                  <a:pt x="191301" y="42576"/>
                </a:lnTo>
                <a:cubicBezTo>
                  <a:pt x="194182" y="41431"/>
                  <a:pt x="197128" y="39491"/>
                  <a:pt x="200139" y="36758"/>
                </a:cubicBezTo>
                <a:cubicBezTo>
                  <a:pt x="203151" y="34024"/>
                  <a:pt x="205835" y="30767"/>
                  <a:pt x="208192" y="26984"/>
                </a:cubicBezTo>
                <a:cubicBezTo>
                  <a:pt x="209397" y="24987"/>
                  <a:pt x="211073" y="21335"/>
                  <a:pt x="213220" y="16027"/>
                </a:cubicBezTo>
                <a:lnTo>
                  <a:pt x="215656" y="16027"/>
                </a:lnTo>
                <a:close/>
                <a:moveTo>
                  <a:pt x="235455" y="39753"/>
                </a:moveTo>
                <a:lnTo>
                  <a:pt x="265623" y="39753"/>
                </a:lnTo>
                <a:lnTo>
                  <a:pt x="265623" y="42581"/>
                </a:lnTo>
                <a:cubicBezTo>
                  <a:pt x="262847" y="42792"/>
                  <a:pt x="261027" y="43294"/>
                  <a:pt x="260163" y="44086"/>
                </a:cubicBezTo>
                <a:cubicBezTo>
                  <a:pt x="259299" y="44877"/>
                  <a:pt x="258867" y="46010"/>
                  <a:pt x="258867" y="47487"/>
                </a:cubicBezTo>
                <a:cubicBezTo>
                  <a:pt x="258867" y="49123"/>
                  <a:pt x="259312" y="51102"/>
                  <a:pt x="260202" y="53423"/>
                </a:cubicBezTo>
                <a:lnTo>
                  <a:pt x="275601" y="94738"/>
                </a:lnTo>
                <a:lnTo>
                  <a:pt x="291078" y="61039"/>
                </a:lnTo>
                <a:lnTo>
                  <a:pt x="286992" y="50516"/>
                </a:lnTo>
                <a:cubicBezTo>
                  <a:pt x="285735" y="47343"/>
                  <a:pt x="284085" y="45147"/>
                  <a:pt x="282043" y="43929"/>
                </a:cubicBezTo>
                <a:cubicBezTo>
                  <a:pt x="280891" y="43189"/>
                  <a:pt x="278743" y="42740"/>
                  <a:pt x="275601" y="42581"/>
                </a:cubicBezTo>
                <a:lnTo>
                  <a:pt x="275601" y="39753"/>
                </a:lnTo>
                <a:lnTo>
                  <a:pt x="309854" y="39753"/>
                </a:lnTo>
                <a:lnTo>
                  <a:pt x="309854" y="42581"/>
                </a:lnTo>
                <a:cubicBezTo>
                  <a:pt x="306083" y="42740"/>
                  <a:pt x="303412" y="43429"/>
                  <a:pt x="301841" y="44649"/>
                </a:cubicBezTo>
                <a:cubicBezTo>
                  <a:pt x="300793" y="45498"/>
                  <a:pt x="300270" y="46851"/>
                  <a:pt x="300270" y="48707"/>
                </a:cubicBezTo>
                <a:cubicBezTo>
                  <a:pt x="300270" y="49754"/>
                  <a:pt x="300479" y="50829"/>
                  <a:pt x="300898" y="51930"/>
                </a:cubicBezTo>
                <a:lnTo>
                  <a:pt x="317239" y="93299"/>
                </a:lnTo>
                <a:lnTo>
                  <a:pt x="332402" y="53423"/>
                </a:lnTo>
                <a:cubicBezTo>
                  <a:pt x="333449" y="50574"/>
                  <a:pt x="333973" y="48305"/>
                  <a:pt x="333973" y="46618"/>
                </a:cubicBezTo>
                <a:cubicBezTo>
                  <a:pt x="333973" y="45614"/>
                  <a:pt x="333463" y="44717"/>
                  <a:pt x="332441" y="43927"/>
                </a:cubicBezTo>
                <a:cubicBezTo>
                  <a:pt x="331420" y="43135"/>
                  <a:pt x="329417" y="42686"/>
                  <a:pt x="326431" y="42581"/>
                </a:cubicBezTo>
                <a:lnTo>
                  <a:pt x="326431" y="39753"/>
                </a:lnTo>
                <a:lnTo>
                  <a:pt x="349136" y="39753"/>
                </a:lnTo>
                <a:lnTo>
                  <a:pt x="349136" y="42581"/>
                </a:lnTo>
                <a:cubicBezTo>
                  <a:pt x="344579" y="43266"/>
                  <a:pt x="341227" y="46370"/>
                  <a:pt x="339080" y="51894"/>
                </a:cubicBezTo>
                <a:lnTo>
                  <a:pt x="315039" y="113917"/>
                </a:lnTo>
                <a:lnTo>
                  <a:pt x="311818" y="113917"/>
                </a:lnTo>
                <a:lnTo>
                  <a:pt x="293827" y="68041"/>
                </a:lnTo>
                <a:lnTo>
                  <a:pt x="272851" y="113917"/>
                </a:lnTo>
                <a:lnTo>
                  <a:pt x="269944" y="113917"/>
                </a:lnTo>
                <a:lnTo>
                  <a:pt x="246846" y="53423"/>
                </a:lnTo>
                <a:cubicBezTo>
                  <a:pt x="245328" y="49572"/>
                  <a:pt x="243835" y="46974"/>
                  <a:pt x="242368" y="45628"/>
                </a:cubicBezTo>
                <a:cubicBezTo>
                  <a:pt x="240902" y="44283"/>
                  <a:pt x="238597" y="43267"/>
                  <a:pt x="235455" y="42581"/>
                </a:cubicBezTo>
                <a:lnTo>
                  <a:pt x="235455" y="39753"/>
                </a:lnTo>
                <a:close/>
                <a:moveTo>
                  <a:pt x="390853" y="37710"/>
                </a:moveTo>
                <a:cubicBezTo>
                  <a:pt x="401747" y="37710"/>
                  <a:pt x="410494" y="41844"/>
                  <a:pt x="417093" y="50111"/>
                </a:cubicBezTo>
                <a:cubicBezTo>
                  <a:pt x="422697" y="57174"/>
                  <a:pt x="425499" y="65284"/>
                  <a:pt x="425499" y="74441"/>
                </a:cubicBezTo>
                <a:cubicBezTo>
                  <a:pt x="425499" y="80877"/>
                  <a:pt x="423954" y="87391"/>
                  <a:pt x="420864" y="93984"/>
                </a:cubicBezTo>
                <a:cubicBezTo>
                  <a:pt x="417774" y="100575"/>
                  <a:pt x="413518" y="105545"/>
                  <a:pt x="408098" y="108894"/>
                </a:cubicBezTo>
                <a:cubicBezTo>
                  <a:pt x="402677" y="112243"/>
                  <a:pt x="396640" y="113917"/>
                  <a:pt x="389989" y="113917"/>
                </a:cubicBezTo>
                <a:cubicBezTo>
                  <a:pt x="379147" y="113917"/>
                  <a:pt x="370531" y="109600"/>
                  <a:pt x="364141" y="100966"/>
                </a:cubicBezTo>
                <a:cubicBezTo>
                  <a:pt x="358747" y="93694"/>
                  <a:pt x="356049" y="85533"/>
                  <a:pt x="356049" y="76481"/>
                </a:cubicBezTo>
                <a:cubicBezTo>
                  <a:pt x="356049" y="69889"/>
                  <a:pt x="357686" y="63335"/>
                  <a:pt x="360960" y="56821"/>
                </a:cubicBezTo>
                <a:cubicBezTo>
                  <a:pt x="364233" y="50307"/>
                  <a:pt x="368541" y="45493"/>
                  <a:pt x="373883" y="42380"/>
                </a:cubicBezTo>
                <a:cubicBezTo>
                  <a:pt x="379226" y="39267"/>
                  <a:pt x="384882" y="37710"/>
                  <a:pt x="390853" y="37710"/>
                </a:cubicBezTo>
                <a:moveTo>
                  <a:pt x="388417" y="42896"/>
                </a:moveTo>
                <a:cubicBezTo>
                  <a:pt x="385642" y="42896"/>
                  <a:pt x="382853" y="43718"/>
                  <a:pt x="380050" y="45363"/>
                </a:cubicBezTo>
                <a:cubicBezTo>
                  <a:pt x="377248" y="47006"/>
                  <a:pt x="374983" y="49889"/>
                  <a:pt x="373255" y="54012"/>
                </a:cubicBezTo>
                <a:cubicBezTo>
                  <a:pt x="371526" y="58135"/>
                  <a:pt x="370662" y="63432"/>
                  <a:pt x="370662" y="69902"/>
                </a:cubicBezTo>
                <a:cubicBezTo>
                  <a:pt x="370662" y="80339"/>
                  <a:pt x="372744" y="89342"/>
                  <a:pt x="376908" y="96910"/>
                </a:cubicBezTo>
                <a:cubicBezTo>
                  <a:pt x="381072" y="104477"/>
                  <a:pt x="386558" y="108260"/>
                  <a:pt x="393367" y="108260"/>
                </a:cubicBezTo>
                <a:cubicBezTo>
                  <a:pt x="398447" y="108260"/>
                  <a:pt x="402637" y="106173"/>
                  <a:pt x="405937" y="101997"/>
                </a:cubicBezTo>
                <a:cubicBezTo>
                  <a:pt x="409237" y="97822"/>
                  <a:pt x="410887" y="90647"/>
                  <a:pt x="410887" y="80471"/>
                </a:cubicBezTo>
                <a:cubicBezTo>
                  <a:pt x="410887" y="67737"/>
                  <a:pt x="408137" y="57717"/>
                  <a:pt x="402637" y="50411"/>
                </a:cubicBezTo>
                <a:cubicBezTo>
                  <a:pt x="398919" y="45401"/>
                  <a:pt x="394179" y="42896"/>
                  <a:pt x="388417" y="42896"/>
                </a:cubicBezTo>
                <a:close/>
                <a:moveTo>
                  <a:pt x="457160" y="37710"/>
                </a:moveTo>
                <a:lnTo>
                  <a:pt x="457160" y="53894"/>
                </a:lnTo>
                <a:cubicBezTo>
                  <a:pt x="463183" y="43105"/>
                  <a:pt x="469364" y="37710"/>
                  <a:pt x="475701" y="37710"/>
                </a:cubicBezTo>
                <a:cubicBezTo>
                  <a:pt x="478582" y="37710"/>
                  <a:pt x="480965" y="38588"/>
                  <a:pt x="482850" y="40342"/>
                </a:cubicBezTo>
                <a:cubicBezTo>
                  <a:pt x="484736" y="42097"/>
                  <a:pt x="485679" y="44126"/>
                  <a:pt x="485679" y="46431"/>
                </a:cubicBezTo>
                <a:cubicBezTo>
                  <a:pt x="485679" y="48474"/>
                  <a:pt x="484998" y="50202"/>
                  <a:pt x="483636" y="51616"/>
                </a:cubicBezTo>
                <a:cubicBezTo>
                  <a:pt x="482274" y="53030"/>
                  <a:pt x="480651" y="53737"/>
                  <a:pt x="478765" y="53737"/>
                </a:cubicBezTo>
                <a:cubicBezTo>
                  <a:pt x="476932" y="53737"/>
                  <a:pt x="474876" y="52847"/>
                  <a:pt x="472598" y="51066"/>
                </a:cubicBezTo>
                <a:cubicBezTo>
                  <a:pt x="470320" y="49285"/>
                  <a:pt x="468630" y="48395"/>
                  <a:pt x="467531" y="48395"/>
                </a:cubicBezTo>
                <a:cubicBezTo>
                  <a:pt x="466588" y="48395"/>
                  <a:pt x="465566" y="48915"/>
                  <a:pt x="464467" y="49954"/>
                </a:cubicBezTo>
                <a:cubicBezTo>
                  <a:pt x="462110" y="52087"/>
                  <a:pt x="459674" y="55597"/>
                  <a:pt x="457160" y="60484"/>
                </a:cubicBezTo>
                <a:lnTo>
                  <a:pt x="457160" y="94905"/>
                </a:lnTo>
                <a:cubicBezTo>
                  <a:pt x="457160" y="98888"/>
                  <a:pt x="457658" y="101902"/>
                  <a:pt x="458653" y="103944"/>
                </a:cubicBezTo>
                <a:cubicBezTo>
                  <a:pt x="459334" y="105360"/>
                  <a:pt x="460538" y="106539"/>
                  <a:pt x="462267" y="107480"/>
                </a:cubicBezTo>
                <a:cubicBezTo>
                  <a:pt x="463995" y="108419"/>
                  <a:pt x="466483" y="108889"/>
                  <a:pt x="469730" y="108889"/>
                </a:cubicBezTo>
                <a:lnTo>
                  <a:pt x="469730" y="111717"/>
                </a:lnTo>
                <a:lnTo>
                  <a:pt x="432884" y="111717"/>
                </a:lnTo>
                <a:lnTo>
                  <a:pt x="432884" y="108889"/>
                </a:lnTo>
                <a:cubicBezTo>
                  <a:pt x="436550" y="108889"/>
                  <a:pt x="439274" y="108306"/>
                  <a:pt x="441055" y="107141"/>
                </a:cubicBezTo>
                <a:cubicBezTo>
                  <a:pt x="442364" y="106293"/>
                  <a:pt x="443281" y="104942"/>
                  <a:pt x="443804" y="103087"/>
                </a:cubicBezTo>
                <a:cubicBezTo>
                  <a:pt x="444066" y="102186"/>
                  <a:pt x="444197" y="99615"/>
                  <a:pt x="444197" y="95376"/>
                </a:cubicBezTo>
                <a:lnTo>
                  <a:pt x="444197" y="67722"/>
                </a:lnTo>
                <a:cubicBezTo>
                  <a:pt x="444197" y="59342"/>
                  <a:pt x="444027" y="54353"/>
                  <a:pt x="443687" y="52755"/>
                </a:cubicBezTo>
                <a:cubicBezTo>
                  <a:pt x="443346" y="51158"/>
                  <a:pt x="442718" y="49993"/>
                  <a:pt x="441801" y="49259"/>
                </a:cubicBezTo>
                <a:cubicBezTo>
                  <a:pt x="440884" y="48526"/>
                  <a:pt x="439745" y="48159"/>
                  <a:pt x="438384" y="48159"/>
                </a:cubicBezTo>
                <a:cubicBezTo>
                  <a:pt x="436760" y="48159"/>
                  <a:pt x="434927" y="48552"/>
                  <a:pt x="432884" y="49338"/>
                </a:cubicBezTo>
                <a:lnTo>
                  <a:pt x="432098" y="46510"/>
                </a:lnTo>
                <a:lnTo>
                  <a:pt x="453861" y="37710"/>
                </a:lnTo>
                <a:lnTo>
                  <a:pt x="457160" y="37710"/>
                </a:lnTo>
                <a:close/>
                <a:moveTo>
                  <a:pt x="510975" y="0"/>
                </a:moveTo>
                <a:lnTo>
                  <a:pt x="510975" y="71579"/>
                </a:lnTo>
                <a:lnTo>
                  <a:pt x="529281" y="54874"/>
                </a:lnTo>
                <a:cubicBezTo>
                  <a:pt x="533156" y="51324"/>
                  <a:pt x="535409" y="49079"/>
                  <a:pt x="536037" y="48140"/>
                </a:cubicBezTo>
                <a:cubicBezTo>
                  <a:pt x="536456" y="47513"/>
                  <a:pt x="536666" y="46887"/>
                  <a:pt x="536666" y="46262"/>
                </a:cubicBezTo>
                <a:cubicBezTo>
                  <a:pt x="536666" y="45217"/>
                  <a:pt x="536234" y="44317"/>
                  <a:pt x="535369" y="43561"/>
                </a:cubicBezTo>
                <a:cubicBezTo>
                  <a:pt x="534505" y="42803"/>
                  <a:pt x="533078" y="42372"/>
                  <a:pt x="531088" y="42267"/>
                </a:cubicBezTo>
                <a:lnTo>
                  <a:pt x="531088" y="39753"/>
                </a:lnTo>
                <a:lnTo>
                  <a:pt x="562356" y="39753"/>
                </a:lnTo>
                <a:lnTo>
                  <a:pt x="562356" y="42267"/>
                </a:lnTo>
                <a:cubicBezTo>
                  <a:pt x="558061" y="42372"/>
                  <a:pt x="554486" y="43022"/>
                  <a:pt x="551632" y="44219"/>
                </a:cubicBezTo>
                <a:cubicBezTo>
                  <a:pt x="548778" y="45414"/>
                  <a:pt x="545648" y="47546"/>
                  <a:pt x="542244" y="50614"/>
                </a:cubicBezTo>
                <a:lnTo>
                  <a:pt x="523781" y="67655"/>
                </a:lnTo>
                <a:lnTo>
                  <a:pt x="542244" y="91023"/>
                </a:lnTo>
                <a:cubicBezTo>
                  <a:pt x="547376" y="97491"/>
                  <a:pt x="550833" y="101581"/>
                  <a:pt x="552614" y="103291"/>
                </a:cubicBezTo>
                <a:cubicBezTo>
                  <a:pt x="555128" y="105761"/>
                  <a:pt x="557328" y="107364"/>
                  <a:pt x="559213" y="108101"/>
                </a:cubicBezTo>
                <a:cubicBezTo>
                  <a:pt x="560523" y="108626"/>
                  <a:pt x="562801" y="108889"/>
                  <a:pt x="566048" y="108889"/>
                </a:cubicBezTo>
                <a:lnTo>
                  <a:pt x="566048" y="111717"/>
                </a:lnTo>
                <a:lnTo>
                  <a:pt x="531088" y="111717"/>
                </a:lnTo>
                <a:lnTo>
                  <a:pt x="531088" y="108889"/>
                </a:lnTo>
                <a:cubicBezTo>
                  <a:pt x="533078" y="108836"/>
                  <a:pt x="534427" y="108535"/>
                  <a:pt x="535134" y="107983"/>
                </a:cubicBezTo>
                <a:cubicBezTo>
                  <a:pt x="535841" y="107431"/>
                  <a:pt x="536194" y="106657"/>
                  <a:pt x="536194" y="105660"/>
                </a:cubicBezTo>
                <a:cubicBezTo>
                  <a:pt x="536194" y="104452"/>
                  <a:pt x="535147" y="102510"/>
                  <a:pt x="533052" y="99832"/>
                </a:cubicBezTo>
                <a:lnTo>
                  <a:pt x="510975" y="71579"/>
                </a:lnTo>
                <a:lnTo>
                  <a:pt x="510975" y="95376"/>
                </a:lnTo>
                <a:cubicBezTo>
                  <a:pt x="510975" y="100093"/>
                  <a:pt x="511303" y="103194"/>
                  <a:pt x="511957" y="104678"/>
                </a:cubicBezTo>
                <a:cubicBezTo>
                  <a:pt x="512612" y="106161"/>
                  <a:pt x="513542" y="107221"/>
                  <a:pt x="514746" y="107858"/>
                </a:cubicBezTo>
                <a:cubicBezTo>
                  <a:pt x="515951" y="108493"/>
                  <a:pt x="518570" y="108836"/>
                  <a:pt x="522603" y="108889"/>
                </a:cubicBezTo>
                <a:lnTo>
                  <a:pt x="522603" y="111717"/>
                </a:lnTo>
                <a:lnTo>
                  <a:pt x="485992" y="111717"/>
                </a:lnTo>
                <a:lnTo>
                  <a:pt x="485992" y="108889"/>
                </a:lnTo>
                <a:cubicBezTo>
                  <a:pt x="489659" y="108889"/>
                  <a:pt x="492408" y="108441"/>
                  <a:pt x="494241" y="107546"/>
                </a:cubicBezTo>
                <a:cubicBezTo>
                  <a:pt x="495341" y="106967"/>
                  <a:pt x="496179" y="106070"/>
                  <a:pt x="496755" y="104858"/>
                </a:cubicBezTo>
                <a:cubicBezTo>
                  <a:pt x="497541" y="103119"/>
                  <a:pt x="497934" y="100116"/>
                  <a:pt x="497934" y="95847"/>
                </a:cubicBezTo>
                <a:lnTo>
                  <a:pt x="497934" y="30325"/>
                </a:lnTo>
                <a:cubicBezTo>
                  <a:pt x="497934" y="22066"/>
                  <a:pt x="497751" y="17016"/>
                  <a:pt x="497384" y="15173"/>
                </a:cubicBezTo>
                <a:cubicBezTo>
                  <a:pt x="497017" y="13328"/>
                  <a:pt x="496415" y="12054"/>
                  <a:pt x="495577" y="11350"/>
                </a:cubicBezTo>
                <a:cubicBezTo>
                  <a:pt x="494739" y="10645"/>
                  <a:pt x="493639" y="10292"/>
                  <a:pt x="492277" y="10292"/>
                </a:cubicBezTo>
                <a:cubicBezTo>
                  <a:pt x="491177" y="10292"/>
                  <a:pt x="489528" y="10737"/>
                  <a:pt x="487328" y="11627"/>
                </a:cubicBezTo>
                <a:lnTo>
                  <a:pt x="485992" y="8799"/>
                </a:lnTo>
                <a:lnTo>
                  <a:pt x="507362" y="0"/>
                </a:lnTo>
                <a:lnTo>
                  <a:pt x="510975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97758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7" name="Text A">
            <a:extLst xmlns:a="http://schemas.openxmlformats.org/drawingml/2006/main">
              <a:ext uri="{FF2B5EF4-FFF2-40B4-BE49-F238E27FC236}">
                <a16:creationId xmlns:a16="http://schemas.microsoft.com/office/drawing/2014/main" id="{5A726387-9275-4C75-8596-F58F6B894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9143" y="2800363"/>
            <a:ext cx="54444" cy="56566"/>
          </a:xfrm>
          <a:custGeom xmlns:a="http://schemas.openxmlformats.org/drawingml/2006/main">
            <a:pathLst>
              <a:path w="54444" h="56566">
                <a:moveTo>
                  <a:pt x="36611" y="20387"/>
                </a:moveTo>
                <a:lnTo>
                  <a:pt x="36611" y="41010"/>
                </a:lnTo>
                <a:lnTo>
                  <a:pt x="45017" y="44624"/>
                </a:lnTo>
                <a:cubicBezTo>
                  <a:pt x="47076" y="45514"/>
                  <a:pt x="48613" y="45960"/>
                  <a:pt x="49629" y="45960"/>
                </a:cubicBezTo>
                <a:cubicBezTo>
                  <a:pt x="50437" y="45960"/>
                  <a:pt x="51148" y="45573"/>
                  <a:pt x="51760" y="44801"/>
                </a:cubicBezTo>
                <a:cubicBezTo>
                  <a:pt x="52372" y="44028"/>
                  <a:pt x="52769" y="42359"/>
                  <a:pt x="52952" y="39792"/>
                </a:cubicBezTo>
                <a:lnTo>
                  <a:pt x="54444" y="39792"/>
                </a:lnTo>
                <a:lnTo>
                  <a:pt x="54444" y="56566"/>
                </a:lnTo>
                <a:lnTo>
                  <a:pt x="52952" y="56566"/>
                </a:lnTo>
                <a:cubicBezTo>
                  <a:pt x="52560" y="54340"/>
                  <a:pt x="52050" y="52899"/>
                  <a:pt x="51423" y="52245"/>
                </a:cubicBezTo>
                <a:cubicBezTo>
                  <a:pt x="50169" y="50909"/>
                  <a:pt x="47621" y="49429"/>
                  <a:pt x="43781" y="47806"/>
                </a:cubicBezTo>
                <a:lnTo>
                  <a:pt x="0" y="29068"/>
                </a:lnTo>
                <a:lnTo>
                  <a:pt x="0" y="27694"/>
                </a:lnTo>
                <a:lnTo>
                  <a:pt x="44270" y="9153"/>
                </a:lnTo>
                <a:cubicBezTo>
                  <a:pt x="47816" y="7660"/>
                  <a:pt x="50116" y="6305"/>
                  <a:pt x="51173" y="5087"/>
                </a:cubicBezTo>
                <a:cubicBezTo>
                  <a:pt x="52229" y="3869"/>
                  <a:pt x="52822" y="2174"/>
                  <a:pt x="52952" y="0"/>
                </a:cubicBezTo>
                <a:lnTo>
                  <a:pt x="54444" y="0"/>
                </a:lnTo>
                <a:lnTo>
                  <a:pt x="54444" y="21016"/>
                </a:lnTo>
                <a:lnTo>
                  <a:pt x="52952" y="21016"/>
                </a:lnTo>
                <a:cubicBezTo>
                  <a:pt x="52848" y="18894"/>
                  <a:pt x="52496" y="17461"/>
                  <a:pt x="51896" y="16714"/>
                </a:cubicBezTo>
                <a:cubicBezTo>
                  <a:pt x="51296" y="15968"/>
                  <a:pt x="50566" y="15595"/>
                  <a:pt x="49706" y="15595"/>
                </a:cubicBezTo>
                <a:cubicBezTo>
                  <a:pt x="48559" y="15595"/>
                  <a:pt x="46747" y="16119"/>
                  <a:pt x="44270" y="17166"/>
                </a:cubicBezTo>
                <a:lnTo>
                  <a:pt x="36611" y="20387"/>
                </a:lnTo>
                <a:moveTo>
                  <a:pt x="33704" y="21487"/>
                </a:moveTo>
                <a:lnTo>
                  <a:pt x="12177" y="30522"/>
                </a:lnTo>
                <a:lnTo>
                  <a:pt x="33704" y="39792"/>
                </a:lnTo>
                <a:lnTo>
                  <a:pt x="33704" y="21487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97758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8" name="Text r">
            <a:extLst xmlns:a="http://schemas.openxmlformats.org/drawingml/2006/main">
              <a:ext uri="{FF2B5EF4-FFF2-40B4-BE49-F238E27FC236}">
                <a16:creationId xmlns:a16="http://schemas.microsoft.com/office/drawing/2014/main" id="{AA9BFD58-0D02-49D7-824B-B588749C8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6584" y="2772172"/>
            <a:ext cx="37003" cy="26790"/>
          </a:xfrm>
          <a:custGeom xmlns:a="http://schemas.openxmlformats.org/drawingml/2006/main">
            <a:pathLst>
              <a:path w="37003" h="26790">
                <a:moveTo>
                  <a:pt x="0" y="14259"/>
                </a:moveTo>
                <a:lnTo>
                  <a:pt x="8092" y="14259"/>
                </a:lnTo>
                <a:cubicBezTo>
                  <a:pt x="2697" y="11248"/>
                  <a:pt x="0" y="8157"/>
                  <a:pt x="0" y="4989"/>
                </a:cubicBezTo>
                <a:cubicBezTo>
                  <a:pt x="0" y="3548"/>
                  <a:pt x="439" y="2357"/>
                  <a:pt x="1316" y="1414"/>
                </a:cubicBezTo>
                <a:cubicBezTo>
                  <a:pt x="2193" y="471"/>
                  <a:pt x="3208" y="0"/>
                  <a:pt x="4360" y="0"/>
                </a:cubicBezTo>
                <a:cubicBezTo>
                  <a:pt x="5382" y="0"/>
                  <a:pt x="6246" y="340"/>
                  <a:pt x="6953" y="1021"/>
                </a:cubicBezTo>
                <a:cubicBezTo>
                  <a:pt x="7660" y="1702"/>
                  <a:pt x="8013" y="2514"/>
                  <a:pt x="8013" y="3457"/>
                </a:cubicBezTo>
                <a:cubicBezTo>
                  <a:pt x="8013" y="4373"/>
                  <a:pt x="7568" y="5401"/>
                  <a:pt x="6678" y="6540"/>
                </a:cubicBezTo>
                <a:cubicBezTo>
                  <a:pt x="5788" y="7680"/>
                  <a:pt x="5342" y="8524"/>
                  <a:pt x="5342" y="9074"/>
                </a:cubicBezTo>
                <a:cubicBezTo>
                  <a:pt x="5342" y="9545"/>
                  <a:pt x="5602" y="10056"/>
                  <a:pt x="6122" y="10606"/>
                </a:cubicBezTo>
                <a:cubicBezTo>
                  <a:pt x="7188" y="11785"/>
                  <a:pt x="8943" y="13002"/>
                  <a:pt x="11387" y="14259"/>
                </a:cubicBezTo>
                <a:lnTo>
                  <a:pt x="28597" y="14259"/>
                </a:lnTo>
                <a:cubicBezTo>
                  <a:pt x="30589" y="14259"/>
                  <a:pt x="32096" y="14010"/>
                  <a:pt x="33117" y="13513"/>
                </a:cubicBezTo>
                <a:cubicBezTo>
                  <a:pt x="33825" y="13172"/>
                  <a:pt x="34414" y="12570"/>
                  <a:pt x="34885" y="11706"/>
                </a:cubicBezTo>
                <a:cubicBezTo>
                  <a:pt x="35354" y="10842"/>
                  <a:pt x="35589" y="9598"/>
                  <a:pt x="35589" y="7974"/>
                </a:cubicBezTo>
                <a:lnTo>
                  <a:pt x="37003" y="7974"/>
                </a:lnTo>
                <a:lnTo>
                  <a:pt x="37003" y="26397"/>
                </a:lnTo>
                <a:lnTo>
                  <a:pt x="35589" y="26397"/>
                </a:lnTo>
                <a:cubicBezTo>
                  <a:pt x="35589" y="24564"/>
                  <a:pt x="35298" y="23202"/>
                  <a:pt x="34715" y="22312"/>
                </a:cubicBezTo>
                <a:cubicBezTo>
                  <a:pt x="34291" y="21657"/>
                  <a:pt x="33616" y="21199"/>
                  <a:pt x="32689" y="20937"/>
                </a:cubicBezTo>
                <a:cubicBezTo>
                  <a:pt x="32238" y="20806"/>
                  <a:pt x="30952" y="20741"/>
                  <a:pt x="28833" y="20741"/>
                </a:cubicBezTo>
                <a:lnTo>
                  <a:pt x="15006" y="20741"/>
                </a:lnTo>
                <a:cubicBezTo>
                  <a:pt x="10816" y="20741"/>
                  <a:pt x="8321" y="20826"/>
                  <a:pt x="7522" y="20996"/>
                </a:cubicBezTo>
                <a:cubicBezTo>
                  <a:pt x="6724" y="21166"/>
                  <a:pt x="6141" y="21481"/>
                  <a:pt x="5774" y="21939"/>
                </a:cubicBezTo>
                <a:cubicBezTo>
                  <a:pt x="5408" y="22397"/>
                  <a:pt x="5224" y="22967"/>
                  <a:pt x="5224" y="23648"/>
                </a:cubicBezTo>
                <a:cubicBezTo>
                  <a:pt x="5224" y="24459"/>
                  <a:pt x="5421" y="25376"/>
                  <a:pt x="5814" y="26397"/>
                </a:cubicBezTo>
                <a:lnTo>
                  <a:pt x="4400" y="26790"/>
                </a:lnTo>
                <a:lnTo>
                  <a:pt x="0" y="15909"/>
                </a:lnTo>
                <a:lnTo>
                  <a:pt x="0" y="14259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97758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9" name="Text i">
            <a:extLst xmlns:a="http://schemas.openxmlformats.org/drawingml/2006/main">
              <a:ext uri="{FF2B5EF4-FFF2-40B4-BE49-F238E27FC236}">
                <a16:creationId xmlns:a16="http://schemas.microsoft.com/office/drawing/2014/main" id="{EF2E38AB-177B-4D8C-A9CD-725D90CB4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7729" y="2752296"/>
            <a:ext cx="55859" cy="18030"/>
          </a:xfrm>
          <a:custGeom xmlns:a="http://schemas.openxmlformats.org/drawingml/2006/main">
            <a:pathLst>
              <a:path w="55859" h="18030">
                <a:moveTo>
                  <a:pt x="0" y="8721"/>
                </a:moveTo>
                <a:cubicBezTo>
                  <a:pt x="0" y="7621"/>
                  <a:pt x="388" y="6684"/>
                  <a:pt x="1165" y="5912"/>
                </a:cubicBezTo>
                <a:cubicBezTo>
                  <a:pt x="1941" y="5139"/>
                  <a:pt x="2881" y="4753"/>
                  <a:pt x="3987" y="4753"/>
                </a:cubicBezTo>
                <a:cubicBezTo>
                  <a:pt x="5093" y="4753"/>
                  <a:pt x="6040" y="5139"/>
                  <a:pt x="6830" y="5912"/>
                </a:cubicBezTo>
                <a:cubicBezTo>
                  <a:pt x="7619" y="6684"/>
                  <a:pt x="8013" y="7621"/>
                  <a:pt x="8013" y="8721"/>
                </a:cubicBezTo>
                <a:cubicBezTo>
                  <a:pt x="8013" y="9820"/>
                  <a:pt x="7619" y="10763"/>
                  <a:pt x="6830" y="11549"/>
                </a:cubicBezTo>
                <a:cubicBezTo>
                  <a:pt x="6040" y="12334"/>
                  <a:pt x="5093" y="12727"/>
                  <a:pt x="3987" y="12727"/>
                </a:cubicBezTo>
                <a:cubicBezTo>
                  <a:pt x="2881" y="12727"/>
                  <a:pt x="1941" y="12341"/>
                  <a:pt x="1165" y="11568"/>
                </a:cubicBezTo>
                <a:cubicBezTo>
                  <a:pt x="388" y="10796"/>
                  <a:pt x="0" y="9847"/>
                  <a:pt x="0" y="8721"/>
                </a:cubicBezTo>
                <a:moveTo>
                  <a:pt x="18855" y="5460"/>
                </a:moveTo>
                <a:lnTo>
                  <a:pt x="47688" y="5460"/>
                </a:lnTo>
                <a:cubicBezTo>
                  <a:pt x="49953" y="5460"/>
                  <a:pt x="51461" y="5296"/>
                  <a:pt x="52213" y="4969"/>
                </a:cubicBezTo>
                <a:cubicBezTo>
                  <a:pt x="52963" y="4642"/>
                  <a:pt x="53523" y="4157"/>
                  <a:pt x="53892" y="3516"/>
                </a:cubicBezTo>
                <a:cubicBezTo>
                  <a:pt x="54260" y="2874"/>
                  <a:pt x="54444" y="1702"/>
                  <a:pt x="54444" y="0"/>
                </a:cubicBezTo>
                <a:lnTo>
                  <a:pt x="55859" y="0"/>
                </a:lnTo>
                <a:lnTo>
                  <a:pt x="55859" y="17480"/>
                </a:lnTo>
                <a:lnTo>
                  <a:pt x="54444" y="17480"/>
                </a:lnTo>
                <a:cubicBezTo>
                  <a:pt x="54444" y="15726"/>
                  <a:pt x="54273" y="14547"/>
                  <a:pt x="53931" y="13945"/>
                </a:cubicBezTo>
                <a:cubicBezTo>
                  <a:pt x="53588" y="13343"/>
                  <a:pt x="53022" y="12865"/>
                  <a:pt x="52232" y="12511"/>
                </a:cubicBezTo>
                <a:cubicBezTo>
                  <a:pt x="51442" y="12158"/>
                  <a:pt x="49927" y="11981"/>
                  <a:pt x="47688" y="11981"/>
                </a:cubicBezTo>
                <a:lnTo>
                  <a:pt x="33939" y="11981"/>
                </a:lnTo>
                <a:cubicBezTo>
                  <a:pt x="30021" y="11981"/>
                  <a:pt x="27483" y="12099"/>
                  <a:pt x="26326" y="12334"/>
                </a:cubicBezTo>
                <a:cubicBezTo>
                  <a:pt x="25484" y="12518"/>
                  <a:pt x="24899" y="12806"/>
                  <a:pt x="24572" y="13199"/>
                </a:cubicBezTo>
                <a:cubicBezTo>
                  <a:pt x="24244" y="13591"/>
                  <a:pt x="24080" y="14128"/>
                  <a:pt x="24080" y="14809"/>
                </a:cubicBezTo>
                <a:cubicBezTo>
                  <a:pt x="24080" y="15542"/>
                  <a:pt x="24276" y="16433"/>
                  <a:pt x="24669" y="17480"/>
                </a:cubicBezTo>
                <a:lnTo>
                  <a:pt x="23255" y="18030"/>
                </a:lnTo>
                <a:lnTo>
                  <a:pt x="18855" y="7189"/>
                </a:lnTo>
                <a:lnTo>
                  <a:pt x="18855" y="546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97758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0" name="Text n">
            <a:extLst xmlns:a="http://schemas.openxmlformats.org/drawingml/2006/main">
              <a:ext uri="{FF2B5EF4-FFF2-40B4-BE49-F238E27FC236}">
                <a16:creationId xmlns:a16="http://schemas.microsoft.com/office/drawing/2014/main" id="{989A5BA6-F1A6-4F72-8D94-C2A5D37A0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6584" y="2710449"/>
            <a:ext cx="37003" cy="39400"/>
          </a:xfrm>
          <a:custGeom xmlns:a="http://schemas.openxmlformats.org/drawingml/2006/main">
            <a:pathLst>
              <a:path w="37003" h="39400">
                <a:moveTo>
                  <a:pt x="7581" y="26869"/>
                </a:moveTo>
                <a:cubicBezTo>
                  <a:pt x="2527" y="22652"/>
                  <a:pt x="0" y="18633"/>
                  <a:pt x="0" y="14809"/>
                </a:cubicBezTo>
                <a:cubicBezTo>
                  <a:pt x="0" y="12845"/>
                  <a:pt x="490" y="11156"/>
                  <a:pt x="1469" y="9742"/>
                </a:cubicBezTo>
                <a:cubicBezTo>
                  <a:pt x="2448" y="8328"/>
                  <a:pt x="4061" y="7202"/>
                  <a:pt x="6307" y="6364"/>
                </a:cubicBezTo>
                <a:cubicBezTo>
                  <a:pt x="7874" y="5788"/>
                  <a:pt x="10277" y="5499"/>
                  <a:pt x="13515" y="5499"/>
                </a:cubicBezTo>
                <a:lnTo>
                  <a:pt x="28833" y="5499"/>
                </a:lnTo>
                <a:cubicBezTo>
                  <a:pt x="31124" y="5499"/>
                  <a:pt x="32678" y="5316"/>
                  <a:pt x="33495" y="4949"/>
                </a:cubicBezTo>
                <a:cubicBezTo>
                  <a:pt x="34154" y="4661"/>
                  <a:pt x="34668" y="4197"/>
                  <a:pt x="35037" y="3555"/>
                </a:cubicBezTo>
                <a:cubicBezTo>
                  <a:pt x="35405" y="2913"/>
                  <a:pt x="35589" y="1728"/>
                  <a:pt x="35589" y="0"/>
                </a:cubicBezTo>
                <a:lnTo>
                  <a:pt x="37003" y="0"/>
                </a:lnTo>
                <a:lnTo>
                  <a:pt x="37003" y="17795"/>
                </a:lnTo>
                <a:lnTo>
                  <a:pt x="35589" y="17795"/>
                </a:lnTo>
                <a:lnTo>
                  <a:pt x="35589" y="17048"/>
                </a:lnTo>
                <a:cubicBezTo>
                  <a:pt x="35589" y="15372"/>
                  <a:pt x="35333" y="14200"/>
                  <a:pt x="34820" y="13533"/>
                </a:cubicBezTo>
                <a:cubicBezTo>
                  <a:pt x="34306" y="12865"/>
                  <a:pt x="33548" y="12400"/>
                  <a:pt x="32547" y="12138"/>
                </a:cubicBezTo>
                <a:cubicBezTo>
                  <a:pt x="32152" y="12033"/>
                  <a:pt x="30914" y="11981"/>
                  <a:pt x="28833" y="11981"/>
                </a:cubicBezTo>
                <a:lnTo>
                  <a:pt x="14127" y="11981"/>
                </a:lnTo>
                <a:cubicBezTo>
                  <a:pt x="10858" y="11981"/>
                  <a:pt x="8485" y="12406"/>
                  <a:pt x="7008" y="13258"/>
                </a:cubicBezTo>
                <a:cubicBezTo>
                  <a:pt x="5531" y="14109"/>
                  <a:pt x="4792" y="15542"/>
                  <a:pt x="4792" y="17559"/>
                </a:cubicBezTo>
                <a:cubicBezTo>
                  <a:pt x="4792" y="20675"/>
                  <a:pt x="6495" y="23779"/>
                  <a:pt x="9899" y="26869"/>
                </a:cubicBezTo>
                <a:lnTo>
                  <a:pt x="28833" y="26869"/>
                </a:lnTo>
                <a:cubicBezTo>
                  <a:pt x="31282" y="26869"/>
                  <a:pt x="32797" y="26725"/>
                  <a:pt x="33377" y="26437"/>
                </a:cubicBezTo>
                <a:cubicBezTo>
                  <a:pt x="34141" y="26070"/>
                  <a:pt x="34700" y="25566"/>
                  <a:pt x="35056" y="24924"/>
                </a:cubicBezTo>
                <a:cubicBezTo>
                  <a:pt x="35412" y="24283"/>
                  <a:pt x="35589" y="22980"/>
                  <a:pt x="35589" y="21016"/>
                </a:cubicBezTo>
                <a:lnTo>
                  <a:pt x="37003" y="21016"/>
                </a:lnTo>
                <a:lnTo>
                  <a:pt x="37003" y="38810"/>
                </a:lnTo>
                <a:lnTo>
                  <a:pt x="35589" y="38810"/>
                </a:lnTo>
                <a:lnTo>
                  <a:pt x="35589" y="38025"/>
                </a:lnTo>
                <a:cubicBezTo>
                  <a:pt x="35589" y="36192"/>
                  <a:pt x="35122" y="34954"/>
                  <a:pt x="34187" y="34313"/>
                </a:cubicBezTo>
                <a:cubicBezTo>
                  <a:pt x="33252" y="33671"/>
                  <a:pt x="31467" y="33350"/>
                  <a:pt x="28833" y="33350"/>
                </a:cubicBezTo>
                <a:lnTo>
                  <a:pt x="15556" y="33350"/>
                </a:lnTo>
                <a:cubicBezTo>
                  <a:pt x="11235" y="33350"/>
                  <a:pt x="8603" y="33448"/>
                  <a:pt x="7660" y="33645"/>
                </a:cubicBezTo>
                <a:cubicBezTo>
                  <a:pt x="6717" y="33841"/>
                  <a:pt x="6076" y="34142"/>
                  <a:pt x="5735" y="34548"/>
                </a:cubicBezTo>
                <a:cubicBezTo>
                  <a:pt x="5395" y="34954"/>
                  <a:pt x="5224" y="35498"/>
                  <a:pt x="5224" y="36178"/>
                </a:cubicBezTo>
                <a:cubicBezTo>
                  <a:pt x="5224" y="36912"/>
                  <a:pt x="5421" y="37789"/>
                  <a:pt x="5814" y="38810"/>
                </a:cubicBezTo>
                <a:lnTo>
                  <a:pt x="4400" y="39400"/>
                </a:lnTo>
                <a:lnTo>
                  <a:pt x="0" y="28558"/>
                </a:lnTo>
                <a:lnTo>
                  <a:pt x="0" y="26869"/>
                </a:lnTo>
                <a:lnTo>
                  <a:pt x="7581" y="26869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97758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1" name="Text c">
            <a:extLst xmlns:a="http://schemas.openxmlformats.org/drawingml/2006/main">
              <a:ext uri="{FF2B5EF4-FFF2-40B4-BE49-F238E27FC236}">
                <a16:creationId xmlns:a16="http://schemas.microsoft.com/office/drawing/2014/main" id="{F18D70A3-B958-4E2A-816E-F9F668C98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6584" y="2677020"/>
            <a:ext cx="38103" cy="30325"/>
          </a:xfrm>
          <a:custGeom xmlns:a="http://schemas.openxmlformats.org/drawingml/2006/main">
            <a:pathLst>
              <a:path w="38103" h="30325">
                <a:moveTo>
                  <a:pt x="23333" y="0"/>
                </a:moveTo>
                <a:cubicBezTo>
                  <a:pt x="28073" y="969"/>
                  <a:pt x="31720" y="2868"/>
                  <a:pt x="34273" y="5696"/>
                </a:cubicBezTo>
                <a:cubicBezTo>
                  <a:pt x="36827" y="8524"/>
                  <a:pt x="38103" y="11654"/>
                  <a:pt x="38103" y="15084"/>
                </a:cubicBezTo>
                <a:cubicBezTo>
                  <a:pt x="38103" y="19169"/>
                  <a:pt x="36390" y="22731"/>
                  <a:pt x="32963" y="25769"/>
                </a:cubicBezTo>
                <a:cubicBezTo>
                  <a:pt x="29536" y="28807"/>
                  <a:pt x="24905" y="30325"/>
                  <a:pt x="19071" y="30325"/>
                </a:cubicBezTo>
                <a:cubicBezTo>
                  <a:pt x="13420" y="30325"/>
                  <a:pt x="8829" y="28643"/>
                  <a:pt x="5298" y="25278"/>
                </a:cubicBezTo>
                <a:cubicBezTo>
                  <a:pt x="1766" y="21913"/>
                  <a:pt x="0" y="17873"/>
                  <a:pt x="0" y="13159"/>
                </a:cubicBezTo>
                <a:cubicBezTo>
                  <a:pt x="0" y="9624"/>
                  <a:pt x="939" y="6717"/>
                  <a:pt x="2818" y="4439"/>
                </a:cubicBezTo>
                <a:cubicBezTo>
                  <a:pt x="4697" y="2160"/>
                  <a:pt x="6647" y="1021"/>
                  <a:pt x="8670" y="1021"/>
                </a:cubicBezTo>
                <a:cubicBezTo>
                  <a:pt x="9669" y="1021"/>
                  <a:pt x="10477" y="1342"/>
                  <a:pt x="11095" y="1984"/>
                </a:cubicBezTo>
                <a:cubicBezTo>
                  <a:pt x="11712" y="2625"/>
                  <a:pt x="12020" y="3522"/>
                  <a:pt x="12020" y="4675"/>
                </a:cubicBezTo>
                <a:cubicBezTo>
                  <a:pt x="12020" y="6220"/>
                  <a:pt x="11519" y="7385"/>
                  <a:pt x="10515" y="8171"/>
                </a:cubicBezTo>
                <a:cubicBezTo>
                  <a:pt x="9960" y="8616"/>
                  <a:pt x="8904" y="8910"/>
                  <a:pt x="7346" y="9054"/>
                </a:cubicBezTo>
                <a:cubicBezTo>
                  <a:pt x="5788" y="9198"/>
                  <a:pt x="4599" y="9729"/>
                  <a:pt x="3781" y="10645"/>
                </a:cubicBezTo>
                <a:cubicBezTo>
                  <a:pt x="2989" y="11562"/>
                  <a:pt x="2593" y="12832"/>
                  <a:pt x="2593" y="14456"/>
                </a:cubicBezTo>
                <a:cubicBezTo>
                  <a:pt x="2593" y="17074"/>
                  <a:pt x="3562" y="19183"/>
                  <a:pt x="5499" y="20780"/>
                </a:cubicBezTo>
                <a:cubicBezTo>
                  <a:pt x="8066" y="22901"/>
                  <a:pt x="11457" y="23962"/>
                  <a:pt x="15673" y="23962"/>
                </a:cubicBezTo>
                <a:cubicBezTo>
                  <a:pt x="19968" y="23962"/>
                  <a:pt x="23759" y="22908"/>
                  <a:pt x="27045" y="20800"/>
                </a:cubicBezTo>
                <a:cubicBezTo>
                  <a:pt x="30332" y="18692"/>
                  <a:pt x="31975" y="15844"/>
                  <a:pt x="31975" y="12256"/>
                </a:cubicBezTo>
                <a:cubicBezTo>
                  <a:pt x="31975" y="9689"/>
                  <a:pt x="31098" y="7385"/>
                  <a:pt x="29343" y="5342"/>
                </a:cubicBezTo>
                <a:cubicBezTo>
                  <a:pt x="28139" y="3902"/>
                  <a:pt x="25952" y="2501"/>
                  <a:pt x="22783" y="1139"/>
                </a:cubicBezTo>
                <a:lnTo>
                  <a:pt x="23333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97758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2" name="Text 4">
            <a:extLst xmlns:a="http://schemas.openxmlformats.org/drawingml/2006/main">
              <a:ext uri="{FF2B5EF4-FFF2-40B4-BE49-F238E27FC236}">
                <a16:creationId xmlns:a16="http://schemas.microsoft.com/office/drawing/2014/main" id="{CD3C70F2-8A71-4E0C-9604-F89B51F95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9222" y="2616829"/>
            <a:ext cx="54366" cy="36178"/>
          </a:xfrm>
          <a:custGeom xmlns:a="http://schemas.openxmlformats.org/drawingml/2006/main">
            <a:pathLst>
              <a:path w="54366" h="36178">
                <a:moveTo>
                  <a:pt x="34725" y="0"/>
                </a:moveTo>
                <a:lnTo>
                  <a:pt x="40303" y="0"/>
                </a:lnTo>
                <a:lnTo>
                  <a:pt x="40303" y="7149"/>
                </a:lnTo>
                <a:lnTo>
                  <a:pt x="54366" y="7149"/>
                </a:lnTo>
                <a:lnTo>
                  <a:pt x="54366" y="13631"/>
                </a:lnTo>
                <a:lnTo>
                  <a:pt x="40303" y="13631"/>
                </a:lnTo>
                <a:lnTo>
                  <a:pt x="40303" y="36178"/>
                </a:lnTo>
                <a:lnTo>
                  <a:pt x="35275" y="36178"/>
                </a:lnTo>
                <a:lnTo>
                  <a:pt x="0" y="11470"/>
                </a:lnTo>
                <a:lnTo>
                  <a:pt x="0" y="7149"/>
                </a:lnTo>
                <a:lnTo>
                  <a:pt x="34725" y="7149"/>
                </a:lnTo>
                <a:lnTo>
                  <a:pt x="34725" y="0"/>
                </a:lnTo>
                <a:moveTo>
                  <a:pt x="34725" y="13631"/>
                </a:moveTo>
                <a:lnTo>
                  <a:pt x="8303" y="13631"/>
                </a:lnTo>
                <a:lnTo>
                  <a:pt x="34725" y="32329"/>
                </a:lnTo>
                <a:lnTo>
                  <a:pt x="34725" y="13631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97758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3" name="Text 2">
            <a:extLst xmlns:a="http://schemas.openxmlformats.org/drawingml/2006/main">
              <a:ext uri="{FF2B5EF4-FFF2-40B4-BE49-F238E27FC236}">
                <a16:creationId xmlns:a16="http://schemas.microsoft.com/office/drawing/2014/main" id="{A413D317-545E-4E46-A456-388297B95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9222" y="2577155"/>
            <a:ext cx="54366" cy="35157"/>
          </a:xfrm>
          <a:custGeom xmlns:a="http://schemas.openxmlformats.org/drawingml/2006/main">
            <a:pathLst>
              <a:path w="54366" h="35157">
                <a:moveTo>
                  <a:pt x="43996" y="0"/>
                </a:moveTo>
                <a:lnTo>
                  <a:pt x="54366" y="3732"/>
                </a:lnTo>
                <a:lnTo>
                  <a:pt x="54366" y="35157"/>
                </a:lnTo>
                <a:lnTo>
                  <a:pt x="52883" y="35157"/>
                </a:lnTo>
                <a:cubicBezTo>
                  <a:pt x="44460" y="25913"/>
                  <a:pt x="37579" y="19405"/>
                  <a:pt x="32243" y="15634"/>
                </a:cubicBezTo>
                <a:cubicBezTo>
                  <a:pt x="26906" y="11863"/>
                  <a:pt x="22024" y="9978"/>
                  <a:pt x="17598" y="9978"/>
                </a:cubicBezTo>
                <a:cubicBezTo>
                  <a:pt x="14231" y="9978"/>
                  <a:pt x="11465" y="11012"/>
                  <a:pt x="9299" y="13081"/>
                </a:cubicBezTo>
                <a:cubicBezTo>
                  <a:pt x="7132" y="15150"/>
                  <a:pt x="6049" y="17624"/>
                  <a:pt x="6049" y="20505"/>
                </a:cubicBezTo>
                <a:cubicBezTo>
                  <a:pt x="6049" y="23124"/>
                  <a:pt x="6809" y="25474"/>
                  <a:pt x="8328" y="27556"/>
                </a:cubicBezTo>
                <a:cubicBezTo>
                  <a:pt x="9846" y="29638"/>
                  <a:pt x="12072" y="31177"/>
                  <a:pt x="15006" y="32172"/>
                </a:cubicBezTo>
                <a:lnTo>
                  <a:pt x="15006" y="33625"/>
                </a:lnTo>
                <a:cubicBezTo>
                  <a:pt x="10173" y="32970"/>
                  <a:pt x="6464" y="31288"/>
                  <a:pt x="3879" y="28577"/>
                </a:cubicBezTo>
                <a:cubicBezTo>
                  <a:pt x="1293" y="25867"/>
                  <a:pt x="0" y="22482"/>
                  <a:pt x="0" y="18423"/>
                </a:cubicBezTo>
                <a:cubicBezTo>
                  <a:pt x="0" y="14102"/>
                  <a:pt x="1388" y="10495"/>
                  <a:pt x="4164" y="7601"/>
                </a:cubicBezTo>
                <a:cubicBezTo>
                  <a:pt x="6940" y="4707"/>
                  <a:pt x="10213" y="3260"/>
                  <a:pt x="13984" y="3260"/>
                </a:cubicBezTo>
                <a:cubicBezTo>
                  <a:pt x="16682" y="3260"/>
                  <a:pt x="19379" y="3889"/>
                  <a:pt x="22076" y="5146"/>
                </a:cubicBezTo>
                <a:cubicBezTo>
                  <a:pt x="26319" y="7084"/>
                  <a:pt x="30810" y="10226"/>
                  <a:pt x="35550" y="14574"/>
                </a:cubicBezTo>
                <a:cubicBezTo>
                  <a:pt x="42658" y="21094"/>
                  <a:pt x="46914" y="25166"/>
                  <a:pt x="48316" y="26790"/>
                </a:cubicBezTo>
                <a:lnTo>
                  <a:pt x="48316" y="12884"/>
                </a:lnTo>
                <a:cubicBezTo>
                  <a:pt x="48316" y="10056"/>
                  <a:pt x="48212" y="8072"/>
                  <a:pt x="48002" y="6933"/>
                </a:cubicBezTo>
                <a:cubicBezTo>
                  <a:pt x="47793" y="5794"/>
                  <a:pt x="47367" y="4766"/>
                  <a:pt x="46726" y="3850"/>
                </a:cubicBezTo>
                <a:cubicBezTo>
                  <a:pt x="46084" y="2933"/>
                  <a:pt x="45174" y="2134"/>
                  <a:pt x="43996" y="1453"/>
                </a:cubicBezTo>
                <a:lnTo>
                  <a:pt x="43996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97758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4" name="Text 9">
            <a:extLst xmlns:a="http://schemas.openxmlformats.org/drawingml/2006/main">
              <a:ext uri="{FF2B5EF4-FFF2-40B4-BE49-F238E27FC236}">
                <a16:creationId xmlns:a16="http://schemas.microsoft.com/office/drawing/2014/main" id="{0895329D-25B6-4839-9D56-5AA6C13A4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9222" y="2537049"/>
            <a:ext cx="55466" cy="33586"/>
          </a:xfrm>
          <a:custGeom xmlns:a="http://schemas.openxmlformats.org/drawingml/2006/main">
            <a:pathLst>
              <a:path w="55466" h="33586">
                <a:moveTo>
                  <a:pt x="55466" y="32525"/>
                </a:moveTo>
                <a:lnTo>
                  <a:pt x="53973" y="32525"/>
                </a:lnTo>
                <a:cubicBezTo>
                  <a:pt x="53921" y="29121"/>
                  <a:pt x="53131" y="25952"/>
                  <a:pt x="51603" y="23019"/>
                </a:cubicBezTo>
                <a:cubicBezTo>
                  <a:pt x="50074" y="20086"/>
                  <a:pt x="47403" y="17251"/>
                  <a:pt x="43589" y="14515"/>
                </a:cubicBezTo>
                <a:cubicBezTo>
                  <a:pt x="39775" y="11778"/>
                  <a:pt x="35563" y="9873"/>
                  <a:pt x="30955" y="8799"/>
                </a:cubicBezTo>
                <a:cubicBezTo>
                  <a:pt x="33626" y="12911"/>
                  <a:pt x="34961" y="16629"/>
                  <a:pt x="34961" y="19955"/>
                </a:cubicBezTo>
                <a:cubicBezTo>
                  <a:pt x="34961" y="23700"/>
                  <a:pt x="33514" y="26908"/>
                  <a:pt x="30620" y="29579"/>
                </a:cubicBezTo>
                <a:cubicBezTo>
                  <a:pt x="27726" y="32250"/>
                  <a:pt x="23883" y="33586"/>
                  <a:pt x="19091" y="33586"/>
                </a:cubicBezTo>
                <a:cubicBezTo>
                  <a:pt x="14429" y="33586"/>
                  <a:pt x="10279" y="32250"/>
                  <a:pt x="6639" y="29579"/>
                </a:cubicBezTo>
                <a:cubicBezTo>
                  <a:pt x="2213" y="26358"/>
                  <a:pt x="0" y="22155"/>
                  <a:pt x="0" y="16970"/>
                </a:cubicBezTo>
                <a:cubicBezTo>
                  <a:pt x="0" y="12596"/>
                  <a:pt x="1807" y="8851"/>
                  <a:pt x="5421" y="5735"/>
                </a:cubicBezTo>
                <a:cubicBezTo>
                  <a:pt x="9899" y="1912"/>
                  <a:pt x="15425" y="0"/>
                  <a:pt x="21998" y="0"/>
                </a:cubicBezTo>
                <a:cubicBezTo>
                  <a:pt x="27916" y="0"/>
                  <a:pt x="33435" y="1453"/>
                  <a:pt x="38555" y="4360"/>
                </a:cubicBezTo>
                <a:cubicBezTo>
                  <a:pt x="43675" y="7267"/>
                  <a:pt x="47924" y="11313"/>
                  <a:pt x="51302" y="16498"/>
                </a:cubicBezTo>
                <a:cubicBezTo>
                  <a:pt x="54078" y="20715"/>
                  <a:pt x="55466" y="25311"/>
                  <a:pt x="55466" y="30286"/>
                </a:cubicBezTo>
                <a:lnTo>
                  <a:pt x="55466" y="32525"/>
                </a:lnTo>
                <a:moveTo>
                  <a:pt x="28056" y="8171"/>
                </a:moveTo>
                <a:cubicBezTo>
                  <a:pt x="24660" y="7699"/>
                  <a:pt x="21944" y="7464"/>
                  <a:pt x="19907" y="7464"/>
                </a:cubicBezTo>
                <a:cubicBezTo>
                  <a:pt x="17374" y="7464"/>
                  <a:pt x="14639" y="7896"/>
                  <a:pt x="11701" y="8760"/>
                </a:cubicBezTo>
                <a:cubicBezTo>
                  <a:pt x="8762" y="9624"/>
                  <a:pt x="6510" y="10848"/>
                  <a:pt x="4943" y="12433"/>
                </a:cubicBezTo>
                <a:cubicBezTo>
                  <a:pt x="3376" y="14017"/>
                  <a:pt x="2593" y="15817"/>
                  <a:pt x="2593" y="17834"/>
                </a:cubicBezTo>
                <a:cubicBezTo>
                  <a:pt x="2593" y="20165"/>
                  <a:pt x="3637" y="22207"/>
                  <a:pt x="5727" y="23962"/>
                </a:cubicBezTo>
                <a:cubicBezTo>
                  <a:pt x="7816" y="25716"/>
                  <a:pt x="10924" y="26594"/>
                  <a:pt x="15050" y="26594"/>
                </a:cubicBezTo>
                <a:cubicBezTo>
                  <a:pt x="20561" y="26594"/>
                  <a:pt x="24870" y="25428"/>
                  <a:pt x="27977" y="23098"/>
                </a:cubicBezTo>
                <a:cubicBezTo>
                  <a:pt x="30224" y="21395"/>
                  <a:pt x="31347" y="19300"/>
                  <a:pt x="31347" y="16813"/>
                </a:cubicBezTo>
                <a:cubicBezTo>
                  <a:pt x="31347" y="15608"/>
                  <a:pt x="31060" y="14181"/>
                  <a:pt x="30485" y="12531"/>
                </a:cubicBezTo>
                <a:cubicBezTo>
                  <a:pt x="29911" y="10881"/>
                  <a:pt x="29101" y="9428"/>
                  <a:pt x="28056" y="8171"/>
                </a:cubicBezTo>
                <a:close/>
              </a:path>
            </a:pathLst>
          </a:custGeom>
          <a:solidFill xmlns:a="http://schemas.openxmlformats.org/drawingml/2006/main">
            <a:srgbClr val="000000">
              <a:alpha val="97758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5" name="Text (ii)Table-topCockpit">
            <a:extLst xmlns:a="http://schemas.openxmlformats.org/drawingml/2006/main">
              <a:ext uri="{FF2B5EF4-FFF2-40B4-BE49-F238E27FC236}">
                <a16:creationId xmlns:a16="http://schemas.microsoft.com/office/drawing/2014/main" id="{45710B60-59A5-4C82-9E0D-0EABE8599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8546" y="3560560"/>
            <a:ext cx="1650476" cy="161212"/>
          </a:xfrm>
          <a:custGeom xmlns:a="http://schemas.openxmlformats.org/drawingml/2006/main">
            <a:pathLst>
              <a:path w="1650476" h="161212">
                <a:moveTo>
                  <a:pt x="50909" y="0"/>
                </a:moveTo>
                <a:lnTo>
                  <a:pt x="50909" y="4066"/>
                </a:lnTo>
                <a:cubicBezTo>
                  <a:pt x="44781" y="8071"/>
                  <a:pt x="40274" y="11987"/>
                  <a:pt x="37386" y="15815"/>
                </a:cubicBezTo>
                <a:cubicBezTo>
                  <a:pt x="33380" y="21115"/>
                  <a:pt x="30257" y="27915"/>
                  <a:pt x="28018" y="36218"/>
                </a:cubicBezTo>
                <a:cubicBezTo>
                  <a:pt x="25189" y="46524"/>
                  <a:pt x="23775" y="60922"/>
                  <a:pt x="23775" y="79413"/>
                </a:cubicBezTo>
                <a:cubicBezTo>
                  <a:pt x="23775" y="96843"/>
                  <a:pt x="25057" y="110387"/>
                  <a:pt x="27620" y="120045"/>
                </a:cubicBezTo>
                <a:cubicBezTo>
                  <a:pt x="30183" y="129702"/>
                  <a:pt x="33674" y="137505"/>
                  <a:pt x="38093" y="143452"/>
                </a:cubicBezTo>
                <a:cubicBezTo>
                  <a:pt x="41157" y="147575"/>
                  <a:pt x="45429" y="151197"/>
                  <a:pt x="50909" y="154318"/>
                </a:cubicBezTo>
                <a:lnTo>
                  <a:pt x="50909" y="158737"/>
                </a:lnTo>
                <a:cubicBezTo>
                  <a:pt x="36709" y="153966"/>
                  <a:pt x="24674" y="144234"/>
                  <a:pt x="14804" y="129540"/>
                </a:cubicBezTo>
                <a:cubicBezTo>
                  <a:pt x="4935" y="114848"/>
                  <a:pt x="0" y="97962"/>
                  <a:pt x="0" y="78883"/>
                </a:cubicBezTo>
                <a:cubicBezTo>
                  <a:pt x="0" y="60038"/>
                  <a:pt x="4920" y="43359"/>
                  <a:pt x="14760" y="28843"/>
                </a:cubicBezTo>
                <a:cubicBezTo>
                  <a:pt x="24600" y="14326"/>
                  <a:pt x="36650" y="4712"/>
                  <a:pt x="50909" y="0"/>
                </a:cubicBezTo>
                <a:close/>
                <a:moveTo>
                  <a:pt x="79013" y="0"/>
                </a:moveTo>
                <a:cubicBezTo>
                  <a:pt x="82843" y="0"/>
                  <a:pt x="86084" y="1345"/>
                  <a:pt x="88736" y="4035"/>
                </a:cubicBezTo>
                <a:cubicBezTo>
                  <a:pt x="91387" y="6724"/>
                  <a:pt x="92713" y="9960"/>
                  <a:pt x="92713" y="13744"/>
                </a:cubicBezTo>
                <a:cubicBezTo>
                  <a:pt x="92713" y="17528"/>
                  <a:pt x="91372" y="20750"/>
                  <a:pt x="88692" y="23411"/>
                </a:cubicBezTo>
                <a:cubicBezTo>
                  <a:pt x="86011" y="26070"/>
                  <a:pt x="82785" y="27399"/>
                  <a:pt x="79013" y="27399"/>
                </a:cubicBezTo>
                <a:cubicBezTo>
                  <a:pt x="75242" y="27399"/>
                  <a:pt x="72031" y="26070"/>
                  <a:pt x="69380" y="23411"/>
                </a:cubicBezTo>
                <a:cubicBezTo>
                  <a:pt x="66728" y="20750"/>
                  <a:pt x="65402" y="17528"/>
                  <a:pt x="65402" y="13744"/>
                </a:cubicBezTo>
                <a:cubicBezTo>
                  <a:pt x="65402" y="9960"/>
                  <a:pt x="66728" y="6724"/>
                  <a:pt x="69380" y="4035"/>
                </a:cubicBezTo>
                <a:cubicBezTo>
                  <a:pt x="72031" y="1345"/>
                  <a:pt x="75242" y="0"/>
                  <a:pt x="79013" y="0"/>
                </a:cubicBezTo>
                <a:moveTo>
                  <a:pt x="91387" y="39773"/>
                </a:moveTo>
                <a:lnTo>
                  <a:pt x="91387" y="105354"/>
                </a:lnTo>
                <a:cubicBezTo>
                  <a:pt x="91387" y="111187"/>
                  <a:pt x="92065" y="114914"/>
                  <a:pt x="93420" y="116534"/>
                </a:cubicBezTo>
                <a:cubicBezTo>
                  <a:pt x="94775" y="118154"/>
                  <a:pt x="97427" y="119082"/>
                  <a:pt x="101375" y="119318"/>
                </a:cubicBezTo>
                <a:lnTo>
                  <a:pt x="101375" y="122500"/>
                </a:lnTo>
                <a:lnTo>
                  <a:pt x="56741" y="122500"/>
                </a:lnTo>
                <a:lnTo>
                  <a:pt x="56741" y="119318"/>
                </a:lnTo>
                <a:cubicBezTo>
                  <a:pt x="60394" y="119200"/>
                  <a:pt x="63104" y="118140"/>
                  <a:pt x="64872" y="116136"/>
                </a:cubicBezTo>
                <a:cubicBezTo>
                  <a:pt x="66051" y="114781"/>
                  <a:pt x="66640" y="111187"/>
                  <a:pt x="66640" y="105354"/>
                </a:cubicBezTo>
                <a:lnTo>
                  <a:pt x="66640" y="57096"/>
                </a:lnTo>
                <a:cubicBezTo>
                  <a:pt x="66640" y="51189"/>
                  <a:pt x="65962" y="47415"/>
                  <a:pt x="64607" y="45775"/>
                </a:cubicBezTo>
                <a:cubicBezTo>
                  <a:pt x="63252" y="44134"/>
                  <a:pt x="60630" y="43194"/>
                  <a:pt x="56741" y="42955"/>
                </a:cubicBezTo>
                <a:lnTo>
                  <a:pt x="56741" y="39773"/>
                </a:lnTo>
                <a:lnTo>
                  <a:pt x="91387" y="39773"/>
                </a:lnTo>
                <a:close/>
                <a:moveTo>
                  <a:pt x="129305" y="0"/>
                </a:moveTo>
                <a:cubicBezTo>
                  <a:pt x="133135" y="0"/>
                  <a:pt x="136375" y="1345"/>
                  <a:pt x="139027" y="4035"/>
                </a:cubicBezTo>
                <a:cubicBezTo>
                  <a:pt x="141678" y="6724"/>
                  <a:pt x="143004" y="9960"/>
                  <a:pt x="143004" y="13744"/>
                </a:cubicBezTo>
                <a:cubicBezTo>
                  <a:pt x="143004" y="17528"/>
                  <a:pt x="141664" y="20750"/>
                  <a:pt x="138983" y="23411"/>
                </a:cubicBezTo>
                <a:cubicBezTo>
                  <a:pt x="136302" y="26070"/>
                  <a:pt x="133076" y="27399"/>
                  <a:pt x="129305" y="27399"/>
                </a:cubicBezTo>
                <a:cubicBezTo>
                  <a:pt x="125534" y="27399"/>
                  <a:pt x="122322" y="26070"/>
                  <a:pt x="119671" y="23411"/>
                </a:cubicBezTo>
                <a:cubicBezTo>
                  <a:pt x="117019" y="20750"/>
                  <a:pt x="115694" y="17528"/>
                  <a:pt x="115694" y="13744"/>
                </a:cubicBezTo>
                <a:cubicBezTo>
                  <a:pt x="115694" y="9960"/>
                  <a:pt x="117019" y="6724"/>
                  <a:pt x="119671" y="4035"/>
                </a:cubicBezTo>
                <a:cubicBezTo>
                  <a:pt x="122322" y="1345"/>
                  <a:pt x="125534" y="0"/>
                  <a:pt x="129305" y="0"/>
                </a:cubicBezTo>
                <a:moveTo>
                  <a:pt x="141678" y="39773"/>
                </a:moveTo>
                <a:lnTo>
                  <a:pt x="141678" y="105354"/>
                </a:lnTo>
                <a:cubicBezTo>
                  <a:pt x="141678" y="111187"/>
                  <a:pt x="142356" y="114914"/>
                  <a:pt x="143711" y="116534"/>
                </a:cubicBezTo>
                <a:cubicBezTo>
                  <a:pt x="145066" y="118154"/>
                  <a:pt x="147718" y="119082"/>
                  <a:pt x="151666" y="119318"/>
                </a:cubicBezTo>
                <a:lnTo>
                  <a:pt x="151666" y="122500"/>
                </a:lnTo>
                <a:lnTo>
                  <a:pt x="107032" y="122500"/>
                </a:lnTo>
                <a:lnTo>
                  <a:pt x="107032" y="119318"/>
                </a:lnTo>
                <a:cubicBezTo>
                  <a:pt x="110685" y="119200"/>
                  <a:pt x="113396" y="118140"/>
                  <a:pt x="115163" y="116136"/>
                </a:cubicBezTo>
                <a:cubicBezTo>
                  <a:pt x="116342" y="114781"/>
                  <a:pt x="116931" y="111187"/>
                  <a:pt x="116931" y="105354"/>
                </a:cubicBezTo>
                <a:lnTo>
                  <a:pt x="116931" y="57096"/>
                </a:lnTo>
                <a:cubicBezTo>
                  <a:pt x="116931" y="51189"/>
                  <a:pt x="116253" y="47415"/>
                  <a:pt x="114898" y="45775"/>
                </a:cubicBezTo>
                <a:cubicBezTo>
                  <a:pt x="113543" y="44134"/>
                  <a:pt x="110921" y="43194"/>
                  <a:pt x="107032" y="42955"/>
                </a:cubicBezTo>
                <a:lnTo>
                  <a:pt x="107032" y="39773"/>
                </a:lnTo>
                <a:lnTo>
                  <a:pt x="141678" y="39773"/>
                </a:lnTo>
                <a:close/>
                <a:moveTo>
                  <a:pt x="155819" y="158737"/>
                </a:moveTo>
                <a:lnTo>
                  <a:pt x="155819" y="154672"/>
                </a:lnTo>
                <a:cubicBezTo>
                  <a:pt x="161947" y="150608"/>
                  <a:pt x="166455" y="146663"/>
                  <a:pt x="169342" y="142837"/>
                </a:cubicBezTo>
                <a:cubicBezTo>
                  <a:pt x="173290" y="137535"/>
                  <a:pt x="176413" y="130763"/>
                  <a:pt x="178711" y="122519"/>
                </a:cubicBezTo>
                <a:cubicBezTo>
                  <a:pt x="181539" y="112154"/>
                  <a:pt x="182953" y="97727"/>
                  <a:pt x="182953" y="79236"/>
                </a:cubicBezTo>
                <a:cubicBezTo>
                  <a:pt x="182953" y="61806"/>
                  <a:pt x="181672" y="48277"/>
                  <a:pt x="179109" y="38649"/>
                </a:cubicBezTo>
                <a:cubicBezTo>
                  <a:pt x="176545" y="29020"/>
                  <a:pt x="173054" y="21232"/>
                  <a:pt x="168635" y="15285"/>
                </a:cubicBezTo>
                <a:cubicBezTo>
                  <a:pt x="165571" y="11162"/>
                  <a:pt x="161299" y="7540"/>
                  <a:pt x="155819" y="4419"/>
                </a:cubicBezTo>
                <a:lnTo>
                  <a:pt x="155819" y="0"/>
                </a:lnTo>
                <a:cubicBezTo>
                  <a:pt x="170020" y="4771"/>
                  <a:pt x="182055" y="14503"/>
                  <a:pt x="191924" y="29197"/>
                </a:cubicBezTo>
                <a:cubicBezTo>
                  <a:pt x="201794" y="43889"/>
                  <a:pt x="206728" y="60775"/>
                  <a:pt x="206728" y="79855"/>
                </a:cubicBezTo>
                <a:cubicBezTo>
                  <a:pt x="206728" y="98640"/>
                  <a:pt x="201794" y="115290"/>
                  <a:pt x="191924" y="129805"/>
                </a:cubicBezTo>
                <a:cubicBezTo>
                  <a:pt x="182055" y="144322"/>
                  <a:pt x="170020" y="153966"/>
                  <a:pt x="155819" y="158737"/>
                </a:cubicBezTo>
                <a:close/>
                <a:moveTo>
                  <a:pt x="370059" y="2652"/>
                </a:moveTo>
                <a:lnTo>
                  <a:pt x="370059" y="35177"/>
                </a:lnTo>
                <a:lnTo>
                  <a:pt x="366877" y="35177"/>
                </a:lnTo>
                <a:cubicBezTo>
                  <a:pt x="364992" y="27668"/>
                  <a:pt x="362900" y="22273"/>
                  <a:pt x="360602" y="18991"/>
                </a:cubicBezTo>
                <a:cubicBezTo>
                  <a:pt x="358304" y="15710"/>
                  <a:pt x="355152" y="13094"/>
                  <a:pt x="351145" y="11142"/>
                </a:cubicBezTo>
                <a:cubicBezTo>
                  <a:pt x="348906" y="10078"/>
                  <a:pt x="344988" y="9545"/>
                  <a:pt x="339390" y="9545"/>
                </a:cubicBezTo>
                <a:lnTo>
                  <a:pt x="330463" y="9545"/>
                </a:lnTo>
                <a:lnTo>
                  <a:pt x="330463" y="101995"/>
                </a:lnTo>
                <a:cubicBezTo>
                  <a:pt x="330463" y="108154"/>
                  <a:pt x="330802" y="112004"/>
                  <a:pt x="331480" y="113546"/>
                </a:cubicBezTo>
                <a:cubicBezTo>
                  <a:pt x="332157" y="115085"/>
                  <a:pt x="333483" y="116432"/>
                  <a:pt x="335457" y="117586"/>
                </a:cubicBezTo>
                <a:cubicBezTo>
                  <a:pt x="337431" y="118741"/>
                  <a:pt x="340127" y="119318"/>
                  <a:pt x="343544" y="119318"/>
                </a:cubicBezTo>
                <a:lnTo>
                  <a:pt x="347521" y="119318"/>
                </a:lnTo>
                <a:lnTo>
                  <a:pt x="347521" y="122500"/>
                </a:lnTo>
                <a:lnTo>
                  <a:pt x="284769" y="122500"/>
                </a:lnTo>
                <a:lnTo>
                  <a:pt x="284769" y="119318"/>
                </a:lnTo>
                <a:lnTo>
                  <a:pt x="288746" y="119318"/>
                </a:lnTo>
                <a:cubicBezTo>
                  <a:pt x="292223" y="119318"/>
                  <a:pt x="295021" y="118697"/>
                  <a:pt x="297143" y="117454"/>
                </a:cubicBezTo>
                <a:cubicBezTo>
                  <a:pt x="298675" y="116623"/>
                  <a:pt x="299883" y="115202"/>
                  <a:pt x="300766" y="113189"/>
                </a:cubicBezTo>
                <a:cubicBezTo>
                  <a:pt x="301415" y="111768"/>
                  <a:pt x="301739" y="108036"/>
                  <a:pt x="301739" y="101995"/>
                </a:cubicBezTo>
                <a:lnTo>
                  <a:pt x="301739" y="9545"/>
                </a:lnTo>
                <a:lnTo>
                  <a:pt x="293077" y="9545"/>
                </a:lnTo>
                <a:cubicBezTo>
                  <a:pt x="285005" y="9545"/>
                  <a:pt x="279142" y="11260"/>
                  <a:pt x="275489" y="14688"/>
                </a:cubicBezTo>
                <a:cubicBezTo>
                  <a:pt x="270362" y="19478"/>
                  <a:pt x="267122" y="26307"/>
                  <a:pt x="265766" y="35177"/>
                </a:cubicBezTo>
                <a:lnTo>
                  <a:pt x="262408" y="35177"/>
                </a:lnTo>
                <a:lnTo>
                  <a:pt x="262408" y="2652"/>
                </a:lnTo>
                <a:lnTo>
                  <a:pt x="370059" y="2652"/>
                </a:lnTo>
                <a:close/>
                <a:moveTo>
                  <a:pt x="411694" y="110303"/>
                </a:moveTo>
                <a:cubicBezTo>
                  <a:pt x="401618" y="119259"/>
                  <a:pt x="392573" y="123737"/>
                  <a:pt x="384560" y="123737"/>
                </a:cubicBezTo>
                <a:cubicBezTo>
                  <a:pt x="379846" y="123737"/>
                  <a:pt x="375928" y="122186"/>
                  <a:pt x="372805" y="119083"/>
                </a:cubicBezTo>
                <a:cubicBezTo>
                  <a:pt x="369682" y="115979"/>
                  <a:pt x="368120" y="112092"/>
                  <a:pt x="368120" y="107422"/>
                </a:cubicBezTo>
                <a:cubicBezTo>
                  <a:pt x="368120" y="101095"/>
                  <a:pt x="370831" y="95405"/>
                  <a:pt x="376252" y="90350"/>
                </a:cubicBezTo>
                <a:cubicBezTo>
                  <a:pt x="381672" y="85296"/>
                  <a:pt x="393486" y="78571"/>
                  <a:pt x="411694" y="70177"/>
                </a:cubicBezTo>
                <a:lnTo>
                  <a:pt x="411694" y="61869"/>
                </a:lnTo>
                <a:cubicBezTo>
                  <a:pt x="411694" y="55623"/>
                  <a:pt x="411355" y="51690"/>
                  <a:pt x="410677" y="50069"/>
                </a:cubicBezTo>
                <a:cubicBezTo>
                  <a:pt x="410000" y="48449"/>
                  <a:pt x="408718" y="47035"/>
                  <a:pt x="406832" y="45827"/>
                </a:cubicBezTo>
                <a:cubicBezTo>
                  <a:pt x="404947" y="44619"/>
                  <a:pt x="402826" y="44015"/>
                  <a:pt x="400469" y="44015"/>
                </a:cubicBezTo>
                <a:cubicBezTo>
                  <a:pt x="396639" y="44015"/>
                  <a:pt x="393486" y="44870"/>
                  <a:pt x="391012" y="46578"/>
                </a:cubicBezTo>
                <a:cubicBezTo>
                  <a:pt x="389480" y="47639"/>
                  <a:pt x="388714" y="48876"/>
                  <a:pt x="388714" y="50290"/>
                </a:cubicBezTo>
                <a:cubicBezTo>
                  <a:pt x="388714" y="51528"/>
                  <a:pt x="389539" y="53060"/>
                  <a:pt x="391188" y="54886"/>
                </a:cubicBezTo>
                <a:cubicBezTo>
                  <a:pt x="393428" y="57420"/>
                  <a:pt x="394547" y="59865"/>
                  <a:pt x="394547" y="62222"/>
                </a:cubicBezTo>
                <a:cubicBezTo>
                  <a:pt x="394547" y="65109"/>
                  <a:pt x="393472" y="67569"/>
                  <a:pt x="391321" y="69602"/>
                </a:cubicBezTo>
                <a:cubicBezTo>
                  <a:pt x="389170" y="71635"/>
                  <a:pt x="386357" y="72651"/>
                  <a:pt x="382880" y="72651"/>
                </a:cubicBezTo>
                <a:cubicBezTo>
                  <a:pt x="379168" y="72651"/>
                  <a:pt x="376060" y="71532"/>
                  <a:pt x="373556" y="69293"/>
                </a:cubicBezTo>
                <a:cubicBezTo>
                  <a:pt x="371052" y="67054"/>
                  <a:pt x="369800" y="64432"/>
                  <a:pt x="369800" y="61427"/>
                </a:cubicBezTo>
                <a:cubicBezTo>
                  <a:pt x="369800" y="57184"/>
                  <a:pt x="371479" y="53133"/>
                  <a:pt x="374837" y="49274"/>
                </a:cubicBezTo>
                <a:cubicBezTo>
                  <a:pt x="378196" y="45415"/>
                  <a:pt x="382880" y="42454"/>
                  <a:pt x="388891" y="40391"/>
                </a:cubicBezTo>
                <a:cubicBezTo>
                  <a:pt x="394901" y="38329"/>
                  <a:pt x="401146" y="37298"/>
                  <a:pt x="407628" y="37298"/>
                </a:cubicBezTo>
                <a:cubicBezTo>
                  <a:pt x="415465" y="37298"/>
                  <a:pt x="421666" y="38967"/>
                  <a:pt x="426233" y="42305"/>
                </a:cubicBezTo>
                <a:cubicBezTo>
                  <a:pt x="430799" y="45642"/>
                  <a:pt x="433760" y="49259"/>
                  <a:pt x="435115" y="53157"/>
                </a:cubicBezTo>
                <a:cubicBezTo>
                  <a:pt x="435940" y="55638"/>
                  <a:pt x="436353" y="61337"/>
                  <a:pt x="436353" y="70254"/>
                </a:cubicBezTo>
                <a:lnTo>
                  <a:pt x="436353" y="102412"/>
                </a:lnTo>
                <a:cubicBezTo>
                  <a:pt x="436353" y="106192"/>
                  <a:pt x="436500" y="108570"/>
                  <a:pt x="436795" y="109546"/>
                </a:cubicBezTo>
                <a:cubicBezTo>
                  <a:pt x="437089" y="110520"/>
                  <a:pt x="437531" y="111244"/>
                  <a:pt x="438120" y="111717"/>
                </a:cubicBezTo>
                <a:cubicBezTo>
                  <a:pt x="438710" y="112189"/>
                  <a:pt x="439387" y="112424"/>
                  <a:pt x="440153" y="112424"/>
                </a:cubicBezTo>
                <a:cubicBezTo>
                  <a:pt x="441685" y="112424"/>
                  <a:pt x="443247" y="111334"/>
                  <a:pt x="444837" y="109154"/>
                </a:cubicBezTo>
                <a:lnTo>
                  <a:pt x="447489" y="111275"/>
                </a:lnTo>
                <a:cubicBezTo>
                  <a:pt x="444543" y="115635"/>
                  <a:pt x="441494" y="118803"/>
                  <a:pt x="438341" y="120776"/>
                </a:cubicBezTo>
                <a:cubicBezTo>
                  <a:pt x="435189" y="122750"/>
                  <a:pt x="431609" y="123737"/>
                  <a:pt x="427603" y="123737"/>
                </a:cubicBezTo>
                <a:cubicBezTo>
                  <a:pt x="422889" y="123737"/>
                  <a:pt x="419206" y="122625"/>
                  <a:pt x="416555" y="120401"/>
                </a:cubicBezTo>
                <a:cubicBezTo>
                  <a:pt x="413903" y="118177"/>
                  <a:pt x="412283" y="114811"/>
                  <a:pt x="411694" y="110303"/>
                </a:cubicBezTo>
                <a:moveTo>
                  <a:pt x="411694" y="103763"/>
                </a:moveTo>
                <a:lnTo>
                  <a:pt x="411694" y="76115"/>
                </a:lnTo>
                <a:cubicBezTo>
                  <a:pt x="404564" y="80319"/>
                  <a:pt x="399261" y="84819"/>
                  <a:pt x="395784" y="89616"/>
                </a:cubicBezTo>
                <a:cubicBezTo>
                  <a:pt x="393486" y="92812"/>
                  <a:pt x="392337" y="96039"/>
                  <a:pt x="392337" y="99296"/>
                </a:cubicBezTo>
                <a:cubicBezTo>
                  <a:pt x="392337" y="102020"/>
                  <a:pt x="393310" y="104418"/>
                  <a:pt x="395254" y="106491"/>
                </a:cubicBezTo>
                <a:cubicBezTo>
                  <a:pt x="396727" y="108090"/>
                  <a:pt x="398789" y="108889"/>
                  <a:pt x="401441" y="108889"/>
                </a:cubicBezTo>
                <a:cubicBezTo>
                  <a:pt x="404387" y="108889"/>
                  <a:pt x="407805" y="107180"/>
                  <a:pt x="411694" y="103763"/>
                </a:cubicBezTo>
                <a:close/>
                <a:moveTo>
                  <a:pt x="488587" y="2652"/>
                </a:moveTo>
                <a:lnTo>
                  <a:pt x="488587" y="48081"/>
                </a:lnTo>
                <a:cubicBezTo>
                  <a:pt x="495540" y="40892"/>
                  <a:pt x="503141" y="37298"/>
                  <a:pt x="511390" y="37298"/>
                </a:cubicBezTo>
                <a:cubicBezTo>
                  <a:pt x="517046" y="37298"/>
                  <a:pt x="522379" y="38964"/>
                  <a:pt x="527387" y="42297"/>
                </a:cubicBezTo>
                <a:cubicBezTo>
                  <a:pt x="532396" y="45630"/>
                  <a:pt x="536314" y="50363"/>
                  <a:pt x="539142" y="56497"/>
                </a:cubicBezTo>
                <a:cubicBezTo>
                  <a:pt x="541971" y="62630"/>
                  <a:pt x="543385" y="69708"/>
                  <a:pt x="543385" y="77731"/>
                </a:cubicBezTo>
                <a:cubicBezTo>
                  <a:pt x="543385" y="86755"/>
                  <a:pt x="541588" y="94954"/>
                  <a:pt x="537993" y="102326"/>
                </a:cubicBezTo>
                <a:cubicBezTo>
                  <a:pt x="534399" y="109699"/>
                  <a:pt x="529597" y="115317"/>
                  <a:pt x="523587" y="119180"/>
                </a:cubicBezTo>
                <a:cubicBezTo>
                  <a:pt x="517577" y="123043"/>
                  <a:pt x="510712" y="124975"/>
                  <a:pt x="502993" y="124975"/>
                </a:cubicBezTo>
                <a:cubicBezTo>
                  <a:pt x="498515" y="124975"/>
                  <a:pt x="494538" y="124268"/>
                  <a:pt x="491062" y="122853"/>
                </a:cubicBezTo>
                <a:cubicBezTo>
                  <a:pt x="487585" y="121439"/>
                  <a:pt x="484168" y="119141"/>
                  <a:pt x="480809" y="115960"/>
                </a:cubicBezTo>
                <a:lnTo>
                  <a:pt x="467110" y="124975"/>
                </a:lnTo>
                <a:lnTo>
                  <a:pt x="464105" y="124975"/>
                </a:lnTo>
                <a:lnTo>
                  <a:pt x="464105" y="19798"/>
                </a:lnTo>
                <a:cubicBezTo>
                  <a:pt x="464105" y="14994"/>
                  <a:pt x="463898" y="12029"/>
                  <a:pt x="463486" y="10904"/>
                </a:cubicBezTo>
                <a:cubicBezTo>
                  <a:pt x="462897" y="9243"/>
                  <a:pt x="461969" y="8013"/>
                  <a:pt x="460702" y="7212"/>
                </a:cubicBezTo>
                <a:cubicBezTo>
                  <a:pt x="459435" y="6411"/>
                  <a:pt x="457299" y="5951"/>
                  <a:pt x="454294" y="5833"/>
                </a:cubicBezTo>
                <a:lnTo>
                  <a:pt x="454294" y="2652"/>
                </a:lnTo>
                <a:lnTo>
                  <a:pt x="488587" y="2652"/>
                </a:lnTo>
                <a:moveTo>
                  <a:pt x="488587" y="55958"/>
                </a:moveTo>
                <a:lnTo>
                  <a:pt x="488587" y="92770"/>
                </a:lnTo>
                <a:cubicBezTo>
                  <a:pt x="488587" y="100262"/>
                  <a:pt x="488764" y="105041"/>
                  <a:pt x="489117" y="107107"/>
                </a:cubicBezTo>
                <a:cubicBezTo>
                  <a:pt x="489706" y="110587"/>
                  <a:pt x="491121" y="113405"/>
                  <a:pt x="493360" y="115559"/>
                </a:cubicBezTo>
                <a:cubicBezTo>
                  <a:pt x="495599" y="117712"/>
                  <a:pt x="498456" y="118788"/>
                  <a:pt x="501933" y="118788"/>
                </a:cubicBezTo>
                <a:cubicBezTo>
                  <a:pt x="504938" y="118788"/>
                  <a:pt x="507516" y="117933"/>
                  <a:pt x="509666" y="116222"/>
                </a:cubicBezTo>
                <a:cubicBezTo>
                  <a:pt x="511817" y="114511"/>
                  <a:pt x="513614" y="111120"/>
                  <a:pt x="515058" y="106047"/>
                </a:cubicBezTo>
                <a:cubicBezTo>
                  <a:pt x="516501" y="100972"/>
                  <a:pt x="517223" y="91827"/>
                  <a:pt x="517223" y="78612"/>
                </a:cubicBezTo>
                <a:cubicBezTo>
                  <a:pt x="517223" y="65927"/>
                  <a:pt x="515632" y="57225"/>
                  <a:pt x="512451" y="52506"/>
                </a:cubicBezTo>
                <a:cubicBezTo>
                  <a:pt x="510153" y="49084"/>
                  <a:pt x="507059" y="47374"/>
                  <a:pt x="503170" y="47374"/>
                </a:cubicBezTo>
                <a:cubicBezTo>
                  <a:pt x="498103" y="47374"/>
                  <a:pt x="493242" y="50235"/>
                  <a:pt x="488587" y="55958"/>
                </a:cubicBezTo>
                <a:close/>
                <a:moveTo>
                  <a:pt x="589609" y="2652"/>
                </a:moveTo>
                <a:lnTo>
                  <a:pt x="589609" y="105354"/>
                </a:lnTo>
                <a:cubicBezTo>
                  <a:pt x="589609" y="111187"/>
                  <a:pt x="590286" y="114914"/>
                  <a:pt x="591642" y="116534"/>
                </a:cubicBezTo>
                <a:cubicBezTo>
                  <a:pt x="592997" y="118154"/>
                  <a:pt x="595648" y="119082"/>
                  <a:pt x="599596" y="119318"/>
                </a:cubicBezTo>
                <a:lnTo>
                  <a:pt x="599596" y="122500"/>
                </a:lnTo>
                <a:lnTo>
                  <a:pt x="554962" y="122500"/>
                </a:lnTo>
                <a:lnTo>
                  <a:pt x="554962" y="119318"/>
                </a:lnTo>
                <a:cubicBezTo>
                  <a:pt x="558615" y="119200"/>
                  <a:pt x="561326" y="118140"/>
                  <a:pt x="563094" y="116136"/>
                </a:cubicBezTo>
                <a:cubicBezTo>
                  <a:pt x="564272" y="114781"/>
                  <a:pt x="564861" y="111187"/>
                  <a:pt x="564861" y="105354"/>
                </a:cubicBezTo>
                <a:lnTo>
                  <a:pt x="564861" y="19798"/>
                </a:lnTo>
                <a:cubicBezTo>
                  <a:pt x="564861" y="13987"/>
                  <a:pt x="564184" y="10266"/>
                  <a:pt x="562828" y="8637"/>
                </a:cubicBezTo>
                <a:cubicBezTo>
                  <a:pt x="561473" y="7005"/>
                  <a:pt x="558851" y="6071"/>
                  <a:pt x="554962" y="5833"/>
                </a:cubicBezTo>
                <a:lnTo>
                  <a:pt x="554962" y="2652"/>
                </a:lnTo>
                <a:lnTo>
                  <a:pt x="589609" y="2652"/>
                </a:lnTo>
                <a:close/>
                <a:moveTo>
                  <a:pt x="677551" y="78131"/>
                </a:moveTo>
                <a:lnTo>
                  <a:pt x="632210" y="78131"/>
                </a:lnTo>
                <a:cubicBezTo>
                  <a:pt x="632740" y="89120"/>
                  <a:pt x="635657" y="97805"/>
                  <a:pt x="640960" y="104185"/>
                </a:cubicBezTo>
                <a:cubicBezTo>
                  <a:pt x="645026" y="109089"/>
                  <a:pt x="649916" y="111540"/>
                  <a:pt x="655632" y="111540"/>
                </a:cubicBezTo>
                <a:cubicBezTo>
                  <a:pt x="659167" y="111540"/>
                  <a:pt x="662378" y="110553"/>
                  <a:pt x="665265" y="108580"/>
                </a:cubicBezTo>
                <a:cubicBezTo>
                  <a:pt x="668153" y="106606"/>
                  <a:pt x="671246" y="103056"/>
                  <a:pt x="674546" y="97929"/>
                </a:cubicBezTo>
                <a:lnTo>
                  <a:pt x="677551" y="99874"/>
                </a:lnTo>
                <a:cubicBezTo>
                  <a:pt x="673073" y="109007"/>
                  <a:pt x="668123" y="115473"/>
                  <a:pt x="662702" y="119274"/>
                </a:cubicBezTo>
                <a:cubicBezTo>
                  <a:pt x="657281" y="123074"/>
                  <a:pt x="651006" y="124975"/>
                  <a:pt x="643877" y="124975"/>
                </a:cubicBezTo>
                <a:cubicBezTo>
                  <a:pt x="631621" y="124975"/>
                  <a:pt x="622340" y="120256"/>
                  <a:pt x="616036" y="110819"/>
                </a:cubicBezTo>
                <a:cubicBezTo>
                  <a:pt x="610968" y="103211"/>
                  <a:pt x="608435" y="93774"/>
                  <a:pt x="608435" y="82509"/>
                </a:cubicBezTo>
                <a:cubicBezTo>
                  <a:pt x="608435" y="68706"/>
                  <a:pt x="612161" y="57721"/>
                  <a:pt x="619615" y="49553"/>
                </a:cubicBezTo>
                <a:cubicBezTo>
                  <a:pt x="627069" y="41383"/>
                  <a:pt x="635804" y="37298"/>
                  <a:pt x="645821" y="37298"/>
                </a:cubicBezTo>
                <a:cubicBezTo>
                  <a:pt x="654188" y="37298"/>
                  <a:pt x="661450" y="40730"/>
                  <a:pt x="667608" y="47595"/>
                </a:cubicBezTo>
                <a:cubicBezTo>
                  <a:pt x="673765" y="54459"/>
                  <a:pt x="677079" y="64638"/>
                  <a:pt x="677551" y="78131"/>
                </a:cubicBezTo>
                <a:moveTo>
                  <a:pt x="655808" y="72298"/>
                </a:moveTo>
                <a:cubicBezTo>
                  <a:pt x="655808" y="62811"/>
                  <a:pt x="655293" y="56300"/>
                  <a:pt x="654262" y="52765"/>
                </a:cubicBezTo>
                <a:cubicBezTo>
                  <a:pt x="653231" y="49230"/>
                  <a:pt x="651625" y="46549"/>
                  <a:pt x="649445" y="44722"/>
                </a:cubicBezTo>
                <a:cubicBezTo>
                  <a:pt x="648207" y="43662"/>
                  <a:pt x="646558" y="43131"/>
                  <a:pt x="644495" y="43131"/>
                </a:cubicBezTo>
                <a:cubicBezTo>
                  <a:pt x="641431" y="43131"/>
                  <a:pt x="638927" y="44634"/>
                  <a:pt x="636983" y="47639"/>
                </a:cubicBezTo>
                <a:cubicBezTo>
                  <a:pt x="633506" y="52883"/>
                  <a:pt x="631768" y="60072"/>
                  <a:pt x="631768" y="69205"/>
                </a:cubicBezTo>
                <a:lnTo>
                  <a:pt x="631768" y="72298"/>
                </a:lnTo>
                <a:lnTo>
                  <a:pt x="655808" y="72298"/>
                </a:lnTo>
                <a:close/>
                <a:moveTo>
                  <a:pt x="737739" y="89975"/>
                </a:moveTo>
                <a:lnTo>
                  <a:pt x="686212" y="89975"/>
                </a:lnTo>
                <a:lnTo>
                  <a:pt x="686212" y="71591"/>
                </a:lnTo>
                <a:lnTo>
                  <a:pt x="737739" y="71591"/>
                </a:lnTo>
                <a:lnTo>
                  <a:pt x="737739" y="89975"/>
                </a:lnTo>
                <a:close/>
                <a:moveTo>
                  <a:pt x="780958" y="9369"/>
                </a:moveTo>
                <a:lnTo>
                  <a:pt x="780958" y="39773"/>
                </a:lnTo>
                <a:lnTo>
                  <a:pt x="800579" y="39773"/>
                </a:lnTo>
                <a:lnTo>
                  <a:pt x="800579" y="48434"/>
                </a:lnTo>
                <a:lnTo>
                  <a:pt x="780958" y="48434"/>
                </a:lnTo>
                <a:lnTo>
                  <a:pt x="780958" y="99570"/>
                </a:lnTo>
                <a:cubicBezTo>
                  <a:pt x="780958" y="104356"/>
                  <a:pt x="781179" y="107442"/>
                  <a:pt x="781621" y="108831"/>
                </a:cubicBezTo>
                <a:cubicBezTo>
                  <a:pt x="782062" y="110219"/>
                  <a:pt x="782843" y="111342"/>
                  <a:pt x="783963" y="112200"/>
                </a:cubicBezTo>
                <a:cubicBezTo>
                  <a:pt x="785082" y="113057"/>
                  <a:pt x="786113" y="113485"/>
                  <a:pt x="787056" y="113485"/>
                </a:cubicBezTo>
                <a:cubicBezTo>
                  <a:pt x="790886" y="113485"/>
                  <a:pt x="794510" y="110539"/>
                  <a:pt x="797927" y="104646"/>
                </a:cubicBezTo>
                <a:lnTo>
                  <a:pt x="800579" y="106610"/>
                </a:lnTo>
                <a:cubicBezTo>
                  <a:pt x="795806" y="118028"/>
                  <a:pt x="788058" y="123737"/>
                  <a:pt x="777334" y="123737"/>
                </a:cubicBezTo>
                <a:cubicBezTo>
                  <a:pt x="772090" y="123737"/>
                  <a:pt x="767656" y="122274"/>
                  <a:pt x="764032" y="119349"/>
                </a:cubicBezTo>
                <a:cubicBezTo>
                  <a:pt x="760408" y="116421"/>
                  <a:pt x="758096" y="113153"/>
                  <a:pt x="757094" y="109546"/>
                </a:cubicBezTo>
                <a:cubicBezTo>
                  <a:pt x="756505" y="107535"/>
                  <a:pt x="756210" y="102095"/>
                  <a:pt x="756210" y="93226"/>
                </a:cubicBezTo>
                <a:lnTo>
                  <a:pt x="756210" y="48434"/>
                </a:lnTo>
                <a:lnTo>
                  <a:pt x="745427" y="48434"/>
                </a:lnTo>
                <a:lnTo>
                  <a:pt x="745427" y="45333"/>
                </a:lnTo>
                <a:cubicBezTo>
                  <a:pt x="752852" y="40077"/>
                  <a:pt x="759171" y="34556"/>
                  <a:pt x="764386" y="28769"/>
                </a:cubicBezTo>
                <a:cubicBezTo>
                  <a:pt x="769600" y="22982"/>
                  <a:pt x="774152" y="16515"/>
                  <a:pt x="778041" y="9369"/>
                </a:cubicBezTo>
                <a:lnTo>
                  <a:pt x="780958" y="9369"/>
                </a:lnTo>
                <a:close/>
                <a:moveTo>
                  <a:pt x="847421" y="37298"/>
                </a:moveTo>
                <a:cubicBezTo>
                  <a:pt x="854609" y="37298"/>
                  <a:pt x="861297" y="39156"/>
                  <a:pt x="867484" y="42872"/>
                </a:cubicBezTo>
                <a:cubicBezTo>
                  <a:pt x="873671" y="46587"/>
                  <a:pt x="878370" y="51867"/>
                  <a:pt x="881581" y="58709"/>
                </a:cubicBezTo>
                <a:cubicBezTo>
                  <a:pt x="884793" y="65551"/>
                  <a:pt x="886398" y="73042"/>
                  <a:pt x="886398" y="81181"/>
                </a:cubicBezTo>
                <a:cubicBezTo>
                  <a:pt x="886398" y="92917"/>
                  <a:pt x="883423" y="102738"/>
                  <a:pt x="877471" y="110643"/>
                </a:cubicBezTo>
                <a:cubicBezTo>
                  <a:pt x="870283" y="120197"/>
                  <a:pt x="860354" y="124975"/>
                  <a:pt x="847686" y="124975"/>
                </a:cubicBezTo>
                <a:cubicBezTo>
                  <a:pt x="835253" y="124975"/>
                  <a:pt x="825678" y="120610"/>
                  <a:pt x="818961" y="111880"/>
                </a:cubicBezTo>
                <a:cubicBezTo>
                  <a:pt x="812244" y="103150"/>
                  <a:pt x="808886" y="93035"/>
                  <a:pt x="808886" y="81534"/>
                </a:cubicBezTo>
                <a:cubicBezTo>
                  <a:pt x="808886" y="69680"/>
                  <a:pt x="812318" y="59343"/>
                  <a:pt x="819182" y="50525"/>
                </a:cubicBezTo>
                <a:cubicBezTo>
                  <a:pt x="826047" y="41707"/>
                  <a:pt x="835460" y="37298"/>
                  <a:pt x="847421" y="37298"/>
                </a:cubicBezTo>
                <a:moveTo>
                  <a:pt x="847774" y="43485"/>
                </a:moveTo>
                <a:cubicBezTo>
                  <a:pt x="844769" y="43485"/>
                  <a:pt x="842192" y="44621"/>
                  <a:pt x="840041" y="46893"/>
                </a:cubicBezTo>
                <a:cubicBezTo>
                  <a:pt x="837890" y="49163"/>
                  <a:pt x="836476" y="53646"/>
                  <a:pt x="835798" y="60341"/>
                </a:cubicBezTo>
                <a:cubicBezTo>
                  <a:pt x="835121" y="67036"/>
                  <a:pt x="834782" y="76342"/>
                  <a:pt x="834782" y="88260"/>
                </a:cubicBezTo>
                <a:cubicBezTo>
                  <a:pt x="834782" y="94572"/>
                  <a:pt x="835194" y="100471"/>
                  <a:pt x="836019" y="105958"/>
                </a:cubicBezTo>
                <a:cubicBezTo>
                  <a:pt x="836668" y="110146"/>
                  <a:pt x="838052" y="113331"/>
                  <a:pt x="840173" y="115515"/>
                </a:cubicBezTo>
                <a:cubicBezTo>
                  <a:pt x="842295" y="117697"/>
                  <a:pt x="844710" y="118788"/>
                  <a:pt x="847421" y="118788"/>
                </a:cubicBezTo>
                <a:cubicBezTo>
                  <a:pt x="850072" y="118788"/>
                  <a:pt x="852282" y="118050"/>
                  <a:pt x="854050" y="116575"/>
                </a:cubicBezTo>
                <a:cubicBezTo>
                  <a:pt x="856348" y="114570"/>
                  <a:pt x="857880" y="111768"/>
                  <a:pt x="858646" y="108168"/>
                </a:cubicBezTo>
                <a:cubicBezTo>
                  <a:pt x="859824" y="102565"/>
                  <a:pt x="860413" y="91239"/>
                  <a:pt x="860413" y="74190"/>
                </a:cubicBezTo>
                <a:cubicBezTo>
                  <a:pt x="860413" y="64162"/>
                  <a:pt x="859854" y="57275"/>
                  <a:pt x="858734" y="53530"/>
                </a:cubicBezTo>
                <a:cubicBezTo>
                  <a:pt x="857614" y="49783"/>
                  <a:pt x="855965" y="47054"/>
                  <a:pt x="853785" y="45344"/>
                </a:cubicBezTo>
                <a:cubicBezTo>
                  <a:pt x="852253" y="44104"/>
                  <a:pt x="850249" y="43485"/>
                  <a:pt x="847774" y="43485"/>
                </a:cubicBezTo>
                <a:close/>
                <a:moveTo>
                  <a:pt x="930943" y="114104"/>
                </a:moveTo>
                <a:lnTo>
                  <a:pt x="930943" y="144773"/>
                </a:lnTo>
                <a:cubicBezTo>
                  <a:pt x="930943" y="149072"/>
                  <a:pt x="931282" y="151998"/>
                  <a:pt x="931959" y="153550"/>
                </a:cubicBezTo>
                <a:cubicBezTo>
                  <a:pt x="932637" y="155104"/>
                  <a:pt x="933683" y="156240"/>
                  <a:pt x="935097" y="156956"/>
                </a:cubicBezTo>
                <a:cubicBezTo>
                  <a:pt x="936511" y="157672"/>
                  <a:pt x="939281" y="158030"/>
                  <a:pt x="943405" y="158030"/>
                </a:cubicBezTo>
                <a:lnTo>
                  <a:pt x="943405" y="161212"/>
                </a:lnTo>
                <a:lnTo>
                  <a:pt x="896297" y="161212"/>
                </a:lnTo>
                <a:lnTo>
                  <a:pt x="896297" y="158030"/>
                </a:lnTo>
                <a:cubicBezTo>
                  <a:pt x="899950" y="157911"/>
                  <a:pt x="902660" y="156866"/>
                  <a:pt x="904428" y="154895"/>
                </a:cubicBezTo>
                <a:cubicBezTo>
                  <a:pt x="905606" y="153524"/>
                  <a:pt x="906196" y="149973"/>
                  <a:pt x="906196" y="144242"/>
                </a:cubicBezTo>
                <a:lnTo>
                  <a:pt x="906196" y="57096"/>
                </a:lnTo>
                <a:cubicBezTo>
                  <a:pt x="906196" y="51189"/>
                  <a:pt x="905518" y="47415"/>
                  <a:pt x="904163" y="45775"/>
                </a:cubicBezTo>
                <a:cubicBezTo>
                  <a:pt x="902808" y="44134"/>
                  <a:pt x="900185" y="43194"/>
                  <a:pt x="896297" y="42955"/>
                </a:cubicBezTo>
                <a:lnTo>
                  <a:pt x="896297" y="39773"/>
                </a:lnTo>
                <a:lnTo>
                  <a:pt x="930943" y="39773"/>
                </a:lnTo>
                <a:lnTo>
                  <a:pt x="930943" y="50644"/>
                </a:lnTo>
                <a:cubicBezTo>
                  <a:pt x="933830" y="46401"/>
                  <a:pt x="936776" y="43338"/>
                  <a:pt x="939781" y="41452"/>
                </a:cubicBezTo>
                <a:cubicBezTo>
                  <a:pt x="944083" y="38683"/>
                  <a:pt x="948767" y="37298"/>
                  <a:pt x="953834" y="37298"/>
                </a:cubicBezTo>
                <a:cubicBezTo>
                  <a:pt x="959903" y="37298"/>
                  <a:pt x="965427" y="39215"/>
                  <a:pt x="970406" y="43048"/>
                </a:cubicBezTo>
                <a:cubicBezTo>
                  <a:pt x="975385" y="46882"/>
                  <a:pt x="979171" y="52176"/>
                  <a:pt x="981764" y="58930"/>
                </a:cubicBezTo>
                <a:cubicBezTo>
                  <a:pt x="984356" y="65684"/>
                  <a:pt x="985653" y="72953"/>
                  <a:pt x="985653" y="80739"/>
                </a:cubicBezTo>
                <a:cubicBezTo>
                  <a:pt x="985653" y="89113"/>
                  <a:pt x="984312" y="96766"/>
                  <a:pt x="981631" y="103696"/>
                </a:cubicBezTo>
                <a:cubicBezTo>
                  <a:pt x="978950" y="110627"/>
                  <a:pt x="975061" y="115906"/>
                  <a:pt x="969964" y="119534"/>
                </a:cubicBezTo>
                <a:cubicBezTo>
                  <a:pt x="964868" y="123161"/>
                  <a:pt x="959196" y="124975"/>
                  <a:pt x="952951" y="124975"/>
                </a:cubicBezTo>
                <a:cubicBezTo>
                  <a:pt x="948414" y="124975"/>
                  <a:pt x="944171" y="123973"/>
                  <a:pt x="940223" y="121970"/>
                </a:cubicBezTo>
                <a:cubicBezTo>
                  <a:pt x="937277" y="120438"/>
                  <a:pt x="934184" y="117816"/>
                  <a:pt x="930943" y="114104"/>
                </a:cubicBezTo>
                <a:moveTo>
                  <a:pt x="930943" y="105163"/>
                </a:moveTo>
                <a:cubicBezTo>
                  <a:pt x="936010" y="112361"/>
                  <a:pt x="941431" y="115960"/>
                  <a:pt x="947206" y="115960"/>
                </a:cubicBezTo>
                <a:cubicBezTo>
                  <a:pt x="950387" y="115960"/>
                  <a:pt x="953010" y="114278"/>
                  <a:pt x="955072" y="110916"/>
                </a:cubicBezTo>
                <a:cubicBezTo>
                  <a:pt x="958136" y="105959"/>
                  <a:pt x="959668" y="96519"/>
                  <a:pt x="959668" y="82595"/>
                </a:cubicBezTo>
                <a:cubicBezTo>
                  <a:pt x="959668" y="68317"/>
                  <a:pt x="957988" y="58552"/>
                  <a:pt x="954630" y="53301"/>
                </a:cubicBezTo>
                <a:cubicBezTo>
                  <a:pt x="952391" y="49821"/>
                  <a:pt x="949386" y="48081"/>
                  <a:pt x="945615" y="48081"/>
                </a:cubicBezTo>
                <a:cubicBezTo>
                  <a:pt x="939664" y="48081"/>
                  <a:pt x="934773" y="52388"/>
                  <a:pt x="930943" y="61001"/>
                </a:cubicBezTo>
                <a:lnTo>
                  <a:pt x="930943" y="105163"/>
                </a:lnTo>
                <a:close/>
                <a:moveTo>
                  <a:pt x="1159592" y="0"/>
                </a:moveTo>
                <a:lnTo>
                  <a:pt x="1159592" y="41540"/>
                </a:lnTo>
                <a:lnTo>
                  <a:pt x="1156145" y="41540"/>
                </a:lnTo>
                <a:cubicBezTo>
                  <a:pt x="1153553" y="30642"/>
                  <a:pt x="1148721" y="22290"/>
                  <a:pt x="1141650" y="16486"/>
                </a:cubicBezTo>
                <a:cubicBezTo>
                  <a:pt x="1134580" y="10681"/>
                  <a:pt x="1126566" y="7778"/>
                  <a:pt x="1117610" y="7778"/>
                </a:cubicBezTo>
                <a:cubicBezTo>
                  <a:pt x="1110127" y="7778"/>
                  <a:pt x="1103262" y="9928"/>
                  <a:pt x="1097016" y="14230"/>
                </a:cubicBezTo>
                <a:cubicBezTo>
                  <a:pt x="1090771" y="18531"/>
                  <a:pt x="1086204" y="24158"/>
                  <a:pt x="1083317" y="31111"/>
                </a:cubicBezTo>
                <a:cubicBezTo>
                  <a:pt x="1079605" y="40008"/>
                  <a:pt x="1077749" y="49907"/>
                  <a:pt x="1077749" y="60808"/>
                </a:cubicBezTo>
                <a:cubicBezTo>
                  <a:pt x="1077749" y="71532"/>
                  <a:pt x="1079104" y="81298"/>
                  <a:pt x="1081814" y="90107"/>
                </a:cubicBezTo>
                <a:cubicBezTo>
                  <a:pt x="1084525" y="98916"/>
                  <a:pt x="1088767" y="105574"/>
                  <a:pt x="1094542" y="110082"/>
                </a:cubicBezTo>
                <a:cubicBezTo>
                  <a:pt x="1100316" y="114590"/>
                  <a:pt x="1107799" y="116843"/>
                  <a:pt x="1116991" y="116843"/>
                </a:cubicBezTo>
                <a:cubicBezTo>
                  <a:pt x="1124533" y="116843"/>
                  <a:pt x="1131442" y="115194"/>
                  <a:pt x="1137717" y="111894"/>
                </a:cubicBezTo>
                <a:cubicBezTo>
                  <a:pt x="1143992" y="108594"/>
                  <a:pt x="1150607" y="102908"/>
                  <a:pt x="1157559" y="94836"/>
                </a:cubicBezTo>
                <a:lnTo>
                  <a:pt x="1157559" y="105177"/>
                </a:lnTo>
                <a:cubicBezTo>
                  <a:pt x="1150842" y="112189"/>
                  <a:pt x="1143845" y="117271"/>
                  <a:pt x="1136568" y="120423"/>
                </a:cubicBezTo>
                <a:cubicBezTo>
                  <a:pt x="1129291" y="123575"/>
                  <a:pt x="1120792" y="125151"/>
                  <a:pt x="1111070" y="125151"/>
                </a:cubicBezTo>
                <a:cubicBezTo>
                  <a:pt x="1098283" y="125151"/>
                  <a:pt x="1086926" y="122592"/>
                  <a:pt x="1076998" y="117473"/>
                </a:cubicBezTo>
                <a:cubicBezTo>
                  <a:pt x="1067069" y="112354"/>
                  <a:pt x="1059409" y="105000"/>
                  <a:pt x="1054018" y="95410"/>
                </a:cubicBezTo>
                <a:cubicBezTo>
                  <a:pt x="1048626" y="85819"/>
                  <a:pt x="1045931" y="75610"/>
                  <a:pt x="1045931" y="64783"/>
                </a:cubicBezTo>
                <a:cubicBezTo>
                  <a:pt x="1045931" y="53368"/>
                  <a:pt x="1048921" y="42542"/>
                  <a:pt x="1054902" y="32304"/>
                </a:cubicBezTo>
                <a:cubicBezTo>
                  <a:pt x="1060882" y="22065"/>
                  <a:pt x="1068955" y="14121"/>
                  <a:pt x="1079119" y="8474"/>
                </a:cubicBezTo>
                <a:cubicBezTo>
                  <a:pt x="1089283" y="2825"/>
                  <a:pt x="1100080" y="0"/>
                  <a:pt x="1111511" y="0"/>
                </a:cubicBezTo>
                <a:cubicBezTo>
                  <a:pt x="1119937" y="0"/>
                  <a:pt x="1128835" y="1827"/>
                  <a:pt x="1138203" y="5480"/>
                </a:cubicBezTo>
                <a:cubicBezTo>
                  <a:pt x="1143624" y="7601"/>
                  <a:pt x="1147071" y="8662"/>
                  <a:pt x="1148544" y="8662"/>
                </a:cubicBezTo>
                <a:cubicBezTo>
                  <a:pt x="1150430" y="8662"/>
                  <a:pt x="1152065" y="7969"/>
                  <a:pt x="1153450" y="6585"/>
                </a:cubicBezTo>
                <a:cubicBezTo>
                  <a:pt x="1154834" y="5200"/>
                  <a:pt x="1155733" y="3005"/>
                  <a:pt x="1156145" y="0"/>
                </a:cubicBezTo>
                <a:lnTo>
                  <a:pt x="1159592" y="0"/>
                </a:lnTo>
                <a:close/>
                <a:moveTo>
                  <a:pt x="1214567" y="37298"/>
                </a:moveTo>
                <a:cubicBezTo>
                  <a:pt x="1221755" y="37298"/>
                  <a:pt x="1228443" y="39156"/>
                  <a:pt x="1234630" y="42872"/>
                </a:cubicBezTo>
                <a:cubicBezTo>
                  <a:pt x="1240817" y="46587"/>
                  <a:pt x="1245516" y="51867"/>
                  <a:pt x="1248727" y="58709"/>
                </a:cubicBezTo>
                <a:cubicBezTo>
                  <a:pt x="1251938" y="65551"/>
                  <a:pt x="1253544" y="73042"/>
                  <a:pt x="1253544" y="81181"/>
                </a:cubicBezTo>
                <a:cubicBezTo>
                  <a:pt x="1253544" y="92917"/>
                  <a:pt x="1250568" y="102738"/>
                  <a:pt x="1244617" y="110643"/>
                </a:cubicBezTo>
                <a:cubicBezTo>
                  <a:pt x="1237429" y="120197"/>
                  <a:pt x="1227500" y="124975"/>
                  <a:pt x="1214832" y="124975"/>
                </a:cubicBezTo>
                <a:cubicBezTo>
                  <a:pt x="1202399" y="124975"/>
                  <a:pt x="1192824" y="120610"/>
                  <a:pt x="1186107" y="111880"/>
                </a:cubicBezTo>
                <a:cubicBezTo>
                  <a:pt x="1179390" y="103150"/>
                  <a:pt x="1176031" y="93035"/>
                  <a:pt x="1176031" y="81534"/>
                </a:cubicBezTo>
                <a:cubicBezTo>
                  <a:pt x="1176031" y="69680"/>
                  <a:pt x="1179464" y="59343"/>
                  <a:pt x="1186328" y="50525"/>
                </a:cubicBezTo>
                <a:cubicBezTo>
                  <a:pt x="1193193" y="41707"/>
                  <a:pt x="1202605" y="37298"/>
                  <a:pt x="1214567" y="37298"/>
                </a:cubicBezTo>
                <a:moveTo>
                  <a:pt x="1214920" y="43485"/>
                </a:moveTo>
                <a:cubicBezTo>
                  <a:pt x="1211915" y="43485"/>
                  <a:pt x="1209337" y="44621"/>
                  <a:pt x="1207187" y="46893"/>
                </a:cubicBezTo>
                <a:cubicBezTo>
                  <a:pt x="1205036" y="49163"/>
                  <a:pt x="1203622" y="53646"/>
                  <a:pt x="1202944" y="60341"/>
                </a:cubicBezTo>
                <a:cubicBezTo>
                  <a:pt x="1202267" y="67036"/>
                  <a:pt x="1201928" y="76342"/>
                  <a:pt x="1201928" y="88260"/>
                </a:cubicBezTo>
                <a:cubicBezTo>
                  <a:pt x="1201928" y="94572"/>
                  <a:pt x="1202340" y="100471"/>
                  <a:pt x="1203165" y="105958"/>
                </a:cubicBezTo>
                <a:cubicBezTo>
                  <a:pt x="1203813" y="110146"/>
                  <a:pt x="1205198" y="113331"/>
                  <a:pt x="1207319" y="115515"/>
                </a:cubicBezTo>
                <a:cubicBezTo>
                  <a:pt x="1209441" y="117697"/>
                  <a:pt x="1211856" y="118788"/>
                  <a:pt x="1214567" y="118788"/>
                </a:cubicBezTo>
                <a:cubicBezTo>
                  <a:pt x="1217218" y="118788"/>
                  <a:pt x="1219428" y="118050"/>
                  <a:pt x="1221196" y="116575"/>
                </a:cubicBezTo>
                <a:cubicBezTo>
                  <a:pt x="1223494" y="114570"/>
                  <a:pt x="1225026" y="111768"/>
                  <a:pt x="1225792" y="108168"/>
                </a:cubicBezTo>
                <a:cubicBezTo>
                  <a:pt x="1226970" y="102565"/>
                  <a:pt x="1227559" y="91239"/>
                  <a:pt x="1227559" y="74190"/>
                </a:cubicBezTo>
                <a:cubicBezTo>
                  <a:pt x="1227559" y="64162"/>
                  <a:pt x="1226999" y="57275"/>
                  <a:pt x="1225880" y="53530"/>
                </a:cubicBezTo>
                <a:cubicBezTo>
                  <a:pt x="1224760" y="49783"/>
                  <a:pt x="1223111" y="47054"/>
                  <a:pt x="1220930" y="45344"/>
                </a:cubicBezTo>
                <a:cubicBezTo>
                  <a:pt x="1219398" y="44104"/>
                  <a:pt x="1217395" y="43485"/>
                  <a:pt x="1214920" y="43485"/>
                </a:cubicBezTo>
                <a:close/>
                <a:moveTo>
                  <a:pt x="1333531" y="101130"/>
                </a:moveTo>
                <a:lnTo>
                  <a:pt x="1336271" y="103249"/>
                </a:lnTo>
                <a:cubicBezTo>
                  <a:pt x="1332382" y="110579"/>
                  <a:pt x="1327536" y="116033"/>
                  <a:pt x="1321732" y="119611"/>
                </a:cubicBezTo>
                <a:cubicBezTo>
                  <a:pt x="1315928" y="123187"/>
                  <a:pt x="1309756" y="124975"/>
                  <a:pt x="1303215" y="124975"/>
                </a:cubicBezTo>
                <a:cubicBezTo>
                  <a:pt x="1292197" y="124975"/>
                  <a:pt x="1283388" y="120817"/>
                  <a:pt x="1276789" y="112502"/>
                </a:cubicBezTo>
                <a:cubicBezTo>
                  <a:pt x="1270189" y="104184"/>
                  <a:pt x="1266890" y="94187"/>
                  <a:pt x="1266890" y="82509"/>
                </a:cubicBezTo>
                <a:cubicBezTo>
                  <a:pt x="1266890" y="71242"/>
                  <a:pt x="1269895" y="61333"/>
                  <a:pt x="1275905" y="52782"/>
                </a:cubicBezTo>
                <a:cubicBezTo>
                  <a:pt x="1283152" y="42459"/>
                  <a:pt x="1293140" y="37298"/>
                  <a:pt x="1305867" y="37298"/>
                </a:cubicBezTo>
                <a:cubicBezTo>
                  <a:pt x="1314411" y="37298"/>
                  <a:pt x="1321202" y="39455"/>
                  <a:pt x="1326239" y="43769"/>
                </a:cubicBezTo>
                <a:cubicBezTo>
                  <a:pt x="1331277" y="48082"/>
                  <a:pt x="1333796" y="52897"/>
                  <a:pt x="1333796" y="58215"/>
                </a:cubicBezTo>
                <a:cubicBezTo>
                  <a:pt x="1333796" y="61582"/>
                  <a:pt x="1332780" y="64271"/>
                  <a:pt x="1330747" y="66280"/>
                </a:cubicBezTo>
                <a:cubicBezTo>
                  <a:pt x="1328714" y="68288"/>
                  <a:pt x="1326048" y="69293"/>
                  <a:pt x="1322748" y="69293"/>
                </a:cubicBezTo>
                <a:cubicBezTo>
                  <a:pt x="1319272" y="69293"/>
                  <a:pt x="1316399" y="68140"/>
                  <a:pt x="1314131" y="65835"/>
                </a:cubicBezTo>
                <a:cubicBezTo>
                  <a:pt x="1311862" y="63528"/>
                  <a:pt x="1310463" y="59418"/>
                  <a:pt x="1309933" y="53505"/>
                </a:cubicBezTo>
                <a:cubicBezTo>
                  <a:pt x="1309579" y="49780"/>
                  <a:pt x="1308725" y="47179"/>
                  <a:pt x="1307369" y="45700"/>
                </a:cubicBezTo>
                <a:cubicBezTo>
                  <a:pt x="1306014" y="44223"/>
                  <a:pt x="1304423" y="43485"/>
                  <a:pt x="1302597" y="43485"/>
                </a:cubicBezTo>
                <a:cubicBezTo>
                  <a:pt x="1299768" y="43485"/>
                  <a:pt x="1297353" y="44987"/>
                  <a:pt x="1295349" y="47992"/>
                </a:cubicBezTo>
                <a:cubicBezTo>
                  <a:pt x="1292285" y="52529"/>
                  <a:pt x="1290753" y="59482"/>
                  <a:pt x="1290753" y="68851"/>
                </a:cubicBezTo>
                <a:cubicBezTo>
                  <a:pt x="1290753" y="76629"/>
                  <a:pt x="1291991" y="84068"/>
                  <a:pt x="1294465" y="91168"/>
                </a:cubicBezTo>
                <a:cubicBezTo>
                  <a:pt x="1296940" y="98268"/>
                  <a:pt x="1300328" y="103556"/>
                  <a:pt x="1304630" y="107033"/>
                </a:cubicBezTo>
                <a:cubicBezTo>
                  <a:pt x="1307870" y="109566"/>
                  <a:pt x="1311700" y="110833"/>
                  <a:pt x="1316119" y="110833"/>
                </a:cubicBezTo>
                <a:cubicBezTo>
                  <a:pt x="1319007" y="110833"/>
                  <a:pt x="1321747" y="110158"/>
                  <a:pt x="1324339" y="108806"/>
                </a:cubicBezTo>
                <a:cubicBezTo>
                  <a:pt x="1326932" y="107453"/>
                  <a:pt x="1329996" y="104894"/>
                  <a:pt x="1333531" y="101130"/>
                </a:cubicBezTo>
                <a:close/>
                <a:moveTo>
                  <a:pt x="1380020" y="2652"/>
                </a:moveTo>
                <a:lnTo>
                  <a:pt x="1380020" y="81556"/>
                </a:lnTo>
                <a:lnTo>
                  <a:pt x="1399200" y="62700"/>
                </a:lnTo>
                <a:cubicBezTo>
                  <a:pt x="1403148" y="58859"/>
                  <a:pt x="1405608" y="56072"/>
                  <a:pt x="1406580" y="54339"/>
                </a:cubicBezTo>
                <a:cubicBezTo>
                  <a:pt x="1407552" y="52607"/>
                  <a:pt x="1408038" y="50933"/>
                  <a:pt x="1408038" y="49318"/>
                </a:cubicBezTo>
                <a:cubicBezTo>
                  <a:pt x="1408038" y="47705"/>
                  <a:pt x="1407390" y="46361"/>
                  <a:pt x="1406094" y="45286"/>
                </a:cubicBezTo>
                <a:cubicBezTo>
                  <a:pt x="1404797" y="44210"/>
                  <a:pt x="1402264" y="43433"/>
                  <a:pt x="1398493" y="42955"/>
                </a:cubicBezTo>
                <a:lnTo>
                  <a:pt x="1398493" y="39773"/>
                </a:lnTo>
                <a:lnTo>
                  <a:pt x="1435525" y="39773"/>
                </a:lnTo>
                <a:lnTo>
                  <a:pt x="1435525" y="42955"/>
                </a:lnTo>
                <a:cubicBezTo>
                  <a:pt x="1431990" y="43133"/>
                  <a:pt x="1428897" y="43982"/>
                  <a:pt x="1426245" y="45501"/>
                </a:cubicBezTo>
                <a:cubicBezTo>
                  <a:pt x="1423594" y="47020"/>
                  <a:pt x="1418408" y="51592"/>
                  <a:pt x="1410690" y="59217"/>
                </a:cubicBezTo>
                <a:lnTo>
                  <a:pt x="1401674" y="68130"/>
                </a:lnTo>
                <a:lnTo>
                  <a:pt x="1421119" y="96523"/>
                </a:lnTo>
                <a:cubicBezTo>
                  <a:pt x="1428956" y="108069"/>
                  <a:pt x="1433610" y="114547"/>
                  <a:pt x="1435084" y="115960"/>
                </a:cubicBezTo>
                <a:cubicBezTo>
                  <a:pt x="1437087" y="117963"/>
                  <a:pt x="1439621" y="119082"/>
                  <a:pt x="1442685" y="119318"/>
                </a:cubicBezTo>
                <a:lnTo>
                  <a:pt x="1442685" y="122500"/>
                </a:lnTo>
                <a:lnTo>
                  <a:pt x="1399995" y="122500"/>
                </a:lnTo>
                <a:lnTo>
                  <a:pt x="1399995" y="119318"/>
                </a:lnTo>
                <a:cubicBezTo>
                  <a:pt x="1401881" y="119318"/>
                  <a:pt x="1403251" y="118965"/>
                  <a:pt x="1404105" y="118258"/>
                </a:cubicBezTo>
                <a:cubicBezTo>
                  <a:pt x="1404959" y="117549"/>
                  <a:pt x="1405387" y="116782"/>
                  <a:pt x="1405387" y="115957"/>
                </a:cubicBezTo>
                <a:cubicBezTo>
                  <a:pt x="1405387" y="114600"/>
                  <a:pt x="1404149" y="112093"/>
                  <a:pt x="1401674" y="108436"/>
                </a:cubicBezTo>
                <a:lnTo>
                  <a:pt x="1385323" y="84459"/>
                </a:lnTo>
                <a:lnTo>
                  <a:pt x="1380020" y="89710"/>
                </a:lnTo>
                <a:lnTo>
                  <a:pt x="1380020" y="104470"/>
                </a:lnTo>
                <a:cubicBezTo>
                  <a:pt x="1380020" y="110813"/>
                  <a:pt x="1380610" y="114770"/>
                  <a:pt x="1381788" y="116341"/>
                </a:cubicBezTo>
                <a:cubicBezTo>
                  <a:pt x="1382967" y="117911"/>
                  <a:pt x="1385382" y="118904"/>
                  <a:pt x="1389036" y="119318"/>
                </a:cubicBezTo>
                <a:lnTo>
                  <a:pt x="1389036" y="122500"/>
                </a:lnTo>
                <a:lnTo>
                  <a:pt x="1346346" y="122500"/>
                </a:lnTo>
                <a:lnTo>
                  <a:pt x="1346346" y="119318"/>
                </a:lnTo>
                <a:cubicBezTo>
                  <a:pt x="1349823" y="118963"/>
                  <a:pt x="1352297" y="117837"/>
                  <a:pt x="1353770" y="115940"/>
                </a:cubicBezTo>
                <a:cubicBezTo>
                  <a:pt x="1354772" y="114637"/>
                  <a:pt x="1355273" y="110813"/>
                  <a:pt x="1355273" y="104470"/>
                </a:cubicBezTo>
                <a:lnTo>
                  <a:pt x="1355273" y="20682"/>
                </a:lnTo>
                <a:cubicBezTo>
                  <a:pt x="1355273" y="14361"/>
                  <a:pt x="1354698" y="10425"/>
                  <a:pt x="1353549" y="8874"/>
                </a:cubicBezTo>
                <a:cubicBezTo>
                  <a:pt x="1352400" y="7324"/>
                  <a:pt x="1349999" y="6310"/>
                  <a:pt x="1346346" y="5833"/>
                </a:cubicBezTo>
                <a:lnTo>
                  <a:pt x="1346346" y="2652"/>
                </a:lnTo>
                <a:lnTo>
                  <a:pt x="1380020" y="2652"/>
                </a:lnTo>
                <a:close/>
                <a:moveTo>
                  <a:pt x="1479098" y="114104"/>
                </a:moveTo>
                <a:lnTo>
                  <a:pt x="1479098" y="144773"/>
                </a:lnTo>
                <a:cubicBezTo>
                  <a:pt x="1479098" y="149072"/>
                  <a:pt x="1479437" y="151998"/>
                  <a:pt x="1480115" y="153550"/>
                </a:cubicBezTo>
                <a:cubicBezTo>
                  <a:pt x="1480792" y="155104"/>
                  <a:pt x="1481838" y="156240"/>
                  <a:pt x="1483252" y="156956"/>
                </a:cubicBezTo>
                <a:cubicBezTo>
                  <a:pt x="1484667" y="157672"/>
                  <a:pt x="1487436" y="158030"/>
                  <a:pt x="1491561" y="158030"/>
                </a:cubicBezTo>
                <a:lnTo>
                  <a:pt x="1491561" y="161212"/>
                </a:lnTo>
                <a:lnTo>
                  <a:pt x="1444452" y="161212"/>
                </a:lnTo>
                <a:lnTo>
                  <a:pt x="1444452" y="158030"/>
                </a:lnTo>
                <a:cubicBezTo>
                  <a:pt x="1448105" y="157911"/>
                  <a:pt x="1450816" y="156866"/>
                  <a:pt x="1452583" y="154895"/>
                </a:cubicBezTo>
                <a:cubicBezTo>
                  <a:pt x="1453762" y="153524"/>
                  <a:pt x="1454351" y="149973"/>
                  <a:pt x="1454351" y="144242"/>
                </a:cubicBezTo>
                <a:lnTo>
                  <a:pt x="1454351" y="57096"/>
                </a:lnTo>
                <a:cubicBezTo>
                  <a:pt x="1454351" y="51189"/>
                  <a:pt x="1453673" y="47415"/>
                  <a:pt x="1452318" y="45775"/>
                </a:cubicBezTo>
                <a:cubicBezTo>
                  <a:pt x="1450963" y="44134"/>
                  <a:pt x="1448341" y="43194"/>
                  <a:pt x="1444452" y="42955"/>
                </a:cubicBezTo>
                <a:lnTo>
                  <a:pt x="1444452" y="39773"/>
                </a:lnTo>
                <a:lnTo>
                  <a:pt x="1479098" y="39773"/>
                </a:lnTo>
                <a:lnTo>
                  <a:pt x="1479098" y="50644"/>
                </a:lnTo>
                <a:cubicBezTo>
                  <a:pt x="1481986" y="46401"/>
                  <a:pt x="1484932" y="43338"/>
                  <a:pt x="1487937" y="41452"/>
                </a:cubicBezTo>
                <a:cubicBezTo>
                  <a:pt x="1492238" y="38683"/>
                  <a:pt x="1496922" y="37298"/>
                  <a:pt x="1501990" y="37298"/>
                </a:cubicBezTo>
                <a:cubicBezTo>
                  <a:pt x="1508059" y="37298"/>
                  <a:pt x="1513583" y="39215"/>
                  <a:pt x="1518562" y="43048"/>
                </a:cubicBezTo>
                <a:cubicBezTo>
                  <a:pt x="1523541" y="46882"/>
                  <a:pt x="1527326" y="52176"/>
                  <a:pt x="1529919" y="58930"/>
                </a:cubicBezTo>
                <a:cubicBezTo>
                  <a:pt x="1532512" y="65684"/>
                  <a:pt x="1533808" y="72953"/>
                  <a:pt x="1533808" y="80739"/>
                </a:cubicBezTo>
                <a:cubicBezTo>
                  <a:pt x="1533808" y="89113"/>
                  <a:pt x="1532467" y="96766"/>
                  <a:pt x="1529787" y="103696"/>
                </a:cubicBezTo>
                <a:cubicBezTo>
                  <a:pt x="1527106" y="110627"/>
                  <a:pt x="1523217" y="115906"/>
                  <a:pt x="1518120" y="119534"/>
                </a:cubicBezTo>
                <a:cubicBezTo>
                  <a:pt x="1513023" y="123161"/>
                  <a:pt x="1507352" y="124975"/>
                  <a:pt x="1501106" y="124975"/>
                </a:cubicBezTo>
                <a:cubicBezTo>
                  <a:pt x="1496569" y="124975"/>
                  <a:pt x="1492327" y="123973"/>
                  <a:pt x="1488379" y="121970"/>
                </a:cubicBezTo>
                <a:cubicBezTo>
                  <a:pt x="1485433" y="120438"/>
                  <a:pt x="1482339" y="117816"/>
                  <a:pt x="1479098" y="114104"/>
                </a:cubicBezTo>
                <a:moveTo>
                  <a:pt x="1479098" y="105163"/>
                </a:moveTo>
                <a:cubicBezTo>
                  <a:pt x="1484166" y="112361"/>
                  <a:pt x="1489587" y="115960"/>
                  <a:pt x="1495361" y="115960"/>
                </a:cubicBezTo>
                <a:cubicBezTo>
                  <a:pt x="1498543" y="115960"/>
                  <a:pt x="1501165" y="114278"/>
                  <a:pt x="1503227" y="110916"/>
                </a:cubicBezTo>
                <a:cubicBezTo>
                  <a:pt x="1506291" y="105959"/>
                  <a:pt x="1507823" y="96519"/>
                  <a:pt x="1507823" y="82595"/>
                </a:cubicBezTo>
                <a:cubicBezTo>
                  <a:pt x="1507823" y="68317"/>
                  <a:pt x="1506144" y="58552"/>
                  <a:pt x="1502785" y="53301"/>
                </a:cubicBezTo>
                <a:cubicBezTo>
                  <a:pt x="1500546" y="49821"/>
                  <a:pt x="1497541" y="48081"/>
                  <a:pt x="1493770" y="48081"/>
                </a:cubicBezTo>
                <a:cubicBezTo>
                  <a:pt x="1487819" y="48081"/>
                  <a:pt x="1482928" y="52388"/>
                  <a:pt x="1479098" y="61001"/>
                </a:cubicBezTo>
                <a:lnTo>
                  <a:pt x="1479098" y="105163"/>
                </a:lnTo>
                <a:close/>
                <a:moveTo>
                  <a:pt x="1567659" y="0"/>
                </a:moveTo>
                <a:cubicBezTo>
                  <a:pt x="1571489" y="0"/>
                  <a:pt x="1574730" y="1345"/>
                  <a:pt x="1577381" y="4035"/>
                </a:cubicBezTo>
                <a:cubicBezTo>
                  <a:pt x="1580033" y="6724"/>
                  <a:pt x="1581359" y="9960"/>
                  <a:pt x="1581359" y="13744"/>
                </a:cubicBezTo>
                <a:cubicBezTo>
                  <a:pt x="1581359" y="17528"/>
                  <a:pt x="1580018" y="20750"/>
                  <a:pt x="1577337" y="23411"/>
                </a:cubicBezTo>
                <a:cubicBezTo>
                  <a:pt x="1574656" y="26070"/>
                  <a:pt x="1571430" y="27399"/>
                  <a:pt x="1567659" y="27399"/>
                </a:cubicBezTo>
                <a:cubicBezTo>
                  <a:pt x="1563888" y="27399"/>
                  <a:pt x="1560677" y="26070"/>
                  <a:pt x="1558025" y="23411"/>
                </a:cubicBezTo>
                <a:cubicBezTo>
                  <a:pt x="1555374" y="20750"/>
                  <a:pt x="1554048" y="17528"/>
                  <a:pt x="1554048" y="13744"/>
                </a:cubicBezTo>
                <a:cubicBezTo>
                  <a:pt x="1554048" y="9960"/>
                  <a:pt x="1555374" y="6724"/>
                  <a:pt x="1558025" y="4035"/>
                </a:cubicBezTo>
                <a:cubicBezTo>
                  <a:pt x="1560677" y="1345"/>
                  <a:pt x="1563888" y="0"/>
                  <a:pt x="1567659" y="0"/>
                </a:cubicBezTo>
                <a:moveTo>
                  <a:pt x="1580033" y="39773"/>
                </a:moveTo>
                <a:lnTo>
                  <a:pt x="1580033" y="105354"/>
                </a:lnTo>
                <a:cubicBezTo>
                  <a:pt x="1580033" y="111187"/>
                  <a:pt x="1580711" y="114914"/>
                  <a:pt x="1582066" y="116534"/>
                </a:cubicBezTo>
                <a:cubicBezTo>
                  <a:pt x="1583421" y="118154"/>
                  <a:pt x="1586073" y="119082"/>
                  <a:pt x="1590020" y="119318"/>
                </a:cubicBezTo>
                <a:lnTo>
                  <a:pt x="1590020" y="122500"/>
                </a:lnTo>
                <a:lnTo>
                  <a:pt x="1545387" y="122500"/>
                </a:lnTo>
                <a:lnTo>
                  <a:pt x="1545387" y="119318"/>
                </a:lnTo>
                <a:cubicBezTo>
                  <a:pt x="1549040" y="119200"/>
                  <a:pt x="1551750" y="118140"/>
                  <a:pt x="1553518" y="116136"/>
                </a:cubicBezTo>
                <a:cubicBezTo>
                  <a:pt x="1554696" y="114781"/>
                  <a:pt x="1555286" y="111187"/>
                  <a:pt x="1555286" y="105354"/>
                </a:cubicBezTo>
                <a:lnTo>
                  <a:pt x="1555286" y="57096"/>
                </a:lnTo>
                <a:cubicBezTo>
                  <a:pt x="1555286" y="51189"/>
                  <a:pt x="1554608" y="47415"/>
                  <a:pt x="1553253" y="45775"/>
                </a:cubicBezTo>
                <a:cubicBezTo>
                  <a:pt x="1551897" y="44134"/>
                  <a:pt x="1549275" y="43194"/>
                  <a:pt x="1545387" y="42955"/>
                </a:cubicBezTo>
                <a:lnTo>
                  <a:pt x="1545387" y="39773"/>
                </a:lnTo>
                <a:lnTo>
                  <a:pt x="1580033" y="39773"/>
                </a:lnTo>
                <a:close/>
                <a:moveTo>
                  <a:pt x="1630855" y="9369"/>
                </a:moveTo>
                <a:lnTo>
                  <a:pt x="1630855" y="39773"/>
                </a:lnTo>
                <a:lnTo>
                  <a:pt x="1650476" y="39773"/>
                </a:lnTo>
                <a:lnTo>
                  <a:pt x="1650476" y="48434"/>
                </a:lnTo>
                <a:lnTo>
                  <a:pt x="1630855" y="48434"/>
                </a:lnTo>
                <a:lnTo>
                  <a:pt x="1630855" y="99570"/>
                </a:lnTo>
                <a:cubicBezTo>
                  <a:pt x="1630855" y="104356"/>
                  <a:pt x="1631076" y="107442"/>
                  <a:pt x="1631518" y="108831"/>
                </a:cubicBezTo>
                <a:cubicBezTo>
                  <a:pt x="1631960" y="110219"/>
                  <a:pt x="1632740" y="111342"/>
                  <a:pt x="1633860" y="112200"/>
                </a:cubicBezTo>
                <a:cubicBezTo>
                  <a:pt x="1634979" y="113057"/>
                  <a:pt x="1636010" y="113485"/>
                  <a:pt x="1636953" y="113485"/>
                </a:cubicBezTo>
                <a:cubicBezTo>
                  <a:pt x="1640783" y="113485"/>
                  <a:pt x="1644407" y="110539"/>
                  <a:pt x="1647824" y="104646"/>
                </a:cubicBezTo>
                <a:lnTo>
                  <a:pt x="1650476" y="106610"/>
                </a:lnTo>
                <a:cubicBezTo>
                  <a:pt x="1645703" y="118028"/>
                  <a:pt x="1637955" y="123737"/>
                  <a:pt x="1627231" y="123737"/>
                </a:cubicBezTo>
                <a:cubicBezTo>
                  <a:pt x="1621987" y="123737"/>
                  <a:pt x="1617553" y="122274"/>
                  <a:pt x="1613929" y="119349"/>
                </a:cubicBezTo>
                <a:cubicBezTo>
                  <a:pt x="1610305" y="116421"/>
                  <a:pt x="1607993" y="113153"/>
                  <a:pt x="1606991" y="109546"/>
                </a:cubicBezTo>
                <a:cubicBezTo>
                  <a:pt x="1606402" y="107535"/>
                  <a:pt x="1606107" y="102095"/>
                  <a:pt x="1606107" y="93226"/>
                </a:cubicBezTo>
                <a:lnTo>
                  <a:pt x="1606107" y="48434"/>
                </a:lnTo>
                <a:lnTo>
                  <a:pt x="1595324" y="48434"/>
                </a:lnTo>
                <a:lnTo>
                  <a:pt x="1595324" y="45333"/>
                </a:lnTo>
                <a:cubicBezTo>
                  <a:pt x="1602749" y="40077"/>
                  <a:pt x="1609068" y="34556"/>
                  <a:pt x="1614283" y="28769"/>
                </a:cubicBezTo>
                <a:cubicBezTo>
                  <a:pt x="1619497" y="22982"/>
                  <a:pt x="1624049" y="16515"/>
                  <a:pt x="1627938" y="9369"/>
                </a:cubicBezTo>
                <a:lnTo>
                  <a:pt x="1630855" y="9369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97758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6" name="Text (ii)AttackerSetup">
            <a:extLst xmlns:a="http://schemas.openxmlformats.org/drawingml/2006/main">
              <a:ext uri="{FF2B5EF4-FFF2-40B4-BE49-F238E27FC236}">
                <a16:creationId xmlns:a16="http://schemas.microsoft.com/office/drawing/2014/main" id="{4A9D10F7-0728-4E0C-BBD2-6636E2096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8852" y="690573"/>
            <a:ext cx="1409360" cy="161212"/>
          </a:xfrm>
          <a:custGeom xmlns:a="http://schemas.openxmlformats.org/drawingml/2006/main">
            <a:pathLst>
              <a:path w="1409360" h="161212">
                <a:moveTo>
                  <a:pt x="50909" y="0"/>
                </a:moveTo>
                <a:lnTo>
                  <a:pt x="50909" y="4066"/>
                </a:lnTo>
                <a:cubicBezTo>
                  <a:pt x="44781" y="8071"/>
                  <a:pt x="40274" y="11987"/>
                  <a:pt x="37386" y="15815"/>
                </a:cubicBezTo>
                <a:cubicBezTo>
                  <a:pt x="33380" y="21115"/>
                  <a:pt x="30257" y="27915"/>
                  <a:pt x="28018" y="36218"/>
                </a:cubicBezTo>
                <a:cubicBezTo>
                  <a:pt x="25189" y="46524"/>
                  <a:pt x="23775" y="60922"/>
                  <a:pt x="23775" y="79413"/>
                </a:cubicBezTo>
                <a:cubicBezTo>
                  <a:pt x="23775" y="96843"/>
                  <a:pt x="25057" y="110387"/>
                  <a:pt x="27620" y="120045"/>
                </a:cubicBezTo>
                <a:cubicBezTo>
                  <a:pt x="30183" y="129702"/>
                  <a:pt x="33674" y="137505"/>
                  <a:pt x="38093" y="143452"/>
                </a:cubicBezTo>
                <a:cubicBezTo>
                  <a:pt x="41157" y="147575"/>
                  <a:pt x="45429" y="151197"/>
                  <a:pt x="50909" y="154318"/>
                </a:cubicBezTo>
                <a:lnTo>
                  <a:pt x="50909" y="158737"/>
                </a:lnTo>
                <a:cubicBezTo>
                  <a:pt x="36709" y="153966"/>
                  <a:pt x="24674" y="144234"/>
                  <a:pt x="14804" y="129540"/>
                </a:cubicBezTo>
                <a:cubicBezTo>
                  <a:pt x="4935" y="114848"/>
                  <a:pt x="0" y="97962"/>
                  <a:pt x="0" y="78883"/>
                </a:cubicBezTo>
                <a:cubicBezTo>
                  <a:pt x="0" y="60038"/>
                  <a:pt x="4920" y="43359"/>
                  <a:pt x="14760" y="28843"/>
                </a:cubicBezTo>
                <a:cubicBezTo>
                  <a:pt x="24600" y="14326"/>
                  <a:pt x="36650" y="4712"/>
                  <a:pt x="50909" y="0"/>
                </a:cubicBezTo>
                <a:close/>
                <a:moveTo>
                  <a:pt x="79013" y="0"/>
                </a:moveTo>
                <a:cubicBezTo>
                  <a:pt x="82843" y="0"/>
                  <a:pt x="86084" y="1345"/>
                  <a:pt x="88736" y="4035"/>
                </a:cubicBezTo>
                <a:cubicBezTo>
                  <a:pt x="91387" y="6724"/>
                  <a:pt x="92713" y="9960"/>
                  <a:pt x="92713" y="13744"/>
                </a:cubicBezTo>
                <a:cubicBezTo>
                  <a:pt x="92713" y="17528"/>
                  <a:pt x="91372" y="20750"/>
                  <a:pt x="88692" y="23411"/>
                </a:cubicBezTo>
                <a:cubicBezTo>
                  <a:pt x="86011" y="26070"/>
                  <a:pt x="82785" y="27399"/>
                  <a:pt x="79013" y="27399"/>
                </a:cubicBezTo>
                <a:cubicBezTo>
                  <a:pt x="75242" y="27399"/>
                  <a:pt x="72031" y="26070"/>
                  <a:pt x="69380" y="23411"/>
                </a:cubicBezTo>
                <a:cubicBezTo>
                  <a:pt x="66728" y="20750"/>
                  <a:pt x="65402" y="17528"/>
                  <a:pt x="65402" y="13744"/>
                </a:cubicBezTo>
                <a:cubicBezTo>
                  <a:pt x="65402" y="9960"/>
                  <a:pt x="66728" y="6724"/>
                  <a:pt x="69380" y="4035"/>
                </a:cubicBezTo>
                <a:cubicBezTo>
                  <a:pt x="72031" y="1345"/>
                  <a:pt x="75242" y="0"/>
                  <a:pt x="79013" y="0"/>
                </a:cubicBezTo>
                <a:moveTo>
                  <a:pt x="91387" y="39773"/>
                </a:moveTo>
                <a:lnTo>
                  <a:pt x="91387" y="105354"/>
                </a:lnTo>
                <a:cubicBezTo>
                  <a:pt x="91387" y="111187"/>
                  <a:pt x="92065" y="114914"/>
                  <a:pt x="93420" y="116534"/>
                </a:cubicBezTo>
                <a:cubicBezTo>
                  <a:pt x="94775" y="118154"/>
                  <a:pt x="97427" y="119082"/>
                  <a:pt x="101375" y="119318"/>
                </a:cubicBezTo>
                <a:lnTo>
                  <a:pt x="101375" y="122500"/>
                </a:lnTo>
                <a:lnTo>
                  <a:pt x="56741" y="122500"/>
                </a:lnTo>
                <a:lnTo>
                  <a:pt x="56741" y="119318"/>
                </a:lnTo>
                <a:cubicBezTo>
                  <a:pt x="60394" y="119200"/>
                  <a:pt x="63104" y="118140"/>
                  <a:pt x="64872" y="116136"/>
                </a:cubicBezTo>
                <a:cubicBezTo>
                  <a:pt x="66051" y="114781"/>
                  <a:pt x="66640" y="111187"/>
                  <a:pt x="66640" y="105354"/>
                </a:cubicBezTo>
                <a:lnTo>
                  <a:pt x="66640" y="57096"/>
                </a:lnTo>
                <a:cubicBezTo>
                  <a:pt x="66640" y="51189"/>
                  <a:pt x="65962" y="47415"/>
                  <a:pt x="64607" y="45775"/>
                </a:cubicBezTo>
                <a:cubicBezTo>
                  <a:pt x="63252" y="44134"/>
                  <a:pt x="60630" y="43194"/>
                  <a:pt x="56741" y="42955"/>
                </a:cubicBezTo>
                <a:lnTo>
                  <a:pt x="56741" y="39773"/>
                </a:lnTo>
                <a:lnTo>
                  <a:pt x="91387" y="39773"/>
                </a:lnTo>
                <a:close/>
                <a:moveTo>
                  <a:pt x="129305" y="0"/>
                </a:moveTo>
                <a:cubicBezTo>
                  <a:pt x="133135" y="0"/>
                  <a:pt x="136376" y="1345"/>
                  <a:pt x="139028" y="4035"/>
                </a:cubicBezTo>
                <a:cubicBezTo>
                  <a:pt x="141679" y="6724"/>
                  <a:pt x="143005" y="9960"/>
                  <a:pt x="143005" y="13744"/>
                </a:cubicBezTo>
                <a:cubicBezTo>
                  <a:pt x="143005" y="17528"/>
                  <a:pt x="141664" y="20750"/>
                  <a:pt x="138984" y="23411"/>
                </a:cubicBezTo>
                <a:cubicBezTo>
                  <a:pt x="136303" y="26070"/>
                  <a:pt x="133077" y="27399"/>
                  <a:pt x="129305" y="27399"/>
                </a:cubicBezTo>
                <a:cubicBezTo>
                  <a:pt x="125534" y="27399"/>
                  <a:pt x="122323" y="26070"/>
                  <a:pt x="119672" y="23411"/>
                </a:cubicBezTo>
                <a:cubicBezTo>
                  <a:pt x="117020" y="20750"/>
                  <a:pt x="115694" y="17528"/>
                  <a:pt x="115694" y="13744"/>
                </a:cubicBezTo>
                <a:cubicBezTo>
                  <a:pt x="115694" y="9960"/>
                  <a:pt x="117020" y="6724"/>
                  <a:pt x="119672" y="4035"/>
                </a:cubicBezTo>
                <a:cubicBezTo>
                  <a:pt x="122323" y="1345"/>
                  <a:pt x="125534" y="0"/>
                  <a:pt x="129305" y="0"/>
                </a:cubicBezTo>
                <a:moveTo>
                  <a:pt x="141679" y="39773"/>
                </a:moveTo>
                <a:lnTo>
                  <a:pt x="141679" y="105354"/>
                </a:lnTo>
                <a:cubicBezTo>
                  <a:pt x="141679" y="111187"/>
                  <a:pt x="142357" y="114914"/>
                  <a:pt x="143712" y="116534"/>
                </a:cubicBezTo>
                <a:cubicBezTo>
                  <a:pt x="145067" y="118154"/>
                  <a:pt x="147719" y="119082"/>
                  <a:pt x="151667" y="119318"/>
                </a:cubicBezTo>
                <a:lnTo>
                  <a:pt x="151667" y="122500"/>
                </a:lnTo>
                <a:lnTo>
                  <a:pt x="107033" y="122500"/>
                </a:lnTo>
                <a:lnTo>
                  <a:pt x="107033" y="119318"/>
                </a:lnTo>
                <a:cubicBezTo>
                  <a:pt x="110686" y="119200"/>
                  <a:pt x="113396" y="118140"/>
                  <a:pt x="115164" y="116136"/>
                </a:cubicBezTo>
                <a:cubicBezTo>
                  <a:pt x="116343" y="114781"/>
                  <a:pt x="116932" y="111187"/>
                  <a:pt x="116932" y="105354"/>
                </a:cubicBezTo>
                <a:lnTo>
                  <a:pt x="116932" y="57096"/>
                </a:lnTo>
                <a:cubicBezTo>
                  <a:pt x="116932" y="51189"/>
                  <a:pt x="116254" y="47415"/>
                  <a:pt x="114899" y="45775"/>
                </a:cubicBezTo>
                <a:cubicBezTo>
                  <a:pt x="113544" y="44134"/>
                  <a:pt x="110922" y="43194"/>
                  <a:pt x="107033" y="42955"/>
                </a:cubicBezTo>
                <a:lnTo>
                  <a:pt x="107033" y="39773"/>
                </a:lnTo>
                <a:lnTo>
                  <a:pt x="141679" y="39773"/>
                </a:lnTo>
                <a:close/>
                <a:moveTo>
                  <a:pt x="155822" y="158737"/>
                </a:moveTo>
                <a:lnTo>
                  <a:pt x="155822" y="154672"/>
                </a:lnTo>
                <a:cubicBezTo>
                  <a:pt x="161950" y="150608"/>
                  <a:pt x="166457" y="146663"/>
                  <a:pt x="169344" y="142837"/>
                </a:cubicBezTo>
                <a:cubicBezTo>
                  <a:pt x="173292" y="137535"/>
                  <a:pt x="176415" y="130763"/>
                  <a:pt x="178713" y="122519"/>
                </a:cubicBezTo>
                <a:cubicBezTo>
                  <a:pt x="181541" y="112154"/>
                  <a:pt x="182955" y="97727"/>
                  <a:pt x="182955" y="79236"/>
                </a:cubicBezTo>
                <a:cubicBezTo>
                  <a:pt x="182955" y="61806"/>
                  <a:pt x="181674" y="48277"/>
                  <a:pt x="179111" y="38649"/>
                </a:cubicBezTo>
                <a:cubicBezTo>
                  <a:pt x="176548" y="29020"/>
                  <a:pt x="173057" y="21232"/>
                  <a:pt x="168637" y="15285"/>
                </a:cubicBezTo>
                <a:cubicBezTo>
                  <a:pt x="165573" y="11162"/>
                  <a:pt x="161301" y="7540"/>
                  <a:pt x="155822" y="4419"/>
                </a:cubicBezTo>
                <a:lnTo>
                  <a:pt x="155822" y="0"/>
                </a:lnTo>
                <a:cubicBezTo>
                  <a:pt x="170022" y="4771"/>
                  <a:pt x="182057" y="14503"/>
                  <a:pt x="191926" y="29197"/>
                </a:cubicBezTo>
                <a:cubicBezTo>
                  <a:pt x="201796" y="43889"/>
                  <a:pt x="206731" y="60775"/>
                  <a:pt x="206731" y="79855"/>
                </a:cubicBezTo>
                <a:cubicBezTo>
                  <a:pt x="206731" y="98640"/>
                  <a:pt x="201796" y="115290"/>
                  <a:pt x="191926" y="129805"/>
                </a:cubicBezTo>
                <a:cubicBezTo>
                  <a:pt x="182057" y="144322"/>
                  <a:pt x="170022" y="153966"/>
                  <a:pt x="155822" y="158737"/>
                </a:cubicBezTo>
                <a:close/>
                <a:moveTo>
                  <a:pt x="324452" y="88207"/>
                </a:moveTo>
                <a:lnTo>
                  <a:pt x="282116" y="88207"/>
                </a:lnTo>
                <a:lnTo>
                  <a:pt x="277078" y="99932"/>
                </a:lnTo>
                <a:cubicBezTo>
                  <a:pt x="275429" y="103863"/>
                  <a:pt x="274604" y="107109"/>
                  <a:pt x="274604" y="109671"/>
                </a:cubicBezTo>
                <a:cubicBezTo>
                  <a:pt x="274604" y="113064"/>
                  <a:pt x="275959" y="115566"/>
                  <a:pt x="278669" y="117175"/>
                </a:cubicBezTo>
                <a:cubicBezTo>
                  <a:pt x="280260" y="118127"/>
                  <a:pt x="284179" y="118841"/>
                  <a:pt x="290424" y="119318"/>
                </a:cubicBezTo>
                <a:lnTo>
                  <a:pt x="290424" y="122500"/>
                </a:lnTo>
                <a:lnTo>
                  <a:pt x="250563" y="122500"/>
                </a:lnTo>
                <a:lnTo>
                  <a:pt x="250563" y="119318"/>
                </a:lnTo>
                <a:cubicBezTo>
                  <a:pt x="254865" y="118664"/>
                  <a:pt x="258400" y="116865"/>
                  <a:pt x="261169" y="113921"/>
                </a:cubicBezTo>
                <a:cubicBezTo>
                  <a:pt x="263939" y="110975"/>
                  <a:pt x="267356" y="104891"/>
                  <a:pt x="271422" y="95670"/>
                </a:cubicBezTo>
                <a:lnTo>
                  <a:pt x="314288" y="0"/>
                </a:lnTo>
                <a:lnTo>
                  <a:pt x="315967" y="0"/>
                </a:lnTo>
                <a:lnTo>
                  <a:pt x="359187" y="98335"/>
                </a:lnTo>
                <a:cubicBezTo>
                  <a:pt x="363312" y="107741"/>
                  <a:pt x="366700" y="113663"/>
                  <a:pt x="369351" y="116103"/>
                </a:cubicBezTo>
                <a:cubicBezTo>
                  <a:pt x="371354" y="117948"/>
                  <a:pt x="374183" y="119020"/>
                  <a:pt x="377836" y="119318"/>
                </a:cubicBezTo>
                <a:lnTo>
                  <a:pt x="377836" y="122500"/>
                </a:lnTo>
                <a:lnTo>
                  <a:pt x="319856" y="122500"/>
                </a:lnTo>
                <a:lnTo>
                  <a:pt x="319856" y="119318"/>
                </a:lnTo>
                <a:lnTo>
                  <a:pt x="322243" y="119318"/>
                </a:lnTo>
                <a:cubicBezTo>
                  <a:pt x="326897" y="119318"/>
                  <a:pt x="330168" y="118659"/>
                  <a:pt x="332053" y="117341"/>
                </a:cubicBezTo>
                <a:cubicBezTo>
                  <a:pt x="333349" y="116383"/>
                  <a:pt x="333998" y="115005"/>
                  <a:pt x="333998" y="113206"/>
                </a:cubicBezTo>
                <a:cubicBezTo>
                  <a:pt x="333998" y="112129"/>
                  <a:pt x="333821" y="111020"/>
                  <a:pt x="333467" y="109880"/>
                </a:cubicBezTo>
                <a:cubicBezTo>
                  <a:pt x="333349" y="109343"/>
                  <a:pt x="332466" y="107096"/>
                  <a:pt x="330816" y="103141"/>
                </a:cubicBezTo>
                <a:lnTo>
                  <a:pt x="324452" y="88207"/>
                </a:lnTo>
                <a:moveTo>
                  <a:pt x="321447" y="81667"/>
                </a:moveTo>
                <a:lnTo>
                  <a:pt x="303594" y="40342"/>
                </a:lnTo>
                <a:lnTo>
                  <a:pt x="285210" y="81667"/>
                </a:lnTo>
                <a:lnTo>
                  <a:pt x="321447" y="81667"/>
                </a:lnTo>
                <a:close/>
                <a:moveTo>
                  <a:pt x="418758" y="9369"/>
                </a:moveTo>
                <a:lnTo>
                  <a:pt x="418758" y="39773"/>
                </a:lnTo>
                <a:lnTo>
                  <a:pt x="438379" y="39773"/>
                </a:lnTo>
                <a:lnTo>
                  <a:pt x="438379" y="48434"/>
                </a:lnTo>
                <a:lnTo>
                  <a:pt x="418758" y="48434"/>
                </a:lnTo>
                <a:lnTo>
                  <a:pt x="418758" y="99570"/>
                </a:lnTo>
                <a:cubicBezTo>
                  <a:pt x="418758" y="104356"/>
                  <a:pt x="418979" y="107442"/>
                  <a:pt x="419421" y="108831"/>
                </a:cubicBezTo>
                <a:cubicBezTo>
                  <a:pt x="419863" y="110219"/>
                  <a:pt x="420643" y="111342"/>
                  <a:pt x="421763" y="112200"/>
                </a:cubicBezTo>
                <a:cubicBezTo>
                  <a:pt x="422882" y="113057"/>
                  <a:pt x="423914" y="113485"/>
                  <a:pt x="424856" y="113485"/>
                </a:cubicBezTo>
                <a:cubicBezTo>
                  <a:pt x="428686" y="113485"/>
                  <a:pt x="432310" y="110539"/>
                  <a:pt x="435727" y="104646"/>
                </a:cubicBezTo>
                <a:lnTo>
                  <a:pt x="438379" y="106610"/>
                </a:lnTo>
                <a:cubicBezTo>
                  <a:pt x="433606" y="118028"/>
                  <a:pt x="425858" y="123737"/>
                  <a:pt x="415134" y="123737"/>
                </a:cubicBezTo>
                <a:cubicBezTo>
                  <a:pt x="409890" y="123737"/>
                  <a:pt x="405456" y="122274"/>
                  <a:pt x="401832" y="119349"/>
                </a:cubicBezTo>
                <a:cubicBezTo>
                  <a:pt x="398209" y="116421"/>
                  <a:pt x="395896" y="113153"/>
                  <a:pt x="394894" y="109546"/>
                </a:cubicBezTo>
                <a:cubicBezTo>
                  <a:pt x="394305" y="107535"/>
                  <a:pt x="394010" y="102095"/>
                  <a:pt x="394010" y="93226"/>
                </a:cubicBezTo>
                <a:lnTo>
                  <a:pt x="394010" y="48434"/>
                </a:lnTo>
                <a:lnTo>
                  <a:pt x="383227" y="48434"/>
                </a:lnTo>
                <a:lnTo>
                  <a:pt x="383227" y="45333"/>
                </a:lnTo>
                <a:cubicBezTo>
                  <a:pt x="390652" y="40077"/>
                  <a:pt x="396971" y="34556"/>
                  <a:pt x="402186" y="28769"/>
                </a:cubicBezTo>
                <a:cubicBezTo>
                  <a:pt x="407400" y="22982"/>
                  <a:pt x="411952" y="16515"/>
                  <a:pt x="415841" y="9369"/>
                </a:cubicBezTo>
                <a:lnTo>
                  <a:pt x="418758" y="9369"/>
                </a:lnTo>
                <a:close/>
                <a:moveTo>
                  <a:pt x="479034" y="9369"/>
                </a:moveTo>
                <a:lnTo>
                  <a:pt x="479034" y="39773"/>
                </a:lnTo>
                <a:lnTo>
                  <a:pt x="498655" y="39773"/>
                </a:lnTo>
                <a:lnTo>
                  <a:pt x="498655" y="48434"/>
                </a:lnTo>
                <a:lnTo>
                  <a:pt x="479034" y="48434"/>
                </a:lnTo>
                <a:lnTo>
                  <a:pt x="479034" y="99570"/>
                </a:lnTo>
                <a:cubicBezTo>
                  <a:pt x="479034" y="104356"/>
                  <a:pt x="479255" y="107442"/>
                  <a:pt x="479697" y="108831"/>
                </a:cubicBezTo>
                <a:cubicBezTo>
                  <a:pt x="480139" y="110219"/>
                  <a:pt x="480919" y="111342"/>
                  <a:pt x="482039" y="112200"/>
                </a:cubicBezTo>
                <a:cubicBezTo>
                  <a:pt x="483158" y="113057"/>
                  <a:pt x="484190" y="113485"/>
                  <a:pt x="485132" y="113485"/>
                </a:cubicBezTo>
                <a:cubicBezTo>
                  <a:pt x="488962" y="113485"/>
                  <a:pt x="492586" y="110539"/>
                  <a:pt x="496004" y="104646"/>
                </a:cubicBezTo>
                <a:lnTo>
                  <a:pt x="498655" y="106610"/>
                </a:lnTo>
                <a:cubicBezTo>
                  <a:pt x="493882" y="118028"/>
                  <a:pt x="486134" y="123737"/>
                  <a:pt x="475410" y="123737"/>
                </a:cubicBezTo>
                <a:cubicBezTo>
                  <a:pt x="470166" y="123737"/>
                  <a:pt x="465732" y="122274"/>
                  <a:pt x="462108" y="119349"/>
                </a:cubicBezTo>
                <a:cubicBezTo>
                  <a:pt x="458485" y="116421"/>
                  <a:pt x="456172" y="113153"/>
                  <a:pt x="455170" y="109546"/>
                </a:cubicBezTo>
                <a:cubicBezTo>
                  <a:pt x="454581" y="107535"/>
                  <a:pt x="454286" y="102095"/>
                  <a:pt x="454286" y="93226"/>
                </a:cubicBezTo>
                <a:lnTo>
                  <a:pt x="454286" y="48434"/>
                </a:lnTo>
                <a:lnTo>
                  <a:pt x="443504" y="48434"/>
                </a:lnTo>
                <a:lnTo>
                  <a:pt x="443504" y="45333"/>
                </a:lnTo>
                <a:cubicBezTo>
                  <a:pt x="450928" y="40077"/>
                  <a:pt x="457247" y="34556"/>
                  <a:pt x="462462" y="28769"/>
                </a:cubicBezTo>
                <a:cubicBezTo>
                  <a:pt x="467677" y="22982"/>
                  <a:pt x="472228" y="16515"/>
                  <a:pt x="476117" y="9369"/>
                </a:cubicBezTo>
                <a:lnTo>
                  <a:pt x="479034" y="9369"/>
                </a:lnTo>
                <a:close/>
                <a:moveTo>
                  <a:pt x="552126" y="110303"/>
                </a:moveTo>
                <a:cubicBezTo>
                  <a:pt x="542050" y="119259"/>
                  <a:pt x="533006" y="123737"/>
                  <a:pt x="524992" y="123737"/>
                </a:cubicBezTo>
                <a:cubicBezTo>
                  <a:pt x="520278" y="123737"/>
                  <a:pt x="516360" y="122186"/>
                  <a:pt x="513237" y="119083"/>
                </a:cubicBezTo>
                <a:cubicBezTo>
                  <a:pt x="510114" y="115979"/>
                  <a:pt x="508553" y="112092"/>
                  <a:pt x="508553" y="107422"/>
                </a:cubicBezTo>
                <a:cubicBezTo>
                  <a:pt x="508553" y="101095"/>
                  <a:pt x="511263" y="95405"/>
                  <a:pt x="516684" y="90350"/>
                </a:cubicBezTo>
                <a:cubicBezTo>
                  <a:pt x="522105" y="85296"/>
                  <a:pt x="533919" y="78571"/>
                  <a:pt x="552126" y="70177"/>
                </a:cubicBezTo>
                <a:lnTo>
                  <a:pt x="552126" y="61869"/>
                </a:lnTo>
                <a:cubicBezTo>
                  <a:pt x="552126" y="55623"/>
                  <a:pt x="551787" y="51690"/>
                  <a:pt x="551110" y="50069"/>
                </a:cubicBezTo>
                <a:cubicBezTo>
                  <a:pt x="550432" y="48449"/>
                  <a:pt x="549150" y="47035"/>
                  <a:pt x="547265" y="45827"/>
                </a:cubicBezTo>
                <a:cubicBezTo>
                  <a:pt x="545379" y="44619"/>
                  <a:pt x="543258" y="44015"/>
                  <a:pt x="540901" y="44015"/>
                </a:cubicBezTo>
                <a:cubicBezTo>
                  <a:pt x="537071" y="44015"/>
                  <a:pt x="533919" y="44870"/>
                  <a:pt x="531444" y="46578"/>
                </a:cubicBezTo>
                <a:cubicBezTo>
                  <a:pt x="529912" y="47639"/>
                  <a:pt x="529146" y="48876"/>
                  <a:pt x="529146" y="50290"/>
                </a:cubicBezTo>
                <a:cubicBezTo>
                  <a:pt x="529146" y="51528"/>
                  <a:pt x="529971" y="53060"/>
                  <a:pt x="531621" y="54886"/>
                </a:cubicBezTo>
                <a:cubicBezTo>
                  <a:pt x="533860" y="57420"/>
                  <a:pt x="534979" y="59865"/>
                  <a:pt x="534979" y="62222"/>
                </a:cubicBezTo>
                <a:cubicBezTo>
                  <a:pt x="534979" y="65109"/>
                  <a:pt x="533904" y="67569"/>
                  <a:pt x="531753" y="69602"/>
                </a:cubicBezTo>
                <a:cubicBezTo>
                  <a:pt x="529603" y="71635"/>
                  <a:pt x="526789" y="72651"/>
                  <a:pt x="523313" y="72651"/>
                </a:cubicBezTo>
                <a:cubicBezTo>
                  <a:pt x="519601" y="72651"/>
                  <a:pt x="516493" y="71532"/>
                  <a:pt x="513988" y="69293"/>
                </a:cubicBezTo>
                <a:cubicBezTo>
                  <a:pt x="511484" y="67054"/>
                  <a:pt x="510232" y="64432"/>
                  <a:pt x="510232" y="61427"/>
                </a:cubicBezTo>
                <a:cubicBezTo>
                  <a:pt x="510232" y="57184"/>
                  <a:pt x="511911" y="53133"/>
                  <a:pt x="515270" y="49274"/>
                </a:cubicBezTo>
                <a:cubicBezTo>
                  <a:pt x="518628" y="45415"/>
                  <a:pt x="523313" y="42454"/>
                  <a:pt x="529323" y="40391"/>
                </a:cubicBezTo>
                <a:cubicBezTo>
                  <a:pt x="535333" y="38329"/>
                  <a:pt x="541579" y="37298"/>
                  <a:pt x="548060" y="37298"/>
                </a:cubicBezTo>
                <a:cubicBezTo>
                  <a:pt x="555897" y="37298"/>
                  <a:pt x="562099" y="38967"/>
                  <a:pt x="566665" y="42305"/>
                </a:cubicBezTo>
                <a:cubicBezTo>
                  <a:pt x="571232" y="45642"/>
                  <a:pt x="574192" y="49259"/>
                  <a:pt x="575548" y="53157"/>
                </a:cubicBezTo>
                <a:cubicBezTo>
                  <a:pt x="576373" y="55638"/>
                  <a:pt x="576785" y="61337"/>
                  <a:pt x="576785" y="70254"/>
                </a:cubicBezTo>
                <a:lnTo>
                  <a:pt x="576785" y="102412"/>
                </a:lnTo>
                <a:cubicBezTo>
                  <a:pt x="576785" y="106192"/>
                  <a:pt x="576932" y="108570"/>
                  <a:pt x="577227" y="109546"/>
                </a:cubicBezTo>
                <a:cubicBezTo>
                  <a:pt x="577522" y="110520"/>
                  <a:pt x="577963" y="111244"/>
                  <a:pt x="578553" y="111717"/>
                </a:cubicBezTo>
                <a:cubicBezTo>
                  <a:pt x="579142" y="112189"/>
                  <a:pt x="579820" y="112424"/>
                  <a:pt x="580586" y="112424"/>
                </a:cubicBezTo>
                <a:cubicBezTo>
                  <a:pt x="582118" y="112424"/>
                  <a:pt x="583679" y="111334"/>
                  <a:pt x="585270" y="109154"/>
                </a:cubicBezTo>
                <a:lnTo>
                  <a:pt x="587921" y="111275"/>
                </a:lnTo>
                <a:cubicBezTo>
                  <a:pt x="584975" y="115635"/>
                  <a:pt x="581926" y="118803"/>
                  <a:pt x="578774" y="120776"/>
                </a:cubicBezTo>
                <a:cubicBezTo>
                  <a:pt x="575621" y="122750"/>
                  <a:pt x="572042" y="123737"/>
                  <a:pt x="568035" y="123737"/>
                </a:cubicBezTo>
                <a:cubicBezTo>
                  <a:pt x="563321" y="123737"/>
                  <a:pt x="559639" y="122625"/>
                  <a:pt x="556987" y="120401"/>
                </a:cubicBezTo>
                <a:cubicBezTo>
                  <a:pt x="554336" y="118177"/>
                  <a:pt x="552715" y="114811"/>
                  <a:pt x="552126" y="110303"/>
                </a:cubicBezTo>
                <a:moveTo>
                  <a:pt x="552126" y="103763"/>
                </a:moveTo>
                <a:lnTo>
                  <a:pt x="552126" y="76115"/>
                </a:lnTo>
                <a:cubicBezTo>
                  <a:pt x="544996" y="80319"/>
                  <a:pt x="539693" y="84819"/>
                  <a:pt x="536217" y="89616"/>
                </a:cubicBezTo>
                <a:cubicBezTo>
                  <a:pt x="533919" y="92812"/>
                  <a:pt x="532770" y="96039"/>
                  <a:pt x="532770" y="99296"/>
                </a:cubicBezTo>
                <a:cubicBezTo>
                  <a:pt x="532770" y="102020"/>
                  <a:pt x="533742" y="104418"/>
                  <a:pt x="535687" y="106491"/>
                </a:cubicBezTo>
                <a:cubicBezTo>
                  <a:pt x="537160" y="108090"/>
                  <a:pt x="539222" y="108889"/>
                  <a:pt x="541873" y="108889"/>
                </a:cubicBezTo>
                <a:cubicBezTo>
                  <a:pt x="544820" y="108889"/>
                  <a:pt x="548237" y="107180"/>
                  <a:pt x="552126" y="103763"/>
                </a:cubicBezTo>
                <a:close/>
                <a:moveTo>
                  <a:pt x="664461" y="101130"/>
                </a:moveTo>
                <a:lnTo>
                  <a:pt x="667201" y="103249"/>
                </a:lnTo>
                <a:cubicBezTo>
                  <a:pt x="663312" y="110579"/>
                  <a:pt x="658466" y="116033"/>
                  <a:pt x="652662" y="119611"/>
                </a:cubicBezTo>
                <a:cubicBezTo>
                  <a:pt x="646858" y="123187"/>
                  <a:pt x="640686" y="124975"/>
                  <a:pt x="634146" y="124975"/>
                </a:cubicBezTo>
                <a:cubicBezTo>
                  <a:pt x="623127" y="124975"/>
                  <a:pt x="614318" y="120817"/>
                  <a:pt x="607719" y="112502"/>
                </a:cubicBezTo>
                <a:cubicBezTo>
                  <a:pt x="601120" y="104184"/>
                  <a:pt x="597820" y="94187"/>
                  <a:pt x="597820" y="82509"/>
                </a:cubicBezTo>
                <a:cubicBezTo>
                  <a:pt x="597820" y="71242"/>
                  <a:pt x="600825" y="61333"/>
                  <a:pt x="606835" y="52782"/>
                </a:cubicBezTo>
                <a:cubicBezTo>
                  <a:pt x="614083" y="42459"/>
                  <a:pt x="624070" y="37298"/>
                  <a:pt x="636797" y="37298"/>
                </a:cubicBezTo>
                <a:cubicBezTo>
                  <a:pt x="645341" y="37298"/>
                  <a:pt x="652132" y="39455"/>
                  <a:pt x="657170" y="43769"/>
                </a:cubicBezTo>
                <a:cubicBezTo>
                  <a:pt x="662208" y="48082"/>
                  <a:pt x="664727" y="52897"/>
                  <a:pt x="664727" y="58215"/>
                </a:cubicBezTo>
                <a:cubicBezTo>
                  <a:pt x="664727" y="61582"/>
                  <a:pt x="663710" y="64271"/>
                  <a:pt x="661677" y="66280"/>
                </a:cubicBezTo>
                <a:cubicBezTo>
                  <a:pt x="659645" y="68288"/>
                  <a:pt x="656978" y="69293"/>
                  <a:pt x="653679" y="69293"/>
                </a:cubicBezTo>
                <a:cubicBezTo>
                  <a:pt x="650202" y="69293"/>
                  <a:pt x="647330" y="68140"/>
                  <a:pt x="645061" y="65835"/>
                </a:cubicBezTo>
                <a:cubicBezTo>
                  <a:pt x="642793" y="63528"/>
                  <a:pt x="641393" y="59418"/>
                  <a:pt x="640863" y="53505"/>
                </a:cubicBezTo>
                <a:cubicBezTo>
                  <a:pt x="640509" y="49780"/>
                  <a:pt x="639655" y="47179"/>
                  <a:pt x="638300" y="45700"/>
                </a:cubicBezTo>
                <a:cubicBezTo>
                  <a:pt x="636945" y="44223"/>
                  <a:pt x="635354" y="43485"/>
                  <a:pt x="633527" y="43485"/>
                </a:cubicBezTo>
                <a:cubicBezTo>
                  <a:pt x="630699" y="43485"/>
                  <a:pt x="628283" y="44987"/>
                  <a:pt x="626280" y="47992"/>
                </a:cubicBezTo>
                <a:cubicBezTo>
                  <a:pt x="623216" y="52529"/>
                  <a:pt x="621684" y="59482"/>
                  <a:pt x="621684" y="68851"/>
                </a:cubicBezTo>
                <a:cubicBezTo>
                  <a:pt x="621684" y="76629"/>
                  <a:pt x="622921" y="84068"/>
                  <a:pt x="625396" y="91168"/>
                </a:cubicBezTo>
                <a:cubicBezTo>
                  <a:pt x="627871" y="98268"/>
                  <a:pt x="631259" y="103556"/>
                  <a:pt x="635560" y="107033"/>
                </a:cubicBezTo>
                <a:cubicBezTo>
                  <a:pt x="638801" y="109566"/>
                  <a:pt x="642631" y="110833"/>
                  <a:pt x="647050" y="110833"/>
                </a:cubicBezTo>
                <a:cubicBezTo>
                  <a:pt x="649937" y="110833"/>
                  <a:pt x="652677" y="110158"/>
                  <a:pt x="655270" y="108806"/>
                </a:cubicBezTo>
                <a:cubicBezTo>
                  <a:pt x="657862" y="107453"/>
                  <a:pt x="660926" y="104894"/>
                  <a:pt x="664461" y="101130"/>
                </a:cubicBezTo>
                <a:close/>
                <a:moveTo>
                  <a:pt x="710950" y="2652"/>
                </a:moveTo>
                <a:lnTo>
                  <a:pt x="710950" y="81556"/>
                </a:lnTo>
                <a:lnTo>
                  <a:pt x="730130" y="62700"/>
                </a:lnTo>
                <a:cubicBezTo>
                  <a:pt x="734077" y="58859"/>
                  <a:pt x="736537" y="56072"/>
                  <a:pt x="737510" y="54339"/>
                </a:cubicBezTo>
                <a:cubicBezTo>
                  <a:pt x="738482" y="52607"/>
                  <a:pt x="738968" y="50933"/>
                  <a:pt x="738968" y="49318"/>
                </a:cubicBezTo>
                <a:cubicBezTo>
                  <a:pt x="738968" y="47705"/>
                  <a:pt x="738320" y="46361"/>
                  <a:pt x="737023" y="45286"/>
                </a:cubicBezTo>
                <a:cubicBezTo>
                  <a:pt x="735727" y="44210"/>
                  <a:pt x="733193" y="43433"/>
                  <a:pt x="729422" y="42955"/>
                </a:cubicBezTo>
                <a:lnTo>
                  <a:pt x="729422" y="39773"/>
                </a:lnTo>
                <a:lnTo>
                  <a:pt x="766455" y="39773"/>
                </a:lnTo>
                <a:lnTo>
                  <a:pt x="766455" y="42955"/>
                </a:lnTo>
                <a:cubicBezTo>
                  <a:pt x="762920" y="43133"/>
                  <a:pt x="759826" y="43982"/>
                  <a:pt x="757175" y="45501"/>
                </a:cubicBezTo>
                <a:cubicBezTo>
                  <a:pt x="754523" y="47020"/>
                  <a:pt x="749338" y="51592"/>
                  <a:pt x="741619" y="59217"/>
                </a:cubicBezTo>
                <a:lnTo>
                  <a:pt x="732604" y="68130"/>
                </a:lnTo>
                <a:lnTo>
                  <a:pt x="752049" y="96523"/>
                </a:lnTo>
                <a:cubicBezTo>
                  <a:pt x="759885" y="108069"/>
                  <a:pt x="764540" y="114547"/>
                  <a:pt x="766013" y="115960"/>
                </a:cubicBezTo>
                <a:cubicBezTo>
                  <a:pt x="768017" y="117963"/>
                  <a:pt x="770550" y="119082"/>
                  <a:pt x="773614" y="119318"/>
                </a:cubicBezTo>
                <a:lnTo>
                  <a:pt x="773614" y="122500"/>
                </a:lnTo>
                <a:lnTo>
                  <a:pt x="730925" y="122500"/>
                </a:lnTo>
                <a:lnTo>
                  <a:pt x="730925" y="119318"/>
                </a:lnTo>
                <a:cubicBezTo>
                  <a:pt x="732810" y="119318"/>
                  <a:pt x="734180" y="118965"/>
                  <a:pt x="735035" y="118258"/>
                </a:cubicBezTo>
                <a:cubicBezTo>
                  <a:pt x="735889" y="117549"/>
                  <a:pt x="736316" y="116782"/>
                  <a:pt x="736316" y="115957"/>
                </a:cubicBezTo>
                <a:cubicBezTo>
                  <a:pt x="736316" y="114600"/>
                  <a:pt x="735079" y="112093"/>
                  <a:pt x="732604" y="108436"/>
                </a:cubicBezTo>
                <a:lnTo>
                  <a:pt x="716253" y="84459"/>
                </a:lnTo>
                <a:lnTo>
                  <a:pt x="710950" y="89710"/>
                </a:lnTo>
                <a:lnTo>
                  <a:pt x="710950" y="104470"/>
                </a:lnTo>
                <a:cubicBezTo>
                  <a:pt x="710950" y="110813"/>
                  <a:pt x="711539" y="114770"/>
                  <a:pt x="712718" y="116341"/>
                </a:cubicBezTo>
                <a:cubicBezTo>
                  <a:pt x="713896" y="117911"/>
                  <a:pt x="716312" y="118904"/>
                  <a:pt x="719965" y="119318"/>
                </a:cubicBezTo>
                <a:lnTo>
                  <a:pt x="719965" y="122500"/>
                </a:lnTo>
                <a:lnTo>
                  <a:pt x="677276" y="122500"/>
                </a:lnTo>
                <a:lnTo>
                  <a:pt x="677276" y="119318"/>
                </a:lnTo>
                <a:cubicBezTo>
                  <a:pt x="680752" y="118963"/>
                  <a:pt x="683227" y="117837"/>
                  <a:pt x="684700" y="115940"/>
                </a:cubicBezTo>
                <a:cubicBezTo>
                  <a:pt x="685702" y="114637"/>
                  <a:pt x="686203" y="110813"/>
                  <a:pt x="686203" y="104470"/>
                </a:cubicBezTo>
                <a:lnTo>
                  <a:pt x="686203" y="20682"/>
                </a:lnTo>
                <a:cubicBezTo>
                  <a:pt x="686203" y="14361"/>
                  <a:pt x="685628" y="10425"/>
                  <a:pt x="684479" y="8874"/>
                </a:cubicBezTo>
                <a:cubicBezTo>
                  <a:pt x="683330" y="7324"/>
                  <a:pt x="680929" y="6310"/>
                  <a:pt x="677276" y="5833"/>
                </a:cubicBezTo>
                <a:lnTo>
                  <a:pt x="677276" y="2652"/>
                </a:lnTo>
                <a:lnTo>
                  <a:pt x="710950" y="2652"/>
                </a:lnTo>
                <a:close/>
                <a:moveTo>
                  <a:pt x="848034" y="78131"/>
                </a:moveTo>
                <a:lnTo>
                  <a:pt x="802693" y="78131"/>
                </a:lnTo>
                <a:cubicBezTo>
                  <a:pt x="803223" y="89120"/>
                  <a:pt x="806140" y="97805"/>
                  <a:pt x="811443" y="104185"/>
                </a:cubicBezTo>
                <a:cubicBezTo>
                  <a:pt x="815509" y="109089"/>
                  <a:pt x="820399" y="111540"/>
                  <a:pt x="826115" y="111540"/>
                </a:cubicBezTo>
                <a:cubicBezTo>
                  <a:pt x="829650" y="111540"/>
                  <a:pt x="832861" y="110553"/>
                  <a:pt x="835748" y="108580"/>
                </a:cubicBezTo>
                <a:cubicBezTo>
                  <a:pt x="838636" y="106606"/>
                  <a:pt x="841729" y="103056"/>
                  <a:pt x="845029" y="97929"/>
                </a:cubicBezTo>
                <a:lnTo>
                  <a:pt x="848034" y="99874"/>
                </a:lnTo>
                <a:cubicBezTo>
                  <a:pt x="843556" y="109007"/>
                  <a:pt x="838606" y="115473"/>
                  <a:pt x="833185" y="119274"/>
                </a:cubicBezTo>
                <a:cubicBezTo>
                  <a:pt x="827764" y="123074"/>
                  <a:pt x="821489" y="124975"/>
                  <a:pt x="814360" y="124975"/>
                </a:cubicBezTo>
                <a:cubicBezTo>
                  <a:pt x="802104" y="124975"/>
                  <a:pt x="792823" y="120256"/>
                  <a:pt x="786519" y="110819"/>
                </a:cubicBezTo>
                <a:cubicBezTo>
                  <a:pt x="781451" y="103211"/>
                  <a:pt x="778918" y="93774"/>
                  <a:pt x="778918" y="82509"/>
                </a:cubicBezTo>
                <a:cubicBezTo>
                  <a:pt x="778918" y="68706"/>
                  <a:pt x="782645" y="57721"/>
                  <a:pt x="790098" y="49553"/>
                </a:cubicBezTo>
                <a:cubicBezTo>
                  <a:pt x="797552" y="41383"/>
                  <a:pt x="806287" y="37298"/>
                  <a:pt x="816304" y="37298"/>
                </a:cubicBezTo>
                <a:cubicBezTo>
                  <a:pt x="824671" y="37298"/>
                  <a:pt x="831933" y="40730"/>
                  <a:pt x="838091" y="47595"/>
                </a:cubicBezTo>
                <a:cubicBezTo>
                  <a:pt x="844248" y="54459"/>
                  <a:pt x="847562" y="64638"/>
                  <a:pt x="848034" y="78131"/>
                </a:cubicBezTo>
                <a:moveTo>
                  <a:pt x="826291" y="72298"/>
                </a:moveTo>
                <a:cubicBezTo>
                  <a:pt x="826291" y="62811"/>
                  <a:pt x="825776" y="56300"/>
                  <a:pt x="824745" y="52765"/>
                </a:cubicBezTo>
                <a:cubicBezTo>
                  <a:pt x="823714" y="49230"/>
                  <a:pt x="822108" y="46549"/>
                  <a:pt x="819928" y="44722"/>
                </a:cubicBezTo>
                <a:cubicBezTo>
                  <a:pt x="818690" y="43662"/>
                  <a:pt x="817041" y="43131"/>
                  <a:pt x="814978" y="43131"/>
                </a:cubicBezTo>
                <a:cubicBezTo>
                  <a:pt x="811914" y="43131"/>
                  <a:pt x="809410" y="44634"/>
                  <a:pt x="807466" y="47639"/>
                </a:cubicBezTo>
                <a:cubicBezTo>
                  <a:pt x="803989" y="52883"/>
                  <a:pt x="802251" y="60072"/>
                  <a:pt x="802251" y="69205"/>
                </a:cubicBezTo>
                <a:lnTo>
                  <a:pt x="802251" y="72298"/>
                </a:lnTo>
                <a:lnTo>
                  <a:pt x="826291" y="72298"/>
                </a:lnTo>
                <a:close/>
                <a:moveTo>
                  <a:pt x="892667" y="39773"/>
                </a:moveTo>
                <a:lnTo>
                  <a:pt x="892667" y="58510"/>
                </a:lnTo>
                <a:cubicBezTo>
                  <a:pt x="898147" y="49966"/>
                  <a:pt x="902949" y="44295"/>
                  <a:pt x="907073" y="41496"/>
                </a:cubicBezTo>
                <a:cubicBezTo>
                  <a:pt x="911198" y="38697"/>
                  <a:pt x="915175" y="37298"/>
                  <a:pt x="919005" y="37298"/>
                </a:cubicBezTo>
                <a:cubicBezTo>
                  <a:pt x="922305" y="37298"/>
                  <a:pt x="924942" y="38318"/>
                  <a:pt x="926916" y="40358"/>
                </a:cubicBezTo>
                <a:cubicBezTo>
                  <a:pt x="928889" y="42398"/>
                  <a:pt x="929876" y="45281"/>
                  <a:pt x="929876" y="49006"/>
                </a:cubicBezTo>
                <a:cubicBezTo>
                  <a:pt x="929876" y="52969"/>
                  <a:pt x="928919" y="56045"/>
                  <a:pt x="927004" y="58234"/>
                </a:cubicBezTo>
                <a:cubicBezTo>
                  <a:pt x="925089" y="60421"/>
                  <a:pt x="922776" y="61515"/>
                  <a:pt x="920066" y="61515"/>
                </a:cubicBezTo>
                <a:cubicBezTo>
                  <a:pt x="916943" y="61515"/>
                  <a:pt x="914232" y="60513"/>
                  <a:pt x="911934" y="58510"/>
                </a:cubicBezTo>
                <a:cubicBezTo>
                  <a:pt x="909636" y="56507"/>
                  <a:pt x="908281" y="55387"/>
                  <a:pt x="907869" y="55152"/>
                </a:cubicBezTo>
                <a:cubicBezTo>
                  <a:pt x="907280" y="54798"/>
                  <a:pt x="906602" y="54621"/>
                  <a:pt x="905836" y="54621"/>
                </a:cubicBezTo>
                <a:cubicBezTo>
                  <a:pt x="904127" y="54621"/>
                  <a:pt x="902507" y="55269"/>
                  <a:pt x="900975" y="56566"/>
                </a:cubicBezTo>
                <a:cubicBezTo>
                  <a:pt x="898559" y="58569"/>
                  <a:pt x="896732" y="61427"/>
                  <a:pt x="895495" y="65139"/>
                </a:cubicBezTo>
                <a:cubicBezTo>
                  <a:pt x="893610" y="70854"/>
                  <a:pt x="892667" y="77159"/>
                  <a:pt x="892667" y="84053"/>
                </a:cubicBezTo>
                <a:lnTo>
                  <a:pt x="892667" y="103056"/>
                </a:lnTo>
                <a:lnTo>
                  <a:pt x="892755" y="108005"/>
                </a:lnTo>
                <a:cubicBezTo>
                  <a:pt x="892755" y="111364"/>
                  <a:pt x="892961" y="113514"/>
                  <a:pt x="893374" y="114457"/>
                </a:cubicBezTo>
                <a:cubicBezTo>
                  <a:pt x="894081" y="116048"/>
                  <a:pt x="895127" y="117212"/>
                  <a:pt x="896511" y="117948"/>
                </a:cubicBezTo>
                <a:cubicBezTo>
                  <a:pt x="897896" y="118685"/>
                  <a:pt x="900238" y="119141"/>
                  <a:pt x="903538" y="119318"/>
                </a:cubicBezTo>
                <a:lnTo>
                  <a:pt x="903538" y="122500"/>
                </a:lnTo>
                <a:lnTo>
                  <a:pt x="858904" y="122500"/>
                </a:lnTo>
                <a:lnTo>
                  <a:pt x="858904" y="119318"/>
                </a:lnTo>
                <a:cubicBezTo>
                  <a:pt x="862498" y="119024"/>
                  <a:pt x="864929" y="118037"/>
                  <a:pt x="866196" y="116357"/>
                </a:cubicBezTo>
                <a:cubicBezTo>
                  <a:pt x="867463" y="114678"/>
                  <a:pt x="868096" y="110244"/>
                  <a:pt x="868096" y="103056"/>
                </a:cubicBezTo>
                <a:lnTo>
                  <a:pt x="868096" y="57273"/>
                </a:lnTo>
                <a:cubicBezTo>
                  <a:pt x="868096" y="52529"/>
                  <a:pt x="867860" y="49506"/>
                  <a:pt x="867389" y="48202"/>
                </a:cubicBezTo>
                <a:cubicBezTo>
                  <a:pt x="866800" y="46541"/>
                  <a:pt x="865945" y="45326"/>
                  <a:pt x="864826" y="44556"/>
                </a:cubicBezTo>
                <a:cubicBezTo>
                  <a:pt x="863706" y="43785"/>
                  <a:pt x="861732" y="43251"/>
                  <a:pt x="858904" y="42955"/>
                </a:cubicBezTo>
                <a:lnTo>
                  <a:pt x="858904" y="39773"/>
                </a:lnTo>
                <a:lnTo>
                  <a:pt x="892667" y="39773"/>
                </a:lnTo>
                <a:close/>
                <a:moveTo>
                  <a:pt x="1059627" y="0"/>
                </a:moveTo>
                <a:lnTo>
                  <a:pt x="1060599" y="39949"/>
                </a:lnTo>
                <a:lnTo>
                  <a:pt x="1056976" y="39949"/>
                </a:lnTo>
                <a:cubicBezTo>
                  <a:pt x="1055267" y="29958"/>
                  <a:pt x="1051069" y="21922"/>
                  <a:pt x="1044381" y="15840"/>
                </a:cubicBezTo>
                <a:cubicBezTo>
                  <a:pt x="1037693" y="9758"/>
                  <a:pt x="1030460" y="6717"/>
                  <a:pt x="1022683" y="6717"/>
                </a:cubicBezTo>
                <a:cubicBezTo>
                  <a:pt x="1016673" y="6717"/>
                  <a:pt x="1011915" y="8318"/>
                  <a:pt x="1008409" y="11520"/>
                </a:cubicBezTo>
                <a:cubicBezTo>
                  <a:pt x="1004903" y="14721"/>
                  <a:pt x="1003150" y="18406"/>
                  <a:pt x="1003150" y="22577"/>
                </a:cubicBezTo>
                <a:cubicBezTo>
                  <a:pt x="1003150" y="25219"/>
                  <a:pt x="1003768" y="27568"/>
                  <a:pt x="1005006" y="29625"/>
                </a:cubicBezTo>
                <a:cubicBezTo>
                  <a:pt x="1006715" y="32385"/>
                  <a:pt x="1009454" y="35116"/>
                  <a:pt x="1013226" y="37817"/>
                </a:cubicBezTo>
                <a:cubicBezTo>
                  <a:pt x="1015995" y="39756"/>
                  <a:pt x="1022388" y="43193"/>
                  <a:pt x="1032405" y="48128"/>
                </a:cubicBezTo>
                <a:cubicBezTo>
                  <a:pt x="1046428" y="55000"/>
                  <a:pt x="1055885" y="61491"/>
                  <a:pt x="1060776" y="67603"/>
                </a:cubicBezTo>
                <a:cubicBezTo>
                  <a:pt x="1065608" y="73712"/>
                  <a:pt x="1068024" y="80704"/>
                  <a:pt x="1068024" y="88577"/>
                </a:cubicBezTo>
                <a:cubicBezTo>
                  <a:pt x="1068024" y="98565"/>
                  <a:pt x="1064120" y="107157"/>
                  <a:pt x="1056313" y="114355"/>
                </a:cubicBezTo>
                <a:cubicBezTo>
                  <a:pt x="1048505" y="121553"/>
                  <a:pt x="1038592" y="125151"/>
                  <a:pt x="1026571" y="125151"/>
                </a:cubicBezTo>
                <a:cubicBezTo>
                  <a:pt x="1022800" y="125151"/>
                  <a:pt x="1019236" y="124768"/>
                  <a:pt x="1015877" y="124002"/>
                </a:cubicBezTo>
                <a:cubicBezTo>
                  <a:pt x="1012518" y="123236"/>
                  <a:pt x="1008306" y="121793"/>
                  <a:pt x="1003238" y="119672"/>
                </a:cubicBezTo>
                <a:cubicBezTo>
                  <a:pt x="1000410" y="118493"/>
                  <a:pt x="998082" y="117904"/>
                  <a:pt x="996256" y="117904"/>
                </a:cubicBezTo>
                <a:cubicBezTo>
                  <a:pt x="994724" y="117904"/>
                  <a:pt x="993103" y="118501"/>
                  <a:pt x="991395" y="119694"/>
                </a:cubicBezTo>
                <a:cubicBezTo>
                  <a:pt x="989686" y="120887"/>
                  <a:pt x="988301" y="122706"/>
                  <a:pt x="987241" y="125151"/>
                </a:cubicBezTo>
                <a:lnTo>
                  <a:pt x="983970" y="125151"/>
                </a:lnTo>
                <a:lnTo>
                  <a:pt x="983970" y="79899"/>
                </a:lnTo>
                <a:lnTo>
                  <a:pt x="987241" y="79899"/>
                </a:lnTo>
                <a:cubicBezTo>
                  <a:pt x="989833" y="92597"/>
                  <a:pt x="994827" y="102282"/>
                  <a:pt x="1002222" y="108955"/>
                </a:cubicBezTo>
                <a:cubicBezTo>
                  <a:pt x="1009617" y="115628"/>
                  <a:pt x="1017586" y="118965"/>
                  <a:pt x="1026130" y="118965"/>
                </a:cubicBezTo>
                <a:cubicBezTo>
                  <a:pt x="1032729" y="118965"/>
                  <a:pt x="1037988" y="117173"/>
                  <a:pt x="1041906" y="113590"/>
                </a:cubicBezTo>
                <a:cubicBezTo>
                  <a:pt x="1045824" y="110007"/>
                  <a:pt x="1047784" y="105836"/>
                  <a:pt x="1047784" y="101078"/>
                </a:cubicBezTo>
                <a:cubicBezTo>
                  <a:pt x="1047784" y="98259"/>
                  <a:pt x="1047032" y="95528"/>
                  <a:pt x="1045530" y="92886"/>
                </a:cubicBezTo>
                <a:cubicBezTo>
                  <a:pt x="1044027" y="90242"/>
                  <a:pt x="1041744" y="87730"/>
                  <a:pt x="1038680" y="85351"/>
                </a:cubicBezTo>
                <a:cubicBezTo>
                  <a:pt x="1035616" y="82972"/>
                  <a:pt x="1030195" y="79874"/>
                  <a:pt x="1022417" y="76057"/>
                </a:cubicBezTo>
                <a:cubicBezTo>
                  <a:pt x="1011517" y="70712"/>
                  <a:pt x="1003680" y="66156"/>
                  <a:pt x="998907" y="62391"/>
                </a:cubicBezTo>
                <a:cubicBezTo>
                  <a:pt x="994135" y="58625"/>
                  <a:pt x="990467" y="54419"/>
                  <a:pt x="987904" y="49771"/>
                </a:cubicBezTo>
                <a:cubicBezTo>
                  <a:pt x="985340" y="45124"/>
                  <a:pt x="984059" y="40006"/>
                  <a:pt x="984059" y="34417"/>
                </a:cubicBezTo>
                <a:cubicBezTo>
                  <a:pt x="984059" y="24886"/>
                  <a:pt x="987565" y="16768"/>
                  <a:pt x="994577" y="10062"/>
                </a:cubicBezTo>
                <a:cubicBezTo>
                  <a:pt x="1001588" y="3354"/>
                  <a:pt x="1010427" y="0"/>
                  <a:pt x="1021092" y="0"/>
                </a:cubicBezTo>
                <a:cubicBezTo>
                  <a:pt x="1024981" y="0"/>
                  <a:pt x="1028752" y="477"/>
                  <a:pt x="1032405" y="1431"/>
                </a:cubicBezTo>
                <a:cubicBezTo>
                  <a:pt x="1035174" y="2145"/>
                  <a:pt x="1038548" y="3470"/>
                  <a:pt x="1042525" y="5405"/>
                </a:cubicBezTo>
                <a:cubicBezTo>
                  <a:pt x="1046502" y="7340"/>
                  <a:pt x="1049286" y="8308"/>
                  <a:pt x="1050877" y="8308"/>
                </a:cubicBezTo>
                <a:cubicBezTo>
                  <a:pt x="1052409" y="8308"/>
                  <a:pt x="1053617" y="7832"/>
                  <a:pt x="1054501" y="6880"/>
                </a:cubicBezTo>
                <a:cubicBezTo>
                  <a:pt x="1055385" y="5926"/>
                  <a:pt x="1056210" y="3633"/>
                  <a:pt x="1056976" y="0"/>
                </a:cubicBezTo>
                <a:lnTo>
                  <a:pt x="1059627" y="0"/>
                </a:lnTo>
                <a:close/>
                <a:moveTo>
                  <a:pt x="1151369" y="78131"/>
                </a:moveTo>
                <a:lnTo>
                  <a:pt x="1106028" y="78131"/>
                </a:lnTo>
                <a:cubicBezTo>
                  <a:pt x="1106559" y="89120"/>
                  <a:pt x="1109475" y="97805"/>
                  <a:pt x="1114778" y="104185"/>
                </a:cubicBezTo>
                <a:cubicBezTo>
                  <a:pt x="1118844" y="109089"/>
                  <a:pt x="1123734" y="111540"/>
                  <a:pt x="1129450" y="111540"/>
                </a:cubicBezTo>
                <a:cubicBezTo>
                  <a:pt x="1132985" y="111540"/>
                  <a:pt x="1136197" y="110553"/>
                  <a:pt x="1139084" y="108580"/>
                </a:cubicBezTo>
                <a:cubicBezTo>
                  <a:pt x="1141971" y="106606"/>
                  <a:pt x="1145064" y="103056"/>
                  <a:pt x="1148364" y="97929"/>
                </a:cubicBezTo>
                <a:lnTo>
                  <a:pt x="1151369" y="99874"/>
                </a:lnTo>
                <a:cubicBezTo>
                  <a:pt x="1146891" y="109007"/>
                  <a:pt x="1141942" y="115473"/>
                  <a:pt x="1136521" y="119274"/>
                </a:cubicBezTo>
                <a:cubicBezTo>
                  <a:pt x="1131100" y="123074"/>
                  <a:pt x="1124825" y="124975"/>
                  <a:pt x="1117695" y="124975"/>
                </a:cubicBezTo>
                <a:cubicBezTo>
                  <a:pt x="1105439" y="124975"/>
                  <a:pt x="1096159" y="120256"/>
                  <a:pt x="1089854" y="110819"/>
                </a:cubicBezTo>
                <a:cubicBezTo>
                  <a:pt x="1084787" y="103211"/>
                  <a:pt x="1082253" y="93774"/>
                  <a:pt x="1082253" y="82509"/>
                </a:cubicBezTo>
                <a:cubicBezTo>
                  <a:pt x="1082253" y="68706"/>
                  <a:pt x="1085980" y="57721"/>
                  <a:pt x="1093434" y="49553"/>
                </a:cubicBezTo>
                <a:cubicBezTo>
                  <a:pt x="1100887" y="41383"/>
                  <a:pt x="1109623" y="37298"/>
                  <a:pt x="1119639" y="37298"/>
                </a:cubicBezTo>
                <a:cubicBezTo>
                  <a:pt x="1128006" y="37298"/>
                  <a:pt x="1135269" y="40730"/>
                  <a:pt x="1141426" y="47595"/>
                </a:cubicBezTo>
                <a:cubicBezTo>
                  <a:pt x="1147583" y="54459"/>
                  <a:pt x="1150898" y="64638"/>
                  <a:pt x="1151369" y="78131"/>
                </a:cubicBezTo>
                <a:moveTo>
                  <a:pt x="1129627" y="72298"/>
                </a:moveTo>
                <a:cubicBezTo>
                  <a:pt x="1129627" y="62811"/>
                  <a:pt x="1129111" y="56300"/>
                  <a:pt x="1128080" y="52765"/>
                </a:cubicBezTo>
                <a:cubicBezTo>
                  <a:pt x="1127049" y="49230"/>
                  <a:pt x="1125443" y="46549"/>
                  <a:pt x="1123263" y="44722"/>
                </a:cubicBezTo>
                <a:cubicBezTo>
                  <a:pt x="1122026" y="43662"/>
                  <a:pt x="1120376" y="43131"/>
                  <a:pt x="1118314" y="43131"/>
                </a:cubicBezTo>
                <a:cubicBezTo>
                  <a:pt x="1115250" y="43131"/>
                  <a:pt x="1112745" y="44634"/>
                  <a:pt x="1110801" y="47639"/>
                </a:cubicBezTo>
                <a:cubicBezTo>
                  <a:pt x="1107325" y="52883"/>
                  <a:pt x="1105586" y="60072"/>
                  <a:pt x="1105586" y="69205"/>
                </a:cubicBezTo>
                <a:lnTo>
                  <a:pt x="1105586" y="72298"/>
                </a:lnTo>
                <a:lnTo>
                  <a:pt x="1129627" y="72298"/>
                </a:lnTo>
                <a:close/>
                <a:moveTo>
                  <a:pt x="1194500" y="9369"/>
                </a:moveTo>
                <a:lnTo>
                  <a:pt x="1194500" y="39773"/>
                </a:lnTo>
                <a:lnTo>
                  <a:pt x="1214121" y="39773"/>
                </a:lnTo>
                <a:lnTo>
                  <a:pt x="1214121" y="48434"/>
                </a:lnTo>
                <a:lnTo>
                  <a:pt x="1194500" y="48434"/>
                </a:lnTo>
                <a:lnTo>
                  <a:pt x="1194500" y="99570"/>
                </a:lnTo>
                <a:cubicBezTo>
                  <a:pt x="1194500" y="104356"/>
                  <a:pt x="1194721" y="107442"/>
                  <a:pt x="1195163" y="108831"/>
                </a:cubicBezTo>
                <a:cubicBezTo>
                  <a:pt x="1195605" y="110219"/>
                  <a:pt x="1196385" y="111342"/>
                  <a:pt x="1197505" y="112200"/>
                </a:cubicBezTo>
                <a:cubicBezTo>
                  <a:pt x="1198624" y="113057"/>
                  <a:pt x="1199656" y="113485"/>
                  <a:pt x="1200598" y="113485"/>
                </a:cubicBezTo>
                <a:cubicBezTo>
                  <a:pt x="1204428" y="113485"/>
                  <a:pt x="1208052" y="110539"/>
                  <a:pt x="1211470" y="104646"/>
                </a:cubicBezTo>
                <a:lnTo>
                  <a:pt x="1214121" y="106610"/>
                </a:lnTo>
                <a:cubicBezTo>
                  <a:pt x="1209348" y="118028"/>
                  <a:pt x="1201600" y="123737"/>
                  <a:pt x="1190876" y="123737"/>
                </a:cubicBezTo>
                <a:cubicBezTo>
                  <a:pt x="1185632" y="123737"/>
                  <a:pt x="1181198" y="122274"/>
                  <a:pt x="1177574" y="119349"/>
                </a:cubicBezTo>
                <a:cubicBezTo>
                  <a:pt x="1173951" y="116421"/>
                  <a:pt x="1171638" y="113153"/>
                  <a:pt x="1170636" y="109546"/>
                </a:cubicBezTo>
                <a:cubicBezTo>
                  <a:pt x="1170047" y="107535"/>
                  <a:pt x="1169752" y="102095"/>
                  <a:pt x="1169752" y="93226"/>
                </a:cubicBezTo>
                <a:lnTo>
                  <a:pt x="1169752" y="48434"/>
                </a:lnTo>
                <a:lnTo>
                  <a:pt x="1158970" y="48434"/>
                </a:lnTo>
                <a:lnTo>
                  <a:pt x="1158970" y="45333"/>
                </a:lnTo>
                <a:cubicBezTo>
                  <a:pt x="1166394" y="40077"/>
                  <a:pt x="1172713" y="34556"/>
                  <a:pt x="1177928" y="28769"/>
                </a:cubicBezTo>
                <a:cubicBezTo>
                  <a:pt x="1183143" y="22982"/>
                  <a:pt x="1187694" y="16515"/>
                  <a:pt x="1191583" y="9369"/>
                </a:cubicBezTo>
                <a:lnTo>
                  <a:pt x="1194500" y="9369"/>
                </a:lnTo>
                <a:close/>
                <a:moveTo>
                  <a:pt x="1301796" y="39773"/>
                </a:moveTo>
                <a:lnTo>
                  <a:pt x="1301796" y="104470"/>
                </a:lnTo>
                <a:cubicBezTo>
                  <a:pt x="1301796" y="110813"/>
                  <a:pt x="1302386" y="114770"/>
                  <a:pt x="1303564" y="116341"/>
                </a:cubicBezTo>
                <a:cubicBezTo>
                  <a:pt x="1304743" y="117911"/>
                  <a:pt x="1307129" y="118904"/>
                  <a:pt x="1310723" y="119318"/>
                </a:cubicBezTo>
                <a:lnTo>
                  <a:pt x="1310723" y="122500"/>
                </a:lnTo>
                <a:lnTo>
                  <a:pt x="1277049" y="122500"/>
                </a:lnTo>
                <a:lnTo>
                  <a:pt x="1277049" y="111452"/>
                </a:lnTo>
                <a:cubicBezTo>
                  <a:pt x="1273101" y="116166"/>
                  <a:pt x="1269153" y="119598"/>
                  <a:pt x="1265206" y="121749"/>
                </a:cubicBezTo>
                <a:cubicBezTo>
                  <a:pt x="1261258" y="123899"/>
                  <a:pt x="1256839" y="124975"/>
                  <a:pt x="1251948" y="124975"/>
                </a:cubicBezTo>
                <a:cubicBezTo>
                  <a:pt x="1247293" y="124975"/>
                  <a:pt x="1243154" y="123546"/>
                  <a:pt x="1239530" y="120688"/>
                </a:cubicBezTo>
                <a:cubicBezTo>
                  <a:pt x="1235906" y="117830"/>
                  <a:pt x="1233476" y="114486"/>
                  <a:pt x="1232238" y="110657"/>
                </a:cubicBezTo>
                <a:cubicBezTo>
                  <a:pt x="1231001" y="106827"/>
                  <a:pt x="1230382" y="100139"/>
                  <a:pt x="1230382" y="90593"/>
                </a:cubicBezTo>
                <a:lnTo>
                  <a:pt x="1230382" y="57803"/>
                </a:lnTo>
                <a:cubicBezTo>
                  <a:pt x="1230382" y="51482"/>
                  <a:pt x="1229808" y="47546"/>
                  <a:pt x="1228659" y="45995"/>
                </a:cubicBezTo>
                <a:cubicBezTo>
                  <a:pt x="1227510" y="44445"/>
                  <a:pt x="1225109" y="43431"/>
                  <a:pt x="1221456" y="42955"/>
                </a:cubicBezTo>
                <a:lnTo>
                  <a:pt x="1221456" y="39773"/>
                </a:lnTo>
                <a:lnTo>
                  <a:pt x="1255130" y="39773"/>
                </a:lnTo>
                <a:lnTo>
                  <a:pt x="1255130" y="96319"/>
                </a:lnTo>
                <a:cubicBezTo>
                  <a:pt x="1255130" y="102219"/>
                  <a:pt x="1255410" y="106024"/>
                  <a:pt x="1255969" y="107734"/>
                </a:cubicBezTo>
                <a:cubicBezTo>
                  <a:pt x="1256529" y="109445"/>
                  <a:pt x="1257413" y="110743"/>
                  <a:pt x="1258621" y="111629"/>
                </a:cubicBezTo>
                <a:cubicBezTo>
                  <a:pt x="1259829" y="112513"/>
                  <a:pt x="1261228" y="112955"/>
                  <a:pt x="1262819" y="112955"/>
                </a:cubicBezTo>
                <a:cubicBezTo>
                  <a:pt x="1264940" y="112955"/>
                  <a:pt x="1266855" y="112395"/>
                  <a:pt x="1268564" y="111275"/>
                </a:cubicBezTo>
                <a:cubicBezTo>
                  <a:pt x="1270921" y="109743"/>
                  <a:pt x="1273749" y="106650"/>
                  <a:pt x="1277049" y="101995"/>
                </a:cubicBezTo>
                <a:lnTo>
                  <a:pt x="1277049" y="57803"/>
                </a:lnTo>
                <a:cubicBezTo>
                  <a:pt x="1277049" y="51482"/>
                  <a:pt x="1276475" y="47546"/>
                  <a:pt x="1275326" y="45995"/>
                </a:cubicBezTo>
                <a:cubicBezTo>
                  <a:pt x="1274177" y="44445"/>
                  <a:pt x="1271775" y="43431"/>
                  <a:pt x="1268122" y="42955"/>
                </a:cubicBezTo>
                <a:lnTo>
                  <a:pt x="1268122" y="39773"/>
                </a:lnTo>
                <a:lnTo>
                  <a:pt x="1301796" y="39773"/>
                </a:lnTo>
                <a:close/>
                <a:moveTo>
                  <a:pt x="1354650" y="114104"/>
                </a:moveTo>
                <a:lnTo>
                  <a:pt x="1354650" y="144773"/>
                </a:lnTo>
                <a:cubicBezTo>
                  <a:pt x="1354650" y="149072"/>
                  <a:pt x="1354989" y="151998"/>
                  <a:pt x="1355666" y="153550"/>
                </a:cubicBezTo>
                <a:cubicBezTo>
                  <a:pt x="1356344" y="155104"/>
                  <a:pt x="1357390" y="156240"/>
                  <a:pt x="1358804" y="156956"/>
                </a:cubicBezTo>
                <a:cubicBezTo>
                  <a:pt x="1360218" y="157672"/>
                  <a:pt x="1362988" y="158030"/>
                  <a:pt x="1367112" y="158030"/>
                </a:cubicBezTo>
                <a:lnTo>
                  <a:pt x="1367112" y="161212"/>
                </a:lnTo>
                <a:lnTo>
                  <a:pt x="1320004" y="161212"/>
                </a:lnTo>
                <a:lnTo>
                  <a:pt x="1320004" y="158030"/>
                </a:lnTo>
                <a:cubicBezTo>
                  <a:pt x="1323657" y="157911"/>
                  <a:pt x="1326367" y="156866"/>
                  <a:pt x="1328135" y="154895"/>
                </a:cubicBezTo>
                <a:cubicBezTo>
                  <a:pt x="1329313" y="153524"/>
                  <a:pt x="1329903" y="149973"/>
                  <a:pt x="1329903" y="144242"/>
                </a:cubicBezTo>
                <a:lnTo>
                  <a:pt x="1329903" y="57096"/>
                </a:lnTo>
                <a:cubicBezTo>
                  <a:pt x="1329903" y="51189"/>
                  <a:pt x="1329225" y="47415"/>
                  <a:pt x="1327870" y="45775"/>
                </a:cubicBezTo>
                <a:cubicBezTo>
                  <a:pt x="1326514" y="44134"/>
                  <a:pt x="1323892" y="43194"/>
                  <a:pt x="1320004" y="42955"/>
                </a:cubicBezTo>
                <a:lnTo>
                  <a:pt x="1320004" y="39773"/>
                </a:lnTo>
                <a:lnTo>
                  <a:pt x="1354650" y="39773"/>
                </a:lnTo>
                <a:lnTo>
                  <a:pt x="1354650" y="50644"/>
                </a:lnTo>
                <a:cubicBezTo>
                  <a:pt x="1357537" y="46401"/>
                  <a:pt x="1360483" y="43338"/>
                  <a:pt x="1363488" y="41452"/>
                </a:cubicBezTo>
                <a:cubicBezTo>
                  <a:pt x="1367790" y="38683"/>
                  <a:pt x="1372474" y="37298"/>
                  <a:pt x="1377541" y="37298"/>
                </a:cubicBezTo>
                <a:cubicBezTo>
                  <a:pt x="1383610" y="37298"/>
                  <a:pt x="1389134" y="39215"/>
                  <a:pt x="1394113" y="43048"/>
                </a:cubicBezTo>
                <a:cubicBezTo>
                  <a:pt x="1399092" y="46882"/>
                  <a:pt x="1402878" y="52176"/>
                  <a:pt x="1405471" y="58930"/>
                </a:cubicBezTo>
                <a:cubicBezTo>
                  <a:pt x="1408063" y="65684"/>
                  <a:pt x="1409360" y="72953"/>
                  <a:pt x="1409360" y="80739"/>
                </a:cubicBezTo>
                <a:cubicBezTo>
                  <a:pt x="1409360" y="89113"/>
                  <a:pt x="1408019" y="96766"/>
                  <a:pt x="1405338" y="103696"/>
                </a:cubicBezTo>
                <a:cubicBezTo>
                  <a:pt x="1402657" y="110627"/>
                  <a:pt x="1398768" y="115906"/>
                  <a:pt x="1393671" y="119534"/>
                </a:cubicBezTo>
                <a:cubicBezTo>
                  <a:pt x="1388575" y="123161"/>
                  <a:pt x="1382903" y="124975"/>
                  <a:pt x="1376658" y="124975"/>
                </a:cubicBezTo>
                <a:cubicBezTo>
                  <a:pt x="1372121" y="124975"/>
                  <a:pt x="1367878" y="123973"/>
                  <a:pt x="1363930" y="121970"/>
                </a:cubicBezTo>
                <a:cubicBezTo>
                  <a:pt x="1360984" y="120438"/>
                  <a:pt x="1357891" y="117816"/>
                  <a:pt x="1354650" y="114104"/>
                </a:cubicBezTo>
                <a:moveTo>
                  <a:pt x="1354650" y="105163"/>
                </a:moveTo>
                <a:cubicBezTo>
                  <a:pt x="1359717" y="112361"/>
                  <a:pt x="1365138" y="115960"/>
                  <a:pt x="1370913" y="115960"/>
                </a:cubicBezTo>
                <a:cubicBezTo>
                  <a:pt x="1374094" y="115960"/>
                  <a:pt x="1376716" y="114278"/>
                  <a:pt x="1378779" y="110916"/>
                </a:cubicBezTo>
                <a:cubicBezTo>
                  <a:pt x="1381843" y="105959"/>
                  <a:pt x="1383375" y="96519"/>
                  <a:pt x="1383375" y="82595"/>
                </a:cubicBezTo>
                <a:cubicBezTo>
                  <a:pt x="1383375" y="68317"/>
                  <a:pt x="1381695" y="58552"/>
                  <a:pt x="1378337" y="53301"/>
                </a:cubicBezTo>
                <a:cubicBezTo>
                  <a:pt x="1376098" y="49821"/>
                  <a:pt x="1373093" y="48081"/>
                  <a:pt x="1369322" y="48081"/>
                </a:cubicBezTo>
                <a:cubicBezTo>
                  <a:pt x="1363371" y="48081"/>
                  <a:pt x="1358480" y="52388"/>
                  <a:pt x="1354650" y="61001"/>
                </a:cubicBezTo>
                <a:lnTo>
                  <a:pt x="1354650" y="105163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97758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7" name="Text (i)RealWorld">
            <a:extLst xmlns:a="http://schemas.openxmlformats.org/drawingml/2006/main">
              <a:ext uri="{FF2B5EF4-FFF2-40B4-BE49-F238E27FC236}">
                <a16:creationId xmlns:a16="http://schemas.microsoft.com/office/drawing/2014/main" id="{D0543028-2C27-428B-BD85-1F1EFA6D0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5060" y="137178"/>
            <a:ext cx="1091448" cy="158737"/>
          </a:xfrm>
          <a:custGeom xmlns:a="http://schemas.openxmlformats.org/drawingml/2006/main">
            <a:pathLst>
              <a:path w="1091448" h="158737">
                <a:moveTo>
                  <a:pt x="50909" y="0"/>
                </a:moveTo>
                <a:lnTo>
                  <a:pt x="50909" y="4066"/>
                </a:lnTo>
                <a:cubicBezTo>
                  <a:pt x="44781" y="8071"/>
                  <a:pt x="40274" y="11987"/>
                  <a:pt x="37386" y="15815"/>
                </a:cubicBezTo>
                <a:cubicBezTo>
                  <a:pt x="33380" y="21115"/>
                  <a:pt x="30257" y="27915"/>
                  <a:pt x="28018" y="36218"/>
                </a:cubicBezTo>
                <a:cubicBezTo>
                  <a:pt x="25189" y="46524"/>
                  <a:pt x="23775" y="60922"/>
                  <a:pt x="23775" y="79413"/>
                </a:cubicBezTo>
                <a:cubicBezTo>
                  <a:pt x="23775" y="96843"/>
                  <a:pt x="25057" y="110387"/>
                  <a:pt x="27620" y="120045"/>
                </a:cubicBezTo>
                <a:cubicBezTo>
                  <a:pt x="30183" y="129702"/>
                  <a:pt x="33674" y="137505"/>
                  <a:pt x="38093" y="143452"/>
                </a:cubicBezTo>
                <a:cubicBezTo>
                  <a:pt x="41157" y="147575"/>
                  <a:pt x="45429" y="151197"/>
                  <a:pt x="50909" y="154318"/>
                </a:cubicBezTo>
                <a:lnTo>
                  <a:pt x="50909" y="158737"/>
                </a:lnTo>
                <a:cubicBezTo>
                  <a:pt x="36709" y="153966"/>
                  <a:pt x="24674" y="144234"/>
                  <a:pt x="14804" y="129540"/>
                </a:cubicBezTo>
                <a:cubicBezTo>
                  <a:pt x="4935" y="114848"/>
                  <a:pt x="0" y="97962"/>
                  <a:pt x="0" y="78883"/>
                </a:cubicBezTo>
                <a:cubicBezTo>
                  <a:pt x="0" y="60038"/>
                  <a:pt x="4920" y="43359"/>
                  <a:pt x="14760" y="28843"/>
                </a:cubicBezTo>
                <a:cubicBezTo>
                  <a:pt x="24600" y="14326"/>
                  <a:pt x="36650" y="4712"/>
                  <a:pt x="50909" y="0"/>
                </a:cubicBezTo>
                <a:close/>
                <a:moveTo>
                  <a:pt x="79013" y="0"/>
                </a:moveTo>
                <a:cubicBezTo>
                  <a:pt x="82843" y="0"/>
                  <a:pt x="86084" y="1345"/>
                  <a:pt x="88736" y="4035"/>
                </a:cubicBezTo>
                <a:cubicBezTo>
                  <a:pt x="91387" y="6724"/>
                  <a:pt x="92713" y="9960"/>
                  <a:pt x="92713" y="13744"/>
                </a:cubicBezTo>
                <a:cubicBezTo>
                  <a:pt x="92713" y="17528"/>
                  <a:pt x="91372" y="20750"/>
                  <a:pt x="88692" y="23411"/>
                </a:cubicBezTo>
                <a:cubicBezTo>
                  <a:pt x="86011" y="26070"/>
                  <a:pt x="82785" y="27399"/>
                  <a:pt x="79013" y="27399"/>
                </a:cubicBezTo>
                <a:cubicBezTo>
                  <a:pt x="75242" y="27399"/>
                  <a:pt x="72031" y="26070"/>
                  <a:pt x="69380" y="23411"/>
                </a:cubicBezTo>
                <a:cubicBezTo>
                  <a:pt x="66728" y="20750"/>
                  <a:pt x="65402" y="17528"/>
                  <a:pt x="65402" y="13744"/>
                </a:cubicBezTo>
                <a:cubicBezTo>
                  <a:pt x="65402" y="9960"/>
                  <a:pt x="66728" y="6724"/>
                  <a:pt x="69380" y="4035"/>
                </a:cubicBezTo>
                <a:cubicBezTo>
                  <a:pt x="72031" y="1345"/>
                  <a:pt x="75242" y="0"/>
                  <a:pt x="79013" y="0"/>
                </a:cubicBezTo>
                <a:moveTo>
                  <a:pt x="91387" y="39773"/>
                </a:moveTo>
                <a:lnTo>
                  <a:pt x="91387" y="105354"/>
                </a:lnTo>
                <a:cubicBezTo>
                  <a:pt x="91387" y="111187"/>
                  <a:pt x="92065" y="114914"/>
                  <a:pt x="93420" y="116534"/>
                </a:cubicBezTo>
                <a:cubicBezTo>
                  <a:pt x="94775" y="118154"/>
                  <a:pt x="97427" y="119082"/>
                  <a:pt x="101375" y="119318"/>
                </a:cubicBezTo>
                <a:lnTo>
                  <a:pt x="101375" y="122500"/>
                </a:lnTo>
                <a:lnTo>
                  <a:pt x="56741" y="122500"/>
                </a:lnTo>
                <a:lnTo>
                  <a:pt x="56741" y="119318"/>
                </a:lnTo>
                <a:cubicBezTo>
                  <a:pt x="60394" y="119200"/>
                  <a:pt x="63104" y="118140"/>
                  <a:pt x="64872" y="116136"/>
                </a:cubicBezTo>
                <a:cubicBezTo>
                  <a:pt x="66051" y="114781"/>
                  <a:pt x="66640" y="111187"/>
                  <a:pt x="66640" y="105354"/>
                </a:cubicBezTo>
                <a:lnTo>
                  <a:pt x="66640" y="57096"/>
                </a:lnTo>
                <a:cubicBezTo>
                  <a:pt x="66640" y="51189"/>
                  <a:pt x="65962" y="47415"/>
                  <a:pt x="64607" y="45775"/>
                </a:cubicBezTo>
                <a:cubicBezTo>
                  <a:pt x="63252" y="44134"/>
                  <a:pt x="60630" y="43194"/>
                  <a:pt x="56741" y="42955"/>
                </a:cubicBezTo>
                <a:lnTo>
                  <a:pt x="56741" y="39773"/>
                </a:lnTo>
                <a:lnTo>
                  <a:pt x="91387" y="39773"/>
                </a:lnTo>
                <a:close/>
                <a:moveTo>
                  <a:pt x="105529" y="158737"/>
                </a:moveTo>
                <a:lnTo>
                  <a:pt x="105529" y="154672"/>
                </a:lnTo>
                <a:cubicBezTo>
                  <a:pt x="111657" y="150608"/>
                  <a:pt x="116164" y="146663"/>
                  <a:pt x="119052" y="142837"/>
                </a:cubicBezTo>
                <a:cubicBezTo>
                  <a:pt x="122999" y="137535"/>
                  <a:pt x="126122" y="130763"/>
                  <a:pt x="128420" y="122519"/>
                </a:cubicBezTo>
                <a:cubicBezTo>
                  <a:pt x="131248" y="112154"/>
                  <a:pt x="132663" y="97727"/>
                  <a:pt x="132663" y="79236"/>
                </a:cubicBezTo>
                <a:cubicBezTo>
                  <a:pt x="132663" y="61806"/>
                  <a:pt x="131381" y="48277"/>
                  <a:pt x="128818" y="38649"/>
                </a:cubicBezTo>
                <a:cubicBezTo>
                  <a:pt x="126255" y="29020"/>
                  <a:pt x="122764" y="21232"/>
                  <a:pt x="118344" y="15285"/>
                </a:cubicBezTo>
                <a:cubicBezTo>
                  <a:pt x="115280" y="11162"/>
                  <a:pt x="111009" y="7540"/>
                  <a:pt x="105529" y="4419"/>
                </a:cubicBezTo>
                <a:lnTo>
                  <a:pt x="105529" y="0"/>
                </a:lnTo>
                <a:cubicBezTo>
                  <a:pt x="119729" y="4771"/>
                  <a:pt x="131764" y="14503"/>
                  <a:pt x="141634" y="29197"/>
                </a:cubicBezTo>
                <a:cubicBezTo>
                  <a:pt x="151503" y="43889"/>
                  <a:pt x="156438" y="60775"/>
                  <a:pt x="156438" y="79855"/>
                </a:cubicBezTo>
                <a:cubicBezTo>
                  <a:pt x="156438" y="98640"/>
                  <a:pt x="151503" y="115290"/>
                  <a:pt x="141634" y="129805"/>
                </a:cubicBezTo>
                <a:cubicBezTo>
                  <a:pt x="131764" y="144322"/>
                  <a:pt x="119729" y="153966"/>
                  <a:pt x="105529" y="158737"/>
                </a:cubicBezTo>
                <a:close/>
                <a:moveTo>
                  <a:pt x="256929" y="67879"/>
                </a:moveTo>
                <a:lnTo>
                  <a:pt x="256929" y="101641"/>
                </a:lnTo>
                <a:cubicBezTo>
                  <a:pt x="256929" y="108090"/>
                  <a:pt x="257327" y="112150"/>
                  <a:pt x="258122" y="113822"/>
                </a:cubicBezTo>
                <a:cubicBezTo>
                  <a:pt x="258918" y="115492"/>
                  <a:pt x="260317" y="116826"/>
                  <a:pt x="262320" y="117824"/>
                </a:cubicBezTo>
                <a:cubicBezTo>
                  <a:pt x="264324" y="118820"/>
                  <a:pt x="268065" y="119318"/>
                  <a:pt x="273545" y="119318"/>
                </a:cubicBezTo>
                <a:lnTo>
                  <a:pt x="273545" y="122500"/>
                </a:lnTo>
                <a:lnTo>
                  <a:pt x="212207" y="122500"/>
                </a:lnTo>
                <a:lnTo>
                  <a:pt x="212207" y="119318"/>
                </a:lnTo>
                <a:cubicBezTo>
                  <a:pt x="217745" y="119318"/>
                  <a:pt x="221502" y="118805"/>
                  <a:pt x="223476" y="117780"/>
                </a:cubicBezTo>
                <a:cubicBezTo>
                  <a:pt x="225450" y="116754"/>
                  <a:pt x="226834" y="115420"/>
                  <a:pt x="227630" y="113778"/>
                </a:cubicBezTo>
                <a:cubicBezTo>
                  <a:pt x="228425" y="112135"/>
                  <a:pt x="228823" y="108090"/>
                  <a:pt x="228823" y="101641"/>
                </a:cubicBezTo>
                <a:lnTo>
                  <a:pt x="228823" y="23510"/>
                </a:lnTo>
                <a:cubicBezTo>
                  <a:pt x="228823" y="17062"/>
                  <a:pt x="228425" y="13003"/>
                  <a:pt x="227630" y="11332"/>
                </a:cubicBezTo>
                <a:cubicBezTo>
                  <a:pt x="226834" y="9661"/>
                  <a:pt x="225435" y="8326"/>
                  <a:pt x="223431" y="7330"/>
                </a:cubicBezTo>
                <a:cubicBezTo>
                  <a:pt x="221428" y="6332"/>
                  <a:pt x="217686" y="5833"/>
                  <a:pt x="212207" y="5833"/>
                </a:cubicBezTo>
                <a:lnTo>
                  <a:pt x="212207" y="2652"/>
                </a:lnTo>
                <a:lnTo>
                  <a:pt x="267888" y="2652"/>
                </a:lnTo>
                <a:cubicBezTo>
                  <a:pt x="282383" y="2652"/>
                  <a:pt x="292990" y="3652"/>
                  <a:pt x="299707" y="5654"/>
                </a:cubicBezTo>
                <a:cubicBezTo>
                  <a:pt x="306424" y="7655"/>
                  <a:pt x="311904" y="11349"/>
                  <a:pt x="316146" y="16735"/>
                </a:cubicBezTo>
                <a:cubicBezTo>
                  <a:pt x="320388" y="22121"/>
                  <a:pt x="322510" y="28434"/>
                  <a:pt x="322510" y="35674"/>
                </a:cubicBezTo>
                <a:cubicBezTo>
                  <a:pt x="322510" y="44505"/>
                  <a:pt x="319328" y="51805"/>
                  <a:pt x="312964" y="57574"/>
                </a:cubicBezTo>
                <a:cubicBezTo>
                  <a:pt x="308899" y="61223"/>
                  <a:pt x="303213" y="63960"/>
                  <a:pt x="295906" y="65785"/>
                </a:cubicBezTo>
                <a:lnTo>
                  <a:pt x="324719" y="106453"/>
                </a:lnTo>
                <a:cubicBezTo>
                  <a:pt x="328490" y="111645"/>
                  <a:pt x="331171" y="114883"/>
                  <a:pt x="332762" y="116167"/>
                </a:cubicBezTo>
                <a:cubicBezTo>
                  <a:pt x="335178" y="117975"/>
                  <a:pt x="337977" y="118966"/>
                  <a:pt x="341159" y="119141"/>
                </a:cubicBezTo>
                <a:lnTo>
                  <a:pt x="341159" y="122500"/>
                </a:lnTo>
                <a:lnTo>
                  <a:pt x="303419" y="122500"/>
                </a:lnTo>
                <a:lnTo>
                  <a:pt x="264795" y="67879"/>
                </a:lnTo>
                <a:lnTo>
                  <a:pt x="256929" y="67879"/>
                </a:lnTo>
                <a:moveTo>
                  <a:pt x="256929" y="9369"/>
                </a:moveTo>
                <a:lnTo>
                  <a:pt x="256929" y="61515"/>
                </a:lnTo>
                <a:lnTo>
                  <a:pt x="261967" y="61515"/>
                </a:lnTo>
                <a:cubicBezTo>
                  <a:pt x="270157" y="61515"/>
                  <a:pt x="276285" y="60769"/>
                  <a:pt x="280351" y="59278"/>
                </a:cubicBezTo>
                <a:cubicBezTo>
                  <a:pt x="284416" y="57785"/>
                  <a:pt x="287613" y="55093"/>
                  <a:pt x="289940" y="51202"/>
                </a:cubicBezTo>
                <a:cubicBezTo>
                  <a:pt x="292268" y="47309"/>
                  <a:pt x="293431" y="42232"/>
                  <a:pt x="293431" y="35969"/>
                </a:cubicBezTo>
                <a:cubicBezTo>
                  <a:pt x="293431" y="26897"/>
                  <a:pt x="291295" y="20196"/>
                  <a:pt x="287024" y="15865"/>
                </a:cubicBezTo>
                <a:cubicBezTo>
                  <a:pt x="282752" y="11534"/>
                  <a:pt x="275872" y="9369"/>
                  <a:pt x="266386" y="9369"/>
                </a:cubicBezTo>
                <a:lnTo>
                  <a:pt x="256929" y="9369"/>
                </a:lnTo>
                <a:close/>
                <a:moveTo>
                  <a:pt x="415665" y="78131"/>
                </a:moveTo>
                <a:lnTo>
                  <a:pt x="370324" y="78131"/>
                </a:lnTo>
                <a:cubicBezTo>
                  <a:pt x="370855" y="89120"/>
                  <a:pt x="373771" y="97805"/>
                  <a:pt x="379074" y="104185"/>
                </a:cubicBezTo>
                <a:cubicBezTo>
                  <a:pt x="383140" y="109089"/>
                  <a:pt x="388031" y="111540"/>
                  <a:pt x="393746" y="111540"/>
                </a:cubicBezTo>
                <a:cubicBezTo>
                  <a:pt x="397281" y="111540"/>
                  <a:pt x="400493" y="110553"/>
                  <a:pt x="403380" y="108580"/>
                </a:cubicBezTo>
                <a:cubicBezTo>
                  <a:pt x="406267" y="106606"/>
                  <a:pt x="409360" y="103056"/>
                  <a:pt x="412660" y="97929"/>
                </a:cubicBezTo>
                <a:lnTo>
                  <a:pt x="415665" y="99874"/>
                </a:lnTo>
                <a:cubicBezTo>
                  <a:pt x="411187" y="109007"/>
                  <a:pt x="406238" y="115473"/>
                  <a:pt x="400817" y="119274"/>
                </a:cubicBezTo>
                <a:cubicBezTo>
                  <a:pt x="395396" y="123074"/>
                  <a:pt x="389121" y="124975"/>
                  <a:pt x="381991" y="124975"/>
                </a:cubicBezTo>
                <a:cubicBezTo>
                  <a:pt x="369735" y="124975"/>
                  <a:pt x="360455" y="120256"/>
                  <a:pt x="354150" y="110819"/>
                </a:cubicBezTo>
                <a:cubicBezTo>
                  <a:pt x="349083" y="103211"/>
                  <a:pt x="346549" y="93774"/>
                  <a:pt x="346549" y="82509"/>
                </a:cubicBezTo>
                <a:cubicBezTo>
                  <a:pt x="346549" y="68706"/>
                  <a:pt x="350276" y="57721"/>
                  <a:pt x="357730" y="49553"/>
                </a:cubicBezTo>
                <a:cubicBezTo>
                  <a:pt x="365183" y="41383"/>
                  <a:pt x="373919" y="37298"/>
                  <a:pt x="383935" y="37298"/>
                </a:cubicBezTo>
                <a:cubicBezTo>
                  <a:pt x="392302" y="37298"/>
                  <a:pt x="399565" y="40730"/>
                  <a:pt x="405722" y="47595"/>
                </a:cubicBezTo>
                <a:cubicBezTo>
                  <a:pt x="411879" y="54459"/>
                  <a:pt x="415194" y="64638"/>
                  <a:pt x="415665" y="78131"/>
                </a:cubicBezTo>
                <a:moveTo>
                  <a:pt x="393923" y="72298"/>
                </a:moveTo>
                <a:cubicBezTo>
                  <a:pt x="393923" y="62811"/>
                  <a:pt x="393407" y="56300"/>
                  <a:pt x="392376" y="52765"/>
                </a:cubicBezTo>
                <a:cubicBezTo>
                  <a:pt x="391345" y="49230"/>
                  <a:pt x="389739" y="46549"/>
                  <a:pt x="387559" y="44722"/>
                </a:cubicBezTo>
                <a:cubicBezTo>
                  <a:pt x="386322" y="43662"/>
                  <a:pt x="384672" y="43131"/>
                  <a:pt x="382610" y="43131"/>
                </a:cubicBezTo>
                <a:cubicBezTo>
                  <a:pt x="379546" y="43131"/>
                  <a:pt x="377041" y="44634"/>
                  <a:pt x="375097" y="47639"/>
                </a:cubicBezTo>
                <a:cubicBezTo>
                  <a:pt x="371621" y="52883"/>
                  <a:pt x="369882" y="60072"/>
                  <a:pt x="369882" y="69205"/>
                </a:cubicBezTo>
                <a:lnTo>
                  <a:pt x="369882" y="72298"/>
                </a:lnTo>
                <a:lnTo>
                  <a:pt x="393923" y="72298"/>
                </a:lnTo>
                <a:close/>
                <a:moveTo>
                  <a:pt x="471612" y="110303"/>
                </a:moveTo>
                <a:cubicBezTo>
                  <a:pt x="461536" y="119259"/>
                  <a:pt x="452491" y="123737"/>
                  <a:pt x="444478" y="123737"/>
                </a:cubicBezTo>
                <a:cubicBezTo>
                  <a:pt x="439764" y="123737"/>
                  <a:pt x="435846" y="122186"/>
                  <a:pt x="432723" y="119083"/>
                </a:cubicBezTo>
                <a:cubicBezTo>
                  <a:pt x="429600" y="115979"/>
                  <a:pt x="428038" y="112092"/>
                  <a:pt x="428038" y="107422"/>
                </a:cubicBezTo>
                <a:cubicBezTo>
                  <a:pt x="428038" y="101095"/>
                  <a:pt x="430749" y="95405"/>
                  <a:pt x="436170" y="90350"/>
                </a:cubicBezTo>
                <a:cubicBezTo>
                  <a:pt x="441591" y="85296"/>
                  <a:pt x="453405" y="78571"/>
                  <a:pt x="471612" y="70177"/>
                </a:cubicBezTo>
                <a:lnTo>
                  <a:pt x="471612" y="61869"/>
                </a:lnTo>
                <a:cubicBezTo>
                  <a:pt x="471612" y="55623"/>
                  <a:pt x="471273" y="51690"/>
                  <a:pt x="470595" y="50069"/>
                </a:cubicBezTo>
                <a:cubicBezTo>
                  <a:pt x="469918" y="48449"/>
                  <a:pt x="468636" y="47035"/>
                  <a:pt x="466750" y="45827"/>
                </a:cubicBezTo>
                <a:cubicBezTo>
                  <a:pt x="464865" y="44619"/>
                  <a:pt x="462744" y="44015"/>
                  <a:pt x="460387" y="44015"/>
                </a:cubicBezTo>
                <a:cubicBezTo>
                  <a:pt x="456557" y="44015"/>
                  <a:pt x="453405" y="44870"/>
                  <a:pt x="450930" y="46578"/>
                </a:cubicBezTo>
                <a:cubicBezTo>
                  <a:pt x="449398" y="47639"/>
                  <a:pt x="448632" y="48876"/>
                  <a:pt x="448632" y="50290"/>
                </a:cubicBezTo>
                <a:cubicBezTo>
                  <a:pt x="448632" y="51528"/>
                  <a:pt x="449457" y="53060"/>
                  <a:pt x="451107" y="54886"/>
                </a:cubicBezTo>
                <a:cubicBezTo>
                  <a:pt x="453346" y="57420"/>
                  <a:pt x="454465" y="59865"/>
                  <a:pt x="454465" y="62222"/>
                </a:cubicBezTo>
                <a:cubicBezTo>
                  <a:pt x="454465" y="65109"/>
                  <a:pt x="453390" y="67569"/>
                  <a:pt x="451239" y="69602"/>
                </a:cubicBezTo>
                <a:cubicBezTo>
                  <a:pt x="449088" y="71635"/>
                  <a:pt x="446275" y="72651"/>
                  <a:pt x="442798" y="72651"/>
                </a:cubicBezTo>
                <a:cubicBezTo>
                  <a:pt x="439086" y="72651"/>
                  <a:pt x="435978" y="71532"/>
                  <a:pt x="433474" y="69293"/>
                </a:cubicBezTo>
                <a:cubicBezTo>
                  <a:pt x="430970" y="67054"/>
                  <a:pt x="429718" y="64432"/>
                  <a:pt x="429718" y="61427"/>
                </a:cubicBezTo>
                <a:cubicBezTo>
                  <a:pt x="429718" y="57184"/>
                  <a:pt x="431397" y="53133"/>
                  <a:pt x="434756" y="49274"/>
                </a:cubicBezTo>
                <a:cubicBezTo>
                  <a:pt x="438114" y="45415"/>
                  <a:pt x="442798" y="42454"/>
                  <a:pt x="448809" y="40391"/>
                </a:cubicBezTo>
                <a:cubicBezTo>
                  <a:pt x="454819" y="38329"/>
                  <a:pt x="461064" y="37298"/>
                  <a:pt x="467546" y="37298"/>
                </a:cubicBezTo>
                <a:cubicBezTo>
                  <a:pt x="475383" y="37298"/>
                  <a:pt x="481584" y="38967"/>
                  <a:pt x="486151" y="42305"/>
                </a:cubicBezTo>
                <a:cubicBezTo>
                  <a:pt x="490717" y="45642"/>
                  <a:pt x="493678" y="49259"/>
                  <a:pt x="495033" y="53157"/>
                </a:cubicBezTo>
                <a:cubicBezTo>
                  <a:pt x="495858" y="55638"/>
                  <a:pt x="496271" y="61337"/>
                  <a:pt x="496271" y="70254"/>
                </a:cubicBezTo>
                <a:lnTo>
                  <a:pt x="496271" y="102412"/>
                </a:lnTo>
                <a:cubicBezTo>
                  <a:pt x="496271" y="106192"/>
                  <a:pt x="496418" y="108570"/>
                  <a:pt x="496713" y="109546"/>
                </a:cubicBezTo>
                <a:cubicBezTo>
                  <a:pt x="497007" y="110520"/>
                  <a:pt x="497449" y="111244"/>
                  <a:pt x="498038" y="111717"/>
                </a:cubicBezTo>
                <a:cubicBezTo>
                  <a:pt x="498628" y="112189"/>
                  <a:pt x="499305" y="112424"/>
                  <a:pt x="500071" y="112424"/>
                </a:cubicBezTo>
                <a:cubicBezTo>
                  <a:pt x="501603" y="112424"/>
                  <a:pt x="503165" y="111334"/>
                  <a:pt x="504756" y="109154"/>
                </a:cubicBezTo>
                <a:lnTo>
                  <a:pt x="507407" y="111275"/>
                </a:lnTo>
                <a:cubicBezTo>
                  <a:pt x="504461" y="115635"/>
                  <a:pt x="501412" y="118803"/>
                  <a:pt x="498259" y="120776"/>
                </a:cubicBezTo>
                <a:cubicBezTo>
                  <a:pt x="495107" y="122750"/>
                  <a:pt x="491527" y="123737"/>
                  <a:pt x="487521" y="123737"/>
                </a:cubicBezTo>
                <a:cubicBezTo>
                  <a:pt x="482807" y="123737"/>
                  <a:pt x="479124" y="122625"/>
                  <a:pt x="476473" y="120401"/>
                </a:cubicBezTo>
                <a:cubicBezTo>
                  <a:pt x="473821" y="118177"/>
                  <a:pt x="472201" y="114811"/>
                  <a:pt x="471612" y="110303"/>
                </a:cubicBezTo>
                <a:moveTo>
                  <a:pt x="471612" y="103763"/>
                </a:moveTo>
                <a:lnTo>
                  <a:pt x="471612" y="76115"/>
                </a:lnTo>
                <a:cubicBezTo>
                  <a:pt x="464482" y="80319"/>
                  <a:pt x="459179" y="84819"/>
                  <a:pt x="455703" y="89616"/>
                </a:cubicBezTo>
                <a:cubicBezTo>
                  <a:pt x="453405" y="92812"/>
                  <a:pt x="452256" y="96039"/>
                  <a:pt x="452256" y="99296"/>
                </a:cubicBezTo>
                <a:cubicBezTo>
                  <a:pt x="452256" y="102020"/>
                  <a:pt x="453228" y="104418"/>
                  <a:pt x="455172" y="106491"/>
                </a:cubicBezTo>
                <a:cubicBezTo>
                  <a:pt x="456645" y="108090"/>
                  <a:pt x="458708" y="108889"/>
                  <a:pt x="461359" y="108889"/>
                </a:cubicBezTo>
                <a:cubicBezTo>
                  <a:pt x="464305" y="108889"/>
                  <a:pt x="467723" y="107180"/>
                  <a:pt x="471612" y="103763"/>
                </a:cubicBezTo>
                <a:close/>
                <a:moveTo>
                  <a:pt x="548859" y="2652"/>
                </a:moveTo>
                <a:lnTo>
                  <a:pt x="548859" y="105354"/>
                </a:lnTo>
                <a:cubicBezTo>
                  <a:pt x="548859" y="111187"/>
                  <a:pt x="549536" y="114914"/>
                  <a:pt x="550892" y="116534"/>
                </a:cubicBezTo>
                <a:cubicBezTo>
                  <a:pt x="552247" y="118154"/>
                  <a:pt x="554898" y="119082"/>
                  <a:pt x="558846" y="119318"/>
                </a:cubicBezTo>
                <a:lnTo>
                  <a:pt x="558846" y="122500"/>
                </a:lnTo>
                <a:lnTo>
                  <a:pt x="514212" y="122500"/>
                </a:lnTo>
                <a:lnTo>
                  <a:pt x="514212" y="119318"/>
                </a:lnTo>
                <a:cubicBezTo>
                  <a:pt x="517865" y="119200"/>
                  <a:pt x="520576" y="118140"/>
                  <a:pt x="522344" y="116136"/>
                </a:cubicBezTo>
                <a:cubicBezTo>
                  <a:pt x="523522" y="114781"/>
                  <a:pt x="524111" y="111187"/>
                  <a:pt x="524111" y="105354"/>
                </a:cubicBezTo>
                <a:lnTo>
                  <a:pt x="524111" y="19798"/>
                </a:lnTo>
                <a:cubicBezTo>
                  <a:pt x="524111" y="13987"/>
                  <a:pt x="523434" y="10266"/>
                  <a:pt x="522078" y="8637"/>
                </a:cubicBezTo>
                <a:cubicBezTo>
                  <a:pt x="520723" y="7005"/>
                  <a:pt x="518101" y="6071"/>
                  <a:pt x="514212" y="5833"/>
                </a:cubicBezTo>
                <a:lnTo>
                  <a:pt x="514212" y="2652"/>
                </a:lnTo>
                <a:lnTo>
                  <a:pt x="548859" y="2652"/>
                </a:lnTo>
                <a:close/>
                <a:moveTo>
                  <a:pt x="782102" y="2652"/>
                </a:moveTo>
                <a:lnTo>
                  <a:pt x="782102" y="5833"/>
                </a:lnTo>
                <a:cubicBezTo>
                  <a:pt x="779863" y="6012"/>
                  <a:pt x="777978" y="6638"/>
                  <a:pt x="776446" y="7711"/>
                </a:cubicBezTo>
                <a:cubicBezTo>
                  <a:pt x="774914" y="8785"/>
                  <a:pt x="773559" y="10425"/>
                  <a:pt x="772380" y="12631"/>
                </a:cubicBezTo>
                <a:cubicBezTo>
                  <a:pt x="772027" y="13338"/>
                  <a:pt x="770171" y="17907"/>
                  <a:pt x="766812" y="26338"/>
                </a:cubicBezTo>
                <a:lnTo>
                  <a:pt x="729249" y="125151"/>
                </a:lnTo>
                <a:lnTo>
                  <a:pt x="725802" y="125151"/>
                </a:lnTo>
                <a:lnTo>
                  <a:pt x="696105" y="47713"/>
                </a:lnTo>
                <a:lnTo>
                  <a:pt x="663403" y="125151"/>
                </a:lnTo>
                <a:lnTo>
                  <a:pt x="660133" y="125151"/>
                </a:lnTo>
                <a:lnTo>
                  <a:pt x="620714" y="27429"/>
                </a:lnTo>
                <a:cubicBezTo>
                  <a:pt x="616707" y="17534"/>
                  <a:pt x="613908" y="11550"/>
                  <a:pt x="612317" y="9476"/>
                </a:cubicBezTo>
                <a:cubicBezTo>
                  <a:pt x="610726" y="7403"/>
                  <a:pt x="608045" y="6189"/>
                  <a:pt x="604274" y="5833"/>
                </a:cubicBezTo>
                <a:lnTo>
                  <a:pt x="604274" y="2652"/>
                </a:lnTo>
                <a:lnTo>
                  <a:pt x="656244" y="2652"/>
                </a:lnTo>
                <a:lnTo>
                  <a:pt x="656244" y="5833"/>
                </a:lnTo>
                <a:cubicBezTo>
                  <a:pt x="652060" y="5951"/>
                  <a:pt x="649276" y="6587"/>
                  <a:pt x="647892" y="7742"/>
                </a:cubicBezTo>
                <a:cubicBezTo>
                  <a:pt x="646507" y="8895"/>
                  <a:pt x="645815" y="10328"/>
                  <a:pt x="645815" y="12042"/>
                </a:cubicBezTo>
                <a:cubicBezTo>
                  <a:pt x="645815" y="14289"/>
                  <a:pt x="647258" y="19049"/>
                  <a:pt x="650145" y="26322"/>
                </a:cubicBezTo>
                <a:lnTo>
                  <a:pt x="673656" y="84437"/>
                </a:lnTo>
                <a:lnTo>
                  <a:pt x="692481" y="39063"/>
                </a:lnTo>
                <a:lnTo>
                  <a:pt x="687532" y="26311"/>
                </a:lnTo>
                <a:cubicBezTo>
                  <a:pt x="684821" y="19338"/>
                  <a:pt x="682730" y="14684"/>
                  <a:pt x="681257" y="12349"/>
                </a:cubicBezTo>
                <a:cubicBezTo>
                  <a:pt x="679783" y="10014"/>
                  <a:pt x="678089" y="8345"/>
                  <a:pt x="676174" y="7341"/>
                </a:cubicBezTo>
                <a:cubicBezTo>
                  <a:pt x="674259" y="6336"/>
                  <a:pt x="671446" y="5833"/>
                  <a:pt x="667734" y="5833"/>
                </a:cubicBezTo>
                <a:lnTo>
                  <a:pt x="667734" y="2652"/>
                </a:lnTo>
                <a:lnTo>
                  <a:pt x="725802" y="2652"/>
                </a:lnTo>
                <a:lnTo>
                  <a:pt x="725802" y="5833"/>
                </a:lnTo>
                <a:cubicBezTo>
                  <a:pt x="721736" y="5892"/>
                  <a:pt x="718820" y="6217"/>
                  <a:pt x="717052" y="6808"/>
                </a:cubicBezTo>
                <a:cubicBezTo>
                  <a:pt x="715815" y="7223"/>
                  <a:pt x="714842" y="7918"/>
                  <a:pt x="714135" y="8894"/>
                </a:cubicBezTo>
                <a:cubicBezTo>
                  <a:pt x="713428" y="9870"/>
                  <a:pt x="713075" y="10979"/>
                  <a:pt x="713075" y="12222"/>
                </a:cubicBezTo>
                <a:cubicBezTo>
                  <a:pt x="713075" y="13583"/>
                  <a:pt x="714400" y="17752"/>
                  <a:pt x="717052" y="24731"/>
                </a:cubicBezTo>
                <a:lnTo>
                  <a:pt x="738883" y="81432"/>
                </a:lnTo>
                <a:lnTo>
                  <a:pt x="758416" y="30120"/>
                </a:lnTo>
                <a:cubicBezTo>
                  <a:pt x="760478" y="24802"/>
                  <a:pt x="761745" y="21168"/>
                  <a:pt x="762216" y="19218"/>
                </a:cubicBezTo>
                <a:cubicBezTo>
                  <a:pt x="762688" y="17268"/>
                  <a:pt x="762923" y="15465"/>
                  <a:pt x="762923" y="13810"/>
                </a:cubicBezTo>
                <a:cubicBezTo>
                  <a:pt x="762923" y="11387"/>
                  <a:pt x="762098" y="9481"/>
                  <a:pt x="760448" y="8093"/>
                </a:cubicBezTo>
                <a:cubicBezTo>
                  <a:pt x="758799" y="6704"/>
                  <a:pt x="755646" y="5951"/>
                  <a:pt x="750991" y="5833"/>
                </a:cubicBezTo>
                <a:lnTo>
                  <a:pt x="750991" y="2652"/>
                </a:lnTo>
                <a:lnTo>
                  <a:pt x="782102" y="2652"/>
                </a:lnTo>
                <a:close/>
                <a:moveTo>
                  <a:pt x="818784" y="37298"/>
                </a:moveTo>
                <a:cubicBezTo>
                  <a:pt x="825973" y="37298"/>
                  <a:pt x="832661" y="39156"/>
                  <a:pt x="838848" y="42872"/>
                </a:cubicBezTo>
                <a:cubicBezTo>
                  <a:pt x="845034" y="46587"/>
                  <a:pt x="849734" y="51867"/>
                  <a:pt x="852945" y="58709"/>
                </a:cubicBezTo>
                <a:cubicBezTo>
                  <a:pt x="856156" y="65551"/>
                  <a:pt x="857762" y="73042"/>
                  <a:pt x="857762" y="81181"/>
                </a:cubicBezTo>
                <a:cubicBezTo>
                  <a:pt x="857762" y="92917"/>
                  <a:pt x="854786" y="102738"/>
                  <a:pt x="848835" y="110643"/>
                </a:cubicBezTo>
                <a:cubicBezTo>
                  <a:pt x="841646" y="120197"/>
                  <a:pt x="831718" y="124975"/>
                  <a:pt x="819050" y="124975"/>
                </a:cubicBezTo>
                <a:cubicBezTo>
                  <a:pt x="806617" y="124975"/>
                  <a:pt x="797042" y="120610"/>
                  <a:pt x="790325" y="111880"/>
                </a:cubicBezTo>
                <a:cubicBezTo>
                  <a:pt x="783608" y="103150"/>
                  <a:pt x="780249" y="93035"/>
                  <a:pt x="780249" y="81534"/>
                </a:cubicBezTo>
                <a:cubicBezTo>
                  <a:pt x="780249" y="69680"/>
                  <a:pt x="783681" y="59343"/>
                  <a:pt x="790546" y="50525"/>
                </a:cubicBezTo>
                <a:cubicBezTo>
                  <a:pt x="797410" y="41707"/>
                  <a:pt x="806823" y="37298"/>
                  <a:pt x="818784" y="37298"/>
                </a:cubicBezTo>
                <a:moveTo>
                  <a:pt x="819138" y="43485"/>
                </a:moveTo>
                <a:cubicBezTo>
                  <a:pt x="816133" y="43485"/>
                  <a:pt x="813555" y="44621"/>
                  <a:pt x="811404" y="46893"/>
                </a:cubicBezTo>
                <a:cubicBezTo>
                  <a:pt x="809254" y="49163"/>
                  <a:pt x="807840" y="53646"/>
                  <a:pt x="807162" y="60341"/>
                </a:cubicBezTo>
                <a:cubicBezTo>
                  <a:pt x="806484" y="67036"/>
                  <a:pt x="806146" y="76342"/>
                  <a:pt x="806146" y="88260"/>
                </a:cubicBezTo>
                <a:cubicBezTo>
                  <a:pt x="806146" y="94572"/>
                  <a:pt x="806558" y="100471"/>
                  <a:pt x="807383" y="105958"/>
                </a:cubicBezTo>
                <a:cubicBezTo>
                  <a:pt x="808031" y="110146"/>
                  <a:pt x="809416" y="113331"/>
                  <a:pt x="811537" y="115515"/>
                </a:cubicBezTo>
                <a:cubicBezTo>
                  <a:pt x="813658" y="117697"/>
                  <a:pt x="816074" y="118788"/>
                  <a:pt x="818784" y="118788"/>
                </a:cubicBezTo>
                <a:cubicBezTo>
                  <a:pt x="821436" y="118788"/>
                  <a:pt x="823646" y="118050"/>
                  <a:pt x="825413" y="116575"/>
                </a:cubicBezTo>
                <a:cubicBezTo>
                  <a:pt x="827711" y="114570"/>
                  <a:pt x="829243" y="111768"/>
                  <a:pt x="830009" y="108168"/>
                </a:cubicBezTo>
                <a:cubicBezTo>
                  <a:pt x="831188" y="102565"/>
                  <a:pt x="831777" y="91239"/>
                  <a:pt x="831777" y="74190"/>
                </a:cubicBezTo>
                <a:cubicBezTo>
                  <a:pt x="831777" y="64162"/>
                  <a:pt x="831217" y="57275"/>
                  <a:pt x="830098" y="53530"/>
                </a:cubicBezTo>
                <a:cubicBezTo>
                  <a:pt x="828978" y="49783"/>
                  <a:pt x="827328" y="47054"/>
                  <a:pt x="825148" y="45344"/>
                </a:cubicBezTo>
                <a:cubicBezTo>
                  <a:pt x="823616" y="44104"/>
                  <a:pt x="821613" y="43485"/>
                  <a:pt x="819138" y="43485"/>
                </a:cubicBezTo>
                <a:close/>
                <a:moveTo>
                  <a:pt x="904605" y="39773"/>
                </a:moveTo>
                <a:lnTo>
                  <a:pt x="904605" y="58510"/>
                </a:lnTo>
                <a:cubicBezTo>
                  <a:pt x="910085" y="49966"/>
                  <a:pt x="914887" y="44295"/>
                  <a:pt x="919011" y="41496"/>
                </a:cubicBezTo>
                <a:cubicBezTo>
                  <a:pt x="923136" y="38697"/>
                  <a:pt x="927113" y="37298"/>
                  <a:pt x="930943" y="37298"/>
                </a:cubicBezTo>
                <a:cubicBezTo>
                  <a:pt x="934243" y="37298"/>
                  <a:pt x="936880" y="38318"/>
                  <a:pt x="938854" y="40358"/>
                </a:cubicBezTo>
                <a:cubicBezTo>
                  <a:pt x="940827" y="42398"/>
                  <a:pt x="941814" y="45281"/>
                  <a:pt x="941814" y="49006"/>
                </a:cubicBezTo>
                <a:cubicBezTo>
                  <a:pt x="941814" y="52969"/>
                  <a:pt x="940857" y="56045"/>
                  <a:pt x="938942" y="58234"/>
                </a:cubicBezTo>
                <a:cubicBezTo>
                  <a:pt x="937027" y="60421"/>
                  <a:pt x="934714" y="61515"/>
                  <a:pt x="932004" y="61515"/>
                </a:cubicBezTo>
                <a:cubicBezTo>
                  <a:pt x="928881" y="61515"/>
                  <a:pt x="926171" y="60513"/>
                  <a:pt x="923873" y="58510"/>
                </a:cubicBezTo>
                <a:cubicBezTo>
                  <a:pt x="921575" y="56507"/>
                  <a:pt x="920219" y="55387"/>
                  <a:pt x="919807" y="55152"/>
                </a:cubicBezTo>
                <a:cubicBezTo>
                  <a:pt x="919218" y="54798"/>
                  <a:pt x="918540" y="54621"/>
                  <a:pt x="917774" y="54621"/>
                </a:cubicBezTo>
                <a:cubicBezTo>
                  <a:pt x="916065" y="54621"/>
                  <a:pt x="914445" y="55269"/>
                  <a:pt x="912913" y="56566"/>
                </a:cubicBezTo>
                <a:cubicBezTo>
                  <a:pt x="910497" y="58569"/>
                  <a:pt x="908671" y="61427"/>
                  <a:pt x="907433" y="65139"/>
                </a:cubicBezTo>
                <a:cubicBezTo>
                  <a:pt x="905548" y="70854"/>
                  <a:pt x="904605" y="77159"/>
                  <a:pt x="904605" y="84053"/>
                </a:cubicBezTo>
                <a:lnTo>
                  <a:pt x="904605" y="103056"/>
                </a:lnTo>
                <a:lnTo>
                  <a:pt x="904693" y="108005"/>
                </a:lnTo>
                <a:cubicBezTo>
                  <a:pt x="904693" y="111364"/>
                  <a:pt x="904899" y="113514"/>
                  <a:pt x="905312" y="114457"/>
                </a:cubicBezTo>
                <a:cubicBezTo>
                  <a:pt x="906019" y="116048"/>
                  <a:pt x="907065" y="117212"/>
                  <a:pt x="908450" y="117948"/>
                </a:cubicBezTo>
                <a:cubicBezTo>
                  <a:pt x="909834" y="118685"/>
                  <a:pt x="912176" y="119141"/>
                  <a:pt x="915476" y="119318"/>
                </a:cubicBezTo>
                <a:lnTo>
                  <a:pt x="915476" y="122500"/>
                </a:lnTo>
                <a:lnTo>
                  <a:pt x="870842" y="122500"/>
                </a:lnTo>
                <a:lnTo>
                  <a:pt x="870842" y="119318"/>
                </a:lnTo>
                <a:cubicBezTo>
                  <a:pt x="874437" y="119024"/>
                  <a:pt x="876867" y="118037"/>
                  <a:pt x="878134" y="116357"/>
                </a:cubicBezTo>
                <a:cubicBezTo>
                  <a:pt x="879401" y="114678"/>
                  <a:pt x="880034" y="110244"/>
                  <a:pt x="880034" y="103056"/>
                </a:cubicBezTo>
                <a:lnTo>
                  <a:pt x="880034" y="57273"/>
                </a:lnTo>
                <a:cubicBezTo>
                  <a:pt x="880034" y="52529"/>
                  <a:pt x="879798" y="49506"/>
                  <a:pt x="879327" y="48202"/>
                </a:cubicBezTo>
                <a:cubicBezTo>
                  <a:pt x="878738" y="46541"/>
                  <a:pt x="877883" y="45326"/>
                  <a:pt x="876764" y="44556"/>
                </a:cubicBezTo>
                <a:cubicBezTo>
                  <a:pt x="875644" y="43785"/>
                  <a:pt x="873671" y="43251"/>
                  <a:pt x="870842" y="42955"/>
                </a:cubicBezTo>
                <a:lnTo>
                  <a:pt x="870842" y="39773"/>
                </a:lnTo>
                <a:lnTo>
                  <a:pt x="904605" y="39773"/>
                </a:lnTo>
                <a:close/>
                <a:moveTo>
                  <a:pt x="983000" y="2652"/>
                </a:moveTo>
                <a:lnTo>
                  <a:pt x="983000" y="105354"/>
                </a:lnTo>
                <a:cubicBezTo>
                  <a:pt x="983000" y="111187"/>
                  <a:pt x="983678" y="114914"/>
                  <a:pt x="985033" y="116534"/>
                </a:cubicBezTo>
                <a:cubicBezTo>
                  <a:pt x="986388" y="118154"/>
                  <a:pt x="989040" y="119082"/>
                  <a:pt x="992988" y="119318"/>
                </a:cubicBezTo>
                <a:lnTo>
                  <a:pt x="992988" y="122500"/>
                </a:lnTo>
                <a:lnTo>
                  <a:pt x="948354" y="122500"/>
                </a:lnTo>
                <a:lnTo>
                  <a:pt x="948354" y="119318"/>
                </a:lnTo>
                <a:cubicBezTo>
                  <a:pt x="952007" y="119200"/>
                  <a:pt x="954718" y="118140"/>
                  <a:pt x="956485" y="116136"/>
                </a:cubicBezTo>
                <a:cubicBezTo>
                  <a:pt x="957664" y="114781"/>
                  <a:pt x="958253" y="111187"/>
                  <a:pt x="958253" y="105354"/>
                </a:cubicBezTo>
                <a:lnTo>
                  <a:pt x="958253" y="19798"/>
                </a:lnTo>
                <a:cubicBezTo>
                  <a:pt x="958253" y="13987"/>
                  <a:pt x="957575" y="10266"/>
                  <a:pt x="956220" y="8637"/>
                </a:cubicBezTo>
                <a:cubicBezTo>
                  <a:pt x="954865" y="7005"/>
                  <a:pt x="952243" y="6071"/>
                  <a:pt x="948354" y="5833"/>
                </a:cubicBezTo>
                <a:lnTo>
                  <a:pt x="948354" y="2652"/>
                </a:lnTo>
                <a:lnTo>
                  <a:pt x="983000" y="2652"/>
                </a:lnTo>
                <a:close/>
                <a:moveTo>
                  <a:pt x="1081283" y="2652"/>
                </a:moveTo>
                <a:lnTo>
                  <a:pt x="1081283" y="97752"/>
                </a:lnTo>
                <a:cubicBezTo>
                  <a:pt x="1081283" y="104111"/>
                  <a:pt x="1081460" y="107872"/>
                  <a:pt x="1081814" y="109038"/>
                </a:cubicBezTo>
                <a:cubicBezTo>
                  <a:pt x="1082285" y="110964"/>
                  <a:pt x="1083184" y="112394"/>
                  <a:pt x="1084509" y="113327"/>
                </a:cubicBezTo>
                <a:cubicBezTo>
                  <a:pt x="1085835" y="114259"/>
                  <a:pt x="1088148" y="114842"/>
                  <a:pt x="1091448" y="115076"/>
                </a:cubicBezTo>
                <a:lnTo>
                  <a:pt x="1091448" y="118258"/>
                </a:lnTo>
                <a:lnTo>
                  <a:pt x="1056536" y="124975"/>
                </a:lnTo>
                <a:lnTo>
                  <a:pt x="1056536" y="111894"/>
                </a:lnTo>
                <a:cubicBezTo>
                  <a:pt x="1052352" y="116961"/>
                  <a:pt x="1048626" y="120408"/>
                  <a:pt x="1045355" y="122235"/>
                </a:cubicBezTo>
                <a:cubicBezTo>
                  <a:pt x="1042085" y="124061"/>
                  <a:pt x="1038388" y="124975"/>
                  <a:pt x="1034263" y="124975"/>
                </a:cubicBezTo>
                <a:cubicBezTo>
                  <a:pt x="1023716" y="124975"/>
                  <a:pt x="1015379" y="120256"/>
                  <a:pt x="1009251" y="110819"/>
                </a:cubicBezTo>
                <a:cubicBezTo>
                  <a:pt x="1004301" y="103152"/>
                  <a:pt x="1001826" y="93745"/>
                  <a:pt x="1001826" y="82597"/>
                </a:cubicBezTo>
                <a:cubicBezTo>
                  <a:pt x="1001826" y="73691"/>
                  <a:pt x="1003358" y="65713"/>
                  <a:pt x="1006422" y="58665"/>
                </a:cubicBezTo>
                <a:cubicBezTo>
                  <a:pt x="1009486" y="51616"/>
                  <a:pt x="1013685" y="46293"/>
                  <a:pt x="1019017" y="42695"/>
                </a:cubicBezTo>
                <a:cubicBezTo>
                  <a:pt x="1024350" y="39097"/>
                  <a:pt x="1030080" y="37298"/>
                  <a:pt x="1036208" y="37298"/>
                </a:cubicBezTo>
                <a:cubicBezTo>
                  <a:pt x="1040155" y="37298"/>
                  <a:pt x="1043661" y="38070"/>
                  <a:pt x="1046725" y="39615"/>
                </a:cubicBezTo>
                <a:cubicBezTo>
                  <a:pt x="1049789" y="41160"/>
                  <a:pt x="1053060" y="43864"/>
                  <a:pt x="1056536" y="47727"/>
                </a:cubicBezTo>
                <a:lnTo>
                  <a:pt x="1056536" y="22803"/>
                </a:lnTo>
                <a:cubicBezTo>
                  <a:pt x="1056536" y="16498"/>
                  <a:pt x="1056271" y="12698"/>
                  <a:pt x="1055741" y="11402"/>
                </a:cubicBezTo>
                <a:cubicBezTo>
                  <a:pt x="1055033" y="9693"/>
                  <a:pt x="1053973" y="8426"/>
                  <a:pt x="1052559" y="7601"/>
                </a:cubicBezTo>
                <a:cubicBezTo>
                  <a:pt x="1051145" y="6776"/>
                  <a:pt x="1048493" y="6364"/>
                  <a:pt x="1044604" y="6364"/>
                </a:cubicBezTo>
                <a:lnTo>
                  <a:pt x="1044604" y="2652"/>
                </a:lnTo>
                <a:lnTo>
                  <a:pt x="1081283" y="2652"/>
                </a:lnTo>
                <a:moveTo>
                  <a:pt x="1056536" y="58510"/>
                </a:moveTo>
                <a:cubicBezTo>
                  <a:pt x="1052176" y="50261"/>
                  <a:pt x="1046843" y="46136"/>
                  <a:pt x="1040538" y="46136"/>
                </a:cubicBezTo>
                <a:cubicBezTo>
                  <a:pt x="1038358" y="46136"/>
                  <a:pt x="1036561" y="46726"/>
                  <a:pt x="1035147" y="47904"/>
                </a:cubicBezTo>
                <a:cubicBezTo>
                  <a:pt x="1032967" y="49731"/>
                  <a:pt x="1031185" y="52942"/>
                  <a:pt x="1029800" y="57538"/>
                </a:cubicBezTo>
                <a:cubicBezTo>
                  <a:pt x="1028415" y="62134"/>
                  <a:pt x="1027723" y="69175"/>
                  <a:pt x="1027723" y="78662"/>
                </a:cubicBezTo>
                <a:cubicBezTo>
                  <a:pt x="1027723" y="89091"/>
                  <a:pt x="1028489" y="96810"/>
                  <a:pt x="1030021" y="101818"/>
                </a:cubicBezTo>
                <a:cubicBezTo>
                  <a:pt x="1031553" y="106827"/>
                  <a:pt x="1033645" y="110450"/>
                  <a:pt x="1036296" y="112689"/>
                </a:cubicBezTo>
                <a:cubicBezTo>
                  <a:pt x="1037651" y="113809"/>
                  <a:pt x="1039507" y="114369"/>
                  <a:pt x="1041864" y="114369"/>
                </a:cubicBezTo>
                <a:cubicBezTo>
                  <a:pt x="1047049" y="114369"/>
                  <a:pt x="1051940" y="110290"/>
                  <a:pt x="1056536" y="102133"/>
                </a:cubicBezTo>
                <a:lnTo>
                  <a:pt x="1056536" y="5851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97758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8" name="Text Environment">
            <a:extLst xmlns:a="http://schemas.openxmlformats.org/drawingml/2006/main">
              <a:ext uri="{FF2B5EF4-FFF2-40B4-BE49-F238E27FC236}">
                <a16:creationId xmlns:a16="http://schemas.microsoft.com/office/drawing/2014/main" id="{7BA1B228-9DFA-4378-94F9-3F41E374D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2580" y="364215"/>
            <a:ext cx="1017110" cy="124975"/>
          </a:xfrm>
          <a:custGeom xmlns:a="http://schemas.openxmlformats.org/drawingml/2006/main">
            <a:pathLst>
              <a:path w="1017110" h="124975">
                <a:moveTo>
                  <a:pt x="45694" y="9545"/>
                </a:moveTo>
                <a:lnTo>
                  <a:pt x="45694" y="58157"/>
                </a:lnTo>
                <a:lnTo>
                  <a:pt x="48081" y="58157"/>
                </a:lnTo>
                <a:cubicBezTo>
                  <a:pt x="55682" y="58157"/>
                  <a:pt x="61191" y="55770"/>
                  <a:pt x="64609" y="50997"/>
                </a:cubicBezTo>
                <a:cubicBezTo>
                  <a:pt x="68026" y="46225"/>
                  <a:pt x="70206" y="39183"/>
                  <a:pt x="71149" y="29874"/>
                </a:cubicBezTo>
                <a:lnTo>
                  <a:pt x="74508" y="29874"/>
                </a:lnTo>
                <a:lnTo>
                  <a:pt x="74508" y="92803"/>
                </a:lnTo>
                <a:lnTo>
                  <a:pt x="71149" y="92803"/>
                </a:lnTo>
                <a:cubicBezTo>
                  <a:pt x="70442" y="85946"/>
                  <a:pt x="68954" y="80331"/>
                  <a:pt x="66686" y="75958"/>
                </a:cubicBezTo>
                <a:cubicBezTo>
                  <a:pt x="64417" y="71583"/>
                  <a:pt x="61780" y="68642"/>
                  <a:pt x="58775" y="67136"/>
                </a:cubicBezTo>
                <a:cubicBezTo>
                  <a:pt x="55770" y="65628"/>
                  <a:pt x="51410" y="64874"/>
                  <a:pt x="45694" y="64874"/>
                </a:cubicBezTo>
                <a:lnTo>
                  <a:pt x="45694" y="98636"/>
                </a:lnTo>
                <a:cubicBezTo>
                  <a:pt x="45694" y="105236"/>
                  <a:pt x="45974" y="109272"/>
                  <a:pt x="46534" y="110745"/>
                </a:cubicBezTo>
                <a:cubicBezTo>
                  <a:pt x="47094" y="112218"/>
                  <a:pt x="48140" y="113426"/>
                  <a:pt x="49672" y="114369"/>
                </a:cubicBezTo>
                <a:cubicBezTo>
                  <a:pt x="51204" y="115311"/>
                  <a:pt x="53678" y="115783"/>
                  <a:pt x="57096" y="115783"/>
                </a:cubicBezTo>
                <a:lnTo>
                  <a:pt x="64255" y="115783"/>
                </a:lnTo>
                <a:cubicBezTo>
                  <a:pt x="75450" y="115783"/>
                  <a:pt x="84421" y="113205"/>
                  <a:pt x="91168" y="108049"/>
                </a:cubicBezTo>
                <a:cubicBezTo>
                  <a:pt x="97915" y="102893"/>
                  <a:pt x="102761" y="95013"/>
                  <a:pt x="105707" y="84407"/>
                </a:cubicBezTo>
                <a:lnTo>
                  <a:pt x="108977" y="84407"/>
                </a:lnTo>
                <a:lnTo>
                  <a:pt x="103586" y="122500"/>
                </a:lnTo>
                <a:lnTo>
                  <a:pt x="0" y="122500"/>
                </a:lnTo>
                <a:lnTo>
                  <a:pt x="0" y="119318"/>
                </a:lnTo>
                <a:lnTo>
                  <a:pt x="3977" y="119318"/>
                </a:lnTo>
                <a:cubicBezTo>
                  <a:pt x="7454" y="119318"/>
                  <a:pt x="10253" y="118697"/>
                  <a:pt x="12374" y="117454"/>
                </a:cubicBezTo>
                <a:cubicBezTo>
                  <a:pt x="13906" y="116623"/>
                  <a:pt x="15084" y="115202"/>
                  <a:pt x="15909" y="113189"/>
                </a:cubicBezTo>
                <a:cubicBezTo>
                  <a:pt x="16557" y="111768"/>
                  <a:pt x="16881" y="108036"/>
                  <a:pt x="16881" y="101995"/>
                </a:cubicBezTo>
                <a:lnTo>
                  <a:pt x="16881" y="23157"/>
                </a:lnTo>
                <a:cubicBezTo>
                  <a:pt x="16881" y="17708"/>
                  <a:pt x="16734" y="14361"/>
                  <a:pt x="16439" y="13117"/>
                </a:cubicBezTo>
                <a:cubicBezTo>
                  <a:pt x="15850" y="11045"/>
                  <a:pt x="14760" y="9447"/>
                  <a:pt x="13169" y="8322"/>
                </a:cubicBezTo>
                <a:cubicBezTo>
                  <a:pt x="10930" y="6663"/>
                  <a:pt x="7866" y="5833"/>
                  <a:pt x="3977" y="5833"/>
                </a:cubicBezTo>
                <a:lnTo>
                  <a:pt x="0" y="5833"/>
                </a:lnTo>
                <a:lnTo>
                  <a:pt x="0" y="2652"/>
                </a:lnTo>
                <a:lnTo>
                  <a:pt x="100316" y="2652"/>
                </a:lnTo>
                <a:lnTo>
                  <a:pt x="100316" y="38182"/>
                </a:lnTo>
                <a:lnTo>
                  <a:pt x="96957" y="38182"/>
                </a:lnTo>
                <a:cubicBezTo>
                  <a:pt x="95248" y="29493"/>
                  <a:pt x="92847" y="23257"/>
                  <a:pt x="89754" y="19475"/>
                </a:cubicBezTo>
                <a:cubicBezTo>
                  <a:pt x="86660" y="15693"/>
                  <a:pt x="82285" y="12915"/>
                  <a:pt x="76629" y="11142"/>
                </a:cubicBezTo>
                <a:cubicBezTo>
                  <a:pt x="73329" y="10078"/>
                  <a:pt x="67142" y="9545"/>
                  <a:pt x="58068" y="9545"/>
                </a:cubicBezTo>
                <a:lnTo>
                  <a:pt x="45694" y="9545"/>
                </a:lnTo>
                <a:close/>
                <a:moveTo>
                  <a:pt x="156971" y="39773"/>
                </a:moveTo>
                <a:lnTo>
                  <a:pt x="156971" y="50556"/>
                </a:lnTo>
                <a:cubicBezTo>
                  <a:pt x="161214" y="45928"/>
                  <a:pt x="165279" y="42562"/>
                  <a:pt x="169168" y="40458"/>
                </a:cubicBezTo>
                <a:cubicBezTo>
                  <a:pt x="173057" y="38351"/>
                  <a:pt x="177241" y="37298"/>
                  <a:pt x="181719" y="37298"/>
                </a:cubicBezTo>
                <a:cubicBezTo>
                  <a:pt x="187081" y="37298"/>
                  <a:pt x="191529" y="38788"/>
                  <a:pt x="195065" y="41767"/>
                </a:cubicBezTo>
                <a:cubicBezTo>
                  <a:pt x="198600" y="44746"/>
                  <a:pt x="200957" y="48448"/>
                  <a:pt x="202135" y="52873"/>
                </a:cubicBezTo>
                <a:cubicBezTo>
                  <a:pt x="203078" y="56237"/>
                  <a:pt x="203550" y="62698"/>
                  <a:pt x="203550" y="72257"/>
                </a:cubicBezTo>
                <a:lnTo>
                  <a:pt x="203550" y="104470"/>
                </a:lnTo>
                <a:cubicBezTo>
                  <a:pt x="203550" y="110833"/>
                  <a:pt x="204124" y="114796"/>
                  <a:pt x="205273" y="116357"/>
                </a:cubicBezTo>
                <a:cubicBezTo>
                  <a:pt x="206422" y="117919"/>
                  <a:pt x="208823" y="118906"/>
                  <a:pt x="212476" y="119318"/>
                </a:cubicBezTo>
                <a:lnTo>
                  <a:pt x="212476" y="122500"/>
                </a:lnTo>
                <a:lnTo>
                  <a:pt x="170671" y="122500"/>
                </a:lnTo>
                <a:lnTo>
                  <a:pt x="170671" y="119318"/>
                </a:lnTo>
                <a:cubicBezTo>
                  <a:pt x="173794" y="118906"/>
                  <a:pt x="176033" y="117609"/>
                  <a:pt x="177388" y="115429"/>
                </a:cubicBezTo>
                <a:cubicBezTo>
                  <a:pt x="178331" y="113956"/>
                  <a:pt x="178802" y="110303"/>
                  <a:pt x="178802" y="104470"/>
                </a:cubicBezTo>
                <a:lnTo>
                  <a:pt x="178802" y="67702"/>
                </a:lnTo>
                <a:cubicBezTo>
                  <a:pt x="178802" y="60926"/>
                  <a:pt x="178537" y="56654"/>
                  <a:pt x="178007" y="54886"/>
                </a:cubicBezTo>
                <a:cubicBezTo>
                  <a:pt x="177476" y="53119"/>
                  <a:pt x="176578" y="51749"/>
                  <a:pt x="175311" y="50776"/>
                </a:cubicBezTo>
                <a:cubicBezTo>
                  <a:pt x="174044" y="49804"/>
                  <a:pt x="172645" y="49318"/>
                  <a:pt x="171113" y="49318"/>
                </a:cubicBezTo>
                <a:cubicBezTo>
                  <a:pt x="166045" y="49318"/>
                  <a:pt x="161332" y="52971"/>
                  <a:pt x="156971" y="60278"/>
                </a:cubicBezTo>
                <a:lnTo>
                  <a:pt x="156971" y="104470"/>
                </a:lnTo>
                <a:cubicBezTo>
                  <a:pt x="156971" y="110657"/>
                  <a:pt x="157546" y="114575"/>
                  <a:pt x="158695" y="116225"/>
                </a:cubicBezTo>
                <a:cubicBezTo>
                  <a:pt x="159844" y="117875"/>
                  <a:pt x="161980" y="118906"/>
                  <a:pt x="165103" y="119318"/>
                </a:cubicBezTo>
                <a:lnTo>
                  <a:pt x="165103" y="122500"/>
                </a:lnTo>
                <a:lnTo>
                  <a:pt x="123297" y="122500"/>
                </a:lnTo>
                <a:lnTo>
                  <a:pt x="123297" y="119318"/>
                </a:lnTo>
                <a:cubicBezTo>
                  <a:pt x="126774" y="118965"/>
                  <a:pt x="129248" y="117845"/>
                  <a:pt x="130721" y="115960"/>
                </a:cubicBezTo>
                <a:cubicBezTo>
                  <a:pt x="131723" y="114663"/>
                  <a:pt x="132224" y="110833"/>
                  <a:pt x="132224" y="104470"/>
                </a:cubicBezTo>
                <a:lnTo>
                  <a:pt x="132224" y="57803"/>
                </a:lnTo>
                <a:cubicBezTo>
                  <a:pt x="132224" y="51482"/>
                  <a:pt x="131649" y="47546"/>
                  <a:pt x="130500" y="45995"/>
                </a:cubicBezTo>
                <a:cubicBezTo>
                  <a:pt x="129351" y="44445"/>
                  <a:pt x="126950" y="43431"/>
                  <a:pt x="123297" y="42955"/>
                </a:cubicBezTo>
                <a:lnTo>
                  <a:pt x="123297" y="39773"/>
                </a:lnTo>
                <a:lnTo>
                  <a:pt x="156971" y="39773"/>
                </a:lnTo>
                <a:close/>
                <a:moveTo>
                  <a:pt x="261175" y="124975"/>
                </a:moveTo>
                <a:lnTo>
                  <a:pt x="233334" y="60858"/>
                </a:lnTo>
                <a:cubicBezTo>
                  <a:pt x="229975" y="53078"/>
                  <a:pt x="227353" y="48150"/>
                  <a:pt x="225468" y="46073"/>
                </a:cubicBezTo>
                <a:cubicBezTo>
                  <a:pt x="224113" y="44528"/>
                  <a:pt x="222109" y="43489"/>
                  <a:pt x="219458" y="42955"/>
                </a:cubicBezTo>
                <a:lnTo>
                  <a:pt x="219458" y="39773"/>
                </a:lnTo>
                <a:lnTo>
                  <a:pt x="263385" y="39773"/>
                </a:lnTo>
                <a:lnTo>
                  <a:pt x="263385" y="42955"/>
                </a:lnTo>
                <a:cubicBezTo>
                  <a:pt x="260615" y="42955"/>
                  <a:pt x="258730" y="43458"/>
                  <a:pt x="257728" y="44465"/>
                </a:cubicBezTo>
                <a:cubicBezTo>
                  <a:pt x="256314" y="45771"/>
                  <a:pt x="255607" y="47312"/>
                  <a:pt x="255607" y="49089"/>
                </a:cubicBezTo>
                <a:cubicBezTo>
                  <a:pt x="255607" y="51282"/>
                  <a:pt x="256903" y="55402"/>
                  <a:pt x="259496" y="61449"/>
                </a:cubicBezTo>
                <a:lnTo>
                  <a:pt x="273107" y="92505"/>
                </a:lnTo>
                <a:lnTo>
                  <a:pt x="283978" y="65697"/>
                </a:lnTo>
                <a:cubicBezTo>
                  <a:pt x="287101" y="57998"/>
                  <a:pt x="288662" y="52550"/>
                  <a:pt x="288662" y="49351"/>
                </a:cubicBezTo>
                <a:cubicBezTo>
                  <a:pt x="288662" y="47516"/>
                  <a:pt x="287999" y="46020"/>
                  <a:pt x="286674" y="44866"/>
                </a:cubicBezTo>
                <a:cubicBezTo>
                  <a:pt x="285348" y="43709"/>
                  <a:pt x="283006" y="43072"/>
                  <a:pt x="279647" y="42955"/>
                </a:cubicBezTo>
                <a:lnTo>
                  <a:pt x="279647" y="39773"/>
                </a:lnTo>
                <a:lnTo>
                  <a:pt x="306693" y="39773"/>
                </a:lnTo>
                <a:lnTo>
                  <a:pt x="306693" y="42955"/>
                </a:lnTo>
                <a:cubicBezTo>
                  <a:pt x="304100" y="43310"/>
                  <a:pt x="301979" y="44287"/>
                  <a:pt x="300329" y="45885"/>
                </a:cubicBezTo>
                <a:cubicBezTo>
                  <a:pt x="298679" y="47483"/>
                  <a:pt x="296204" y="52189"/>
                  <a:pt x="292905" y="60002"/>
                </a:cubicBezTo>
                <a:lnTo>
                  <a:pt x="265329" y="124975"/>
                </a:lnTo>
                <a:lnTo>
                  <a:pt x="261175" y="124975"/>
                </a:lnTo>
                <a:close/>
                <a:moveTo>
                  <a:pt x="334268" y="0"/>
                </a:moveTo>
                <a:cubicBezTo>
                  <a:pt x="338098" y="0"/>
                  <a:pt x="341339" y="1345"/>
                  <a:pt x="343990" y="4035"/>
                </a:cubicBezTo>
                <a:cubicBezTo>
                  <a:pt x="346642" y="6724"/>
                  <a:pt x="347968" y="9960"/>
                  <a:pt x="347968" y="13744"/>
                </a:cubicBezTo>
                <a:cubicBezTo>
                  <a:pt x="347968" y="17528"/>
                  <a:pt x="346627" y="20750"/>
                  <a:pt x="343946" y="23411"/>
                </a:cubicBezTo>
                <a:cubicBezTo>
                  <a:pt x="341265" y="26070"/>
                  <a:pt x="338039" y="27399"/>
                  <a:pt x="334268" y="27399"/>
                </a:cubicBezTo>
                <a:cubicBezTo>
                  <a:pt x="330497" y="27399"/>
                  <a:pt x="327286" y="26070"/>
                  <a:pt x="324634" y="23411"/>
                </a:cubicBezTo>
                <a:cubicBezTo>
                  <a:pt x="321983" y="20750"/>
                  <a:pt x="320657" y="17528"/>
                  <a:pt x="320657" y="13744"/>
                </a:cubicBezTo>
                <a:cubicBezTo>
                  <a:pt x="320657" y="9960"/>
                  <a:pt x="321983" y="6724"/>
                  <a:pt x="324634" y="4035"/>
                </a:cubicBezTo>
                <a:cubicBezTo>
                  <a:pt x="327286" y="1345"/>
                  <a:pt x="330497" y="0"/>
                  <a:pt x="334268" y="0"/>
                </a:cubicBezTo>
                <a:moveTo>
                  <a:pt x="346642" y="39773"/>
                </a:moveTo>
                <a:lnTo>
                  <a:pt x="346642" y="105354"/>
                </a:lnTo>
                <a:cubicBezTo>
                  <a:pt x="346642" y="111187"/>
                  <a:pt x="347319" y="114914"/>
                  <a:pt x="348675" y="116534"/>
                </a:cubicBezTo>
                <a:cubicBezTo>
                  <a:pt x="350030" y="118154"/>
                  <a:pt x="352681" y="119082"/>
                  <a:pt x="356629" y="119318"/>
                </a:cubicBezTo>
                <a:lnTo>
                  <a:pt x="356629" y="122500"/>
                </a:lnTo>
                <a:lnTo>
                  <a:pt x="311995" y="122500"/>
                </a:lnTo>
                <a:lnTo>
                  <a:pt x="311995" y="119318"/>
                </a:lnTo>
                <a:cubicBezTo>
                  <a:pt x="315649" y="119200"/>
                  <a:pt x="318359" y="118140"/>
                  <a:pt x="320127" y="116136"/>
                </a:cubicBezTo>
                <a:cubicBezTo>
                  <a:pt x="321305" y="114781"/>
                  <a:pt x="321894" y="111187"/>
                  <a:pt x="321894" y="105354"/>
                </a:cubicBezTo>
                <a:lnTo>
                  <a:pt x="321894" y="57096"/>
                </a:lnTo>
                <a:cubicBezTo>
                  <a:pt x="321894" y="51189"/>
                  <a:pt x="321217" y="47415"/>
                  <a:pt x="319862" y="45775"/>
                </a:cubicBezTo>
                <a:cubicBezTo>
                  <a:pt x="318506" y="44134"/>
                  <a:pt x="315884" y="43194"/>
                  <a:pt x="311995" y="42955"/>
                </a:cubicBezTo>
                <a:lnTo>
                  <a:pt x="311995" y="39773"/>
                </a:lnTo>
                <a:lnTo>
                  <a:pt x="346642" y="39773"/>
                </a:lnTo>
                <a:close/>
                <a:moveTo>
                  <a:pt x="398965" y="39773"/>
                </a:moveTo>
                <a:lnTo>
                  <a:pt x="398965" y="58510"/>
                </a:lnTo>
                <a:cubicBezTo>
                  <a:pt x="404445" y="49966"/>
                  <a:pt x="409247" y="44295"/>
                  <a:pt x="413371" y="41496"/>
                </a:cubicBezTo>
                <a:cubicBezTo>
                  <a:pt x="417496" y="38697"/>
                  <a:pt x="421473" y="37298"/>
                  <a:pt x="425303" y="37298"/>
                </a:cubicBezTo>
                <a:cubicBezTo>
                  <a:pt x="428603" y="37298"/>
                  <a:pt x="431240" y="38318"/>
                  <a:pt x="433214" y="40358"/>
                </a:cubicBezTo>
                <a:cubicBezTo>
                  <a:pt x="435188" y="42398"/>
                  <a:pt x="436175" y="45281"/>
                  <a:pt x="436175" y="49006"/>
                </a:cubicBezTo>
                <a:cubicBezTo>
                  <a:pt x="436175" y="52969"/>
                  <a:pt x="435217" y="56045"/>
                  <a:pt x="433302" y="58234"/>
                </a:cubicBezTo>
                <a:cubicBezTo>
                  <a:pt x="431387" y="60421"/>
                  <a:pt x="429074" y="61515"/>
                  <a:pt x="426364" y="61515"/>
                </a:cubicBezTo>
                <a:cubicBezTo>
                  <a:pt x="423241" y="61515"/>
                  <a:pt x="420531" y="60513"/>
                  <a:pt x="418233" y="58510"/>
                </a:cubicBezTo>
                <a:cubicBezTo>
                  <a:pt x="415935" y="56507"/>
                  <a:pt x="414579" y="55387"/>
                  <a:pt x="414167" y="55152"/>
                </a:cubicBezTo>
                <a:cubicBezTo>
                  <a:pt x="413578" y="54798"/>
                  <a:pt x="412900" y="54621"/>
                  <a:pt x="412134" y="54621"/>
                </a:cubicBezTo>
                <a:cubicBezTo>
                  <a:pt x="410425" y="54621"/>
                  <a:pt x="408805" y="55269"/>
                  <a:pt x="407273" y="56566"/>
                </a:cubicBezTo>
                <a:cubicBezTo>
                  <a:pt x="404857" y="58569"/>
                  <a:pt x="403031" y="61427"/>
                  <a:pt x="401793" y="65139"/>
                </a:cubicBezTo>
                <a:cubicBezTo>
                  <a:pt x="399908" y="70854"/>
                  <a:pt x="398965" y="77159"/>
                  <a:pt x="398965" y="84053"/>
                </a:cubicBezTo>
                <a:lnTo>
                  <a:pt x="398965" y="103056"/>
                </a:lnTo>
                <a:lnTo>
                  <a:pt x="399053" y="108005"/>
                </a:lnTo>
                <a:cubicBezTo>
                  <a:pt x="399053" y="111364"/>
                  <a:pt x="399260" y="113514"/>
                  <a:pt x="399672" y="114457"/>
                </a:cubicBezTo>
                <a:cubicBezTo>
                  <a:pt x="400379" y="116048"/>
                  <a:pt x="401425" y="117212"/>
                  <a:pt x="402810" y="117948"/>
                </a:cubicBezTo>
                <a:cubicBezTo>
                  <a:pt x="404194" y="118685"/>
                  <a:pt x="406536" y="119141"/>
                  <a:pt x="409836" y="119318"/>
                </a:cubicBezTo>
                <a:lnTo>
                  <a:pt x="409836" y="122500"/>
                </a:lnTo>
                <a:lnTo>
                  <a:pt x="365202" y="122500"/>
                </a:lnTo>
                <a:lnTo>
                  <a:pt x="365202" y="119318"/>
                </a:lnTo>
                <a:cubicBezTo>
                  <a:pt x="368797" y="119024"/>
                  <a:pt x="371227" y="118037"/>
                  <a:pt x="372494" y="116357"/>
                </a:cubicBezTo>
                <a:cubicBezTo>
                  <a:pt x="373761" y="114678"/>
                  <a:pt x="374394" y="110244"/>
                  <a:pt x="374394" y="103056"/>
                </a:cubicBezTo>
                <a:lnTo>
                  <a:pt x="374394" y="57273"/>
                </a:lnTo>
                <a:cubicBezTo>
                  <a:pt x="374394" y="52529"/>
                  <a:pt x="374159" y="49506"/>
                  <a:pt x="373687" y="48202"/>
                </a:cubicBezTo>
                <a:cubicBezTo>
                  <a:pt x="373098" y="46541"/>
                  <a:pt x="372244" y="45326"/>
                  <a:pt x="371124" y="44556"/>
                </a:cubicBezTo>
                <a:cubicBezTo>
                  <a:pt x="370005" y="43785"/>
                  <a:pt x="368031" y="43251"/>
                  <a:pt x="365202" y="42955"/>
                </a:cubicBezTo>
                <a:lnTo>
                  <a:pt x="365202" y="39773"/>
                </a:lnTo>
                <a:lnTo>
                  <a:pt x="398965" y="39773"/>
                </a:lnTo>
                <a:close/>
                <a:moveTo>
                  <a:pt x="480713" y="37298"/>
                </a:moveTo>
                <a:cubicBezTo>
                  <a:pt x="487901" y="37298"/>
                  <a:pt x="494589" y="39156"/>
                  <a:pt x="500776" y="42872"/>
                </a:cubicBezTo>
                <a:cubicBezTo>
                  <a:pt x="506963" y="46587"/>
                  <a:pt x="511662" y="51867"/>
                  <a:pt x="514873" y="58709"/>
                </a:cubicBezTo>
                <a:cubicBezTo>
                  <a:pt x="518084" y="65551"/>
                  <a:pt x="519690" y="73042"/>
                  <a:pt x="519690" y="81181"/>
                </a:cubicBezTo>
                <a:cubicBezTo>
                  <a:pt x="519690" y="92917"/>
                  <a:pt x="516714" y="102738"/>
                  <a:pt x="510763" y="110643"/>
                </a:cubicBezTo>
                <a:cubicBezTo>
                  <a:pt x="503575" y="120197"/>
                  <a:pt x="493646" y="124975"/>
                  <a:pt x="480978" y="124975"/>
                </a:cubicBezTo>
                <a:cubicBezTo>
                  <a:pt x="468545" y="124975"/>
                  <a:pt x="458970" y="120610"/>
                  <a:pt x="452253" y="111880"/>
                </a:cubicBezTo>
                <a:cubicBezTo>
                  <a:pt x="445536" y="103150"/>
                  <a:pt x="442177" y="93035"/>
                  <a:pt x="442177" y="81534"/>
                </a:cubicBezTo>
                <a:cubicBezTo>
                  <a:pt x="442177" y="69680"/>
                  <a:pt x="445610" y="59343"/>
                  <a:pt x="452474" y="50525"/>
                </a:cubicBezTo>
                <a:cubicBezTo>
                  <a:pt x="459338" y="41707"/>
                  <a:pt x="468751" y="37298"/>
                  <a:pt x="480713" y="37298"/>
                </a:cubicBezTo>
                <a:moveTo>
                  <a:pt x="481066" y="43485"/>
                </a:moveTo>
                <a:cubicBezTo>
                  <a:pt x="478061" y="43485"/>
                  <a:pt x="475483" y="44621"/>
                  <a:pt x="473333" y="46893"/>
                </a:cubicBezTo>
                <a:cubicBezTo>
                  <a:pt x="471182" y="49163"/>
                  <a:pt x="469768" y="53646"/>
                  <a:pt x="469090" y="60341"/>
                </a:cubicBezTo>
                <a:cubicBezTo>
                  <a:pt x="468413" y="67036"/>
                  <a:pt x="468074" y="76342"/>
                  <a:pt x="468074" y="88260"/>
                </a:cubicBezTo>
                <a:cubicBezTo>
                  <a:pt x="468074" y="94572"/>
                  <a:pt x="468486" y="100471"/>
                  <a:pt x="469311" y="105958"/>
                </a:cubicBezTo>
                <a:cubicBezTo>
                  <a:pt x="469959" y="110146"/>
                  <a:pt x="471344" y="113331"/>
                  <a:pt x="473465" y="115515"/>
                </a:cubicBezTo>
                <a:cubicBezTo>
                  <a:pt x="475586" y="117697"/>
                  <a:pt x="478002" y="118788"/>
                  <a:pt x="480713" y="118788"/>
                </a:cubicBezTo>
                <a:cubicBezTo>
                  <a:pt x="483364" y="118788"/>
                  <a:pt x="485574" y="118050"/>
                  <a:pt x="487341" y="116575"/>
                </a:cubicBezTo>
                <a:cubicBezTo>
                  <a:pt x="489639" y="114570"/>
                  <a:pt x="491171" y="111768"/>
                  <a:pt x="491937" y="108168"/>
                </a:cubicBezTo>
                <a:cubicBezTo>
                  <a:pt x="493116" y="102565"/>
                  <a:pt x="493705" y="91239"/>
                  <a:pt x="493705" y="74190"/>
                </a:cubicBezTo>
                <a:cubicBezTo>
                  <a:pt x="493705" y="64162"/>
                  <a:pt x="493145" y="57275"/>
                  <a:pt x="492026" y="53530"/>
                </a:cubicBezTo>
                <a:cubicBezTo>
                  <a:pt x="490906" y="49783"/>
                  <a:pt x="489256" y="47054"/>
                  <a:pt x="487076" y="45344"/>
                </a:cubicBezTo>
                <a:cubicBezTo>
                  <a:pt x="485544" y="44104"/>
                  <a:pt x="483541" y="43485"/>
                  <a:pt x="481066" y="43485"/>
                </a:cubicBezTo>
                <a:close/>
                <a:moveTo>
                  <a:pt x="566003" y="39773"/>
                </a:moveTo>
                <a:lnTo>
                  <a:pt x="566003" y="50556"/>
                </a:lnTo>
                <a:cubicBezTo>
                  <a:pt x="570245" y="45928"/>
                  <a:pt x="574311" y="42562"/>
                  <a:pt x="578200" y="40458"/>
                </a:cubicBezTo>
                <a:cubicBezTo>
                  <a:pt x="582089" y="38351"/>
                  <a:pt x="586272" y="37298"/>
                  <a:pt x="590750" y="37298"/>
                </a:cubicBezTo>
                <a:cubicBezTo>
                  <a:pt x="596112" y="37298"/>
                  <a:pt x="600561" y="38788"/>
                  <a:pt x="604096" y="41767"/>
                </a:cubicBezTo>
                <a:cubicBezTo>
                  <a:pt x="607631" y="44746"/>
                  <a:pt x="609988" y="48448"/>
                  <a:pt x="611167" y="52873"/>
                </a:cubicBezTo>
                <a:cubicBezTo>
                  <a:pt x="612110" y="56237"/>
                  <a:pt x="612581" y="62698"/>
                  <a:pt x="612581" y="72257"/>
                </a:cubicBezTo>
                <a:lnTo>
                  <a:pt x="612581" y="104470"/>
                </a:lnTo>
                <a:cubicBezTo>
                  <a:pt x="612581" y="110833"/>
                  <a:pt x="613155" y="114796"/>
                  <a:pt x="614304" y="116357"/>
                </a:cubicBezTo>
                <a:cubicBezTo>
                  <a:pt x="615453" y="117919"/>
                  <a:pt x="617855" y="118906"/>
                  <a:pt x="621508" y="119318"/>
                </a:cubicBezTo>
                <a:lnTo>
                  <a:pt x="621508" y="122500"/>
                </a:lnTo>
                <a:lnTo>
                  <a:pt x="579702" y="122500"/>
                </a:lnTo>
                <a:lnTo>
                  <a:pt x="579702" y="119318"/>
                </a:lnTo>
                <a:cubicBezTo>
                  <a:pt x="582825" y="118906"/>
                  <a:pt x="585064" y="117609"/>
                  <a:pt x="586419" y="115429"/>
                </a:cubicBezTo>
                <a:cubicBezTo>
                  <a:pt x="587362" y="113956"/>
                  <a:pt x="587834" y="110303"/>
                  <a:pt x="587834" y="104470"/>
                </a:cubicBezTo>
                <a:lnTo>
                  <a:pt x="587834" y="67702"/>
                </a:lnTo>
                <a:cubicBezTo>
                  <a:pt x="587834" y="60926"/>
                  <a:pt x="587568" y="56654"/>
                  <a:pt x="587038" y="54886"/>
                </a:cubicBezTo>
                <a:cubicBezTo>
                  <a:pt x="586508" y="53119"/>
                  <a:pt x="585609" y="51749"/>
                  <a:pt x="584342" y="50776"/>
                </a:cubicBezTo>
                <a:cubicBezTo>
                  <a:pt x="583076" y="49804"/>
                  <a:pt x="581676" y="49318"/>
                  <a:pt x="580144" y="49318"/>
                </a:cubicBezTo>
                <a:cubicBezTo>
                  <a:pt x="575077" y="49318"/>
                  <a:pt x="570363" y="52971"/>
                  <a:pt x="566003" y="60278"/>
                </a:cubicBezTo>
                <a:lnTo>
                  <a:pt x="566003" y="104470"/>
                </a:lnTo>
                <a:cubicBezTo>
                  <a:pt x="566003" y="110657"/>
                  <a:pt x="566577" y="114575"/>
                  <a:pt x="567726" y="116225"/>
                </a:cubicBezTo>
                <a:cubicBezTo>
                  <a:pt x="568875" y="117875"/>
                  <a:pt x="571011" y="118906"/>
                  <a:pt x="574134" y="119318"/>
                </a:cubicBezTo>
                <a:lnTo>
                  <a:pt x="574134" y="122500"/>
                </a:lnTo>
                <a:lnTo>
                  <a:pt x="532328" y="122500"/>
                </a:lnTo>
                <a:lnTo>
                  <a:pt x="532328" y="119318"/>
                </a:lnTo>
                <a:cubicBezTo>
                  <a:pt x="535805" y="118965"/>
                  <a:pt x="538280" y="117845"/>
                  <a:pt x="539753" y="115960"/>
                </a:cubicBezTo>
                <a:cubicBezTo>
                  <a:pt x="540754" y="114663"/>
                  <a:pt x="541255" y="110833"/>
                  <a:pt x="541255" y="104470"/>
                </a:cubicBezTo>
                <a:lnTo>
                  <a:pt x="541255" y="57803"/>
                </a:lnTo>
                <a:cubicBezTo>
                  <a:pt x="541255" y="51482"/>
                  <a:pt x="540681" y="47546"/>
                  <a:pt x="539532" y="45995"/>
                </a:cubicBezTo>
                <a:cubicBezTo>
                  <a:pt x="538383" y="44445"/>
                  <a:pt x="535982" y="43431"/>
                  <a:pt x="532328" y="42955"/>
                </a:cubicBezTo>
                <a:lnTo>
                  <a:pt x="532328" y="39773"/>
                </a:lnTo>
                <a:lnTo>
                  <a:pt x="566003" y="39773"/>
                </a:lnTo>
                <a:close/>
                <a:moveTo>
                  <a:pt x="667201" y="39773"/>
                </a:moveTo>
                <a:lnTo>
                  <a:pt x="667201" y="50732"/>
                </a:lnTo>
                <a:cubicBezTo>
                  <a:pt x="671738" y="45750"/>
                  <a:pt x="675936" y="42265"/>
                  <a:pt x="679796" y="40278"/>
                </a:cubicBezTo>
                <a:cubicBezTo>
                  <a:pt x="683655" y="38291"/>
                  <a:pt x="687883" y="37298"/>
                  <a:pt x="692479" y="37298"/>
                </a:cubicBezTo>
                <a:cubicBezTo>
                  <a:pt x="697782" y="37298"/>
                  <a:pt x="702230" y="38543"/>
                  <a:pt x="705825" y="41032"/>
                </a:cubicBezTo>
                <a:cubicBezTo>
                  <a:pt x="709419" y="43522"/>
                  <a:pt x="712188" y="47315"/>
                  <a:pt x="714133" y="52412"/>
                </a:cubicBezTo>
                <a:cubicBezTo>
                  <a:pt x="718847" y="47077"/>
                  <a:pt x="723369" y="43225"/>
                  <a:pt x="727700" y="40855"/>
                </a:cubicBezTo>
                <a:cubicBezTo>
                  <a:pt x="732031" y="38484"/>
                  <a:pt x="736553" y="37298"/>
                  <a:pt x="741267" y="37298"/>
                </a:cubicBezTo>
                <a:cubicBezTo>
                  <a:pt x="746982" y="37298"/>
                  <a:pt x="751534" y="38611"/>
                  <a:pt x="754922" y="41237"/>
                </a:cubicBezTo>
                <a:cubicBezTo>
                  <a:pt x="758310" y="43862"/>
                  <a:pt x="760667" y="47196"/>
                  <a:pt x="761993" y="51238"/>
                </a:cubicBezTo>
                <a:cubicBezTo>
                  <a:pt x="763318" y="55279"/>
                  <a:pt x="763981" y="61725"/>
                  <a:pt x="763981" y="70574"/>
                </a:cubicBezTo>
                <a:lnTo>
                  <a:pt x="763981" y="104470"/>
                </a:lnTo>
                <a:cubicBezTo>
                  <a:pt x="763981" y="110833"/>
                  <a:pt x="764556" y="114781"/>
                  <a:pt x="765705" y="116313"/>
                </a:cubicBezTo>
                <a:cubicBezTo>
                  <a:pt x="766854" y="117845"/>
                  <a:pt x="769255" y="118847"/>
                  <a:pt x="772908" y="119318"/>
                </a:cubicBezTo>
                <a:lnTo>
                  <a:pt x="772908" y="122500"/>
                </a:lnTo>
                <a:lnTo>
                  <a:pt x="730219" y="122500"/>
                </a:lnTo>
                <a:lnTo>
                  <a:pt x="730219" y="119318"/>
                </a:lnTo>
                <a:cubicBezTo>
                  <a:pt x="733577" y="119024"/>
                  <a:pt x="736052" y="117727"/>
                  <a:pt x="737643" y="115429"/>
                </a:cubicBezTo>
                <a:cubicBezTo>
                  <a:pt x="738704" y="113838"/>
                  <a:pt x="739234" y="110185"/>
                  <a:pt x="739234" y="104470"/>
                </a:cubicBezTo>
                <a:lnTo>
                  <a:pt x="739234" y="68939"/>
                </a:lnTo>
                <a:cubicBezTo>
                  <a:pt x="739234" y="61574"/>
                  <a:pt x="738939" y="56890"/>
                  <a:pt x="738350" y="54886"/>
                </a:cubicBezTo>
                <a:cubicBezTo>
                  <a:pt x="737761" y="52883"/>
                  <a:pt x="736833" y="51395"/>
                  <a:pt x="735566" y="50423"/>
                </a:cubicBezTo>
                <a:cubicBezTo>
                  <a:pt x="734299" y="49451"/>
                  <a:pt x="732811" y="48965"/>
                  <a:pt x="731103" y="48965"/>
                </a:cubicBezTo>
                <a:cubicBezTo>
                  <a:pt x="728569" y="48965"/>
                  <a:pt x="726006" y="49893"/>
                  <a:pt x="723413" y="51749"/>
                </a:cubicBezTo>
                <a:cubicBezTo>
                  <a:pt x="720821" y="53605"/>
                  <a:pt x="718198" y="56389"/>
                  <a:pt x="715547" y="60101"/>
                </a:cubicBezTo>
                <a:lnTo>
                  <a:pt x="715547" y="104470"/>
                </a:lnTo>
                <a:cubicBezTo>
                  <a:pt x="715547" y="110421"/>
                  <a:pt x="716048" y="114162"/>
                  <a:pt x="717050" y="115694"/>
                </a:cubicBezTo>
                <a:cubicBezTo>
                  <a:pt x="718405" y="117875"/>
                  <a:pt x="720997" y="119082"/>
                  <a:pt x="724827" y="119318"/>
                </a:cubicBezTo>
                <a:lnTo>
                  <a:pt x="724827" y="122500"/>
                </a:lnTo>
                <a:lnTo>
                  <a:pt x="682050" y="122500"/>
                </a:lnTo>
                <a:lnTo>
                  <a:pt x="682050" y="119318"/>
                </a:lnTo>
                <a:cubicBezTo>
                  <a:pt x="684347" y="119200"/>
                  <a:pt x="686159" y="118626"/>
                  <a:pt x="687485" y="117595"/>
                </a:cubicBezTo>
                <a:cubicBezTo>
                  <a:pt x="688811" y="116564"/>
                  <a:pt x="689695" y="115326"/>
                  <a:pt x="690137" y="113883"/>
                </a:cubicBezTo>
                <a:cubicBezTo>
                  <a:pt x="690579" y="112439"/>
                  <a:pt x="690800" y="109301"/>
                  <a:pt x="690800" y="104470"/>
                </a:cubicBezTo>
                <a:lnTo>
                  <a:pt x="690800" y="68884"/>
                </a:lnTo>
                <a:cubicBezTo>
                  <a:pt x="690800" y="61388"/>
                  <a:pt x="690505" y="56696"/>
                  <a:pt x="689916" y="54809"/>
                </a:cubicBezTo>
                <a:cubicBezTo>
                  <a:pt x="689326" y="52920"/>
                  <a:pt x="688339" y="51444"/>
                  <a:pt x="686955" y="50382"/>
                </a:cubicBezTo>
                <a:cubicBezTo>
                  <a:pt x="685570" y="49319"/>
                  <a:pt x="684082" y="48788"/>
                  <a:pt x="682491" y="48788"/>
                </a:cubicBezTo>
                <a:cubicBezTo>
                  <a:pt x="680135" y="48788"/>
                  <a:pt x="677984" y="49411"/>
                  <a:pt x="676039" y="50658"/>
                </a:cubicBezTo>
                <a:cubicBezTo>
                  <a:pt x="673270" y="52499"/>
                  <a:pt x="670324" y="55647"/>
                  <a:pt x="667201" y="60101"/>
                </a:cubicBezTo>
                <a:lnTo>
                  <a:pt x="667201" y="104470"/>
                </a:lnTo>
                <a:cubicBezTo>
                  <a:pt x="667201" y="110303"/>
                  <a:pt x="667776" y="114148"/>
                  <a:pt x="668925" y="116004"/>
                </a:cubicBezTo>
                <a:cubicBezTo>
                  <a:pt x="670074" y="117860"/>
                  <a:pt x="672475" y="118965"/>
                  <a:pt x="676128" y="119318"/>
                </a:cubicBezTo>
                <a:lnTo>
                  <a:pt x="676128" y="122500"/>
                </a:lnTo>
                <a:lnTo>
                  <a:pt x="633527" y="122500"/>
                </a:lnTo>
                <a:lnTo>
                  <a:pt x="633527" y="119318"/>
                </a:lnTo>
                <a:cubicBezTo>
                  <a:pt x="637003" y="118965"/>
                  <a:pt x="639478" y="117845"/>
                  <a:pt x="640951" y="115960"/>
                </a:cubicBezTo>
                <a:cubicBezTo>
                  <a:pt x="641953" y="114663"/>
                  <a:pt x="642454" y="110833"/>
                  <a:pt x="642454" y="104470"/>
                </a:cubicBezTo>
                <a:lnTo>
                  <a:pt x="642454" y="57803"/>
                </a:lnTo>
                <a:cubicBezTo>
                  <a:pt x="642454" y="51482"/>
                  <a:pt x="641879" y="47546"/>
                  <a:pt x="640730" y="45995"/>
                </a:cubicBezTo>
                <a:cubicBezTo>
                  <a:pt x="639581" y="44445"/>
                  <a:pt x="637180" y="43431"/>
                  <a:pt x="633527" y="42955"/>
                </a:cubicBezTo>
                <a:lnTo>
                  <a:pt x="633527" y="39773"/>
                </a:lnTo>
                <a:lnTo>
                  <a:pt x="667201" y="39773"/>
                </a:lnTo>
                <a:close/>
                <a:moveTo>
                  <a:pt x="853690" y="78131"/>
                </a:moveTo>
                <a:lnTo>
                  <a:pt x="808349" y="78131"/>
                </a:lnTo>
                <a:cubicBezTo>
                  <a:pt x="808879" y="89120"/>
                  <a:pt x="811796" y="97805"/>
                  <a:pt x="817099" y="104185"/>
                </a:cubicBezTo>
                <a:cubicBezTo>
                  <a:pt x="821165" y="109089"/>
                  <a:pt x="826055" y="111540"/>
                  <a:pt x="831771" y="111540"/>
                </a:cubicBezTo>
                <a:cubicBezTo>
                  <a:pt x="835306" y="111540"/>
                  <a:pt x="838517" y="110553"/>
                  <a:pt x="841404" y="108580"/>
                </a:cubicBezTo>
                <a:cubicBezTo>
                  <a:pt x="844292" y="106606"/>
                  <a:pt x="847385" y="103056"/>
                  <a:pt x="850685" y="97929"/>
                </a:cubicBezTo>
                <a:lnTo>
                  <a:pt x="853690" y="99874"/>
                </a:lnTo>
                <a:cubicBezTo>
                  <a:pt x="849212" y="109007"/>
                  <a:pt x="844262" y="115473"/>
                  <a:pt x="838841" y="119274"/>
                </a:cubicBezTo>
                <a:cubicBezTo>
                  <a:pt x="833420" y="123074"/>
                  <a:pt x="827145" y="124975"/>
                  <a:pt x="820016" y="124975"/>
                </a:cubicBezTo>
                <a:cubicBezTo>
                  <a:pt x="807760" y="124975"/>
                  <a:pt x="798479" y="120256"/>
                  <a:pt x="792175" y="110819"/>
                </a:cubicBezTo>
                <a:cubicBezTo>
                  <a:pt x="787107" y="103211"/>
                  <a:pt x="784574" y="93774"/>
                  <a:pt x="784574" y="82509"/>
                </a:cubicBezTo>
                <a:cubicBezTo>
                  <a:pt x="784574" y="68706"/>
                  <a:pt x="788301" y="57721"/>
                  <a:pt x="795754" y="49553"/>
                </a:cubicBezTo>
                <a:cubicBezTo>
                  <a:pt x="803208" y="41383"/>
                  <a:pt x="811943" y="37298"/>
                  <a:pt x="821960" y="37298"/>
                </a:cubicBezTo>
                <a:cubicBezTo>
                  <a:pt x="830327" y="37298"/>
                  <a:pt x="837589" y="40730"/>
                  <a:pt x="843747" y="47595"/>
                </a:cubicBezTo>
                <a:cubicBezTo>
                  <a:pt x="849904" y="54459"/>
                  <a:pt x="853218" y="64638"/>
                  <a:pt x="853690" y="78131"/>
                </a:cubicBezTo>
                <a:moveTo>
                  <a:pt x="831947" y="72298"/>
                </a:moveTo>
                <a:cubicBezTo>
                  <a:pt x="831947" y="62811"/>
                  <a:pt x="831432" y="56300"/>
                  <a:pt x="830401" y="52765"/>
                </a:cubicBezTo>
                <a:cubicBezTo>
                  <a:pt x="829370" y="49230"/>
                  <a:pt x="827764" y="46549"/>
                  <a:pt x="825584" y="44722"/>
                </a:cubicBezTo>
                <a:cubicBezTo>
                  <a:pt x="824346" y="43662"/>
                  <a:pt x="822697" y="43131"/>
                  <a:pt x="820634" y="43131"/>
                </a:cubicBezTo>
                <a:cubicBezTo>
                  <a:pt x="817570" y="43131"/>
                  <a:pt x="815066" y="44634"/>
                  <a:pt x="813122" y="47639"/>
                </a:cubicBezTo>
                <a:cubicBezTo>
                  <a:pt x="809645" y="52883"/>
                  <a:pt x="807907" y="60072"/>
                  <a:pt x="807907" y="69205"/>
                </a:cubicBezTo>
                <a:lnTo>
                  <a:pt x="807907" y="72298"/>
                </a:lnTo>
                <a:lnTo>
                  <a:pt x="831947" y="72298"/>
                </a:lnTo>
                <a:close/>
                <a:moveTo>
                  <a:pt x="897793" y="39773"/>
                </a:moveTo>
                <a:lnTo>
                  <a:pt x="897793" y="50556"/>
                </a:lnTo>
                <a:cubicBezTo>
                  <a:pt x="902035" y="45928"/>
                  <a:pt x="906101" y="42562"/>
                  <a:pt x="909990" y="40458"/>
                </a:cubicBezTo>
                <a:cubicBezTo>
                  <a:pt x="913879" y="38351"/>
                  <a:pt x="918062" y="37298"/>
                  <a:pt x="922540" y="37298"/>
                </a:cubicBezTo>
                <a:cubicBezTo>
                  <a:pt x="927902" y="37298"/>
                  <a:pt x="932351" y="38788"/>
                  <a:pt x="935886" y="41767"/>
                </a:cubicBezTo>
                <a:cubicBezTo>
                  <a:pt x="939422" y="44746"/>
                  <a:pt x="941778" y="48448"/>
                  <a:pt x="942957" y="52873"/>
                </a:cubicBezTo>
                <a:cubicBezTo>
                  <a:pt x="943900" y="56237"/>
                  <a:pt x="944371" y="62698"/>
                  <a:pt x="944371" y="72257"/>
                </a:cubicBezTo>
                <a:lnTo>
                  <a:pt x="944371" y="104470"/>
                </a:lnTo>
                <a:cubicBezTo>
                  <a:pt x="944371" y="110833"/>
                  <a:pt x="944946" y="114796"/>
                  <a:pt x="946095" y="116357"/>
                </a:cubicBezTo>
                <a:cubicBezTo>
                  <a:pt x="947244" y="117919"/>
                  <a:pt x="949645" y="118906"/>
                  <a:pt x="953298" y="119318"/>
                </a:cubicBezTo>
                <a:lnTo>
                  <a:pt x="953298" y="122500"/>
                </a:lnTo>
                <a:lnTo>
                  <a:pt x="911492" y="122500"/>
                </a:lnTo>
                <a:lnTo>
                  <a:pt x="911492" y="119318"/>
                </a:lnTo>
                <a:cubicBezTo>
                  <a:pt x="914615" y="118906"/>
                  <a:pt x="916854" y="117609"/>
                  <a:pt x="918209" y="115429"/>
                </a:cubicBezTo>
                <a:cubicBezTo>
                  <a:pt x="919152" y="113956"/>
                  <a:pt x="919624" y="110303"/>
                  <a:pt x="919624" y="104470"/>
                </a:cubicBezTo>
                <a:lnTo>
                  <a:pt x="919624" y="67702"/>
                </a:lnTo>
                <a:cubicBezTo>
                  <a:pt x="919624" y="60926"/>
                  <a:pt x="919358" y="56654"/>
                  <a:pt x="918828" y="54886"/>
                </a:cubicBezTo>
                <a:cubicBezTo>
                  <a:pt x="918298" y="53119"/>
                  <a:pt x="917399" y="51749"/>
                  <a:pt x="916132" y="50776"/>
                </a:cubicBezTo>
                <a:cubicBezTo>
                  <a:pt x="914866" y="49804"/>
                  <a:pt x="913466" y="49318"/>
                  <a:pt x="911934" y="49318"/>
                </a:cubicBezTo>
                <a:cubicBezTo>
                  <a:pt x="906867" y="49318"/>
                  <a:pt x="902153" y="52971"/>
                  <a:pt x="897793" y="60278"/>
                </a:cubicBezTo>
                <a:lnTo>
                  <a:pt x="897793" y="104470"/>
                </a:lnTo>
                <a:cubicBezTo>
                  <a:pt x="897793" y="110657"/>
                  <a:pt x="898367" y="114575"/>
                  <a:pt x="899516" y="116225"/>
                </a:cubicBezTo>
                <a:cubicBezTo>
                  <a:pt x="900665" y="117875"/>
                  <a:pt x="902801" y="118906"/>
                  <a:pt x="905924" y="119318"/>
                </a:cubicBezTo>
                <a:lnTo>
                  <a:pt x="905924" y="122500"/>
                </a:lnTo>
                <a:lnTo>
                  <a:pt x="864119" y="122500"/>
                </a:lnTo>
                <a:lnTo>
                  <a:pt x="864119" y="119318"/>
                </a:lnTo>
                <a:cubicBezTo>
                  <a:pt x="867595" y="118965"/>
                  <a:pt x="870070" y="117845"/>
                  <a:pt x="871543" y="115960"/>
                </a:cubicBezTo>
                <a:cubicBezTo>
                  <a:pt x="872544" y="114663"/>
                  <a:pt x="873045" y="110833"/>
                  <a:pt x="873045" y="104470"/>
                </a:cubicBezTo>
                <a:lnTo>
                  <a:pt x="873045" y="57803"/>
                </a:lnTo>
                <a:cubicBezTo>
                  <a:pt x="873045" y="51482"/>
                  <a:pt x="872471" y="47546"/>
                  <a:pt x="871322" y="45995"/>
                </a:cubicBezTo>
                <a:cubicBezTo>
                  <a:pt x="870173" y="44445"/>
                  <a:pt x="867772" y="43431"/>
                  <a:pt x="864119" y="42955"/>
                </a:cubicBezTo>
                <a:lnTo>
                  <a:pt x="864119" y="39773"/>
                </a:lnTo>
                <a:lnTo>
                  <a:pt x="897793" y="39773"/>
                </a:lnTo>
                <a:close/>
                <a:moveTo>
                  <a:pt x="997489" y="9369"/>
                </a:moveTo>
                <a:lnTo>
                  <a:pt x="997489" y="39773"/>
                </a:lnTo>
                <a:lnTo>
                  <a:pt x="1017110" y="39773"/>
                </a:lnTo>
                <a:lnTo>
                  <a:pt x="1017110" y="48434"/>
                </a:lnTo>
                <a:lnTo>
                  <a:pt x="997489" y="48434"/>
                </a:lnTo>
                <a:lnTo>
                  <a:pt x="997489" y="99570"/>
                </a:lnTo>
                <a:cubicBezTo>
                  <a:pt x="997489" y="104356"/>
                  <a:pt x="997710" y="107442"/>
                  <a:pt x="998151" y="108831"/>
                </a:cubicBezTo>
                <a:cubicBezTo>
                  <a:pt x="998593" y="110219"/>
                  <a:pt x="999374" y="111342"/>
                  <a:pt x="1000494" y="112200"/>
                </a:cubicBezTo>
                <a:cubicBezTo>
                  <a:pt x="1001613" y="113057"/>
                  <a:pt x="1002644" y="113485"/>
                  <a:pt x="1003587" y="113485"/>
                </a:cubicBezTo>
                <a:cubicBezTo>
                  <a:pt x="1007417" y="113485"/>
                  <a:pt x="1011041" y="110539"/>
                  <a:pt x="1014458" y="104646"/>
                </a:cubicBezTo>
                <a:lnTo>
                  <a:pt x="1017110" y="106610"/>
                </a:lnTo>
                <a:cubicBezTo>
                  <a:pt x="1012337" y="118028"/>
                  <a:pt x="1004589" y="123737"/>
                  <a:pt x="993865" y="123737"/>
                </a:cubicBezTo>
                <a:cubicBezTo>
                  <a:pt x="988621" y="123737"/>
                  <a:pt x="984187" y="122274"/>
                  <a:pt x="980563" y="119349"/>
                </a:cubicBezTo>
                <a:cubicBezTo>
                  <a:pt x="976939" y="116421"/>
                  <a:pt x="974627" y="113153"/>
                  <a:pt x="973625" y="109546"/>
                </a:cubicBezTo>
                <a:cubicBezTo>
                  <a:pt x="973036" y="107535"/>
                  <a:pt x="972741" y="102095"/>
                  <a:pt x="972741" y="93226"/>
                </a:cubicBezTo>
                <a:lnTo>
                  <a:pt x="972741" y="48434"/>
                </a:lnTo>
                <a:lnTo>
                  <a:pt x="961958" y="48434"/>
                </a:lnTo>
                <a:lnTo>
                  <a:pt x="961958" y="45333"/>
                </a:lnTo>
                <a:cubicBezTo>
                  <a:pt x="969382" y="40077"/>
                  <a:pt x="975702" y="34556"/>
                  <a:pt x="980917" y="28769"/>
                </a:cubicBezTo>
                <a:cubicBezTo>
                  <a:pt x="986131" y="22982"/>
                  <a:pt x="990683" y="16515"/>
                  <a:pt x="994572" y="9369"/>
                </a:cubicBezTo>
                <a:lnTo>
                  <a:pt x="997489" y="9369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97758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9" name="Text A">
            <a:extLst xmlns:a="http://schemas.openxmlformats.org/drawingml/2006/main">
              <a:ext uri="{FF2B5EF4-FFF2-40B4-BE49-F238E27FC236}">
                <a16:creationId xmlns:a16="http://schemas.microsoft.com/office/drawing/2014/main" id="{FD87EC58-91CE-4043-A7E1-503FC9F6A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7823" y="826477"/>
            <a:ext cx="113131" cy="108889"/>
          </a:xfrm>
          <a:custGeom xmlns:a="http://schemas.openxmlformats.org/drawingml/2006/main">
            <a:pathLst>
              <a:path w="113131" h="108889">
                <a:moveTo>
                  <a:pt x="72357" y="73221"/>
                </a:moveTo>
                <a:lnTo>
                  <a:pt x="31111" y="73221"/>
                </a:lnTo>
                <a:lnTo>
                  <a:pt x="23883" y="90034"/>
                </a:lnTo>
                <a:cubicBezTo>
                  <a:pt x="22103" y="94152"/>
                  <a:pt x="21212" y="97226"/>
                  <a:pt x="21212" y="99257"/>
                </a:cubicBezTo>
                <a:cubicBezTo>
                  <a:pt x="21212" y="100875"/>
                  <a:pt x="21985" y="102295"/>
                  <a:pt x="23530" y="103520"/>
                </a:cubicBezTo>
                <a:cubicBezTo>
                  <a:pt x="25075" y="104744"/>
                  <a:pt x="28414" y="105538"/>
                  <a:pt x="33547" y="105903"/>
                </a:cubicBezTo>
                <a:lnTo>
                  <a:pt x="33547" y="108889"/>
                </a:lnTo>
                <a:lnTo>
                  <a:pt x="0" y="108889"/>
                </a:lnTo>
                <a:lnTo>
                  <a:pt x="0" y="105903"/>
                </a:lnTo>
                <a:cubicBezTo>
                  <a:pt x="4452" y="105119"/>
                  <a:pt x="7333" y="104101"/>
                  <a:pt x="8642" y="102847"/>
                </a:cubicBezTo>
                <a:cubicBezTo>
                  <a:pt x="11313" y="100338"/>
                  <a:pt x="14272" y="95243"/>
                  <a:pt x="17520" y="87561"/>
                </a:cubicBezTo>
                <a:lnTo>
                  <a:pt x="54994" y="0"/>
                </a:lnTo>
                <a:lnTo>
                  <a:pt x="57744" y="0"/>
                </a:lnTo>
                <a:lnTo>
                  <a:pt x="94826" y="88541"/>
                </a:lnTo>
                <a:cubicBezTo>
                  <a:pt x="97811" y="95631"/>
                  <a:pt x="100522" y="100233"/>
                  <a:pt x="102957" y="102346"/>
                </a:cubicBezTo>
                <a:cubicBezTo>
                  <a:pt x="105393" y="104457"/>
                  <a:pt x="108784" y="105643"/>
                  <a:pt x="113131" y="105903"/>
                </a:cubicBezTo>
                <a:lnTo>
                  <a:pt x="113131" y="108889"/>
                </a:lnTo>
                <a:lnTo>
                  <a:pt x="71100" y="108889"/>
                </a:lnTo>
                <a:lnTo>
                  <a:pt x="71100" y="105903"/>
                </a:lnTo>
                <a:cubicBezTo>
                  <a:pt x="75342" y="105696"/>
                  <a:pt x="78210" y="104992"/>
                  <a:pt x="79703" y="103792"/>
                </a:cubicBezTo>
                <a:cubicBezTo>
                  <a:pt x="81195" y="102592"/>
                  <a:pt x="81942" y="101132"/>
                  <a:pt x="81942" y="99412"/>
                </a:cubicBezTo>
                <a:cubicBezTo>
                  <a:pt x="81942" y="97117"/>
                  <a:pt x="80894" y="93494"/>
                  <a:pt x="78799" y="88541"/>
                </a:cubicBezTo>
                <a:lnTo>
                  <a:pt x="72357" y="73221"/>
                </a:lnTo>
                <a:moveTo>
                  <a:pt x="70157" y="67407"/>
                </a:moveTo>
                <a:lnTo>
                  <a:pt x="52088" y="24355"/>
                </a:lnTo>
                <a:lnTo>
                  <a:pt x="33547" y="67407"/>
                </a:lnTo>
                <a:lnTo>
                  <a:pt x="70157" y="67407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97758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0" name="Text TC">
            <a:extLst xmlns:a="http://schemas.openxmlformats.org/drawingml/2006/main">
              <a:ext uri="{FF2B5EF4-FFF2-40B4-BE49-F238E27FC236}">
                <a16:creationId xmlns:a16="http://schemas.microsoft.com/office/drawing/2014/main" id="{0D523A0A-C984-44C8-BF06-67668E1CD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9797" y="826477"/>
            <a:ext cx="195151" cy="111246"/>
          </a:xfrm>
          <a:custGeom xmlns:a="http://schemas.openxmlformats.org/drawingml/2006/main">
            <a:pathLst>
              <a:path w="195151" h="111246">
                <a:moveTo>
                  <a:pt x="88227" y="2357"/>
                </a:moveTo>
                <a:lnTo>
                  <a:pt x="89405" y="27419"/>
                </a:lnTo>
                <a:lnTo>
                  <a:pt x="86420" y="27419"/>
                </a:lnTo>
                <a:cubicBezTo>
                  <a:pt x="85844" y="23019"/>
                  <a:pt x="85058" y="19877"/>
                  <a:pt x="84063" y="17991"/>
                </a:cubicBezTo>
                <a:cubicBezTo>
                  <a:pt x="82439" y="14953"/>
                  <a:pt x="80279" y="12714"/>
                  <a:pt x="77581" y="11274"/>
                </a:cubicBezTo>
                <a:cubicBezTo>
                  <a:pt x="74884" y="9834"/>
                  <a:pt x="71336" y="9113"/>
                  <a:pt x="66936" y="9113"/>
                </a:cubicBezTo>
                <a:lnTo>
                  <a:pt x="51930" y="9113"/>
                </a:lnTo>
                <a:lnTo>
                  <a:pt x="51930" y="90348"/>
                </a:lnTo>
                <a:cubicBezTo>
                  <a:pt x="51930" y="96895"/>
                  <a:pt x="52637" y="100980"/>
                  <a:pt x="54052" y="102604"/>
                </a:cubicBezTo>
                <a:cubicBezTo>
                  <a:pt x="56042" y="104804"/>
                  <a:pt x="59106" y="105903"/>
                  <a:pt x="63244" y="105903"/>
                </a:cubicBezTo>
                <a:lnTo>
                  <a:pt x="66936" y="105903"/>
                </a:lnTo>
                <a:lnTo>
                  <a:pt x="66936" y="108889"/>
                </a:lnTo>
                <a:lnTo>
                  <a:pt x="21762" y="108889"/>
                </a:lnTo>
                <a:lnTo>
                  <a:pt x="21762" y="105903"/>
                </a:lnTo>
                <a:lnTo>
                  <a:pt x="25533" y="105903"/>
                </a:lnTo>
                <a:cubicBezTo>
                  <a:pt x="30037" y="105903"/>
                  <a:pt x="33232" y="104542"/>
                  <a:pt x="35118" y="101818"/>
                </a:cubicBezTo>
                <a:cubicBezTo>
                  <a:pt x="36270" y="100142"/>
                  <a:pt x="36846" y="96319"/>
                  <a:pt x="36846" y="90348"/>
                </a:cubicBezTo>
                <a:lnTo>
                  <a:pt x="36846" y="9113"/>
                </a:lnTo>
                <a:lnTo>
                  <a:pt x="24040" y="9113"/>
                </a:lnTo>
                <a:cubicBezTo>
                  <a:pt x="19065" y="9113"/>
                  <a:pt x="15529" y="9480"/>
                  <a:pt x="13434" y="10213"/>
                </a:cubicBezTo>
                <a:cubicBezTo>
                  <a:pt x="10711" y="11208"/>
                  <a:pt x="8380" y="13120"/>
                  <a:pt x="6442" y="15948"/>
                </a:cubicBezTo>
                <a:cubicBezTo>
                  <a:pt x="4504" y="18777"/>
                  <a:pt x="3352" y="22600"/>
                  <a:pt x="2985" y="27419"/>
                </a:cubicBezTo>
                <a:lnTo>
                  <a:pt x="0" y="27419"/>
                </a:lnTo>
                <a:lnTo>
                  <a:pt x="1257" y="2357"/>
                </a:lnTo>
                <a:lnTo>
                  <a:pt x="88227" y="2357"/>
                </a:lnTo>
                <a:close/>
                <a:moveTo>
                  <a:pt x="190280" y="0"/>
                </a:moveTo>
                <a:lnTo>
                  <a:pt x="192715" y="36296"/>
                </a:lnTo>
                <a:lnTo>
                  <a:pt x="190280" y="36296"/>
                </a:lnTo>
                <a:cubicBezTo>
                  <a:pt x="187033" y="25427"/>
                  <a:pt x="182397" y="17603"/>
                  <a:pt x="176374" y="12825"/>
                </a:cubicBezTo>
                <a:cubicBezTo>
                  <a:pt x="170351" y="8046"/>
                  <a:pt x="163123" y="5657"/>
                  <a:pt x="154691" y="5657"/>
                </a:cubicBezTo>
                <a:cubicBezTo>
                  <a:pt x="147620" y="5657"/>
                  <a:pt x="141230" y="7448"/>
                  <a:pt x="135521" y="11031"/>
                </a:cubicBezTo>
                <a:cubicBezTo>
                  <a:pt x="129812" y="14612"/>
                  <a:pt x="125321" y="20325"/>
                  <a:pt x="122048" y="28170"/>
                </a:cubicBezTo>
                <a:cubicBezTo>
                  <a:pt x="118774" y="36013"/>
                  <a:pt x="117137" y="45765"/>
                  <a:pt x="117137" y="57425"/>
                </a:cubicBezTo>
                <a:cubicBezTo>
                  <a:pt x="117137" y="67047"/>
                  <a:pt x="118683" y="75388"/>
                  <a:pt x="121773" y="82447"/>
                </a:cubicBezTo>
                <a:cubicBezTo>
                  <a:pt x="124863" y="89507"/>
                  <a:pt x="129511" y="94919"/>
                  <a:pt x="135718" y="98685"/>
                </a:cubicBezTo>
                <a:cubicBezTo>
                  <a:pt x="141924" y="102450"/>
                  <a:pt x="149008" y="104332"/>
                  <a:pt x="156969" y="104332"/>
                </a:cubicBezTo>
                <a:cubicBezTo>
                  <a:pt x="163883" y="104332"/>
                  <a:pt x="169984" y="102848"/>
                  <a:pt x="175274" y="99879"/>
                </a:cubicBezTo>
                <a:cubicBezTo>
                  <a:pt x="180564" y="96908"/>
                  <a:pt x="186378" y="91008"/>
                  <a:pt x="192715" y="82177"/>
                </a:cubicBezTo>
                <a:lnTo>
                  <a:pt x="195151" y="83749"/>
                </a:lnTo>
                <a:cubicBezTo>
                  <a:pt x="189809" y="93256"/>
                  <a:pt x="183576" y="100217"/>
                  <a:pt x="176453" y="104629"/>
                </a:cubicBezTo>
                <a:cubicBezTo>
                  <a:pt x="169330" y="109040"/>
                  <a:pt x="160871" y="111246"/>
                  <a:pt x="151077" y="111246"/>
                </a:cubicBezTo>
                <a:cubicBezTo>
                  <a:pt x="133426" y="111246"/>
                  <a:pt x="119756" y="104708"/>
                  <a:pt x="110067" y="91632"/>
                </a:cubicBezTo>
                <a:cubicBezTo>
                  <a:pt x="102839" y="81905"/>
                  <a:pt x="99225" y="70451"/>
                  <a:pt x="99225" y="57270"/>
                </a:cubicBezTo>
                <a:cubicBezTo>
                  <a:pt x="99225" y="46653"/>
                  <a:pt x="101608" y="36899"/>
                  <a:pt x="106374" y="28008"/>
                </a:cubicBezTo>
                <a:cubicBezTo>
                  <a:pt x="111140" y="19117"/>
                  <a:pt x="117701" y="12226"/>
                  <a:pt x="126054" y="7336"/>
                </a:cubicBezTo>
                <a:cubicBezTo>
                  <a:pt x="134408" y="2445"/>
                  <a:pt x="143535" y="0"/>
                  <a:pt x="153434" y="0"/>
                </a:cubicBezTo>
                <a:cubicBezTo>
                  <a:pt x="161133" y="0"/>
                  <a:pt x="168727" y="1886"/>
                  <a:pt x="176217" y="5657"/>
                </a:cubicBezTo>
                <a:cubicBezTo>
                  <a:pt x="178417" y="6809"/>
                  <a:pt x="179988" y="7385"/>
                  <a:pt x="180931" y="7385"/>
                </a:cubicBezTo>
                <a:cubicBezTo>
                  <a:pt x="182345" y="7385"/>
                  <a:pt x="183576" y="6887"/>
                  <a:pt x="184623" y="5892"/>
                </a:cubicBezTo>
                <a:cubicBezTo>
                  <a:pt x="185985" y="4478"/>
                  <a:pt x="186954" y="2514"/>
                  <a:pt x="187530" y="0"/>
                </a:cubicBezTo>
                <a:lnTo>
                  <a:pt x="19028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97758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B155AE-E7A7-4503-8541-859CF0F45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0050" y="80296"/>
            <a:ext cx="1471813" cy="3665772"/>
          </a:xfrm>
          <a:custGeom xmlns:a="http://schemas.openxmlformats.org/drawingml/2006/main">
            <a:pathLst>
              <a:path w="1471813" h="3665772" fill="none">
                <a:moveTo>
                  <a:pt x="0" y="3665772"/>
                </a:moveTo>
                <a:lnTo>
                  <a:pt x="1471813" y="3665772"/>
                </a:lnTo>
                <a:lnTo>
                  <a:pt x="1471813" y="0"/>
                </a:lnTo>
                <a:lnTo>
                  <a:pt x="0" y="0"/>
                </a:lnTo>
                <a:lnTo>
                  <a:pt x="0" y="366577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2120" cap="flat">
            <a:solidFill>
              <a:srgbClr val="6A86E4"/>
            </a:solidFill>
            <a:miter/>
          </a:ln>
        </p:spPr>
      </p:sp>
      <p:pic>
        <p:nvPicPr>
          <p:cNvPr id="17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42cfcbb2c24ddd"/>
          <a:stretch xmlns:a="http://schemas.openxmlformats.org/drawingml/2006/main"/>
        </p:blipFill>
        <p:spPr>
          <a:xfrm xmlns:a="http://schemas.openxmlformats.org/drawingml/2006/main">
            <a:off x="9099023" y="2882538"/>
            <a:ext cx="403888" cy="488917"/>
          </a:xfrm>
          <a:prstGeom xmlns:a="http://schemas.openxmlformats.org/drawingml/2006/main" prst="rect">
            <a:avLst/>
          </a:prstGeom>
        </p:spPr>
      </p:pic>
      <p:sp>
        <p:nvSpPr>
          <p:cNvPr id="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7CEADD-E8E1-4828-BD8D-15028CC50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2126" y="1616982"/>
            <a:ext cx="559198" cy="1841993"/>
          </a:xfrm>
          <a:custGeom xmlns:a="http://schemas.openxmlformats.org/drawingml/2006/main">
            <a:pathLst>
              <a:path w="559198" h="1841993" fill="none">
                <a:moveTo>
                  <a:pt x="0" y="1841993"/>
                </a:moveTo>
                <a:lnTo>
                  <a:pt x="559198" y="1841993"/>
                </a:lnTo>
                <a:lnTo>
                  <a:pt x="559198" y="0"/>
                </a:lnTo>
                <a:lnTo>
                  <a:pt x="0" y="0"/>
                </a:lnTo>
                <a:lnTo>
                  <a:pt x="0" y="184199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2120" cap="flat">
            <a:solidFill>
              <a:srgbClr val="FFAE0A">
                <a:alpha val="41092"/>
              </a:srgbClr>
            </a:solidFill>
            <a:miter/>
          </a:ln>
        </p:spPr>
      </p:sp>
      <p:sp>
        <p:nvSpPr>
          <p:cNvPr id="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F9977C-EB99-49AE-BF8F-C40994136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7961" y="903301"/>
            <a:ext cx="3391109" cy="1597354"/>
          </a:xfrm>
          <a:custGeom xmlns:a="http://schemas.openxmlformats.org/drawingml/2006/main">
            <a:pathLst>
              <a:path w="3391109" h="1597354" fill="none">
                <a:moveTo>
                  <a:pt x="0" y="1597354"/>
                </a:moveTo>
                <a:lnTo>
                  <a:pt x="3391109" y="1597354"/>
                </a:lnTo>
                <a:lnTo>
                  <a:pt x="3391109" y="0"/>
                </a:lnTo>
                <a:lnTo>
                  <a:pt x="0" y="0"/>
                </a:lnTo>
                <a:lnTo>
                  <a:pt x="0" y="159735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2120" cap="flat">
            <a:solidFill>
              <a:srgbClr val="DF0000">
                <a:alpha val="41092"/>
              </a:srgbClr>
            </a:solidFill>
            <a:miter/>
          </a:ln>
        </p:spPr>
      </p:sp>
      <p:pic>
        <p:nvPicPr>
          <p:cNvPr id="17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f4a54abe8d4fff"/>
          <a:stretch xmlns:a="http://schemas.openxmlformats.org/drawingml/2006/main"/>
        </p:blipFill>
        <p:spPr>
          <a:xfrm xmlns:a="http://schemas.openxmlformats.org/drawingml/2006/main">
            <a:off x="9041205" y="2100920"/>
            <a:ext cx="501063" cy="501063"/>
          </a:xfrm>
          <a:prstGeom xmlns:a="http://schemas.openxmlformats.org/drawingml/2006/main" prst="rect">
            <a:avLst/>
          </a:prstGeom>
        </p:spPr>
      </p:pic>
      <p:sp>
        <p:nvSpPr>
          <p:cNvPr id="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16D25C-0237-4852-AD27-057DC4A17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536" y="2532717"/>
            <a:ext cx="10" cy="365503"/>
          </a:xfrm>
          <a:custGeom xmlns:a="http://schemas.openxmlformats.org/drawingml/2006/main">
            <a:pathLst>
              <a:path w="1" h="365503" fill="none">
                <a:moveTo>
                  <a:pt x="0" y="0"/>
                </a:moveTo>
                <a:lnTo>
                  <a:pt x="0" y="365503"/>
                </a:lnTo>
              </a:path>
            </a:pathLst>
          </a:custGeom>
          <a:noFill xmlns:a="http://schemas.openxmlformats.org/drawingml/2006/main"/>
          <a:ln xmlns:a="http://schemas.openxmlformats.org/drawingml/2006/main" w="20786" cap="flat">
            <a:solidFill>
              <a:srgbClr val="464646"/>
            </a:solidFill>
            <a:custDash>
              <a:ds d="100000" sp="100000"/>
            </a:custDash>
            <a:miter/>
          </a:ln>
        </p:spPr>
      </p:sp>
      <p:sp>
        <p:nvSpPr>
          <p:cNvPr id="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B5DABF-872F-49C1-99B7-D45F3BAF8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3751" y="1974319"/>
            <a:ext cx="287" cy="193773"/>
          </a:xfrm>
          <a:custGeom xmlns:a="http://schemas.openxmlformats.org/drawingml/2006/main">
            <a:pathLst>
              <a:path w="287" h="193773" fill="none">
                <a:moveTo>
                  <a:pt x="287" y="19377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605" cap="flat">
            <a:solidFill>
              <a:srgbClr val="595959"/>
            </a:solidFill>
            <a:round/>
          </a:ln>
        </p:spPr>
      </p:sp>
      <p:sp>
        <p:nvSpPr>
          <p:cNvPr id="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7D14E4-BE53-48DB-965C-48074CE15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1960" y="1851878"/>
            <a:ext cx="505460" cy="319"/>
          </a:xfrm>
          <a:custGeom xmlns:a="http://schemas.openxmlformats.org/drawingml/2006/main">
            <a:pathLst>
              <a:path w="505460" h="319" fill="none">
                <a:moveTo>
                  <a:pt x="505460" y="0"/>
                </a:moveTo>
                <a:lnTo>
                  <a:pt x="0" y="319"/>
                </a:lnTo>
              </a:path>
            </a:pathLst>
          </a:custGeom>
          <a:noFill xmlns:a="http://schemas.openxmlformats.org/drawingml/2006/main"/>
          <a:ln xmlns:a="http://schemas.openxmlformats.org/drawingml/2006/main" w="17605" cap="flat">
            <a:solidFill>
              <a:srgbClr val="595959"/>
            </a:solidFill>
            <a:round/>
          </a:ln>
        </p:spPr>
      </p:sp>
      <p:sp>
        <p:nvSpPr>
          <p:cNvPr id="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1841BD-EBC5-4D5C-AA94-468901462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0302" y="1064047"/>
            <a:ext cx="3572" cy="646567"/>
          </a:xfrm>
          <a:custGeom xmlns:a="http://schemas.openxmlformats.org/drawingml/2006/main">
            <a:pathLst>
              <a:path w="3572" h="646567">
                <a:moveTo>
                  <a:pt x="3572" y="0"/>
                </a:moveTo>
                <a:lnTo>
                  <a:pt x="3572" y="646567"/>
                </a:lnTo>
                <a:lnTo>
                  <a:pt x="0" y="646567"/>
                </a:lnTo>
              </a:path>
            </a:pathLst>
          </a:custGeom>
          <a:solidFill xmlns:a="http://schemas.openxmlformats.org/drawingml/2006/main">
            <a:srgbClr val="0000FF">
              <a:alpha val="97758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522052-8004-4661-81CE-D6BE3985B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0302" y="1064047"/>
            <a:ext cx="3600" cy="646567"/>
          </a:xfrm>
          <a:custGeom xmlns:a="http://schemas.openxmlformats.org/drawingml/2006/main">
            <a:pathLst>
              <a:path w="3600" h="646567" fill="none">
                <a:moveTo>
                  <a:pt x="3600" y="0"/>
                </a:moveTo>
                <a:lnTo>
                  <a:pt x="3600" y="646567"/>
                </a:lnTo>
                <a:lnTo>
                  <a:pt x="0" y="646567"/>
                </a:lnTo>
              </a:path>
            </a:pathLst>
          </a:custGeom>
          <a:noFill xmlns:a="http://schemas.openxmlformats.org/drawingml/2006/main"/>
          <a:ln xmlns:a="http://schemas.openxmlformats.org/drawingml/2006/main" w="54184" cap="flat">
            <a:solidFill>
              <a:srgbClr val="464646"/>
            </a:solidFill>
            <a:miter/>
          </a:ln>
        </p:spPr>
      </p:sp>
      <p:pic>
        <p:nvPicPr>
          <p:cNvPr id="18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b57b5db3ad402d"/>
          <a:stretch xmlns:a="http://schemas.openxmlformats.org/drawingml/2006/main"/>
        </p:blipFill>
        <p:spPr>
          <a:xfrm xmlns:a="http://schemas.openxmlformats.org/drawingml/2006/main">
            <a:off x="9141143" y="331015"/>
            <a:ext cx="311467" cy="835299"/>
          </a:xfrm>
          <a:prstGeom xmlns:a="http://schemas.openxmlformats.org/drawingml/2006/main" prst="rect">
            <a:avLst/>
          </a:prstGeom>
        </p:spPr>
      </p:pic>
      <p:sp>
        <p:nvSpPr>
          <p:cNvPr id="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54A9A8-FA84-407D-B4C6-0678E6005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7634" y="1736397"/>
            <a:ext cx="172522" cy="279198"/>
          </a:xfrm>
          <a:custGeom xmlns:a="http://schemas.openxmlformats.org/drawingml/2006/main">
            <a:pathLst>
              <a:path w="172522" h="279198">
                <a:moveTo>
                  <a:pt x="0" y="279198"/>
                </a:moveTo>
                <a:lnTo>
                  <a:pt x="172522" y="279198"/>
                </a:lnTo>
                <a:lnTo>
                  <a:pt x="172522" y="0"/>
                </a:lnTo>
                <a:lnTo>
                  <a:pt x="0" y="0"/>
                </a:lnTo>
                <a:lnTo>
                  <a:pt x="0" y="279198"/>
                </a:lnTo>
                <a:close/>
              </a:path>
            </a:pathLst>
          </a:custGeom>
          <a:solidFill xmlns:a="http://schemas.openxmlformats.org/drawingml/2006/main">
            <a:srgbClr val="B8B8B8">
              <a:alpha val="97758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72A1CC-70FB-470C-9A30-D9BDAAEF1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7634" y="1736397"/>
            <a:ext cx="172522" cy="279198"/>
          </a:xfrm>
          <a:custGeom xmlns:a="http://schemas.openxmlformats.org/drawingml/2006/main">
            <a:pathLst>
              <a:path w="172522" h="279198" fill="none">
                <a:moveTo>
                  <a:pt x="0" y="279198"/>
                </a:moveTo>
                <a:lnTo>
                  <a:pt x="172522" y="279198"/>
                </a:lnTo>
                <a:lnTo>
                  <a:pt x="172522" y="0"/>
                </a:lnTo>
                <a:lnTo>
                  <a:pt x="0" y="0"/>
                </a:lnTo>
                <a:lnTo>
                  <a:pt x="0" y="27919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786" cap="flat">
            <a:solidFill>
              <a:srgbClr val="000000"/>
            </a:solidFill>
            <a:miter/>
          </a:ln>
        </p:spPr>
      </p:sp>
      <p:sp>
        <p:nvSpPr>
          <p:cNvPr id="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62F94C-024A-4868-AA2A-282419BCC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9479" y="852891"/>
            <a:ext cx="1417737" cy="10"/>
          </a:xfrm>
          <a:custGeom xmlns:a="http://schemas.openxmlformats.org/drawingml/2006/main">
            <a:pathLst>
              <a:path w="1417737" h="1" fill="none">
                <a:moveTo>
                  <a:pt x="0" y="0"/>
                </a:moveTo>
                <a:lnTo>
                  <a:pt x="1417737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688" cap="flat">
            <a:solidFill>
              <a:srgbClr val="000000"/>
            </a:solidFill>
            <a:custDash>
              <a:ds d="199998" sp="100000"/>
            </a:custDash>
            <a:miter/>
          </a:ln>
        </p:spPr>
      </p:sp>
      <p:sp>
        <p:nvSpPr>
          <p:cNvPr id="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99B0F5-3690-4512-852B-B92F0F688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1159" y="801500"/>
            <a:ext cx="156962" cy="102899"/>
          </a:xfrm>
          <a:custGeom xmlns:a="http://schemas.openxmlformats.org/drawingml/2006/main">
            <a:pathLst>
              <a:path w="156962" h="102899">
                <a:moveTo>
                  <a:pt x="156962" y="0"/>
                </a:moveTo>
                <a:cubicBezTo>
                  <a:pt x="128359" y="30175"/>
                  <a:pt x="128359" y="72895"/>
                  <a:pt x="156962" y="102899"/>
                </a:cubicBezTo>
                <a:lnTo>
                  <a:pt x="0" y="51378"/>
                </a:lnTo>
                <a:lnTo>
                  <a:pt x="156962" y="0"/>
                </a:lnTo>
                <a:close/>
                <a:moveTo>
                  <a:pt x="156962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8A130E-A281-482E-B04D-DADB2674A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9005" y="801500"/>
            <a:ext cx="156677" cy="102899"/>
          </a:xfrm>
          <a:custGeom xmlns:a="http://schemas.openxmlformats.org/drawingml/2006/main">
            <a:pathLst>
              <a:path w="156677" h="102899">
                <a:moveTo>
                  <a:pt x="0" y="102899"/>
                </a:moveTo>
                <a:cubicBezTo>
                  <a:pt x="28261" y="72895"/>
                  <a:pt x="28261" y="29861"/>
                  <a:pt x="0" y="0"/>
                </a:cubicBezTo>
                <a:lnTo>
                  <a:pt x="156677" y="51378"/>
                </a:lnTo>
                <a:lnTo>
                  <a:pt x="0" y="102899"/>
                </a:lnTo>
                <a:close/>
                <a:moveTo>
                  <a:pt x="0" y="10289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EC5666-A486-47AE-806A-7841CF054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9479" y="2912498"/>
            <a:ext cx="792065" cy="422519"/>
          </a:xfrm>
          <a:custGeom xmlns:a="http://schemas.openxmlformats.org/drawingml/2006/main">
            <a:pathLst>
              <a:path w="792065" h="422519">
                <a:moveTo>
                  <a:pt x="0" y="422519"/>
                </a:moveTo>
                <a:lnTo>
                  <a:pt x="792065" y="422519"/>
                </a:lnTo>
                <a:lnTo>
                  <a:pt x="792065" y="0"/>
                </a:lnTo>
                <a:lnTo>
                  <a:pt x="0" y="0"/>
                </a:lnTo>
                <a:lnTo>
                  <a:pt x="0" y="422519"/>
                </a:lnTo>
                <a:close/>
              </a:path>
            </a:pathLst>
          </a:custGeom>
          <a:solidFill xmlns:a="http://schemas.openxmlformats.org/drawingml/2006/main">
            <a:srgbClr val="C1C1C1">
              <a:alpha val="36956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8" name="Text FMS">
            <a:extLst xmlns:a="http://schemas.openxmlformats.org/drawingml/2006/main">
              <a:ext uri="{FF2B5EF4-FFF2-40B4-BE49-F238E27FC236}">
                <a16:creationId xmlns:a16="http://schemas.microsoft.com/office/drawing/2014/main" id="{033AE434-78E1-47DB-A2A4-352B83DF7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7273" y="2967553"/>
            <a:ext cx="310797" cy="111246"/>
          </a:xfrm>
          <a:custGeom xmlns:a="http://schemas.openxmlformats.org/drawingml/2006/main">
            <a:pathLst>
              <a:path w="310797" h="111246">
                <a:moveTo>
                  <a:pt x="30325" y="8171"/>
                </a:moveTo>
                <a:lnTo>
                  <a:pt x="30325" y="49966"/>
                </a:lnTo>
                <a:lnTo>
                  <a:pt x="49731" y="49966"/>
                </a:lnTo>
                <a:cubicBezTo>
                  <a:pt x="54183" y="49966"/>
                  <a:pt x="57443" y="48990"/>
                  <a:pt x="59512" y="47037"/>
                </a:cubicBezTo>
                <a:cubicBezTo>
                  <a:pt x="61581" y="45083"/>
                  <a:pt x="62955" y="41188"/>
                  <a:pt x="63636" y="35354"/>
                </a:cubicBezTo>
                <a:lnTo>
                  <a:pt x="66543" y="35354"/>
                </a:lnTo>
                <a:lnTo>
                  <a:pt x="66543" y="71493"/>
                </a:lnTo>
                <a:lnTo>
                  <a:pt x="63636" y="71493"/>
                </a:lnTo>
                <a:cubicBezTo>
                  <a:pt x="63584" y="67355"/>
                  <a:pt x="63047" y="64317"/>
                  <a:pt x="62026" y="62379"/>
                </a:cubicBezTo>
                <a:cubicBezTo>
                  <a:pt x="61004" y="60441"/>
                  <a:pt x="59590" y="58988"/>
                  <a:pt x="57783" y="58019"/>
                </a:cubicBezTo>
                <a:cubicBezTo>
                  <a:pt x="55976" y="57050"/>
                  <a:pt x="53292" y="56566"/>
                  <a:pt x="49731" y="56566"/>
                </a:cubicBezTo>
                <a:lnTo>
                  <a:pt x="30325" y="56566"/>
                </a:lnTo>
                <a:lnTo>
                  <a:pt x="30325" y="90034"/>
                </a:lnTo>
                <a:cubicBezTo>
                  <a:pt x="30325" y="95402"/>
                  <a:pt x="30666" y="98946"/>
                  <a:pt x="31347" y="100667"/>
                </a:cubicBezTo>
                <a:cubicBezTo>
                  <a:pt x="31871" y="101970"/>
                  <a:pt x="32970" y="103090"/>
                  <a:pt x="34646" y="104028"/>
                </a:cubicBezTo>
                <a:cubicBezTo>
                  <a:pt x="36951" y="105278"/>
                  <a:pt x="39360" y="105903"/>
                  <a:pt x="41874" y="105903"/>
                </a:cubicBezTo>
                <a:lnTo>
                  <a:pt x="45724" y="105903"/>
                </a:lnTo>
                <a:lnTo>
                  <a:pt x="45724" y="108889"/>
                </a:lnTo>
                <a:lnTo>
                  <a:pt x="0" y="108889"/>
                </a:lnTo>
                <a:lnTo>
                  <a:pt x="0" y="105903"/>
                </a:lnTo>
                <a:lnTo>
                  <a:pt x="3771" y="105903"/>
                </a:lnTo>
                <a:cubicBezTo>
                  <a:pt x="8171" y="105903"/>
                  <a:pt x="11366" y="104627"/>
                  <a:pt x="13356" y="102073"/>
                </a:cubicBezTo>
                <a:cubicBezTo>
                  <a:pt x="14613" y="100406"/>
                  <a:pt x="15241" y="96392"/>
                  <a:pt x="15241" y="90034"/>
                </a:cubicBezTo>
                <a:lnTo>
                  <a:pt x="15241" y="21212"/>
                </a:lnTo>
                <a:cubicBezTo>
                  <a:pt x="15241" y="15844"/>
                  <a:pt x="14901" y="12299"/>
                  <a:pt x="14220" y="10579"/>
                </a:cubicBezTo>
                <a:cubicBezTo>
                  <a:pt x="13696" y="9276"/>
                  <a:pt x="12623" y="8156"/>
                  <a:pt x="10999" y="7218"/>
                </a:cubicBezTo>
                <a:cubicBezTo>
                  <a:pt x="8747" y="5968"/>
                  <a:pt x="6337" y="5342"/>
                  <a:pt x="3771" y="5342"/>
                </a:cubicBezTo>
                <a:lnTo>
                  <a:pt x="0" y="5342"/>
                </a:lnTo>
                <a:lnTo>
                  <a:pt x="0" y="2357"/>
                </a:lnTo>
                <a:lnTo>
                  <a:pt x="79270" y="2357"/>
                </a:lnTo>
                <a:lnTo>
                  <a:pt x="80292" y="25769"/>
                </a:lnTo>
                <a:lnTo>
                  <a:pt x="77542" y="25769"/>
                </a:lnTo>
                <a:cubicBezTo>
                  <a:pt x="76180" y="20793"/>
                  <a:pt x="74596" y="17140"/>
                  <a:pt x="72789" y="14809"/>
                </a:cubicBezTo>
                <a:cubicBezTo>
                  <a:pt x="70982" y="12478"/>
                  <a:pt x="68756" y="10789"/>
                  <a:pt x="66111" y="9742"/>
                </a:cubicBezTo>
                <a:cubicBezTo>
                  <a:pt x="63466" y="8694"/>
                  <a:pt x="59368" y="8171"/>
                  <a:pt x="53816" y="8171"/>
                </a:cubicBezTo>
                <a:lnTo>
                  <a:pt x="30325" y="8171"/>
                </a:lnTo>
                <a:close/>
                <a:moveTo>
                  <a:pt x="152728" y="108889"/>
                </a:moveTo>
                <a:lnTo>
                  <a:pt x="111561" y="19248"/>
                </a:lnTo>
                <a:lnTo>
                  <a:pt x="111561" y="90348"/>
                </a:lnTo>
                <a:cubicBezTo>
                  <a:pt x="111561" y="96895"/>
                  <a:pt x="112268" y="100980"/>
                  <a:pt x="113682" y="102604"/>
                </a:cubicBezTo>
                <a:cubicBezTo>
                  <a:pt x="115620" y="104804"/>
                  <a:pt x="118684" y="105903"/>
                  <a:pt x="122874" y="105903"/>
                </a:cubicBezTo>
                <a:lnTo>
                  <a:pt x="126645" y="105903"/>
                </a:lnTo>
                <a:lnTo>
                  <a:pt x="126645" y="108889"/>
                </a:lnTo>
                <a:lnTo>
                  <a:pt x="89563" y="108889"/>
                </a:lnTo>
                <a:lnTo>
                  <a:pt x="89563" y="105903"/>
                </a:lnTo>
                <a:lnTo>
                  <a:pt x="93334" y="105903"/>
                </a:lnTo>
                <a:cubicBezTo>
                  <a:pt x="97838" y="105903"/>
                  <a:pt x="101033" y="104542"/>
                  <a:pt x="102919" y="101818"/>
                </a:cubicBezTo>
                <a:cubicBezTo>
                  <a:pt x="104071" y="100142"/>
                  <a:pt x="104647" y="96319"/>
                  <a:pt x="104647" y="90348"/>
                </a:cubicBezTo>
                <a:lnTo>
                  <a:pt x="104647" y="20898"/>
                </a:lnTo>
                <a:cubicBezTo>
                  <a:pt x="104647" y="16184"/>
                  <a:pt x="104123" y="12780"/>
                  <a:pt x="103076" y="10685"/>
                </a:cubicBezTo>
                <a:cubicBezTo>
                  <a:pt x="102343" y="9166"/>
                  <a:pt x="100994" y="7896"/>
                  <a:pt x="99030" y="6874"/>
                </a:cubicBezTo>
                <a:cubicBezTo>
                  <a:pt x="97066" y="5853"/>
                  <a:pt x="93910" y="5342"/>
                  <a:pt x="89563" y="5342"/>
                </a:cubicBezTo>
                <a:lnTo>
                  <a:pt x="89563" y="2357"/>
                </a:lnTo>
                <a:lnTo>
                  <a:pt x="119731" y="2357"/>
                </a:lnTo>
                <a:lnTo>
                  <a:pt x="158384" y="85695"/>
                </a:lnTo>
                <a:lnTo>
                  <a:pt x="196409" y="2357"/>
                </a:lnTo>
                <a:lnTo>
                  <a:pt x="226577" y="2357"/>
                </a:lnTo>
                <a:lnTo>
                  <a:pt x="226577" y="5342"/>
                </a:lnTo>
                <a:lnTo>
                  <a:pt x="222885" y="5342"/>
                </a:lnTo>
                <a:cubicBezTo>
                  <a:pt x="218328" y="5342"/>
                  <a:pt x="215107" y="6704"/>
                  <a:pt x="213222" y="9428"/>
                </a:cubicBezTo>
                <a:cubicBezTo>
                  <a:pt x="212069" y="11104"/>
                  <a:pt x="211493" y="14927"/>
                  <a:pt x="211493" y="20898"/>
                </a:cubicBezTo>
                <a:lnTo>
                  <a:pt x="211493" y="90348"/>
                </a:lnTo>
                <a:cubicBezTo>
                  <a:pt x="211493" y="96895"/>
                  <a:pt x="212227" y="100980"/>
                  <a:pt x="213693" y="102604"/>
                </a:cubicBezTo>
                <a:cubicBezTo>
                  <a:pt x="215631" y="104804"/>
                  <a:pt x="218695" y="105903"/>
                  <a:pt x="222885" y="105903"/>
                </a:cubicBezTo>
                <a:lnTo>
                  <a:pt x="226577" y="105903"/>
                </a:lnTo>
                <a:lnTo>
                  <a:pt x="226577" y="108889"/>
                </a:lnTo>
                <a:lnTo>
                  <a:pt x="181325" y="108889"/>
                </a:lnTo>
                <a:lnTo>
                  <a:pt x="181325" y="105903"/>
                </a:lnTo>
                <a:lnTo>
                  <a:pt x="185096" y="105903"/>
                </a:lnTo>
                <a:cubicBezTo>
                  <a:pt x="189653" y="105903"/>
                  <a:pt x="192848" y="104542"/>
                  <a:pt x="194681" y="101818"/>
                </a:cubicBezTo>
                <a:cubicBezTo>
                  <a:pt x="195833" y="100142"/>
                  <a:pt x="196409" y="96319"/>
                  <a:pt x="196409" y="90348"/>
                </a:cubicBezTo>
                <a:lnTo>
                  <a:pt x="196409" y="19248"/>
                </a:lnTo>
                <a:lnTo>
                  <a:pt x="155320" y="108889"/>
                </a:lnTo>
                <a:lnTo>
                  <a:pt x="152728" y="108889"/>
                </a:lnTo>
                <a:close/>
                <a:moveTo>
                  <a:pt x="303726" y="0"/>
                </a:moveTo>
                <a:lnTo>
                  <a:pt x="303726" y="36925"/>
                </a:lnTo>
                <a:lnTo>
                  <a:pt x="300819" y="36925"/>
                </a:lnTo>
                <a:cubicBezTo>
                  <a:pt x="299876" y="29836"/>
                  <a:pt x="298187" y="24192"/>
                  <a:pt x="295752" y="19992"/>
                </a:cubicBezTo>
                <a:cubicBezTo>
                  <a:pt x="293316" y="15790"/>
                  <a:pt x="289847" y="12456"/>
                  <a:pt x="285342" y="9987"/>
                </a:cubicBezTo>
                <a:cubicBezTo>
                  <a:pt x="280838" y="7519"/>
                  <a:pt x="276177" y="6285"/>
                  <a:pt x="271358" y="6285"/>
                </a:cubicBezTo>
                <a:cubicBezTo>
                  <a:pt x="265911" y="6285"/>
                  <a:pt x="261407" y="7946"/>
                  <a:pt x="257845" y="11266"/>
                </a:cubicBezTo>
                <a:cubicBezTo>
                  <a:pt x="254284" y="14587"/>
                  <a:pt x="252503" y="18365"/>
                  <a:pt x="252503" y="22599"/>
                </a:cubicBezTo>
                <a:cubicBezTo>
                  <a:pt x="252503" y="25842"/>
                  <a:pt x="253629" y="28797"/>
                  <a:pt x="255881" y="31465"/>
                </a:cubicBezTo>
                <a:cubicBezTo>
                  <a:pt x="259128" y="35386"/>
                  <a:pt x="266854" y="40615"/>
                  <a:pt x="279057" y="47150"/>
                </a:cubicBezTo>
                <a:cubicBezTo>
                  <a:pt x="289009" y="52484"/>
                  <a:pt x="295804" y="56577"/>
                  <a:pt x="299444" y="59428"/>
                </a:cubicBezTo>
                <a:cubicBezTo>
                  <a:pt x="303084" y="62278"/>
                  <a:pt x="305887" y="65638"/>
                  <a:pt x="307851" y="69509"/>
                </a:cubicBezTo>
                <a:cubicBezTo>
                  <a:pt x="309815" y="73378"/>
                  <a:pt x="310797" y="77432"/>
                  <a:pt x="310797" y="81669"/>
                </a:cubicBezTo>
                <a:cubicBezTo>
                  <a:pt x="310797" y="89723"/>
                  <a:pt x="307667" y="96667"/>
                  <a:pt x="301408" y="102498"/>
                </a:cubicBezTo>
                <a:cubicBezTo>
                  <a:pt x="295150" y="108330"/>
                  <a:pt x="287097" y="111246"/>
                  <a:pt x="277250" y="111246"/>
                </a:cubicBezTo>
                <a:cubicBezTo>
                  <a:pt x="274160" y="111246"/>
                  <a:pt x="271253" y="111007"/>
                  <a:pt x="268530" y="110529"/>
                </a:cubicBezTo>
                <a:cubicBezTo>
                  <a:pt x="266906" y="110264"/>
                  <a:pt x="263541" y="109296"/>
                  <a:pt x="258434" y="107624"/>
                </a:cubicBezTo>
                <a:cubicBezTo>
                  <a:pt x="253328" y="105953"/>
                  <a:pt x="250093" y="105118"/>
                  <a:pt x="248732" y="105118"/>
                </a:cubicBezTo>
                <a:cubicBezTo>
                  <a:pt x="247422" y="105118"/>
                  <a:pt x="246388" y="105516"/>
                  <a:pt x="245628" y="106311"/>
                </a:cubicBezTo>
                <a:cubicBezTo>
                  <a:pt x="244869" y="107106"/>
                  <a:pt x="244306" y="108751"/>
                  <a:pt x="243939" y="111246"/>
                </a:cubicBezTo>
                <a:lnTo>
                  <a:pt x="241032" y="111246"/>
                </a:lnTo>
                <a:lnTo>
                  <a:pt x="241032" y="74635"/>
                </a:lnTo>
                <a:lnTo>
                  <a:pt x="243939" y="74635"/>
                </a:lnTo>
                <a:cubicBezTo>
                  <a:pt x="245301" y="82302"/>
                  <a:pt x="247134" y="88038"/>
                  <a:pt x="249439" y="91846"/>
                </a:cubicBezTo>
                <a:cubicBezTo>
                  <a:pt x="251743" y="95653"/>
                  <a:pt x="255266" y="98816"/>
                  <a:pt x="260006" y="101337"/>
                </a:cubicBezTo>
                <a:cubicBezTo>
                  <a:pt x="264746" y="103858"/>
                  <a:pt x="269944" y="105118"/>
                  <a:pt x="275600" y="105118"/>
                </a:cubicBezTo>
                <a:cubicBezTo>
                  <a:pt x="282147" y="105118"/>
                  <a:pt x="287319" y="103389"/>
                  <a:pt x="291117" y="99930"/>
                </a:cubicBezTo>
                <a:cubicBezTo>
                  <a:pt x="294914" y="96472"/>
                  <a:pt x="296812" y="92385"/>
                  <a:pt x="296812" y="87669"/>
                </a:cubicBezTo>
                <a:cubicBezTo>
                  <a:pt x="296812" y="85049"/>
                  <a:pt x="296092" y="82403"/>
                  <a:pt x="294652" y="79732"/>
                </a:cubicBezTo>
                <a:cubicBezTo>
                  <a:pt x="293212" y="77059"/>
                  <a:pt x="290973" y="74570"/>
                  <a:pt x="287935" y="72264"/>
                </a:cubicBezTo>
                <a:cubicBezTo>
                  <a:pt x="285892" y="70692"/>
                  <a:pt x="280314" y="67373"/>
                  <a:pt x="271201" y="62306"/>
                </a:cubicBezTo>
                <a:cubicBezTo>
                  <a:pt x="262087" y="57237"/>
                  <a:pt x="255606" y="53185"/>
                  <a:pt x="251756" y="50150"/>
                </a:cubicBezTo>
                <a:cubicBezTo>
                  <a:pt x="247907" y="47116"/>
                  <a:pt x="244987" y="43767"/>
                  <a:pt x="242997" y="40104"/>
                </a:cubicBezTo>
                <a:cubicBezTo>
                  <a:pt x="241006" y="36441"/>
                  <a:pt x="240011" y="32412"/>
                  <a:pt x="240011" y="28018"/>
                </a:cubicBezTo>
                <a:cubicBezTo>
                  <a:pt x="240011" y="20379"/>
                  <a:pt x="242944" y="13800"/>
                  <a:pt x="248810" y="8281"/>
                </a:cubicBezTo>
                <a:cubicBezTo>
                  <a:pt x="254676" y="2760"/>
                  <a:pt x="262140" y="0"/>
                  <a:pt x="271201" y="0"/>
                </a:cubicBezTo>
                <a:cubicBezTo>
                  <a:pt x="276857" y="0"/>
                  <a:pt x="282854" y="1388"/>
                  <a:pt x="289192" y="4164"/>
                </a:cubicBezTo>
                <a:cubicBezTo>
                  <a:pt x="292125" y="5473"/>
                  <a:pt x="294194" y="6128"/>
                  <a:pt x="295398" y="6128"/>
                </a:cubicBezTo>
                <a:cubicBezTo>
                  <a:pt x="296760" y="6128"/>
                  <a:pt x="297873" y="5722"/>
                  <a:pt x="298737" y="4910"/>
                </a:cubicBezTo>
                <a:cubicBezTo>
                  <a:pt x="299601" y="4098"/>
                  <a:pt x="300295" y="2462"/>
                  <a:pt x="300819" y="0"/>
                </a:cubicBezTo>
                <a:lnTo>
                  <a:pt x="303726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97758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9" name="Text UNS-1EW">
            <a:extLst xmlns:a="http://schemas.openxmlformats.org/drawingml/2006/main">
              <a:ext uri="{FF2B5EF4-FFF2-40B4-BE49-F238E27FC236}">
                <a16:creationId xmlns:a16="http://schemas.microsoft.com/office/drawing/2014/main" id="{6EB3F4BE-96DF-432C-B980-733BA4CB3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3533" y="3168671"/>
            <a:ext cx="703926" cy="111246"/>
          </a:xfrm>
          <a:custGeom xmlns:a="http://schemas.openxmlformats.org/drawingml/2006/main">
            <a:pathLst>
              <a:path w="703926" h="111246">
                <a:moveTo>
                  <a:pt x="113209" y="2357"/>
                </a:moveTo>
                <a:lnTo>
                  <a:pt x="75892" y="2357"/>
                </a:lnTo>
                <a:lnTo>
                  <a:pt x="75892" y="5342"/>
                </a:lnTo>
                <a:lnTo>
                  <a:pt x="79899" y="5342"/>
                </a:lnTo>
                <a:lnTo>
                  <a:pt x="80398" y="5348"/>
                </a:lnTo>
                <a:lnTo>
                  <a:pt x="80886" y="5366"/>
                </a:lnTo>
                <a:lnTo>
                  <a:pt x="81365" y="5396"/>
                </a:lnTo>
                <a:lnTo>
                  <a:pt x="81833" y="5438"/>
                </a:lnTo>
                <a:lnTo>
                  <a:pt x="82290" y="5492"/>
                </a:lnTo>
                <a:lnTo>
                  <a:pt x="82737" y="5557"/>
                </a:lnTo>
                <a:lnTo>
                  <a:pt x="83174" y="5635"/>
                </a:lnTo>
                <a:lnTo>
                  <a:pt x="83600" y="5724"/>
                </a:lnTo>
                <a:lnTo>
                  <a:pt x="84016" y="5826"/>
                </a:lnTo>
                <a:lnTo>
                  <a:pt x="84422" y="5939"/>
                </a:lnTo>
                <a:lnTo>
                  <a:pt x="84817" y="6065"/>
                </a:lnTo>
                <a:lnTo>
                  <a:pt x="85202" y="6202"/>
                </a:lnTo>
                <a:lnTo>
                  <a:pt x="85577" y="6351"/>
                </a:lnTo>
                <a:lnTo>
                  <a:pt x="85941" y="6513"/>
                </a:lnTo>
                <a:lnTo>
                  <a:pt x="86295" y="6686"/>
                </a:lnTo>
                <a:lnTo>
                  <a:pt x="86638" y="6871"/>
                </a:lnTo>
                <a:lnTo>
                  <a:pt x="86971" y="7068"/>
                </a:lnTo>
                <a:lnTo>
                  <a:pt x="87294" y="7277"/>
                </a:lnTo>
                <a:lnTo>
                  <a:pt x="87606" y="7498"/>
                </a:lnTo>
                <a:lnTo>
                  <a:pt x="87908" y="7731"/>
                </a:lnTo>
                <a:lnTo>
                  <a:pt x="88200" y="7976"/>
                </a:lnTo>
                <a:lnTo>
                  <a:pt x="88481" y="8233"/>
                </a:lnTo>
                <a:lnTo>
                  <a:pt x="88752" y="8501"/>
                </a:lnTo>
                <a:lnTo>
                  <a:pt x="89012" y="8782"/>
                </a:lnTo>
                <a:lnTo>
                  <a:pt x="89192" y="9003"/>
                </a:lnTo>
                <a:lnTo>
                  <a:pt x="89364" y="9250"/>
                </a:lnTo>
                <a:lnTo>
                  <a:pt x="89528" y="9523"/>
                </a:lnTo>
                <a:lnTo>
                  <a:pt x="89684" y="9822"/>
                </a:lnTo>
                <a:lnTo>
                  <a:pt x="89833" y="10147"/>
                </a:lnTo>
                <a:lnTo>
                  <a:pt x="89975" y="10497"/>
                </a:lnTo>
                <a:lnTo>
                  <a:pt x="90108" y="10873"/>
                </a:lnTo>
                <a:lnTo>
                  <a:pt x="90234" y="11275"/>
                </a:lnTo>
                <a:lnTo>
                  <a:pt x="90353" y="11703"/>
                </a:lnTo>
                <a:lnTo>
                  <a:pt x="90464" y="12156"/>
                </a:lnTo>
                <a:lnTo>
                  <a:pt x="90567" y="12635"/>
                </a:lnTo>
                <a:lnTo>
                  <a:pt x="90662" y="13140"/>
                </a:lnTo>
                <a:lnTo>
                  <a:pt x="90750" y="13671"/>
                </a:lnTo>
                <a:lnTo>
                  <a:pt x="90830" y="14228"/>
                </a:lnTo>
                <a:lnTo>
                  <a:pt x="90903" y="14810"/>
                </a:lnTo>
                <a:lnTo>
                  <a:pt x="90968" y="15418"/>
                </a:lnTo>
                <a:lnTo>
                  <a:pt x="91025" y="16052"/>
                </a:lnTo>
                <a:lnTo>
                  <a:pt x="91075" y="16712"/>
                </a:lnTo>
                <a:lnTo>
                  <a:pt x="91117" y="17398"/>
                </a:lnTo>
                <a:lnTo>
                  <a:pt x="91151" y="18109"/>
                </a:lnTo>
                <a:lnTo>
                  <a:pt x="91178" y="18846"/>
                </a:lnTo>
                <a:lnTo>
                  <a:pt x="91197" y="19609"/>
                </a:lnTo>
                <a:lnTo>
                  <a:pt x="91208" y="20398"/>
                </a:lnTo>
                <a:lnTo>
                  <a:pt x="91212" y="21212"/>
                </a:lnTo>
                <a:lnTo>
                  <a:pt x="91212" y="64262"/>
                </a:lnTo>
                <a:lnTo>
                  <a:pt x="91207" y="65657"/>
                </a:lnTo>
                <a:lnTo>
                  <a:pt x="91191" y="67017"/>
                </a:lnTo>
                <a:lnTo>
                  <a:pt x="91165" y="68343"/>
                </a:lnTo>
                <a:lnTo>
                  <a:pt x="91128" y="69635"/>
                </a:lnTo>
                <a:lnTo>
                  <a:pt x="91081" y="70893"/>
                </a:lnTo>
                <a:lnTo>
                  <a:pt x="91023" y="72116"/>
                </a:lnTo>
                <a:lnTo>
                  <a:pt x="90955" y="73306"/>
                </a:lnTo>
                <a:lnTo>
                  <a:pt x="90876" y="74461"/>
                </a:lnTo>
                <a:lnTo>
                  <a:pt x="90787" y="75582"/>
                </a:lnTo>
                <a:lnTo>
                  <a:pt x="90687" y="76669"/>
                </a:lnTo>
                <a:lnTo>
                  <a:pt x="90577" y="77722"/>
                </a:lnTo>
                <a:lnTo>
                  <a:pt x="90456" y="78740"/>
                </a:lnTo>
                <a:lnTo>
                  <a:pt x="90325" y="79725"/>
                </a:lnTo>
                <a:lnTo>
                  <a:pt x="90183" y="80675"/>
                </a:lnTo>
                <a:lnTo>
                  <a:pt x="90031" y="81591"/>
                </a:lnTo>
                <a:lnTo>
                  <a:pt x="89868" y="82473"/>
                </a:lnTo>
                <a:lnTo>
                  <a:pt x="89694" y="83320"/>
                </a:lnTo>
                <a:lnTo>
                  <a:pt x="89511" y="84134"/>
                </a:lnTo>
                <a:lnTo>
                  <a:pt x="89316" y="84913"/>
                </a:lnTo>
                <a:lnTo>
                  <a:pt x="89112" y="85659"/>
                </a:lnTo>
                <a:lnTo>
                  <a:pt x="88896" y="86370"/>
                </a:lnTo>
                <a:lnTo>
                  <a:pt x="88671" y="87047"/>
                </a:lnTo>
                <a:lnTo>
                  <a:pt x="88434" y="87689"/>
                </a:lnTo>
                <a:lnTo>
                  <a:pt x="88187" y="88298"/>
                </a:lnTo>
                <a:lnTo>
                  <a:pt x="87926" y="88885"/>
                </a:lnTo>
                <a:lnTo>
                  <a:pt x="87647" y="89463"/>
                </a:lnTo>
                <a:lnTo>
                  <a:pt x="87350" y="90032"/>
                </a:lnTo>
                <a:lnTo>
                  <a:pt x="87034" y="90592"/>
                </a:lnTo>
                <a:lnTo>
                  <a:pt x="86700" y="91144"/>
                </a:lnTo>
                <a:lnTo>
                  <a:pt x="86349" y="91686"/>
                </a:lnTo>
                <a:lnTo>
                  <a:pt x="85979" y="92220"/>
                </a:lnTo>
                <a:lnTo>
                  <a:pt x="85590" y="92745"/>
                </a:lnTo>
                <a:lnTo>
                  <a:pt x="85184" y="93261"/>
                </a:lnTo>
                <a:lnTo>
                  <a:pt x="84760" y="93769"/>
                </a:lnTo>
                <a:lnTo>
                  <a:pt x="84317" y="94267"/>
                </a:lnTo>
                <a:lnTo>
                  <a:pt x="83857" y="94757"/>
                </a:lnTo>
                <a:lnTo>
                  <a:pt x="83378" y="95237"/>
                </a:lnTo>
                <a:lnTo>
                  <a:pt x="82881" y="95709"/>
                </a:lnTo>
                <a:lnTo>
                  <a:pt x="82366" y="96172"/>
                </a:lnTo>
                <a:lnTo>
                  <a:pt x="81833" y="96627"/>
                </a:lnTo>
                <a:lnTo>
                  <a:pt x="81281" y="97072"/>
                </a:lnTo>
                <a:lnTo>
                  <a:pt x="80712" y="97509"/>
                </a:lnTo>
                <a:lnTo>
                  <a:pt x="80124" y="97936"/>
                </a:lnTo>
                <a:lnTo>
                  <a:pt x="79518" y="98355"/>
                </a:lnTo>
                <a:lnTo>
                  <a:pt x="78894" y="98765"/>
                </a:lnTo>
                <a:lnTo>
                  <a:pt x="78252" y="99167"/>
                </a:lnTo>
                <a:lnTo>
                  <a:pt x="77592" y="99559"/>
                </a:lnTo>
                <a:lnTo>
                  <a:pt x="76914" y="99942"/>
                </a:lnTo>
                <a:lnTo>
                  <a:pt x="76222" y="100313"/>
                </a:lnTo>
                <a:lnTo>
                  <a:pt x="75523" y="100669"/>
                </a:lnTo>
                <a:lnTo>
                  <a:pt x="74817" y="101008"/>
                </a:lnTo>
                <a:lnTo>
                  <a:pt x="74103" y="101332"/>
                </a:lnTo>
                <a:lnTo>
                  <a:pt x="73381" y="101640"/>
                </a:lnTo>
                <a:lnTo>
                  <a:pt x="72651" y="101932"/>
                </a:lnTo>
                <a:lnTo>
                  <a:pt x="71914" y="102208"/>
                </a:lnTo>
                <a:lnTo>
                  <a:pt x="71170" y="102468"/>
                </a:lnTo>
                <a:lnTo>
                  <a:pt x="70417" y="102713"/>
                </a:lnTo>
                <a:lnTo>
                  <a:pt x="69657" y="102942"/>
                </a:lnTo>
                <a:lnTo>
                  <a:pt x="68890" y="103155"/>
                </a:lnTo>
                <a:lnTo>
                  <a:pt x="68114" y="103353"/>
                </a:lnTo>
                <a:lnTo>
                  <a:pt x="67332" y="103534"/>
                </a:lnTo>
                <a:lnTo>
                  <a:pt x="66541" y="103700"/>
                </a:lnTo>
                <a:lnTo>
                  <a:pt x="65743" y="103850"/>
                </a:lnTo>
                <a:lnTo>
                  <a:pt x="64937" y="103984"/>
                </a:lnTo>
                <a:lnTo>
                  <a:pt x="64124" y="104103"/>
                </a:lnTo>
                <a:lnTo>
                  <a:pt x="63302" y="104205"/>
                </a:lnTo>
                <a:lnTo>
                  <a:pt x="62474" y="104292"/>
                </a:lnTo>
                <a:lnTo>
                  <a:pt x="61637" y="104363"/>
                </a:lnTo>
                <a:lnTo>
                  <a:pt x="60793" y="104418"/>
                </a:lnTo>
                <a:lnTo>
                  <a:pt x="59942" y="104458"/>
                </a:lnTo>
                <a:lnTo>
                  <a:pt x="59082" y="104481"/>
                </a:lnTo>
                <a:lnTo>
                  <a:pt x="58215" y="104489"/>
                </a:lnTo>
                <a:lnTo>
                  <a:pt x="57539" y="104484"/>
                </a:lnTo>
                <a:lnTo>
                  <a:pt x="56871" y="104469"/>
                </a:lnTo>
                <a:lnTo>
                  <a:pt x="56213" y="104444"/>
                </a:lnTo>
                <a:lnTo>
                  <a:pt x="55563" y="104409"/>
                </a:lnTo>
                <a:lnTo>
                  <a:pt x="54922" y="104363"/>
                </a:lnTo>
                <a:lnTo>
                  <a:pt x="54290" y="104308"/>
                </a:lnTo>
                <a:lnTo>
                  <a:pt x="53667" y="104242"/>
                </a:lnTo>
                <a:lnTo>
                  <a:pt x="53052" y="104167"/>
                </a:lnTo>
                <a:lnTo>
                  <a:pt x="52447" y="104081"/>
                </a:lnTo>
                <a:lnTo>
                  <a:pt x="51850" y="103985"/>
                </a:lnTo>
                <a:lnTo>
                  <a:pt x="51262" y="103880"/>
                </a:lnTo>
                <a:lnTo>
                  <a:pt x="50683" y="103764"/>
                </a:lnTo>
                <a:lnTo>
                  <a:pt x="50113" y="103638"/>
                </a:lnTo>
                <a:lnTo>
                  <a:pt x="49552" y="103502"/>
                </a:lnTo>
                <a:lnTo>
                  <a:pt x="49000" y="103356"/>
                </a:lnTo>
                <a:lnTo>
                  <a:pt x="48456" y="103200"/>
                </a:lnTo>
                <a:lnTo>
                  <a:pt x="47922" y="103033"/>
                </a:lnTo>
                <a:lnTo>
                  <a:pt x="47396" y="102857"/>
                </a:lnTo>
                <a:lnTo>
                  <a:pt x="46879" y="102671"/>
                </a:lnTo>
                <a:lnTo>
                  <a:pt x="46371" y="102474"/>
                </a:lnTo>
                <a:lnTo>
                  <a:pt x="45872" y="102268"/>
                </a:lnTo>
                <a:lnTo>
                  <a:pt x="45382" y="102051"/>
                </a:lnTo>
                <a:lnTo>
                  <a:pt x="44900" y="101824"/>
                </a:lnTo>
                <a:lnTo>
                  <a:pt x="44428" y="101587"/>
                </a:lnTo>
                <a:lnTo>
                  <a:pt x="43964" y="101343"/>
                </a:lnTo>
                <a:lnTo>
                  <a:pt x="43510" y="101093"/>
                </a:lnTo>
                <a:lnTo>
                  <a:pt x="43064" y="100837"/>
                </a:lnTo>
                <a:lnTo>
                  <a:pt x="42628" y="100577"/>
                </a:lnTo>
                <a:lnTo>
                  <a:pt x="42201" y="100310"/>
                </a:lnTo>
                <a:lnTo>
                  <a:pt x="41783" y="100039"/>
                </a:lnTo>
                <a:lnTo>
                  <a:pt x="41375" y="99761"/>
                </a:lnTo>
                <a:lnTo>
                  <a:pt x="40975" y="99479"/>
                </a:lnTo>
                <a:lnTo>
                  <a:pt x="40585" y="99191"/>
                </a:lnTo>
                <a:lnTo>
                  <a:pt x="40203" y="98897"/>
                </a:lnTo>
                <a:lnTo>
                  <a:pt x="39831" y="98598"/>
                </a:lnTo>
                <a:lnTo>
                  <a:pt x="39468" y="98294"/>
                </a:lnTo>
                <a:lnTo>
                  <a:pt x="39114" y="97984"/>
                </a:lnTo>
                <a:lnTo>
                  <a:pt x="38770" y="97669"/>
                </a:lnTo>
                <a:lnTo>
                  <a:pt x="38434" y="97348"/>
                </a:lnTo>
                <a:lnTo>
                  <a:pt x="38108" y="97022"/>
                </a:lnTo>
                <a:lnTo>
                  <a:pt x="37790" y="96690"/>
                </a:lnTo>
                <a:lnTo>
                  <a:pt x="37482" y="96353"/>
                </a:lnTo>
                <a:lnTo>
                  <a:pt x="37183" y="96011"/>
                </a:lnTo>
                <a:lnTo>
                  <a:pt x="36893" y="95663"/>
                </a:lnTo>
                <a:lnTo>
                  <a:pt x="36612" y="95310"/>
                </a:lnTo>
                <a:lnTo>
                  <a:pt x="36341" y="94951"/>
                </a:lnTo>
                <a:lnTo>
                  <a:pt x="36078" y="94587"/>
                </a:lnTo>
                <a:lnTo>
                  <a:pt x="35825" y="94217"/>
                </a:lnTo>
                <a:lnTo>
                  <a:pt x="35579" y="93838"/>
                </a:lnTo>
                <a:lnTo>
                  <a:pt x="35340" y="93448"/>
                </a:lnTo>
                <a:lnTo>
                  <a:pt x="35107" y="93044"/>
                </a:lnTo>
                <a:lnTo>
                  <a:pt x="34881" y="92629"/>
                </a:lnTo>
                <a:lnTo>
                  <a:pt x="34661" y="92201"/>
                </a:lnTo>
                <a:lnTo>
                  <a:pt x="34448" y="91761"/>
                </a:lnTo>
                <a:lnTo>
                  <a:pt x="34240" y="91309"/>
                </a:lnTo>
                <a:lnTo>
                  <a:pt x="34040" y="90845"/>
                </a:lnTo>
                <a:lnTo>
                  <a:pt x="33845" y="90368"/>
                </a:lnTo>
                <a:lnTo>
                  <a:pt x="33658" y="89879"/>
                </a:lnTo>
                <a:lnTo>
                  <a:pt x="33476" y="89378"/>
                </a:lnTo>
                <a:lnTo>
                  <a:pt x="33301" y="88865"/>
                </a:lnTo>
                <a:lnTo>
                  <a:pt x="33132" y="88339"/>
                </a:lnTo>
                <a:lnTo>
                  <a:pt x="32970" y="87802"/>
                </a:lnTo>
                <a:lnTo>
                  <a:pt x="32814" y="87252"/>
                </a:lnTo>
                <a:lnTo>
                  <a:pt x="32665" y="86689"/>
                </a:lnTo>
                <a:lnTo>
                  <a:pt x="32522" y="86115"/>
                </a:lnTo>
                <a:lnTo>
                  <a:pt x="32385" y="85528"/>
                </a:lnTo>
                <a:lnTo>
                  <a:pt x="32255" y="84929"/>
                </a:lnTo>
                <a:lnTo>
                  <a:pt x="32131" y="84318"/>
                </a:lnTo>
                <a:lnTo>
                  <a:pt x="32014" y="83694"/>
                </a:lnTo>
                <a:lnTo>
                  <a:pt x="31903" y="83058"/>
                </a:lnTo>
                <a:lnTo>
                  <a:pt x="31798" y="82410"/>
                </a:lnTo>
                <a:lnTo>
                  <a:pt x="31700" y="81750"/>
                </a:lnTo>
                <a:lnTo>
                  <a:pt x="31607" y="81087"/>
                </a:lnTo>
                <a:lnTo>
                  <a:pt x="31518" y="80430"/>
                </a:lnTo>
                <a:lnTo>
                  <a:pt x="31433" y="79779"/>
                </a:lnTo>
                <a:lnTo>
                  <a:pt x="31352" y="79134"/>
                </a:lnTo>
                <a:lnTo>
                  <a:pt x="31275" y="78496"/>
                </a:lnTo>
                <a:lnTo>
                  <a:pt x="31202" y="77863"/>
                </a:lnTo>
                <a:lnTo>
                  <a:pt x="31133" y="77237"/>
                </a:lnTo>
                <a:lnTo>
                  <a:pt x="31067" y="76618"/>
                </a:lnTo>
                <a:lnTo>
                  <a:pt x="31006" y="76004"/>
                </a:lnTo>
                <a:lnTo>
                  <a:pt x="30949" y="75397"/>
                </a:lnTo>
                <a:lnTo>
                  <a:pt x="30895" y="74796"/>
                </a:lnTo>
                <a:lnTo>
                  <a:pt x="30846" y="74202"/>
                </a:lnTo>
                <a:lnTo>
                  <a:pt x="30800" y="73614"/>
                </a:lnTo>
                <a:lnTo>
                  <a:pt x="30759" y="73031"/>
                </a:lnTo>
                <a:lnTo>
                  <a:pt x="30721" y="72456"/>
                </a:lnTo>
                <a:lnTo>
                  <a:pt x="30688" y="71886"/>
                </a:lnTo>
                <a:lnTo>
                  <a:pt x="30658" y="71323"/>
                </a:lnTo>
                <a:lnTo>
                  <a:pt x="30632" y="70766"/>
                </a:lnTo>
                <a:lnTo>
                  <a:pt x="30611" y="70215"/>
                </a:lnTo>
                <a:lnTo>
                  <a:pt x="30593" y="69670"/>
                </a:lnTo>
                <a:lnTo>
                  <a:pt x="30579" y="69132"/>
                </a:lnTo>
                <a:lnTo>
                  <a:pt x="30569" y="68600"/>
                </a:lnTo>
                <a:lnTo>
                  <a:pt x="30563" y="68074"/>
                </a:lnTo>
                <a:lnTo>
                  <a:pt x="30561" y="67555"/>
                </a:lnTo>
                <a:lnTo>
                  <a:pt x="30561" y="21212"/>
                </a:lnTo>
                <a:lnTo>
                  <a:pt x="30565" y="20480"/>
                </a:lnTo>
                <a:lnTo>
                  <a:pt x="30575" y="19769"/>
                </a:lnTo>
                <a:lnTo>
                  <a:pt x="30592" y="19079"/>
                </a:lnTo>
                <a:lnTo>
                  <a:pt x="30616" y="18411"/>
                </a:lnTo>
                <a:lnTo>
                  <a:pt x="30646" y="17763"/>
                </a:lnTo>
                <a:lnTo>
                  <a:pt x="30684" y="17137"/>
                </a:lnTo>
                <a:lnTo>
                  <a:pt x="30728" y="16532"/>
                </a:lnTo>
                <a:lnTo>
                  <a:pt x="30779" y="15948"/>
                </a:lnTo>
                <a:lnTo>
                  <a:pt x="30837" y="15386"/>
                </a:lnTo>
                <a:lnTo>
                  <a:pt x="30902" y="14844"/>
                </a:lnTo>
                <a:lnTo>
                  <a:pt x="30974" y="14324"/>
                </a:lnTo>
                <a:lnTo>
                  <a:pt x="31052" y="13825"/>
                </a:lnTo>
                <a:lnTo>
                  <a:pt x="31137" y="13347"/>
                </a:lnTo>
                <a:lnTo>
                  <a:pt x="31229" y="12890"/>
                </a:lnTo>
                <a:lnTo>
                  <a:pt x="31328" y="12454"/>
                </a:lnTo>
                <a:lnTo>
                  <a:pt x="31434" y="12040"/>
                </a:lnTo>
                <a:lnTo>
                  <a:pt x="31547" y="11647"/>
                </a:lnTo>
                <a:lnTo>
                  <a:pt x="31666" y="11274"/>
                </a:lnTo>
                <a:lnTo>
                  <a:pt x="31792" y="10924"/>
                </a:lnTo>
                <a:lnTo>
                  <a:pt x="31925" y="10594"/>
                </a:lnTo>
                <a:lnTo>
                  <a:pt x="32065" y="10285"/>
                </a:lnTo>
                <a:lnTo>
                  <a:pt x="32212" y="9998"/>
                </a:lnTo>
                <a:lnTo>
                  <a:pt x="32365" y="9732"/>
                </a:lnTo>
                <a:lnTo>
                  <a:pt x="32525" y="9487"/>
                </a:lnTo>
                <a:lnTo>
                  <a:pt x="32767" y="9148"/>
                </a:lnTo>
                <a:lnTo>
                  <a:pt x="33023" y="8825"/>
                </a:lnTo>
                <a:lnTo>
                  <a:pt x="33291" y="8515"/>
                </a:lnTo>
                <a:lnTo>
                  <a:pt x="33573" y="8220"/>
                </a:lnTo>
                <a:lnTo>
                  <a:pt x="33867" y="7940"/>
                </a:lnTo>
                <a:lnTo>
                  <a:pt x="34175" y="7673"/>
                </a:lnTo>
                <a:lnTo>
                  <a:pt x="34496" y="7422"/>
                </a:lnTo>
                <a:lnTo>
                  <a:pt x="34830" y="7184"/>
                </a:lnTo>
                <a:lnTo>
                  <a:pt x="35177" y="6961"/>
                </a:lnTo>
                <a:lnTo>
                  <a:pt x="35537" y="6752"/>
                </a:lnTo>
                <a:lnTo>
                  <a:pt x="35910" y="6558"/>
                </a:lnTo>
                <a:lnTo>
                  <a:pt x="36296" y="6378"/>
                </a:lnTo>
                <a:lnTo>
                  <a:pt x="36696" y="6213"/>
                </a:lnTo>
                <a:lnTo>
                  <a:pt x="37108" y="6062"/>
                </a:lnTo>
                <a:lnTo>
                  <a:pt x="37534" y="5925"/>
                </a:lnTo>
                <a:lnTo>
                  <a:pt x="37972" y="5803"/>
                </a:lnTo>
                <a:lnTo>
                  <a:pt x="38424" y="5695"/>
                </a:lnTo>
                <a:lnTo>
                  <a:pt x="38889" y="5601"/>
                </a:lnTo>
                <a:lnTo>
                  <a:pt x="39367" y="5522"/>
                </a:lnTo>
                <a:lnTo>
                  <a:pt x="39858" y="5457"/>
                </a:lnTo>
                <a:lnTo>
                  <a:pt x="40362" y="5407"/>
                </a:lnTo>
                <a:lnTo>
                  <a:pt x="40879" y="5371"/>
                </a:lnTo>
                <a:lnTo>
                  <a:pt x="41409" y="5350"/>
                </a:lnTo>
                <a:lnTo>
                  <a:pt x="41953" y="5342"/>
                </a:lnTo>
                <a:lnTo>
                  <a:pt x="46038" y="5342"/>
                </a:lnTo>
                <a:lnTo>
                  <a:pt x="46038" y="2357"/>
                </a:lnTo>
                <a:lnTo>
                  <a:pt x="0" y="2357"/>
                </a:lnTo>
                <a:lnTo>
                  <a:pt x="0" y="5342"/>
                </a:lnTo>
                <a:lnTo>
                  <a:pt x="4007" y="5342"/>
                </a:lnTo>
                <a:lnTo>
                  <a:pt x="4505" y="5348"/>
                </a:lnTo>
                <a:lnTo>
                  <a:pt x="4992" y="5363"/>
                </a:lnTo>
                <a:lnTo>
                  <a:pt x="5467" y="5390"/>
                </a:lnTo>
                <a:lnTo>
                  <a:pt x="5930" y="5427"/>
                </a:lnTo>
                <a:lnTo>
                  <a:pt x="6382" y="5475"/>
                </a:lnTo>
                <a:lnTo>
                  <a:pt x="6823" y="5533"/>
                </a:lnTo>
                <a:lnTo>
                  <a:pt x="7251" y="5602"/>
                </a:lnTo>
                <a:lnTo>
                  <a:pt x="7669" y="5681"/>
                </a:lnTo>
                <a:lnTo>
                  <a:pt x="8074" y="5771"/>
                </a:lnTo>
                <a:lnTo>
                  <a:pt x="8468" y="5872"/>
                </a:lnTo>
                <a:lnTo>
                  <a:pt x="8851" y="5983"/>
                </a:lnTo>
                <a:lnTo>
                  <a:pt x="9221" y="6105"/>
                </a:lnTo>
                <a:lnTo>
                  <a:pt x="9581" y="6237"/>
                </a:lnTo>
                <a:lnTo>
                  <a:pt x="9928" y="6380"/>
                </a:lnTo>
                <a:lnTo>
                  <a:pt x="10264" y="6533"/>
                </a:lnTo>
                <a:lnTo>
                  <a:pt x="10589" y="6698"/>
                </a:lnTo>
                <a:lnTo>
                  <a:pt x="10901" y="6872"/>
                </a:lnTo>
                <a:lnTo>
                  <a:pt x="11203" y="7058"/>
                </a:lnTo>
                <a:lnTo>
                  <a:pt x="11492" y="7253"/>
                </a:lnTo>
                <a:lnTo>
                  <a:pt x="11770" y="7460"/>
                </a:lnTo>
                <a:lnTo>
                  <a:pt x="12037" y="7677"/>
                </a:lnTo>
                <a:lnTo>
                  <a:pt x="12292" y="7905"/>
                </a:lnTo>
                <a:lnTo>
                  <a:pt x="12535" y="8143"/>
                </a:lnTo>
                <a:lnTo>
                  <a:pt x="12767" y="8392"/>
                </a:lnTo>
                <a:lnTo>
                  <a:pt x="12988" y="8657"/>
                </a:lnTo>
                <a:lnTo>
                  <a:pt x="13199" y="8946"/>
                </a:lnTo>
                <a:lnTo>
                  <a:pt x="13402" y="9259"/>
                </a:lnTo>
                <a:lnTo>
                  <a:pt x="13595" y="9595"/>
                </a:lnTo>
                <a:lnTo>
                  <a:pt x="13778" y="9954"/>
                </a:lnTo>
                <a:lnTo>
                  <a:pt x="13952" y="10336"/>
                </a:lnTo>
                <a:lnTo>
                  <a:pt x="14117" y="10742"/>
                </a:lnTo>
                <a:lnTo>
                  <a:pt x="14272" y="11171"/>
                </a:lnTo>
                <a:lnTo>
                  <a:pt x="14418" y="11624"/>
                </a:lnTo>
                <a:lnTo>
                  <a:pt x="14555" y="12100"/>
                </a:lnTo>
                <a:lnTo>
                  <a:pt x="14682" y="12599"/>
                </a:lnTo>
                <a:lnTo>
                  <a:pt x="14799" y="13121"/>
                </a:lnTo>
                <a:lnTo>
                  <a:pt x="14908" y="13667"/>
                </a:lnTo>
                <a:lnTo>
                  <a:pt x="15006" y="14236"/>
                </a:lnTo>
                <a:lnTo>
                  <a:pt x="15096" y="14829"/>
                </a:lnTo>
                <a:lnTo>
                  <a:pt x="15176" y="15445"/>
                </a:lnTo>
                <a:lnTo>
                  <a:pt x="15246" y="16084"/>
                </a:lnTo>
                <a:lnTo>
                  <a:pt x="15308" y="16747"/>
                </a:lnTo>
                <a:lnTo>
                  <a:pt x="15359" y="17432"/>
                </a:lnTo>
                <a:lnTo>
                  <a:pt x="15402" y="18142"/>
                </a:lnTo>
                <a:lnTo>
                  <a:pt x="15435" y="18874"/>
                </a:lnTo>
                <a:lnTo>
                  <a:pt x="15458" y="19630"/>
                </a:lnTo>
                <a:lnTo>
                  <a:pt x="15472" y="20410"/>
                </a:lnTo>
                <a:lnTo>
                  <a:pt x="15477" y="21212"/>
                </a:lnTo>
                <a:lnTo>
                  <a:pt x="15477" y="62777"/>
                </a:lnTo>
                <a:lnTo>
                  <a:pt x="15481" y="64357"/>
                </a:lnTo>
                <a:lnTo>
                  <a:pt x="15494" y="65895"/>
                </a:lnTo>
                <a:lnTo>
                  <a:pt x="15516" y="67390"/>
                </a:lnTo>
                <a:lnTo>
                  <a:pt x="15547" y="68843"/>
                </a:lnTo>
                <a:lnTo>
                  <a:pt x="15586" y="70253"/>
                </a:lnTo>
                <a:lnTo>
                  <a:pt x="15634" y="71620"/>
                </a:lnTo>
                <a:lnTo>
                  <a:pt x="15691" y="72946"/>
                </a:lnTo>
                <a:lnTo>
                  <a:pt x="15756" y="74228"/>
                </a:lnTo>
                <a:lnTo>
                  <a:pt x="15831" y="75468"/>
                </a:lnTo>
                <a:lnTo>
                  <a:pt x="15913" y="76666"/>
                </a:lnTo>
                <a:lnTo>
                  <a:pt x="16005" y="77821"/>
                </a:lnTo>
                <a:lnTo>
                  <a:pt x="16105" y="78934"/>
                </a:lnTo>
                <a:lnTo>
                  <a:pt x="16215" y="80004"/>
                </a:lnTo>
                <a:lnTo>
                  <a:pt x="16332" y="81032"/>
                </a:lnTo>
                <a:lnTo>
                  <a:pt x="16459" y="82017"/>
                </a:lnTo>
                <a:lnTo>
                  <a:pt x="16594" y="82960"/>
                </a:lnTo>
                <a:lnTo>
                  <a:pt x="16738" y="83861"/>
                </a:lnTo>
                <a:lnTo>
                  <a:pt x="16891" y="84718"/>
                </a:lnTo>
                <a:lnTo>
                  <a:pt x="17053" y="85534"/>
                </a:lnTo>
                <a:lnTo>
                  <a:pt x="17223" y="86307"/>
                </a:lnTo>
                <a:lnTo>
                  <a:pt x="17402" y="87037"/>
                </a:lnTo>
                <a:lnTo>
                  <a:pt x="17589" y="87725"/>
                </a:lnTo>
                <a:lnTo>
                  <a:pt x="17786" y="88370"/>
                </a:lnTo>
                <a:lnTo>
                  <a:pt x="17991" y="88973"/>
                </a:lnTo>
                <a:lnTo>
                  <a:pt x="18314" y="89815"/>
                </a:lnTo>
                <a:lnTo>
                  <a:pt x="18656" y="90644"/>
                </a:lnTo>
                <a:lnTo>
                  <a:pt x="19016" y="91457"/>
                </a:lnTo>
                <a:lnTo>
                  <a:pt x="19394" y="92256"/>
                </a:lnTo>
                <a:lnTo>
                  <a:pt x="19791" y="93041"/>
                </a:lnTo>
                <a:lnTo>
                  <a:pt x="20206" y="93811"/>
                </a:lnTo>
                <a:lnTo>
                  <a:pt x="20639" y="94567"/>
                </a:lnTo>
                <a:lnTo>
                  <a:pt x="21090" y="95309"/>
                </a:lnTo>
                <a:lnTo>
                  <a:pt x="21560" y="96036"/>
                </a:lnTo>
                <a:lnTo>
                  <a:pt x="22047" y="96748"/>
                </a:lnTo>
                <a:lnTo>
                  <a:pt x="22554" y="97446"/>
                </a:lnTo>
                <a:lnTo>
                  <a:pt x="23078" y="98130"/>
                </a:lnTo>
                <a:lnTo>
                  <a:pt x="23621" y="98799"/>
                </a:lnTo>
                <a:lnTo>
                  <a:pt x="24182" y="99454"/>
                </a:lnTo>
                <a:lnTo>
                  <a:pt x="24761" y="100094"/>
                </a:lnTo>
                <a:lnTo>
                  <a:pt x="25359" y="100720"/>
                </a:lnTo>
                <a:lnTo>
                  <a:pt x="25974" y="101332"/>
                </a:lnTo>
                <a:lnTo>
                  <a:pt x="26608" y="101929"/>
                </a:lnTo>
                <a:lnTo>
                  <a:pt x="27261" y="102512"/>
                </a:lnTo>
                <a:lnTo>
                  <a:pt x="27931" y="103080"/>
                </a:lnTo>
                <a:lnTo>
                  <a:pt x="28620" y="103634"/>
                </a:lnTo>
                <a:lnTo>
                  <a:pt x="29328" y="104173"/>
                </a:lnTo>
                <a:lnTo>
                  <a:pt x="30053" y="104698"/>
                </a:lnTo>
                <a:lnTo>
                  <a:pt x="30797" y="105209"/>
                </a:lnTo>
                <a:lnTo>
                  <a:pt x="31564" y="105701"/>
                </a:lnTo>
                <a:lnTo>
                  <a:pt x="32361" y="106173"/>
                </a:lnTo>
                <a:lnTo>
                  <a:pt x="33187" y="106624"/>
                </a:lnTo>
                <a:lnTo>
                  <a:pt x="34042" y="107053"/>
                </a:lnTo>
                <a:lnTo>
                  <a:pt x="34926" y="107462"/>
                </a:lnTo>
                <a:lnTo>
                  <a:pt x="35840" y="107850"/>
                </a:lnTo>
                <a:lnTo>
                  <a:pt x="36782" y="108217"/>
                </a:lnTo>
                <a:lnTo>
                  <a:pt x="37754" y="108563"/>
                </a:lnTo>
                <a:lnTo>
                  <a:pt x="38755" y="108888"/>
                </a:lnTo>
                <a:lnTo>
                  <a:pt x="39785" y="109191"/>
                </a:lnTo>
                <a:lnTo>
                  <a:pt x="40845" y="109474"/>
                </a:lnTo>
                <a:lnTo>
                  <a:pt x="41933" y="109736"/>
                </a:lnTo>
                <a:lnTo>
                  <a:pt x="43051" y="109978"/>
                </a:lnTo>
                <a:lnTo>
                  <a:pt x="44198" y="110198"/>
                </a:lnTo>
                <a:lnTo>
                  <a:pt x="45374" y="110397"/>
                </a:lnTo>
                <a:lnTo>
                  <a:pt x="46579" y="110575"/>
                </a:lnTo>
                <a:lnTo>
                  <a:pt x="47814" y="110732"/>
                </a:lnTo>
                <a:lnTo>
                  <a:pt x="49078" y="110868"/>
                </a:lnTo>
                <a:lnTo>
                  <a:pt x="50370" y="110984"/>
                </a:lnTo>
                <a:lnTo>
                  <a:pt x="51693" y="111078"/>
                </a:lnTo>
                <a:lnTo>
                  <a:pt x="53044" y="111151"/>
                </a:lnTo>
                <a:lnTo>
                  <a:pt x="54424" y="111204"/>
                </a:lnTo>
                <a:lnTo>
                  <a:pt x="55834" y="111235"/>
                </a:lnTo>
                <a:lnTo>
                  <a:pt x="57273" y="111246"/>
                </a:lnTo>
                <a:lnTo>
                  <a:pt x="58597" y="111235"/>
                </a:lnTo>
                <a:lnTo>
                  <a:pt x="59897" y="111202"/>
                </a:lnTo>
                <a:lnTo>
                  <a:pt x="61174" y="111147"/>
                </a:lnTo>
                <a:lnTo>
                  <a:pt x="62428" y="111070"/>
                </a:lnTo>
                <a:lnTo>
                  <a:pt x="63659" y="110972"/>
                </a:lnTo>
                <a:lnTo>
                  <a:pt x="64866" y="110851"/>
                </a:lnTo>
                <a:lnTo>
                  <a:pt x="66050" y="110709"/>
                </a:lnTo>
                <a:lnTo>
                  <a:pt x="67211" y="110544"/>
                </a:lnTo>
                <a:lnTo>
                  <a:pt x="68348" y="110358"/>
                </a:lnTo>
                <a:lnTo>
                  <a:pt x="69462" y="110150"/>
                </a:lnTo>
                <a:lnTo>
                  <a:pt x="70553" y="109920"/>
                </a:lnTo>
                <a:lnTo>
                  <a:pt x="71620" y="109668"/>
                </a:lnTo>
                <a:lnTo>
                  <a:pt x="72664" y="109394"/>
                </a:lnTo>
                <a:lnTo>
                  <a:pt x="73685" y="109098"/>
                </a:lnTo>
                <a:lnTo>
                  <a:pt x="74682" y="108780"/>
                </a:lnTo>
                <a:lnTo>
                  <a:pt x="75657" y="108440"/>
                </a:lnTo>
                <a:lnTo>
                  <a:pt x="76607" y="108079"/>
                </a:lnTo>
                <a:lnTo>
                  <a:pt x="77535" y="107695"/>
                </a:lnTo>
                <a:lnTo>
                  <a:pt x="78439" y="107290"/>
                </a:lnTo>
                <a:lnTo>
                  <a:pt x="79320" y="106862"/>
                </a:lnTo>
                <a:lnTo>
                  <a:pt x="80177" y="106413"/>
                </a:lnTo>
                <a:lnTo>
                  <a:pt x="81011" y="105942"/>
                </a:lnTo>
                <a:lnTo>
                  <a:pt x="81822" y="105449"/>
                </a:lnTo>
                <a:lnTo>
                  <a:pt x="82609" y="104934"/>
                </a:lnTo>
                <a:lnTo>
                  <a:pt x="83375" y="104403"/>
                </a:lnTo>
                <a:lnTo>
                  <a:pt x="84118" y="103864"/>
                </a:lnTo>
                <a:lnTo>
                  <a:pt x="84841" y="103316"/>
                </a:lnTo>
                <a:lnTo>
                  <a:pt x="85542" y="102759"/>
                </a:lnTo>
                <a:lnTo>
                  <a:pt x="86223" y="102194"/>
                </a:lnTo>
                <a:lnTo>
                  <a:pt x="86881" y="101620"/>
                </a:lnTo>
                <a:lnTo>
                  <a:pt x="87519" y="101037"/>
                </a:lnTo>
                <a:lnTo>
                  <a:pt x="88135" y="100445"/>
                </a:lnTo>
                <a:lnTo>
                  <a:pt x="88730" y="99845"/>
                </a:lnTo>
                <a:lnTo>
                  <a:pt x="89304" y="99236"/>
                </a:lnTo>
                <a:lnTo>
                  <a:pt x="89856" y="98619"/>
                </a:lnTo>
                <a:lnTo>
                  <a:pt x="90387" y="97992"/>
                </a:lnTo>
                <a:lnTo>
                  <a:pt x="90897" y="97357"/>
                </a:lnTo>
                <a:lnTo>
                  <a:pt x="91386" y="96714"/>
                </a:lnTo>
                <a:lnTo>
                  <a:pt x="91853" y="96061"/>
                </a:lnTo>
                <a:lnTo>
                  <a:pt x="92299" y="95400"/>
                </a:lnTo>
                <a:lnTo>
                  <a:pt x="92724" y="94730"/>
                </a:lnTo>
                <a:lnTo>
                  <a:pt x="93127" y="94052"/>
                </a:lnTo>
                <a:lnTo>
                  <a:pt x="93509" y="93365"/>
                </a:lnTo>
                <a:lnTo>
                  <a:pt x="93870" y="92669"/>
                </a:lnTo>
                <a:lnTo>
                  <a:pt x="94210" y="91964"/>
                </a:lnTo>
                <a:lnTo>
                  <a:pt x="94528" y="91251"/>
                </a:lnTo>
                <a:lnTo>
                  <a:pt x="94825" y="90529"/>
                </a:lnTo>
                <a:lnTo>
                  <a:pt x="95101" y="89798"/>
                </a:lnTo>
                <a:lnTo>
                  <a:pt x="95361" y="89050"/>
                </a:lnTo>
                <a:lnTo>
                  <a:pt x="95609" y="88278"/>
                </a:lnTo>
                <a:lnTo>
                  <a:pt x="95847" y="87480"/>
                </a:lnTo>
                <a:lnTo>
                  <a:pt x="96073" y="86657"/>
                </a:lnTo>
                <a:lnTo>
                  <a:pt x="96289" y="85810"/>
                </a:lnTo>
                <a:lnTo>
                  <a:pt x="96493" y="84938"/>
                </a:lnTo>
                <a:lnTo>
                  <a:pt x="96686" y="84040"/>
                </a:lnTo>
                <a:lnTo>
                  <a:pt x="96869" y="83118"/>
                </a:lnTo>
                <a:lnTo>
                  <a:pt x="97040" y="82171"/>
                </a:lnTo>
                <a:lnTo>
                  <a:pt x="97200" y="81199"/>
                </a:lnTo>
                <a:lnTo>
                  <a:pt x="97349" y="80202"/>
                </a:lnTo>
                <a:lnTo>
                  <a:pt x="97487" y="79180"/>
                </a:lnTo>
                <a:lnTo>
                  <a:pt x="97614" y="78133"/>
                </a:lnTo>
                <a:lnTo>
                  <a:pt x="97730" y="77062"/>
                </a:lnTo>
                <a:lnTo>
                  <a:pt x="97835" y="75965"/>
                </a:lnTo>
                <a:lnTo>
                  <a:pt x="97929" y="74844"/>
                </a:lnTo>
                <a:lnTo>
                  <a:pt x="98012" y="73697"/>
                </a:lnTo>
                <a:lnTo>
                  <a:pt x="98084" y="72526"/>
                </a:lnTo>
                <a:lnTo>
                  <a:pt x="98145" y="71330"/>
                </a:lnTo>
                <a:lnTo>
                  <a:pt x="98194" y="70108"/>
                </a:lnTo>
                <a:lnTo>
                  <a:pt x="98233" y="68862"/>
                </a:lnTo>
                <a:lnTo>
                  <a:pt x="98261" y="67591"/>
                </a:lnTo>
                <a:lnTo>
                  <a:pt x="98277" y="66295"/>
                </a:lnTo>
                <a:lnTo>
                  <a:pt x="98283" y="64974"/>
                </a:lnTo>
                <a:lnTo>
                  <a:pt x="98283" y="21841"/>
                </a:lnTo>
                <a:lnTo>
                  <a:pt x="98286" y="21115"/>
                </a:lnTo>
                <a:lnTo>
                  <a:pt x="98294" y="20413"/>
                </a:lnTo>
                <a:lnTo>
                  <a:pt x="98309" y="19732"/>
                </a:lnTo>
                <a:lnTo>
                  <a:pt x="98329" y="19073"/>
                </a:lnTo>
                <a:lnTo>
                  <a:pt x="98354" y="18437"/>
                </a:lnTo>
                <a:lnTo>
                  <a:pt x="98386" y="17823"/>
                </a:lnTo>
                <a:lnTo>
                  <a:pt x="98423" y="17232"/>
                </a:lnTo>
                <a:lnTo>
                  <a:pt x="98466" y="16663"/>
                </a:lnTo>
                <a:lnTo>
                  <a:pt x="98515" y="16115"/>
                </a:lnTo>
                <a:lnTo>
                  <a:pt x="98569" y="15591"/>
                </a:lnTo>
                <a:lnTo>
                  <a:pt x="98629" y="15088"/>
                </a:lnTo>
                <a:lnTo>
                  <a:pt x="98695" y="14608"/>
                </a:lnTo>
                <a:lnTo>
                  <a:pt x="98767" y="14150"/>
                </a:lnTo>
                <a:lnTo>
                  <a:pt x="98844" y="13714"/>
                </a:lnTo>
                <a:lnTo>
                  <a:pt x="98927" y="13301"/>
                </a:lnTo>
                <a:lnTo>
                  <a:pt x="99016" y="12909"/>
                </a:lnTo>
                <a:lnTo>
                  <a:pt x="99111" y="12541"/>
                </a:lnTo>
                <a:lnTo>
                  <a:pt x="99211" y="12194"/>
                </a:lnTo>
                <a:lnTo>
                  <a:pt x="99317" y="11869"/>
                </a:lnTo>
                <a:lnTo>
                  <a:pt x="99429" y="11567"/>
                </a:lnTo>
                <a:lnTo>
                  <a:pt x="99546" y="11287"/>
                </a:lnTo>
                <a:lnTo>
                  <a:pt x="99669" y="11030"/>
                </a:lnTo>
                <a:lnTo>
                  <a:pt x="99798" y="10795"/>
                </a:lnTo>
                <a:lnTo>
                  <a:pt x="99933" y="10582"/>
                </a:lnTo>
                <a:lnTo>
                  <a:pt x="100219" y="10154"/>
                </a:lnTo>
                <a:lnTo>
                  <a:pt x="100516" y="9745"/>
                </a:lnTo>
                <a:lnTo>
                  <a:pt x="100823" y="9354"/>
                </a:lnTo>
                <a:lnTo>
                  <a:pt x="101139" y="8981"/>
                </a:lnTo>
                <a:lnTo>
                  <a:pt x="101466" y="8626"/>
                </a:lnTo>
                <a:lnTo>
                  <a:pt x="101803" y="8289"/>
                </a:lnTo>
                <a:lnTo>
                  <a:pt x="102151" y="7971"/>
                </a:lnTo>
                <a:lnTo>
                  <a:pt x="102508" y="7671"/>
                </a:lnTo>
                <a:lnTo>
                  <a:pt x="102875" y="7389"/>
                </a:lnTo>
                <a:lnTo>
                  <a:pt x="103252" y="7125"/>
                </a:lnTo>
                <a:lnTo>
                  <a:pt x="103640" y="6880"/>
                </a:lnTo>
                <a:lnTo>
                  <a:pt x="104038" y="6652"/>
                </a:lnTo>
                <a:lnTo>
                  <a:pt x="104445" y="6443"/>
                </a:lnTo>
                <a:lnTo>
                  <a:pt x="104863" y="6252"/>
                </a:lnTo>
                <a:lnTo>
                  <a:pt x="105291" y="6079"/>
                </a:lnTo>
                <a:lnTo>
                  <a:pt x="105729" y="5924"/>
                </a:lnTo>
                <a:lnTo>
                  <a:pt x="106177" y="5788"/>
                </a:lnTo>
                <a:lnTo>
                  <a:pt x="106635" y="5670"/>
                </a:lnTo>
                <a:lnTo>
                  <a:pt x="107103" y="5570"/>
                </a:lnTo>
                <a:lnTo>
                  <a:pt x="107582" y="5488"/>
                </a:lnTo>
                <a:lnTo>
                  <a:pt x="108070" y="5424"/>
                </a:lnTo>
                <a:lnTo>
                  <a:pt x="108569" y="5379"/>
                </a:lnTo>
                <a:lnTo>
                  <a:pt x="109077" y="5351"/>
                </a:lnTo>
                <a:lnTo>
                  <a:pt x="109596" y="5342"/>
                </a:lnTo>
                <a:lnTo>
                  <a:pt x="113209" y="5342"/>
                </a:lnTo>
                <a:lnTo>
                  <a:pt x="113591" y="5344"/>
                </a:lnTo>
                <a:lnTo>
                  <a:pt x="113965" y="5347"/>
                </a:lnTo>
                <a:lnTo>
                  <a:pt x="114331" y="5353"/>
                </a:lnTo>
                <a:lnTo>
                  <a:pt x="114688" y="5362"/>
                </a:lnTo>
                <a:lnTo>
                  <a:pt x="115038" y="5373"/>
                </a:lnTo>
                <a:lnTo>
                  <a:pt x="115379" y="5386"/>
                </a:lnTo>
                <a:lnTo>
                  <a:pt x="115712" y="5402"/>
                </a:lnTo>
                <a:lnTo>
                  <a:pt x="116037" y="5420"/>
                </a:lnTo>
                <a:lnTo>
                  <a:pt x="116354" y="5441"/>
                </a:lnTo>
                <a:lnTo>
                  <a:pt x="116662" y="5464"/>
                </a:lnTo>
                <a:lnTo>
                  <a:pt x="116963" y="5490"/>
                </a:lnTo>
                <a:lnTo>
                  <a:pt x="117255" y="5518"/>
                </a:lnTo>
                <a:lnTo>
                  <a:pt x="117539" y="5548"/>
                </a:lnTo>
                <a:lnTo>
                  <a:pt x="117815" y="5581"/>
                </a:lnTo>
                <a:lnTo>
                  <a:pt x="118082" y="5617"/>
                </a:lnTo>
                <a:lnTo>
                  <a:pt x="118342" y="5654"/>
                </a:lnTo>
                <a:lnTo>
                  <a:pt x="118593" y="5695"/>
                </a:lnTo>
                <a:lnTo>
                  <a:pt x="118836" y="5737"/>
                </a:lnTo>
                <a:lnTo>
                  <a:pt x="119071" y="5782"/>
                </a:lnTo>
                <a:lnTo>
                  <a:pt x="119297" y="5830"/>
                </a:lnTo>
                <a:lnTo>
                  <a:pt x="119516" y="5880"/>
                </a:lnTo>
                <a:lnTo>
                  <a:pt x="119726" y="5932"/>
                </a:lnTo>
                <a:lnTo>
                  <a:pt x="119928" y="5987"/>
                </a:lnTo>
                <a:lnTo>
                  <a:pt x="120122" y="6044"/>
                </a:lnTo>
                <a:lnTo>
                  <a:pt x="120505" y="6168"/>
                </a:lnTo>
                <a:lnTo>
                  <a:pt x="120879" y="6293"/>
                </a:lnTo>
                <a:lnTo>
                  <a:pt x="121246" y="6419"/>
                </a:lnTo>
                <a:lnTo>
                  <a:pt x="121605" y="6545"/>
                </a:lnTo>
                <a:lnTo>
                  <a:pt x="121957" y="6672"/>
                </a:lnTo>
                <a:lnTo>
                  <a:pt x="122300" y="6800"/>
                </a:lnTo>
                <a:lnTo>
                  <a:pt x="122636" y="6929"/>
                </a:lnTo>
                <a:lnTo>
                  <a:pt x="122964" y="7059"/>
                </a:lnTo>
                <a:lnTo>
                  <a:pt x="123284" y="7189"/>
                </a:lnTo>
                <a:lnTo>
                  <a:pt x="123596" y="7321"/>
                </a:lnTo>
                <a:lnTo>
                  <a:pt x="123901" y="7453"/>
                </a:lnTo>
                <a:lnTo>
                  <a:pt x="124198" y="7586"/>
                </a:lnTo>
                <a:lnTo>
                  <a:pt x="124487" y="7719"/>
                </a:lnTo>
                <a:lnTo>
                  <a:pt x="124768" y="7854"/>
                </a:lnTo>
                <a:lnTo>
                  <a:pt x="125042" y="7989"/>
                </a:lnTo>
                <a:lnTo>
                  <a:pt x="125308" y="8125"/>
                </a:lnTo>
                <a:lnTo>
                  <a:pt x="125566" y="8262"/>
                </a:lnTo>
                <a:lnTo>
                  <a:pt x="125816" y="8400"/>
                </a:lnTo>
                <a:lnTo>
                  <a:pt x="126058" y="8539"/>
                </a:lnTo>
                <a:lnTo>
                  <a:pt x="126293" y="8678"/>
                </a:lnTo>
                <a:lnTo>
                  <a:pt x="126520" y="8818"/>
                </a:lnTo>
                <a:lnTo>
                  <a:pt x="126739" y="8959"/>
                </a:lnTo>
                <a:lnTo>
                  <a:pt x="126950" y="9101"/>
                </a:lnTo>
                <a:lnTo>
                  <a:pt x="127154" y="9243"/>
                </a:lnTo>
                <a:lnTo>
                  <a:pt x="127357" y="9393"/>
                </a:lnTo>
                <a:lnTo>
                  <a:pt x="127569" y="9555"/>
                </a:lnTo>
                <a:lnTo>
                  <a:pt x="127788" y="9730"/>
                </a:lnTo>
                <a:lnTo>
                  <a:pt x="128015" y="9917"/>
                </a:lnTo>
                <a:lnTo>
                  <a:pt x="128249" y="10118"/>
                </a:lnTo>
                <a:lnTo>
                  <a:pt x="128492" y="10331"/>
                </a:lnTo>
                <a:lnTo>
                  <a:pt x="128742" y="10556"/>
                </a:lnTo>
                <a:lnTo>
                  <a:pt x="129000" y="10795"/>
                </a:lnTo>
                <a:lnTo>
                  <a:pt x="129266" y="11046"/>
                </a:lnTo>
                <a:lnTo>
                  <a:pt x="129539" y="11310"/>
                </a:lnTo>
                <a:lnTo>
                  <a:pt x="129821" y="11587"/>
                </a:lnTo>
                <a:lnTo>
                  <a:pt x="130110" y="11876"/>
                </a:lnTo>
                <a:lnTo>
                  <a:pt x="130407" y="12178"/>
                </a:lnTo>
                <a:lnTo>
                  <a:pt x="130711" y="12493"/>
                </a:lnTo>
                <a:lnTo>
                  <a:pt x="131024" y="12820"/>
                </a:lnTo>
                <a:lnTo>
                  <a:pt x="131344" y="13161"/>
                </a:lnTo>
                <a:lnTo>
                  <a:pt x="131672" y="13514"/>
                </a:lnTo>
                <a:lnTo>
                  <a:pt x="132008" y="13879"/>
                </a:lnTo>
                <a:lnTo>
                  <a:pt x="132351" y="14258"/>
                </a:lnTo>
                <a:lnTo>
                  <a:pt x="132702" y="14649"/>
                </a:lnTo>
                <a:lnTo>
                  <a:pt x="133061" y="15053"/>
                </a:lnTo>
                <a:lnTo>
                  <a:pt x="133428" y="15470"/>
                </a:lnTo>
                <a:lnTo>
                  <a:pt x="133803" y="15899"/>
                </a:lnTo>
                <a:lnTo>
                  <a:pt x="134185" y="16341"/>
                </a:lnTo>
                <a:lnTo>
                  <a:pt x="134185" y="90348"/>
                </a:lnTo>
                <a:lnTo>
                  <a:pt x="134182" y="91083"/>
                </a:lnTo>
                <a:lnTo>
                  <a:pt x="134173" y="91796"/>
                </a:lnTo>
                <a:lnTo>
                  <a:pt x="134158" y="92486"/>
                </a:lnTo>
                <a:lnTo>
                  <a:pt x="134137" y="93154"/>
                </a:lnTo>
                <a:lnTo>
                  <a:pt x="134110" y="93800"/>
                </a:lnTo>
                <a:lnTo>
                  <a:pt x="134077" y="94423"/>
                </a:lnTo>
                <a:lnTo>
                  <a:pt x="134038" y="95024"/>
                </a:lnTo>
                <a:lnTo>
                  <a:pt x="133993" y="95603"/>
                </a:lnTo>
                <a:lnTo>
                  <a:pt x="133942" y="96159"/>
                </a:lnTo>
                <a:lnTo>
                  <a:pt x="133885" y="96693"/>
                </a:lnTo>
                <a:lnTo>
                  <a:pt x="133822" y="97204"/>
                </a:lnTo>
                <a:lnTo>
                  <a:pt x="133753" y="97694"/>
                </a:lnTo>
                <a:lnTo>
                  <a:pt x="133678" y="98160"/>
                </a:lnTo>
                <a:lnTo>
                  <a:pt x="133597" y="98605"/>
                </a:lnTo>
                <a:lnTo>
                  <a:pt x="133510" y="99027"/>
                </a:lnTo>
                <a:lnTo>
                  <a:pt x="133417" y="99426"/>
                </a:lnTo>
                <a:lnTo>
                  <a:pt x="133318" y="99804"/>
                </a:lnTo>
                <a:lnTo>
                  <a:pt x="133213" y="100159"/>
                </a:lnTo>
                <a:lnTo>
                  <a:pt x="133102" y="100491"/>
                </a:lnTo>
                <a:lnTo>
                  <a:pt x="132985" y="100801"/>
                </a:lnTo>
                <a:lnTo>
                  <a:pt x="132862" y="101089"/>
                </a:lnTo>
                <a:lnTo>
                  <a:pt x="132733" y="101354"/>
                </a:lnTo>
                <a:lnTo>
                  <a:pt x="132598" y="101597"/>
                </a:lnTo>
                <a:lnTo>
                  <a:pt x="132457" y="101818"/>
                </a:lnTo>
                <a:lnTo>
                  <a:pt x="132214" y="102152"/>
                </a:lnTo>
                <a:lnTo>
                  <a:pt x="131958" y="102471"/>
                </a:lnTo>
                <a:lnTo>
                  <a:pt x="131687" y="102776"/>
                </a:lnTo>
                <a:lnTo>
                  <a:pt x="131403" y="103066"/>
                </a:lnTo>
                <a:lnTo>
                  <a:pt x="131104" y="103343"/>
                </a:lnTo>
                <a:lnTo>
                  <a:pt x="130792" y="103605"/>
                </a:lnTo>
                <a:lnTo>
                  <a:pt x="130466" y="103854"/>
                </a:lnTo>
                <a:lnTo>
                  <a:pt x="130126" y="104088"/>
                </a:lnTo>
                <a:lnTo>
                  <a:pt x="129772" y="104308"/>
                </a:lnTo>
                <a:lnTo>
                  <a:pt x="129404" y="104513"/>
                </a:lnTo>
                <a:lnTo>
                  <a:pt x="129023" y="104705"/>
                </a:lnTo>
                <a:lnTo>
                  <a:pt x="128627" y="104882"/>
                </a:lnTo>
                <a:lnTo>
                  <a:pt x="128217" y="105045"/>
                </a:lnTo>
                <a:lnTo>
                  <a:pt x="127794" y="105194"/>
                </a:lnTo>
                <a:lnTo>
                  <a:pt x="127356" y="105329"/>
                </a:lnTo>
                <a:lnTo>
                  <a:pt x="126905" y="105450"/>
                </a:lnTo>
                <a:lnTo>
                  <a:pt x="126440" y="105556"/>
                </a:lnTo>
                <a:lnTo>
                  <a:pt x="125961" y="105648"/>
                </a:lnTo>
                <a:lnTo>
                  <a:pt x="125468" y="105726"/>
                </a:lnTo>
                <a:lnTo>
                  <a:pt x="124961" y="105790"/>
                </a:lnTo>
                <a:lnTo>
                  <a:pt x="124440" y="105840"/>
                </a:lnTo>
                <a:lnTo>
                  <a:pt x="123905" y="105875"/>
                </a:lnTo>
                <a:lnTo>
                  <a:pt x="123356" y="105896"/>
                </a:lnTo>
                <a:lnTo>
                  <a:pt x="122794" y="105903"/>
                </a:lnTo>
                <a:lnTo>
                  <a:pt x="119101" y="105903"/>
                </a:lnTo>
                <a:lnTo>
                  <a:pt x="119101" y="108889"/>
                </a:lnTo>
                <a:lnTo>
                  <a:pt x="156183" y="108889"/>
                </a:lnTo>
                <a:lnTo>
                  <a:pt x="156183" y="105903"/>
                </a:lnTo>
                <a:lnTo>
                  <a:pt x="152412" y="105903"/>
                </a:lnTo>
                <a:lnTo>
                  <a:pt x="151900" y="105898"/>
                </a:lnTo>
                <a:lnTo>
                  <a:pt x="151400" y="105881"/>
                </a:lnTo>
                <a:lnTo>
                  <a:pt x="150911" y="105852"/>
                </a:lnTo>
                <a:lnTo>
                  <a:pt x="150433" y="105812"/>
                </a:lnTo>
                <a:lnTo>
                  <a:pt x="149966" y="105760"/>
                </a:lnTo>
                <a:lnTo>
                  <a:pt x="149510" y="105697"/>
                </a:lnTo>
                <a:lnTo>
                  <a:pt x="149065" y="105623"/>
                </a:lnTo>
                <a:lnTo>
                  <a:pt x="148632" y="105537"/>
                </a:lnTo>
                <a:lnTo>
                  <a:pt x="148210" y="105439"/>
                </a:lnTo>
                <a:lnTo>
                  <a:pt x="147799" y="105331"/>
                </a:lnTo>
                <a:lnTo>
                  <a:pt x="147399" y="105210"/>
                </a:lnTo>
                <a:lnTo>
                  <a:pt x="147011" y="105079"/>
                </a:lnTo>
                <a:lnTo>
                  <a:pt x="146633" y="104935"/>
                </a:lnTo>
                <a:lnTo>
                  <a:pt x="146267" y="104781"/>
                </a:lnTo>
                <a:lnTo>
                  <a:pt x="145912" y="104615"/>
                </a:lnTo>
                <a:lnTo>
                  <a:pt x="145568" y="104437"/>
                </a:lnTo>
                <a:lnTo>
                  <a:pt x="145236" y="104248"/>
                </a:lnTo>
                <a:lnTo>
                  <a:pt x="144914" y="104047"/>
                </a:lnTo>
                <a:lnTo>
                  <a:pt x="144604" y="103835"/>
                </a:lnTo>
                <a:lnTo>
                  <a:pt x="144305" y="103612"/>
                </a:lnTo>
                <a:lnTo>
                  <a:pt x="144017" y="103377"/>
                </a:lnTo>
                <a:lnTo>
                  <a:pt x="143740" y="103131"/>
                </a:lnTo>
                <a:lnTo>
                  <a:pt x="143474" y="102873"/>
                </a:lnTo>
                <a:lnTo>
                  <a:pt x="143220" y="102604"/>
                </a:lnTo>
                <a:lnTo>
                  <a:pt x="143047" y="102388"/>
                </a:lnTo>
                <a:lnTo>
                  <a:pt x="142881" y="102147"/>
                </a:lnTo>
                <a:lnTo>
                  <a:pt x="142723" y="101880"/>
                </a:lnTo>
                <a:lnTo>
                  <a:pt x="142572" y="101587"/>
                </a:lnTo>
                <a:lnTo>
                  <a:pt x="142428" y="101268"/>
                </a:lnTo>
                <a:lnTo>
                  <a:pt x="142292" y="100924"/>
                </a:lnTo>
                <a:lnTo>
                  <a:pt x="142163" y="100555"/>
                </a:lnTo>
                <a:lnTo>
                  <a:pt x="142042" y="100160"/>
                </a:lnTo>
                <a:lnTo>
                  <a:pt x="141927" y="99739"/>
                </a:lnTo>
                <a:lnTo>
                  <a:pt x="141821" y="99292"/>
                </a:lnTo>
                <a:lnTo>
                  <a:pt x="141721" y="98820"/>
                </a:lnTo>
                <a:lnTo>
                  <a:pt x="141629" y="98322"/>
                </a:lnTo>
                <a:lnTo>
                  <a:pt x="141544" y="97799"/>
                </a:lnTo>
                <a:lnTo>
                  <a:pt x="141467" y="97249"/>
                </a:lnTo>
                <a:lnTo>
                  <a:pt x="141397" y="96675"/>
                </a:lnTo>
                <a:lnTo>
                  <a:pt x="141335" y="96074"/>
                </a:lnTo>
                <a:lnTo>
                  <a:pt x="141279" y="95448"/>
                </a:lnTo>
                <a:lnTo>
                  <a:pt x="141231" y="94797"/>
                </a:lnTo>
                <a:lnTo>
                  <a:pt x="141191" y="94119"/>
                </a:lnTo>
                <a:lnTo>
                  <a:pt x="141158" y="93416"/>
                </a:lnTo>
                <a:lnTo>
                  <a:pt x="141132" y="92688"/>
                </a:lnTo>
                <a:lnTo>
                  <a:pt x="141114" y="91933"/>
                </a:lnTo>
                <a:lnTo>
                  <a:pt x="141102" y="91153"/>
                </a:lnTo>
                <a:lnTo>
                  <a:pt x="141099" y="90348"/>
                </a:lnTo>
                <a:lnTo>
                  <a:pt x="141099" y="24792"/>
                </a:lnTo>
                <a:lnTo>
                  <a:pt x="211334" y="110617"/>
                </a:lnTo>
                <a:lnTo>
                  <a:pt x="214163" y="110617"/>
                </a:lnTo>
                <a:lnTo>
                  <a:pt x="214163" y="20898"/>
                </a:lnTo>
                <a:lnTo>
                  <a:pt x="214166" y="20163"/>
                </a:lnTo>
                <a:lnTo>
                  <a:pt x="214175" y="19450"/>
                </a:lnTo>
                <a:lnTo>
                  <a:pt x="214190" y="18759"/>
                </a:lnTo>
                <a:lnTo>
                  <a:pt x="214211" y="18091"/>
                </a:lnTo>
                <a:lnTo>
                  <a:pt x="214238" y="17446"/>
                </a:lnTo>
                <a:lnTo>
                  <a:pt x="214271" y="16822"/>
                </a:lnTo>
                <a:lnTo>
                  <a:pt x="214310" y="16221"/>
                </a:lnTo>
                <a:lnTo>
                  <a:pt x="214355" y="15643"/>
                </a:lnTo>
                <a:lnTo>
                  <a:pt x="214406" y="15087"/>
                </a:lnTo>
                <a:lnTo>
                  <a:pt x="214463" y="14553"/>
                </a:lnTo>
                <a:lnTo>
                  <a:pt x="214526" y="14041"/>
                </a:lnTo>
                <a:lnTo>
                  <a:pt x="214595" y="13552"/>
                </a:lnTo>
                <a:lnTo>
                  <a:pt x="214670" y="13085"/>
                </a:lnTo>
                <a:lnTo>
                  <a:pt x="214751" y="12641"/>
                </a:lnTo>
                <a:lnTo>
                  <a:pt x="214838" y="12219"/>
                </a:lnTo>
                <a:lnTo>
                  <a:pt x="214931" y="11819"/>
                </a:lnTo>
                <a:lnTo>
                  <a:pt x="215030" y="11442"/>
                </a:lnTo>
                <a:lnTo>
                  <a:pt x="215135" y="11087"/>
                </a:lnTo>
                <a:lnTo>
                  <a:pt x="215246" y="10755"/>
                </a:lnTo>
                <a:lnTo>
                  <a:pt x="215363" y="10445"/>
                </a:lnTo>
                <a:lnTo>
                  <a:pt x="215486" y="10157"/>
                </a:lnTo>
                <a:lnTo>
                  <a:pt x="215615" y="9891"/>
                </a:lnTo>
                <a:lnTo>
                  <a:pt x="215750" y="9648"/>
                </a:lnTo>
                <a:lnTo>
                  <a:pt x="215891" y="9428"/>
                </a:lnTo>
                <a:lnTo>
                  <a:pt x="216134" y="9094"/>
                </a:lnTo>
                <a:lnTo>
                  <a:pt x="216390" y="8775"/>
                </a:lnTo>
                <a:lnTo>
                  <a:pt x="216660" y="8470"/>
                </a:lnTo>
                <a:lnTo>
                  <a:pt x="216943" y="8179"/>
                </a:lnTo>
                <a:lnTo>
                  <a:pt x="217240" y="7903"/>
                </a:lnTo>
                <a:lnTo>
                  <a:pt x="217551" y="7640"/>
                </a:lnTo>
                <a:lnTo>
                  <a:pt x="217875" y="7392"/>
                </a:lnTo>
                <a:lnTo>
                  <a:pt x="218213" y="7158"/>
                </a:lnTo>
                <a:lnTo>
                  <a:pt x="218565" y="6938"/>
                </a:lnTo>
                <a:lnTo>
                  <a:pt x="218930" y="6732"/>
                </a:lnTo>
                <a:lnTo>
                  <a:pt x="219309" y="6541"/>
                </a:lnTo>
                <a:lnTo>
                  <a:pt x="219701" y="6364"/>
                </a:lnTo>
                <a:lnTo>
                  <a:pt x="220108" y="6201"/>
                </a:lnTo>
                <a:lnTo>
                  <a:pt x="220527" y="6052"/>
                </a:lnTo>
                <a:lnTo>
                  <a:pt x="220961" y="5917"/>
                </a:lnTo>
                <a:lnTo>
                  <a:pt x="221408" y="5796"/>
                </a:lnTo>
                <a:lnTo>
                  <a:pt x="221869" y="5690"/>
                </a:lnTo>
                <a:lnTo>
                  <a:pt x="222343" y="5598"/>
                </a:lnTo>
                <a:lnTo>
                  <a:pt x="222831" y="5520"/>
                </a:lnTo>
                <a:lnTo>
                  <a:pt x="223333" y="5456"/>
                </a:lnTo>
                <a:lnTo>
                  <a:pt x="223848" y="5406"/>
                </a:lnTo>
                <a:lnTo>
                  <a:pt x="224377" y="5371"/>
                </a:lnTo>
                <a:lnTo>
                  <a:pt x="224920" y="5349"/>
                </a:lnTo>
                <a:lnTo>
                  <a:pt x="225476" y="5342"/>
                </a:lnTo>
                <a:lnTo>
                  <a:pt x="229247" y="5342"/>
                </a:lnTo>
                <a:lnTo>
                  <a:pt x="229247" y="2357"/>
                </a:lnTo>
                <a:lnTo>
                  <a:pt x="192165" y="2357"/>
                </a:lnTo>
                <a:lnTo>
                  <a:pt x="192165" y="5342"/>
                </a:lnTo>
                <a:lnTo>
                  <a:pt x="195858" y="5342"/>
                </a:lnTo>
                <a:lnTo>
                  <a:pt x="196375" y="5348"/>
                </a:lnTo>
                <a:lnTo>
                  <a:pt x="196882" y="5365"/>
                </a:lnTo>
                <a:lnTo>
                  <a:pt x="197376" y="5394"/>
                </a:lnTo>
                <a:lnTo>
                  <a:pt x="197859" y="5434"/>
                </a:lnTo>
                <a:lnTo>
                  <a:pt x="198330" y="5486"/>
                </a:lnTo>
                <a:lnTo>
                  <a:pt x="198789" y="5549"/>
                </a:lnTo>
                <a:lnTo>
                  <a:pt x="199236" y="5623"/>
                </a:lnTo>
                <a:lnTo>
                  <a:pt x="199672" y="5709"/>
                </a:lnTo>
                <a:lnTo>
                  <a:pt x="200096" y="5806"/>
                </a:lnTo>
                <a:lnTo>
                  <a:pt x="200509" y="5915"/>
                </a:lnTo>
                <a:lnTo>
                  <a:pt x="200909" y="6035"/>
                </a:lnTo>
                <a:lnTo>
                  <a:pt x="201298" y="6167"/>
                </a:lnTo>
                <a:lnTo>
                  <a:pt x="201675" y="6310"/>
                </a:lnTo>
                <a:lnTo>
                  <a:pt x="202041" y="6465"/>
                </a:lnTo>
                <a:lnTo>
                  <a:pt x="202394" y="6631"/>
                </a:lnTo>
                <a:lnTo>
                  <a:pt x="202736" y="6809"/>
                </a:lnTo>
                <a:lnTo>
                  <a:pt x="203066" y="6998"/>
                </a:lnTo>
                <a:lnTo>
                  <a:pt x="203385" y="7198"/>
                </a:lnTo>
                <a:lnTo>
                  <a:pt x="203692" y="7410"/>
                </a:lnTo>
                <a:lnTo>
                  <a:pt x="203987" y="7634"/>
                </a:lnTo>
                <a:lnTo>
                  <a:pt x="204270" y="7869"/>
                </a:lnTo>
                <a:lnTo>
                  <a:pt x="204541" y="8115"/>
                </a:lnTo>
                <a:lnTo>
                  <a:pt x="204801" y="8373"/>
                </a:lnTo>
                <a:lnTo>
                  <a:pt x="205049" y="8642"/>
                </a:lnTo>
                <a:lnTo>
                  <a:pt x="205229" y="8858"/>
                </a:lnTo>
                <a:lnTo>
                  <a:pt x="205401" y="9099"/>
                </a:lnTo>
                <a:lnTo>
                  <a:pt x="205565" y="9366"/>
                </a:lnTo>
                <a:lnTo>
                  <a:pt x="205722" y="9659"/>
                </a:lnTo>
                <a:lnTo>
                  <a:pt x="205871" y="9977"/>
                </a:lnTo>
                <a:lnTo>
                  <a:pt x="206012" y="10321"/>
                </a:lnTo>
                <a:lnTo>
                  <a:pt x="206145" y="10691"/>
                </a:lnTo>
                <a:lnTo>
                  <a:pt x="206272" y="11086"/>
                </a:lnTo>
                <a:lnTo>
                  <a:pt x="206390" y="11507"/>
                </a:lnTo>
                <a:lnTo>
                  <a:pt x="206501" y="11954"/>
                </a:lnTo>
                <a:lnTo>
                  <a:pt x="206604" y="12426"/>
                </a:lnTo>
                <a:lnTo>
                  <a:pt x="206699" y="12924"/>
                </a:lnTo>
                <a:lnTo>
                  <a:pt x="206787" y="13447"/>
                </a:lnTo>
                <a:lnTo>
                  <a:pt x="206867" y="13996"/>
                </a:lnTo>
                <a:lnTo>
                  <a:pt x="206940" y="14571"/>
                </a:lnTo>
                <a:lnTo>
                  <a:pt x="207005" y="15171"/>
                </a:lnTo>
                <a:lnTo>
                  <a:pt x="207062" y="15798"/>
                </a:lnTo>
                <a:lnTo>
                  <a:pt x="207112" y="16449"/>
                </a:lnTo>
                <a:lnTo>
                  <a:pt x="207154" y="17127"/>
                </a:lnTo>
                <a:lnTo>
                  <a:pt x="207188" y="17830"/>
                </a:lnTo>
                <a:lnTo>
                  <a:pt x="207215" y="18558"/>
                </a:lnTo>
                <a:lnTo>
                  <a:pt x="207234" y="19312"/>
                </a:lnTo>
                <a:lnTo>
                  <a:pt x="207245" y="20092"/>
                </a:lnTo>
                <a:lnTo>
                  <a:pt x="207249" y="20898"/>
                </a:lnTo>
                <a:lnTo>
                  <a:pt x="207249" y="82256"/>
                </a:lnTo>
                <a:lnTo>
                  <a:pt x="142120" y="2357"/>
                </a:lnTo>
                <a:lnTo>
                  <a:pt x="113603" y="2357"/>
                </a:lnTo>
                <a:lnTo>
                  <a:pt x="113209" y="2357"/>
                </a:lnTo>
                <a:close/>
                <a:moveTo>
                  <a:pt x="395470" y="14852"/>
                </a:moveTo>
                <a:lnTo>
                  <a:pt x="395883" y="14670"/>
                </a:lnTo>
                <a:lnTo>
                  <a:pt x="396287" y="14497"/>
                </a:lnTo>
                <a:lnTo>
                  <a:pt x="396683" y="14332"/>
                </a:lnTo>
                <a:lnTo>
                  <a:pt x="397072" y="14176"/>
                </a:lnTo>
                <a:lnTo>
                  <a:pt x="397453" y="14028"/>
                </a:lnTo>
                <a:lnTo>
                  <a:pt x="397825" y="13888"/>
                </a:lnTo>
                <a:lnTo>
                  <a:pt x="398190" y="13757"/>
                </a:lnTo>
                <a:lnTo>
                  <a:pt x="398547" y="13635"/>
                </a:lnTo>
                <a:lnTo>
                  <a:pt x="398896" y="13520"/>
                </a:lnTo>
                <a:lnTo>
                  <a:pt x="399237" y="13415"/>
                </a:lnTo>
                <a:lnTo>
                  <a:pt x="399571" y="13317"/>
                </a:lnTo>
                <a:lnTo>
                  <a:pt x="399896" y="13229"/>
                </a:lnTo>
                <a:lnTo>
                  <a:pt x="400213" y="13148"/>
                </a:lnTo>
                <a:lnTo>
                  <a:pt x="400523" y="13076"/>
                </a:lnTo>
                <a:lnTo>
                  <a:pt x="400824" y="13013"/>
                </a:lnTo>
                <a:lnTo>
                  <a:pt x="401118" y="12958"/>
                </a:lnTo>
                <a:lnTo>
                  <a:pt x="401404" y="12912"/>
                </a:lnTo>
                <a:lnTo>
                  <a:pt x="401682" y="12873"/>
                </a:lnTo>
                <a:lnTo>
                  <a:pt x="401952" y="12844"/>
                </a:lnTo>
                <a:lnTo>
                  <a:pt x="402214" y="12823"/>
                </a:lnTo>
                <a:lnTo>
                  <a:pt x="402468" y="12810"/>
                </a:lnTo>
                <a:lnTo>
                  <a:pt x="402714" y="12806"/>
                </a:lnTo>
                <a:lnTo>
                  <a:pt x="402883" y="12808"/>
                </a:lnTo>
                <a:lnTo>
                  <a:pt x="403050" y="12814"/>
                </a:lnTo>
                <a:lnTo>
                  <a:pt x="403215" y="12824"/>
                </a:lnTo>
                <a:lnTo>
                  <a:pt x="403378" y="12839"/>
                </a:lnTo>
                <a:lnTo>
                  <a:pt x="403539" y="12857"/>
                </a:lnTo>
                <a:lnTo>
                  <a:pt x="403698" y="12879"/>
                </a:lnTo>
                <a:lnTo>
                  <a:pt x="403855" y="12906"/>
                </a:lnTo>
                <a:lnTo>
                  <a:pt x="404010" y="12937"/>
                </a:lnTo>
                <a:lnTo>
                  <a:pt x="404163" y="12972"/>
                </a:lnTo>
                <a:lnTo>
                  <a:pt x="404314" y="13010"/>
                </a:lnTo>
                <a:lnTo>
                  <a:pt x="404463" y="13053"/>
                </a:lnTo>
                <a:lnTo>
                  <a:pt x="404609" y="13100"/>
                </a:lnTo>
                <a:lnTo>
                  <a:pt x="404754" y="13152"/>
                </a:lnTo>
                <a:lnTo>
                  <a:pt x="404896" y="13207"/>
                </a:lnTo>
                <a:lnTo>
                  <a:pt x="405037" y="13266"/>
                </a:lnTo>
                <a:lnTo>
                  <a:pt x="405176" y="13330"/>
                </a:lnTo>
                <a:lnTo>
                  <a:pt x="405312" y="13397"/>
                </a:lnTo>
                <a:lnTo>
                  <a:pt x="405446" y="13469"/>
                </a:lnTo>
                <a:lnTo>
                  <a:pt x="405579" y="13544"/>
                </a:lnTo>
                <a:lnTo>
                  <a:pt x="405709" y="13624"/>
                </a:lnTo>
                <a:lnTo>
                  <a:pt x="405837" y="13708"/>
                </a:lnTo>
                <a:lnTo>
                  <a:pt x="405964" y="13796"/>
                </a:lnTo>
                <a:lnTo>
                  <a:pt x="406088" y="13888"/>
                </a:lnTo>
                <a:lnTo>
                  <a:pt x="406210" y="13984"/>
                </a:lnTo>
                <a:lnTo>
                  <a:pt x="406329" y="14085"/>
                </a:lnTo>
                <a:lnTo>
                  <a:pt x="406446" y="14190"/>
                </a:lnTo>
                <a:lnTo>
                  <a:pt x="406559" y="14300"/>
                </a:lnTo>
                <a:lnTo>
                  <a:pt x="406669" y="14414"/>
                </a:lnTo>
                <a:lnTo>
                  <a:pt x="406776" y="14533"/>
                </a:lnTo>
                <a:lnTo>
                  <a:pt x="406880" y="14656"/>
                </a:lnTo>
                <a:lnTo>
                  <a:pt x="406981" y="14784"/>
                </a:lnTo>
                <a:lnTo>
                  <a:pt x="407078" y="14917"/>
                </a:lnTo>
                <a:lnTo>
                  <a:pt x="407173" y="15055"/>
                </a:lnTo>
                <a:lnTo>
                  <a:pt x="407264" y="15196"/>
                </a:lnTo>
                <a:lnTo>
                  <a:pt x="407352" y="15343"/>
                </a:lnTo>
                <a:lnTo>
                  <a:pt x="407437" y="15494"/>
                </a:lnTo>
                <a:lnTo>
                  <a:pt x="407519" y="15650"/>
                </a:lnTo>
                <a:lnTo>
                  <a:pt x="407598" y="15810"/>
                </a:lnTo>
                <a:lnTo>
                  <a:pt x="407674" y="15975"/>
                </a:lnTo>
                <a:lnTo>
                  <a:pt x="407746" y="16145"/>
                </a:lnTo>
                <a:lnTo>
                  <a:pt x="407816" y="16319"/>
                </a:lnTo>
                <a:lnTo>
                  <a:pt x="407882" y="16498"/>
                </a:lnTo>
                <a:lnTo>
                  <a:pt x="407945" y="16681"/>
                </a:lnTo>
                <a:lnTo>
                  <a:pt x="408005" y="16869"/>
                </a:lnTo>
                <a:lnTo>
                  <a:pt x="408062" y="17062"/>
                </a:lnTo>
                <a:lnTo>
                  <a:pt x="408115" y="17259"/>
                </a:lnTo>
                <a:lnTo>
                  <a:pt x="408166" y="17461"/>
                </a:lnTo>
                <a:lnTo>
                  <a:pt x="408213" y="17667"/>
                </a:lnTo>
                <a:lnTo>
                  <a:pt x="408277" y="17955"/>
                </a:lnTo>
                <a:lnTo>
                  <a:pt x="408339" y="18272"/>
                </a:lnTo>
                <a:lnTo>
                  <a:pt x="408397" y="18617"/>
                </a:lnTo>
                <a:lnTo>
                  <a:pt x="408453" y="18991"/>
                </a:lnTo>
                <a:lnTo>
                  <a:pt x="408507" y="19395"/>
                </a:lnTo>
                <a:lnTo>
                  <a:pt x="408557" y="19827"/>
                </a:lnTo>
                <a:lnTo>
                  <a:pt x="408605" y="20287"/>
                </a:lnTo>
                <a:lnTo>
                  <a:pt x="408650" y="20777"/>
                </a:lnTo>
                <a:lnTo>
                  <a:pt x="408692" y="21295"/>
                </a:lnTo>
                <a:lnTo>
                  <a:pt x="408732" y="21842"/>
                </a:lnTo>
                <a:lnTo>
                  <a:pt x="408768" y="22418"/>
                </a:lnTo>
                <a:lnTo>
                  <a:pt x="408803" y="23023"/>
                </a:lnTo>
                <a:lnTo>
                  <a:pt x="408834" y="23656"/>
                </a:lnTo>
                <a:lnTo>
                  <a:pt x="408863" y="24319"/>
                </a:lnTo>
                <a:lnTo>
                  <a:pt x="408888" y="25010"/>
                </a:lnTo>
                <a:lnTo>
                  <a:pt x="408912" y="25730"/>
                </a:lnTo>
                <a:lnTo>
                  <a:pt x="408932" y="26478"/>
                </a:lnTo>
                <a:lnTo>
                  <a:pt x="408950" y="27256"/>
                </a:lnTo>
                <a:lnTo>
                  <a:pt x="408965" y="28062"/>
                </a:lnTo>
                <a:lnTo>
                  <a:pt x="408977" y="28897"/>
                </a:lnTo>
                <a:lnTo>
                  <a:pt x="408987" y="29761"/>
                </a:lnTo>
                <a:lnTo>
                  <a:pt x="408993" y="30654"/>
                </a:lnTo>
                <a:lnTo>
                  <a:pt x="408998" y="31575"/>
                </a:lnTo>
                <a:lnTo>
                  <a:pt x="408999" y="32525"/>
                </a:lnTo>
                <a:lnTo>
                  <a:pt x="408999" y="90034"/>
                </a:lnTo>
                <a:lnTo>
                  <a:pt x="408997" y="90819"/>
                </a:lnTo>
                <a:lnTo>
                  <a:pt x="408993" y="91578"/>
                </a:lnTo>
                <a:lnTo>
                  <a:pt x="408985" y="92310"/>
                </a:lnTo>
                <a:lnTo>
                  <a:pt x="408975" y="93016"/>
                </a:lnTo>
                <a:lnTo>
                  <a:pt x="408961" y="93695"/>
                </a:lnTo>
                <a:lnTo>
                  <a:pt x="408945" y="94347"/>
                </a:lnTo>
                <a:lnTo>
                  <a:pt x="408925" y="94973"/>
                </a:lnTo>
                <a:lnTo>
                  <a:pt x="408903" y="95572"/>
                </a:lnTo>
                <a:lnTo>
                  <a:pt x="408877" y="96145"/>
                </a:lnTo>
                <a:lnTo>
                  <a:pt x="408849" y="96691"/>
                </a:lnTo>
                <a:lnTo>
                  <a:pt x="408817" y="97211"/>
                </a:lnTo>
                <a:lnTo>
                  <a:pt x="408783" y="97703"/>
                </a:lnTo>
                <a:lnTo>
                  <a:pt x="408745" y="98170"/>
                </a:lnTo>
                <a:lnTo>
                  <a:pt x="408705" y="98609"/>
                </a:lnTo>
                <a:lnTo>
                  <a:pt x="408661" y="99022"/>
                </a:lnTo>
                <a:lnTo>
                  <a:pt x="408615" y="99409"/>
                </a:lnTo>
                <a:lnTo>
                  <a:pt x="408565" y="99769"/>
                </a:lnTo>
                <a:lnTo>
                  <a:pt x="408513" y="100102"/>
                </a:lnTo>
                <a:lnTo>
                  <a:pt x="408457" y="100409"/>
                </a:lnTo>
                <a:lnTo>
                  <a:pt x="408399" y="100689"/>
                </a:lnTo>
                <a:lnTo>
                  <a:pt x="408337" y="100942"/>
                </a:lnTo>
                <a:lnTo>
                  <a:pt x="408273" y="101169"/>
                </a:lnTo>
                <a:lnTo>
                  <a:pt x="408205" y="101369"/>
                </a:lnTo>
                <a:lnTo>
                  <a:pt x="408135" y="101543"/>
                </a:lnTo>
                <a:lnTo>
                  <a:pt x="408060" y="101702"/>
                </a:lnTo>
                <a:lnTo>
                  <a:pt x="407981" y="101859"/>
                </a:lnTo>
                <a:lnTo>
                  <a:pt x="407898" y="102012"/>
                </a:lnTo>
                <a:lnTo>
                  <a:pt x="407810" y="102163"/>
                </a:lnTo>
                <a:lnTo>
                  <a:pt x="407717" y="102311"/>
                </a:lnTo>
                <a:lnTo>
                  <a:pt x="407619" y="102456"/>
                </a:lnTo>
                <a:lnTo>
                  <a:pt x="407517" y="102599"/>
                </a:lnTo>
                <a:lnTo>
                  <a:pt x="407410" y="102739"/>
                </a:lnTo>
                <a:lnTo>
                  <a:pt x="407299" y="102876"/>
                </a:lnTo>
                <a:lnTo>
                  <a:pt x="407183" y="103011"/>
                </a:lnTo>
                <a:lnTo>
                  <a:pt x="407062" y="103143"/>
                </a:lnTo>
                <a:lnTo>
                  <a:pt x="406937" y="103272"/>
                </a:lnTo>
                <a:lnTo>
                  <a:pt x="406807" y="103398"/>
                </a:lnTo>
                <a:lnTo>
                  <a:pt x="406672" y="103521"/>
                </a:lnTo>
                <a:lnTo>
                  <a:pt x="406533" y="103642"/>
                </a:lnTo>
                <a:lnTo>
                  <a:pt x="406389" y="103760"/>
                </a:lnTo>
                <a:lnTo>
                  <a:pt x="406240" y="103876"/>
                </a:lnTo>
                <a:lnTo>
                  <a:pt x="406087" y="103988"/>
                </a:lnTo>
                <a:lnTo>
                  <a:pt x="405929" y="104098"/>
                </a:lnTo>
                <a:lnTo>
                  <a:pt x="405767" y="104206"/>
                </a:lnTo>
                <a:lnTo>
                  <a:pt x="405600" y="104310"/>
                </a:lnTo>
                <a:lnTo>
                  <a:pt x="405428" y="104412"/>
                </a:lnTo>
                <a:lnTo>
                  <a:pt x="405252" y="104511"/>
                </a:lnTo>
                <a:lnTo>
                  <a:pt x="405071" y="104607"/>
                </a:lnTo>
                <a:lnTo>
                  <a:pt x="404878" y="104700"/>
                </a:lnTo>
                <a:lnTo>
                  <a:pt x="404667" y="104790"/>
                </a:lnTo>
                <a:lnTo>
                  <a:pt x="404437" y="104877"/>
                </a:lnTo>
                <a:lnTo>
                  <a:pt x="404189" y="104960"/>
                </a:lnTo>
                <a:lnTo>
                  <a:pt x="403922" y="105039"/>
                </a:lnTo>
                <a:lnTo>
                  <a:pt x="403637" y="105115"/>
                </a:lnTo>
                <a:lnTo>
                  <a:pt x="403333" y="105188"/>
                </a:lnTo>
                <a:lnTo>
                  <a:pt x="403011" y="105257"/>
                </a:lnTo>
                <a:lnTo>
                  <a:pt x="402670" y="105323"/>
                </a:lnTo>
                <a:lnTo>
                  <a:pt x="402310" y="105386"/>
                </a:lnTo>
                <a:lnTo>
                  <a:pt x="401932" y="105445"/>
                </a:lnTo>
                <a:lnTo>
                  <a:pt x="401535" y="105501"/>
                </a:lnTo>
                <a:lnTo>
                  <a:pt x="401120" y="105553"/>
                </a:lnTo>
                <a:lnTo>
                  <a:pt x="400686" y="105602"/>
                </a:lnTo>
                <a:lnTo>
                  <a:pt x="400234" y="105648"/>
                </a:lnTo>
                <a:lnTo>
                  <a:pt x="399763" y="105690"/>
                </a:lnTo>
                <a:lnTo>
                  <a:pt x="399274" y="105728"/>
                </a:lnTo>
                <a:lnTo>
                  <a:pt x="398766" y="105764"/>
                </a:lnTo>
                <a:lnTo>
                  <a:pt x="398240" y="105795"/>
                </a:lnTo>
                <a:lnTo>
                  <a:pt x="397695" y="105824"/>
                </a:lnTo>
                <a:lnTo>
                  <a:pt x="397131" y="105849"/>
                </a:lnTo>
                <a:lnTo>
                  <a:pt x="396549" y="105870"/>
                </a:lnTo>
                <a:lnTo>
                  <a:pt x="395948" y="105889"/>
                </a:lnTo>
                <a:lnTo>
                  <a:pt x="395329" y="105903"/>
                </a:lnTo>
                <a:lnTo>
                  <a:pt x="395329" y="108889"/>
                </a:lnTo>
                <a:lnTo>
                  <a:pt x="435396" y="108889"/>
                </a:lnTo>
                <a:lnTo>
                  <a:pt x="435396" y="105903"/>
                </a:lnTo>
                <a:lnTo>
                  <a:pt x="434802" y="105889"/>
                </a:lnTo>
                <a:lnTo>
                  <a:pt x="434225" y="105870"/>
                </a:lnTo>
                <a:lnTo>
                  <a:pt x="433665" y="105848"/>
                </a:lnTo>
                <a:lnTo>
                  <a:pt x="433122" y="105823"/>
                </a:lnTo>
                <a:lnTo>
                  <a:pt x="432596" y="105794"/>
                </a:lnTo>
                <a:lnTo>
                  <a:pt x="432087" y="105761"/>
                </a:lnTo>
                <a:lnTo>
                  <a:pt x="431594" y="105725"/>
                </a:lnTo>
                <a:lnTo>
                  <a:pt x="431119" y="105685"/>
                </a:lnTo>
                <a:lnTo>
                  <a:pt x="430660" y="105642"/>
                </a:lnTo>
                <a:lnTo>
                  <a:pt x="430219" y="105595"/>
                </a:lnTo>
                <a:lnTo>
                  <a:pt x="429794" y="105545"/>
                </a:lnTo>
                <a:lnTo>
                  <a:pt x="429386" y="105491"/>
                </a:lnTo>
                <a:lnTo>
                  <a:pt x="428995" y="105434"/>
                </a:lnTo>
                <a:lnTo>
                  <a:pt x="428621" y="105373"/>
                </a:lnTo>
                <a:lnTo>
                  <a:pt x="428264" y="105308"/>
                </a:lnTo>
                <a:lnTo>
                  <a:pt x="427924" y="105240"/>
                </a:lnTo>
                <a:lnTo>
                  <a:pt x="427601" y="105168"/>
                </a:lnTo>
                <a:lnTo>
                  <a:pt x="427294" y="105093"/>
                </a:lnTo>
                <a:lnTo>
                  <a:pt x="427005" y="105015"/>
                </a:lnTo>
                <a:lnTo>
                  <a:pt x="426732" y="104932"/>
                </a:lnTo>
                <a:lnTo>
                  <a:pt x="426477" y="104847"/>
                </a:lnTo>
                <a:lnTo>
                  <a:pt x="426238" y="104757"/>
                </a:lnTo>
                <a:lnTo>
                  <a:pt x="426016" y="104664"/>
                </a:lnTo>
                <a:lnTo>
                  <a:pt x="425811" y="104568"/>
                </a:lnTo>
                <a:lnTo>
                  <a:pt x="425618" y="104468"/>
                </a:lnTo>
                <a:lnTo>
                  <a:pt x="425430" y="104364"/>
                </a:lnTo>
                <a:lnTo>
                  <a:pt x="425247" y="104257"/>
                </a:lnTo>
                <a:lnTo>
                  <a:pt x="425071" y="104147"/>
                </a:lnTo>
                <a:lnTo>
                  <a:pt x="424899" y="104033"/>
                </a:lnTo>
                <a:lnTo>
                  <a:pt x="424734" y="103915"/>
                </a:lnTo>
                <a:lnTo>
                  <a:pt x="424574" y="103794"/>
                </a:lnTo>
                <a:lnTo>
                  <a:pt x="424419" y="103669"/>
                </a:lnTo>
                <a:lnTo>
                  <a:pt x="424270" y="103540"/>
                </a:lnTo>
                <a:lnTo>
                  <a:pt x="424127" y="103409"/>
                </a:lnTo>
                <a:lnTo>
                  <a:pt x="423989" y="103273"/>
                </a:lnTo>
                <a:lnTo>
                  <a:pt x="423857" y="103134"/>
                </a:lnTo>
                <a:lnTo>
                  <a:pt x="423731" y="102992"/>
                </a:lnTo>
                <a:lnTo>
                  <a:pt x="423610" y="102845"/>
                </a:lnTo>
                <a:lnTo>
                  <a:pt x="423494" y="102696"/>
                </a:lnTo>
                <a:lnTo>
                  <a:pt x="423385" y="102543"/>
                </a:lnTo>
                <a:lnTo>
                  <a:pt x="423281" y="102386"/>
                </a:lnTo>
                <a:lnTo>
                  <a:pt x="423182" y="102226"/>
                </a:lnTo>
                <a:lnTo>
                  <a:pt x="423089" y="102062"/>
                </a:lnTo>
                <a:lnTo>
                  <a:pt x="423002" y="101895"/>
                </a:lnTo>
                <a:lnTo>
                  <a:pt x="422920" y="101724"/>
                </a:lnTo>
                <a:lnTo>
                  <a:pt x="422844" y="101549"/>
                </a:lnTo>
                <a:lnTo>
                  <a:pt x="422773" y="101371"/>
                </a:lnTo>
                <a:lnTo>
                  <a:pt x="422708" y="101190"/>
                </a:lnTo>
                <a:lnTo>
                  <a:pt x="422647" y="100995"/>
                </a:lnTo>
                <a:lnTo>
                  <a:pt x="422589" y="100776"/>
                </a:lnTo>
                <a:lnTo>
                  <a:pt x="422533" y="100534"/>
                </a:lnTo>
                <a:lnTo>
                  <a:pt x="422480" y="100269"/>
                </a:lnTo>
                <a:lnTo>
                  <a:pt x="422430" y="99980"/>
                </a:lnTo>
                <a:lnTo>
                  <a:pt x="422382" y="99667"/>
                </a:lnTo>
                <a:lnTo>
                  <a:pt x="422336" y="99332"/>
                </a:lnTo>
                <a:lnTo>
                  <a:pt x="422294" y="98972"/>
                </a:lnTo>
                <a:lnTo>
                  <a:pt x="422253" y="98590"/>
                </a:lnTo>
                <a:lnTo>
                  <a:pt x="422216" y="98184"/>
                </a:lnTo>
                <a:lnTo>
                  <a:pt x="422181" y="97754"/>
                </a:lnTo>
                <a:lnTo>
                  <a:pt x="422148" y="97301"/>
                </a:lnTo>
                <a:lnTo>
                  <a:pt x="422119" y="96824"/>
                </a:lnTo>
                <a:lnTo>
                  <a:pt x="422091" y="96324"/>
                </a:lnTo>
                <a:lnTo>
                  <a:pt x="422067" y="95801"/>
                </a:lnTo>
                <a:lnTo>
                  <a:pt x="422045" y="95254"/>
                </a:lnTo>
                <a:lnTo>
                  <a:pt x="422025" y="94683"/>
                </a:lnTo>
                <a:lnTo>
                  <a:pt x="422009" y="94089"/>
                </a:lnTo>
                <a:lnTo>
                  <a:pt x="421994" y="93472"/>
                </a:lnTo>
                <a:lnTo>
                  <a:pt x="421983" y="92831"/>
                </a:lnTo>
                <a:lnTo>
                  <a:pt x="421974" y="92167"/>
                </a:lnTo>
                <a:lnTo>
                  <a:pt x="421967" y="91479"/>
                </a:lnTo>
                <a:lnTo>
                  <a:pt x="421963" y="90768"/>
                </a:lnTo>
                <a:lnTo>
                  <a:pt x="421962" y="90034"/>
                </a:lnTo>
                <a:lnTo>
                  <a:pt x="421962" y="157"/>
                </a:lnTo>
                <a:lnTo>
                  <a:pt x="419369" y="157"/>
                </a:lnTo>
                <a:lnTo>
                  <a:pt x="393443" y="12727"/>
                </a:lnTo>
                <a:lnTo>
                  <a:pt x="394622" y="15241"/>
                </a:lnTo>
                <a:lnTo>
                  <a:pt x="395050" y="15043"/>
                </a:lnTo>
                <a:lnTo>
                  <a:pt x="395470" y="14852"/>
                </a:lnTo>
                <a:close/>
                <a:moveTo>
                  <a:pt x="519177" y="8179"/>
                </a:moveTo>
                <a:lnTo>
                  <a:pt x="519796" y="8189"/>
                </a:lnTo>
                <a:lnTo>
                  <a:pt x="520399" y="8203"/>
                </a:lnTo>
                <a:lnTo>
                  <a:pt x="520986" y="8222"/>
                </a:lnTo>
                <a:lnTo>
                  <a:pt x="521555" y="8245"/>
                </a:lnTo>
                <a:lnTo>
                  <a:pt x="522109" y="8271"/>
                </a:lnTo>
                <a:lnTo>
                  <a:pt x="522645" y="8302"/>
                </a:lnTo>
                <a:lnTo>
                  <a:pt x="523165" y="8337"/>
                </a:lnTo>
                <a:lnTo>
                  <a:pt x="523668" y="8376"/>
                </a:lnTo>
                <a:lnTo>
                  <a:pt x="524154" y="8419"/>
                </a:lnTo>
                <a:lnTo>
                  <a:pt x="524624" y="8466"/>
                </a:lnTo>
                <a:lnTo>
                  <a:pt x="525078" y="8518"/>
                </a:lnTo>
                <a:lnTo>
                  <a:pt x="525514" y="8573"/>
                </a:lnTo>
                <a:lnTo>
                  <a:pt x="525934" y="8633"/>
                </a:lnTo>
                <a:lnTo>
                  <a:pt x="526337" y="8697"/>
                </a:lnTo>
                <a:lnTo>
                  <a:pt x="526724" y="8764"/>
                </a:lnTo>
                <a:lnTo>
                  <a:pt x="527094" y="8836"/>
                </a:lnTo>
                <a:lnTo>
                  <a:pt x="527448" y="8912"/>
                </a:lnTo>
                <a:lnTo>
                  <a:pt x="527784" y="8992"/>
                </a:lnTo>
                <a:lnTo>
                  <a:pt x="528104" y="9077"/>
                </a:lnTo>
                <a:lnTo>
                  <a:pt x="528408" y="9165"/>
                </a:lnTo>
                <a:lnTo>
                  <a:pt x="528695" y="9257"/>
                </a:lnTo>
                <a:lnTo>
                  <a:pt x="528965" y="9354"/>
                </a:lnTo>
                <a:lnTo>
                  <a:pt x="529289" y="9495"/>
                </a:lnTo>
                <a:lnTo>
                  <a:pt x="529606" y="9641"/>
                </a:lnTo>
                <a:lnTo>
                  <a:pt x="529917" y="9792"/>
                </a:lnTo>
                <a:lnTo>
                  <a:pt x="530221" y="9948"/>
                </a:lnTo>
                <a:lnTo>
                  <a:pt x="530518" y="10110"/>
                </a:lnTo>
                <a:lnTo>
                  <a:pt x="530809" y="10276"/>
                </a:lnTo>
                <a:lnTo>
                  <a:pt x="531093" y="10448"/>
                </a:lnTo>
                <a:lnTo>
                  <a:pt x="531370" y="10625"/>
                </a:lnTo>
                <a:lnTo>
                  <a:pt x="531640" y="10808"/>
                </a:lnTo>
                <a:lnTo>
                  <a:pt x="531904" y="10995"/>
                </a:lnTo>
                <a:lnTo>
                  <a:pt x="532161" y="11188"/>
                </a:lnTo>
                <a:lnTo>
                  <a:pt x="532412" y="11386"/>
                </a:lnTo>
                <a:lnTo>
                  <a:pt x="532656" y="11589"/>
                </a:lnTo>
                <a:lnTo>
                  <a:pt x="532893" y="11798"/>
                </a:lnTo>
                <a:lnTo>
                  <a:pt x="533123" y="12011"/>
                </a:lnTo>
                <a:lnTo>
                  <a:pt x="533347" y="12230"/>
                </a:lnTo>
                <a:lnTo>
                  <a:pt x="533564" y="12454"/>
                </a:lnTo>
                <a:lnTo>
                  <a:pt x="533774" y="12684"/>
                </a:lnTo>
                <a:lnTo>
                  <a:pt x="533978" y="12918"/>
                </a:lnTo>
                <a:lnTo>
                  <a:pt x="534175" y="13158"/>
                </a:lnTo>
                <a:lnTo>
                  <a:pt x="534366" y="13403"/>
                </a:lnTo>
                <a:lnTo>
                  <a:pt x="534549" y="13653"/>
                </a:lnTo>
                <a:lnTo>
                  <a:pt x="534726" y="13908"/>
                </a:lnTo>
                <a:lnTo>
                  <a:pt x="534896" y="14168"/>
                </a:lnTo>
                <a:lnTo>
                  <a:pt x="535063" y="14441"/>
                </a:lnTo>
                <a:lnTo>
                  <a:pt x="535228" y="14731"/>
                </a:lnTo>
                <a:lnTo>
                  <a:pt x="535392" y="15040"/>
                </a:lnTo>
                <a:lnTo>
                  <a:pt x="535554" y="15368"/>
                </a:lnTo>
                <a:lnTo>
                  <a:pt x="535716" y="15713"/>
                </a:lnTo>
                <a:lnTo>
                  <a:pt x="535876" y="16077"/>
                </a:lnTo>
                <a:lnTo>
                  <a:pt x="536035" y="16460"/>
                </a:lnTo>
                <a:lnTo>
                  <a:pt x="536193" y="16861"/>
                </a:lnTo>
                <a:lnTo>
                  <a:pt x="536349" y="17280"/>
                </a:lnTo>
                <a:lnTo>
                  <a:pt x="536505" y="17717"/>
                </a:lnTo>
                <a:lnTo>
                  <a:pt x="536659" y="18173"/>
                </a:lnTo>
                <a:lnTo>
                  <a:pt x="536811" y="18647"/>
                </a:lnTo>
                <a:lnTo>
                  <a:pt x="536963" y="19140"/>
                </a:lnTo>
                <a:lnTo>
                  <a:pt x="537113" y="19651"/>
                </a:lnTo>
                <a:lnTo>
                  <a:pt x="537263" y="20180"/>
                </a:lnTo>
                <a:lnTo>
                  <a:pt x="537411" y="20727"/>
                </a:lnTo>
                <a:lnTo>
                  <a:pt x="537557" y="21293"/>
                </a:lnTo>
                <a:lnTo>
                  <a:pt x="537703" y="21878"/>
                </a:lnTo>
                <a:lnTo>
                  <a:pt x="537847" y="22480"/>
                </a:lnTo>
                <a:lnTo>
                  <a:pt x="537990" y="23101"/>
                </a:lnTo>
                <a:lnTo>
                  <a:pt x="538132" y="23741"/>
                </a:lnTo>
                <a:lnTo>
                  <a:pt x="538272" y="24398"/>
                </a:lnTo>
                <a:lnTo>
                  <a:pt x="538412" y="25074"/>
                </a:lnTo>
                <a:lnTo>
                  <a:pt x="538550" y="25769"/>
                </a:lnTo>
                <a:lnTo>
                  <a:pt x="541614" y="25769"/>
                </a:lnTo>
                <a:lnTo>
                  <a:pt x="540435" y="2357"/>
                </a:lnTo>
                <a:lnTo>
                  <a:pt x="458336" y="2357"/>
                </a:lnTo>
                <a:lnTo>
                  <a:pt x="458336" y="5342"/>
                </a:lnTo>
                <a:lnTo>
                  <a:pt x="462107" y="5342"/>
                </a:lnTo>
                <a:lnTo>
                  <a:pt x="462651" y="5348"/>
                </a:lnTo>
                <a:lnTo>
                  <a:pt x="463181" y="5364"/>
                </a:lnTo>
                <a:lnTo>
                  <a:pt x="463698" y="5391"/>
                </a:lnTo>
                <a:lnTo>
                  <a:pt x="464203" y="5429"/>
                </a:lnTo>
                <a:lnTo>
                  <a:pt x="464694" y="5478"/>
                </a:lnTo>
                <a:lnTo>
                  <a:pt x="465171" y="5538"/>
                </a:lnTo>
                <a:lnTo>
                  <a:pt x="465636" y="5608"/>
                </a:lnTo>
                <a:lnTo>
                  <a:pt x="466088" y="5690"/>
                </a:lnTo>
                <a:lnTo>
                  <a:pt x="466527" y="5782"/>
                </a:lnTo>
                <a:lnTo>
                  <a:pt x="466952" y="5885"/>
                </a:lnTo>
                <a:lnTo>
                  <a:pt x="467365" y="5999"/>
                </a:lnTo>
                <a:lnTo>
                  <a:pt x="467764" y="6124"/>
                </a:lnTo>
                <a:lnTo>
                  <a:pt x="468150" y="6260"/>
                </a:lnTo>
                <a:lnTo>
                  <a:pt x="468523" y="6407"/>
                </a:lnTo>
                <a:lnTo>
                  <a:pt x="468884" y="6564"/>
                </a:lnTo>
                <a:lnTo>
                  <a:pt x="469231" y="6732"/>
                </a:lnTo>
                <a:lnTo>
                  <a:pt x="469564" y="6912"/>
                </a:lnTo>
                <a:lnTo>
                  <a:pt x="469885" y="7102"/>
                </a:lnTo>
                <a:lnTo>
                  <a:pt x="470193" y="7303"/>
                </a:lnTo>
                <a:lnTo>
                  <a:pt x="470488" y="7514"/>
                </a:lnTo>
                <a:lnTo>
                  <a:pt x="470769" y="7737"/>
                </a:lnTo>
                <a:lnTo>
                  <a:pt x="471038" y="7971"/>
                </a:lnTo>
                <a:lnTo>
                  <a:pt x="471293" y="8215"/>
                </a:lnTo>
                <a:lnTo>
                  <a:pt x="471535" y="8470"/>
                </a:lnTo>
                <a:lnTo>
                  <a:pt x="471702" y="8679"/>
                </a:lnTo>
                <a:lnTo>
                  <a:pt x="471861" y="8915"/>
                </a:lnTo>
                <a:lnTo>
                  <a:pt x="472014" y="9177"/>
                </a:lnTo>
                <a:lnTo>
                  <a:pt x="472159" y="9467"/>
                </a:lnTo>
                <a:lnTo>
                  <a:pt x="472298" y="9783"/>
                </a:lnTo>
                <a:lnTo>
                  <a:pt x="472429" y="10126"/>
                </a:lnTo>
                <a:lnTo>
                  <a:pt x="472553" y="10496"/>
                </a:lnTo>
                <a:lnTo>
                  <a:pt x="472670" y="10893"/>
                </a:lnTo>
                <a:lnTo>
                  <a:pt x="472780" y="11317"/>
                </a:lnTo>
                <a:lnTo>
                  <a:pt x="472883" y="11767"/>
                </a:lnTo>
                <a:lnTo>
                  <a:pt x="472978" y="12245"/>
                </a:lnTo>
                <a:lnTo>
                  <a:pt x="473067" y="12749"/>
                </a:lnTo>
                <a:lnTo>
                  <a:pt x="473149" y="13281"/>
                </a:lnTo>
                <a:lnTo>
                  <a:pt x="473223" y="13839"/>
                </a:lnTo>
                <a:lnTo>
                  <a:pt x="473290" y="14424"/>
                </a:lnTo>
                <a:lnTo>
                  <a:pt x="473351" y="15036"/>
                </a:lnTo>
                <a:lnTo>
                  <a:pt x="473404" y="15674"/>
                </a:lnTo>
                <a:lnTo>
                  <a:pt x="473450" y="16340"/>
                </a:lnTo>
                <a:lnTo>
                  <a:pt x="473489" y="17032"/>
                </a:lnTo>
                <a:lnTo>
                  <a:pt x="473521" y="17752"/>
                </a:lnTo>
                <a:lnTo>
                  <a:pt x="473546" y="18498"/>
                </a:lnTo>
                <a:lnTo>
                  <a:pt x="473564" y="19271"/>
                </a:lnTo>
                <a:lnTo>
                  <a:pt x="473574" y="20071"/>
                </a:lnTo>
                <a:lnTo>
                  <a:pt x="473578" y="20898"/>
                </a:lnTo>
                <a:lnTo>
                  <a:pt x="473578" y="90034"/>
                </a:lnTo>
                <a:lnTo>
                  <a:pt x="473576" y="90673"/>
                </a:lnTo>
                <a:lnTo>
                  <a:pt x="473571" y="91293"/>
                </a:lnTo>
                <a:lnTo>
                  <a:pt x="473564" y="91896"/>
                </a:lnTo>
                <a:lnTo>
                  <a:pt x="473553" y="92480"/>
                </a:lnTo>
                <a:lnTo>
                  <a:pt x="473539" y="93046"/>
                </a:lnTo>
                <a:lnTo>
                  <a:pt x="473521" y="93594"/>
                </a:lnTo>
                <a:lnTo>
                  <a:pt x="473501" y="94123"/>
                </a:lnTo>
                <a:lnTo>
                  <a:pt x="473477" y="94634"/>
                </a:lnTo>
                <a:lnTo>
                  <a:pt x="473451" y="95127"/>
                </a:lnTo>
                <a:lnTo>
                  <a:pt x="473421" y="95601"/>
                </a:lnTo>
                <a:lnTo>
                  <a:pt x="473388" y="96058"/>
                </a:lnTo>
                <a:lnTo>
                  <a:pt x="473352" y="96495"/>
                </a:lnTo>
                <a:lnTo>
                  <a:pt x="473313" y="96915"/>
                </a:lnTo>
                <a:lnTo>
                  <a:pt x="473270" y="97317"/>
                </a:lnTo>
                <a:lnTo>
                  <a:pt x="473225" y="97700"/>
                </a:lnTo>
                <a:lnTo>
                  <a:pt x="473176" y="98065"/>
                </a:lnTo>
                <a:lnTo>
                  <a:pt x="473124" y="98411"/>
                </a:lnTo>
                <a:lnTo>
                  <a:pt x="473070" y="98739"/>
                </a:lnTo>
                <a:lnTo>
                  <a:pt x="473012" y="99049"/>
                </a:lnTo>
                <a:lnTo>
                  <a:pt x="472950" y="99341"/>
                </a:lnTo>
                <a:lnTo>
                  <a:pt x="472886" y="99615"/>
                </a:lnTo>
                <a:lnTo>
                  <a:pt x="472819" y="99870"/>
                </a:lnTo>
                <a:lnTo>
                  <a:pt x="472748" y="100107"/>
                </a:lnTo>
                <a:lnTo>
                  <a:pt x="472674" y="100325"/>
                </a:lnTo>
                <a:lnTo>
                  <a:pt x="472596" y="100533"/>
                </a:lnTo>
                <a:lnTo>
                  <a:pt x="472513" y="100736"/>
                </a:lnTo>
                <a:lnTo>
                  <a:pt x="472423" y="100934"/>
                </a:lnTo>
                <a:lnTo>
                  <a:pt x="472328" y="101129"/>
                </a:lnTo>
                <a:lnTo>
                  <a:pt x="472228" y="101318"/>
                </a:lnTo>
                <a:lnTo>
                  <a:pt x="472122" y="101504"/>
                </a:lnTo>
                <a:lnTo>
                  <a:pt x="472010" y="101685"/>
                </a:lnTo>
                <a:lnTo>
                  <a:pt x="471893" y="101862"/>
                </a:lnTo>
                <a:lnTo>
                  <a:pt x="471770" y="102034"/>
                </a:lnTo>
                <a:lnTo>
                  <a:pt x="471642" y="102202"/>
                </a:lnTo>
                <a:lnTo>
                  <a:pt x="471508" y="102366"/>
                </a:lnTo>
                <a:lnTo>
                  <a:pt x="471368" y="102525"/>
                </a:lnTo>
                <a:lnTo>
                  <a:pt x="471223" y="102680"/>
                </a:lnTo>
                <a:lnTo>
                  <a:pt x="471072" y="102831"/>
                </a:lnTo>
                <a:lnTo>
                  <a:pt x="470916" y="102977"/>
                </a:lnTo>
                <a:lnTo>
                  <a:pt x="470754" y="103119"/>
                </a:lnTo>
                <a:lnTo>
                  <a:pt x="470586" y="103256"/>
                </a:lnTo>
                <a:lnTo>
                  <a:pt x="470413" y="103389"/>
                </a:lnTo>
                <a:lnTo>
                  <a:pt x="470234" y="103518"/>
                </a:lnTo>
                <a:lnTo>
                  <a:pt x="470050" y="103643"/>
                </a:lnTo>
                <a:lnTo>
                  <a:pt x="469860" y="103763"/>
                </a:lnTo>
                <a:lnTo>
                  <a:pt x="469665" y="103878"/>
                </a:lnTo>
                <a:lnTo>
                  <a:pt x="469463" y="103990"/>
                </a:lnTo>
                <a:lnTo>
                  <a:pt x="469257" y="104096"/>
                </a:lnTo>
                <a:lnTo>
                  <a:pt x="468975" y="104244"/>
                </a:lnTo>
                <a:lnTo>
                  <a:pt x="468691" y="104385"/>
                </a:lnTo>
                <a:lnTo>
                  <a:pt x="468406" y="104520"/>
                </a:lnTo>
                <a:lnTo>
                  <a:pt x="468120" y="104649"/>
                </a:lnTo>
                <a:lnTo>
                  <a:pt x="467832" y="104771"/>
                </a:lnTo>
                <a:lnTo>
                  <a:pt x="467543" y="104887"/>
                </a:lnTo>
                <a:lnTo>
                  <a:pt x="467253" y="104997"/>
                </a:lnTo>
                <a:lnTo>
                  <a:pt x="466961" y="105100"/>
                </a:lnTo>
                <a:lnTo>
                  <a:pt x="466668" y="105198"/>
                </a:lnTo>
                <a:lnTo>
                  <a:pt x="466373" y="105289"/>
                </a:lnTo>
                <a:lnTo>
                  <a:pt x="466078" y="105373"/>
                </a:lnTo>
                <a:lnTo>
                  <a:pt x="465780" y="105452"/>
                </a:lnTo>
                <a:lnTo>
                  <a:pt x="465482" y="105524"/>
                </a:lnTo>
                <a:lnTo>
                  <a:pt x="465182" y="105590"/>
                </a:lnTo>
                <a:lnTo>
                  <a:pt x="464881" y="105649"/>
                </a:lnTo>
                <a:lnTo>
                  <a:pt x="464578" y="105703"/>
                </a:lnTo>
                <a:lnTo>
                  <a:pt x="464274" y="105750"/>
                </a:lnTo>
                <a:lnTo>
                  <a:pt x="463968" y="105791"/>
                </a:lnTo>
                <a:lnTo>
                  <a:pt x="463662" y="105825"/>
                </a:lnTo>
                <a:lnTo>
                  <a:pt x="463354" y="105853"/>
                </a:lnTo>
                <a:lnTo>
                  <a:pt x="463044" y="105875"/>
                </a:lnTo>
                <a:lnTo>
                  <a:pt x="462733" y="105891"/>
                </a:lnTo>
                <a:lnTo>
                  <a:pt x="462421" y="105900"/>
                </a:lnTo>
                <a:lnTo>
                  <a:pt x="462107" y="105903"/>
                </a:lnTo>
                <a:lnTo>
                  <a:pt x="458336" y="105903"/>
                </a:lnTo>
                <a:lnTo>
                  <a:pt x="458336" y="108889"/>
                </a:lnTo>
                <a:lnTo>
                  <a:pt x="540435" y="108889"/>
                </a:lnTo>
                <a:lnTo>
                  <a:pt x="549627" y="82177"/>
                </a:lnTo>
                <a:lnTo>
                  <a:pt x="546485" y="82177"/>
                </a:lnTo>
                <a:lnTo>
                  <a:pt x="546059" y="82987"/>
                </a:lnTo>
                <a:lnTo>
                  <a:pt x="545635" y="83780"/>
                </a:lnTo>
                <a:lnTo>
                  <a:pt x="545212" y="84555"/>
                </a:lnTo>
                <a:lnTo>
                  <a:pt x="544789" y="85313"/>
                </a:lnTo>
                <a:lnTo>
                  <a:pt x="544367" y="86054"/>
                </a:lnTo>
                <a:lnTo>
                  <a:pt x="543946" y="86778"/>
                </a:lnTo>
                <a:lnTo>
                  <a:pt x="543526" y="87485"/>
                </a:lnTo>
                <a:lnTo>
                  <a:pt x="543106" y="88174"/>
                </a:lnTo>
                <a:lnTo>
                  <a:pt x="542688" y="88847"/>
                </a:lnTo>
                <a:lnTo>
                  <a:pt x="542270" y="89502"/>
                </a:lnTo>
                <a:lnTo>
                  <a:pt x="541853" y="90140"/>
                </a:lnTo>
                <a:lnTo>
                  <a:pt x="541437" y="90760"/>
                </a:lnTo>
                <a:lnTo>
                  <a:pt x="541022" y="91364"/>
                </a:lnTo>
                <a:lnTo>
                  <a:pt x="540607" y="91950"/>
                </a:lnTo>
                <a:lnTo>
                  <a:pt x="540193" y="92519"/>
                </a:lnTo>
                <a:lnTo>
                  <a:pt x="539780" y="93071"/>
                </a:lnTo>
                <a:lnTo>
                  <a:pt x="539368" y="93606"/>
                </a:lnTo>
                <a:lnTo>
                  <a:pt x="538957" y="94124"/>
                </a:lnTo>
                <a:lnTo>
                  <a:pt x="538547" y="94624"/>
                </a:lnTo>
                <a:lnTo>
                  <a:pt x="538137" y="95108"/>
                </a:lnTo>
                <a:lnTo>
                  <a:pt x="537728" y="95574"/>
                </a:lnTo>
                <a:lnTo>
                  <a:pt x="537320" y="96022"/>
                </a:lnTo>
                <a:lnTo>
                  <a:pt x="536913" y="96454"/>
                </a:lnTo>
                <a:lnTo>
                  <a:pt x="536507" y="96869"/>
                </a:lnTo>
                <a:lnTo>
                  <a:pt x="536192" y="97172"/>
                </a:lnTo>
                <a:lnTo>
                  <a:pt x="535876" y="97467"/>
                </a:lnTo>
                <a:lnTo>
                  <a:pt x="535559" y="97754"/>
                </a:lnTo>
                <a:lnTo>
                  <a:pt x="535241" y="98032"/>
                </a:lnTo>
                <a:lnTo>
                  <a:pt x="534922" y="98301"/>
                </a:lnTo>
                <a:lnTo>
                  <a:pt x="534602" y="98563"/>
                </a:lnTo>
                <a:lnTo>
                  <a:pt x="534281" y="98815"/>
                </a:lnTo>
                <a:lnTo>
                  <a:pt x="533958" y="99060"/>
                </a:lnTo>
                <a:lnTo>
                  <a:pt x="533635" y="99296"/>
                </a:lnTo>
                <a:lnTo>
                  <a:pt x="533310" y="99523"/>
                </a:lnTo>
                <a:lnTo>
                  <a:pt x="532984" y="99742"/>
                </a:lnTo>
                <a:lnTo>
                  <a:pt x="532657" y="99952"/>
                </a:lnTo>
                <a:lnTo>
                  <a:pt x="532330" y="100154"/>
                </a:lnTo>
                <a:lnTo>
                  <a:pt x="532001" y="100348"/>
                </a:lnTo>
                <a:lnTo>
                  <a:pt x="531670" y="100533"/>
                </a:lnTo>
                <a:lnTo>
                  <a:pt x="531339" y="100710"/>
                </a:lnTo>
                <a:lnTo>
                  <a:pt x="531007" y="100878"/>
                </a:lnTo>
                <a:lnTo>
                  <a:pt x="530674" y="101037"/>
                </a:lnTo>
                <a:lnTo>
                  <a:pt x="530339" y="101189"/>
                </a:lnTo>
                <a:lnTo>
                  <a:pt x="530004" y="101331"/>
                </a:lnTo>
                <a:lnTo>
                  <a:pt x="529667" y="101466"/>
                </a:lnTo>
                <a:lnTo>
                  <a:pt x="529329" y="101592"/>
                </a:lnTo>
                <a:lnTo>
                  <a:pt x="528991" y="101709"/>
                </a:lnTo>
                <a:lnTo>
                  <a:pt x="528651" y="101818"/>
                </a:lnTo>
                <a:lnTo>
                  <a:pt x="528302" y="101921"/>
                </a:lnTo>
                <a:lnTo>
                  <a:pt x="527935" y="102019"/>
                </a:lnTo>
                <a:lnTo>
                  <a:pt x="527552" y="102113"/>
                </a:lnTo>
                <a:lnTo>
                  <a:pt x="527151" y="102202"/>
                </a:lnTo>
                <a:lnTo>
                  <a:pt x="526734" y="102287"/>
                </a:lnTo>
                <a:lnTo>
                  <a:pt x="526299" y="102368"/>
                </a:lnTo>
                <a:lnTo>
                  <a:pt x="525847" y="102444"/>
                </a:lnTo>
                <a:lnTo>
                  <a:pt x="525377" y="102516"/>
                </a:lnTo>
                <a:lnTo>
                  <a:pt x="524891" y="102584"/>
                </a:lnTo>
                <a:lnTo>
                  <a:pt x="524387" y="102647"/>
                </a:lnTo>
                <a:lnTo>
                  <a:pt x="523866" y="102706"/>
                </a:lnTo>
                <a:lnTo>
                  <a:pt x="523328" y="102761"/>
                </a:lnTo>
                <a:lnTo>
                  <a:pt x="522773" y="102811"/>
                </a:lnTo>
                <a:lnTo>
                  <a:pt x="522200" y="102857"/>
                </a:lnTo>
                <a:lnTo>
                  <a:pt x="521611" y="102898"/>
                </a:lnTo>
                <a:lnTo>
                  <a:pt x="521004" y="102935"/>
                </a:lnTo>
                <a:lnTo>
                  <a:pt x="520380" y="102968"/>
                </a:lnTo>
                <a:lnTo>
                  <a:pt x="519739" y="102997"/>
                </a:lnTo>
                <a:lnTo>
                  <a:pt x="519080" y="103021"/>
                </a:lnTo>
                <a:lnTo>
                  <a:pt x="518405" y="103040"/>
                </a:lnTo>
                <a:lnTo>
                  <a:pt x="517712" y="103056"/>
                </a:lnTo>
                <a:lnTo>
                  <a:pt x="517002" y="103066"/>
                </a:lnTo>
                <a:lnTo>
                  <a:pt x="516275" y="103073"/>
                </a:lnTo>
                <a:lnTo>
                  <a:pt x="515531" y="103075"/>
                </a:lnTo>
                <a:lnTo>
                  <a:pt x="497461" y="103075"/>
                </a:lnTo>
                <a:lnTo>
                  <a:pt x="497099" y="103074"/>
                </a:lnTo>
                <a:lnTo>
                  <a:pt x="496747" y="103069"/>
                </a:lnTo>
                <a:lnTo>
                  <a:pt x="496405" y="103061"/>
                </a:lnTo>
                <a:lnTo>
                  <a:pt x="496073" y="103050"/>
                </a:lnTo>
                <a:lnTo>
                  <a:pt x="495751" y="103036"/>
                </a:lnTo>
                <a:lnTo>
                  <a:pt x="495438" y="103019"/>
                </a:lnTo>
                <a:lnTo>
                  <a:pt x="495135" y="102998"/>
                </a:lnTo>
                <a:lnTo>
                  <a:pt x="494842" y="102975"/>
                </a:lnTo>
                <a:lnTo>
                  <a:pt x="494559" y="102948"/>
                </a:lnTo>
                <a:lnTo>
                  <a:pt x="494286" y="102918"/>
                </a:lnTo>
                <a:lnTo>
                  <a:pt x="494022" y="102885"/>
                </a:lnTo>
                <a:lnTo>
                  <a:pt x="493769" y="102849"/>
                </a:lnTo>
                <a:lnTo>
                  <a:pt x="493525" y="102810"/>
                </a:lnTo>
                <a:lnTo>
                  <a:pt x="493291" y="102768"/>
                </a:lnTo>
                <a:lnTo>
                  <a:pt x="493066" y="102722"/>
                </a:lnTo>
                <a:lnTo>
                  <a:pt x="492852" y="102674"/>
                </a:lnTo>
                <a:lnTo>
                  <a:pt x="492647" y="102622"/>
                </a:lnTo>
                <a:lnTo>
                  <a:pt x="492453" y="102567"/>
                </a:lnTo>
                <a:lnTo>
                  <a:pt x="492268" y="102509"/>
                </a:lnTo>
                <a:lnTo>
                  <a:pt x="492093" y="102448"/>
                </a:lnTo>
                <a:lnTo>
                  <a:pt x="491927" y="102383"/>
                </a:lnTo>
                <a:lnTo>
                  <a:pt x="491772" y="102316"/>
                </a:lnTo>
                <a:lnTo>
                  <a:pt x="491626" y="102245"/>
                </a:lnTo>
                <a:lnTo>
                  <a:pt x="491490" y="102172"/>
                </a:lnTo>
                <a:lnTo>
                  <a:pt x="491361" y="102095"/>
                </a:lnTo>
                <a:lnTo>
                  <a:pt x="491235" y="102016"/>
                </a:lnTo>
                <a:lnTo>
                  <a:pt x="491112" y="101935"/>
                </a:lnTo>
                <a:lnTo>
                  <a:pt x="490993" y="101852"/>
                </a:lnTo>
                <a:lnTo>
                  <a:pt x="490876" y="101767"/>
                </a:lnTo>
                <a:lnTo>
                  <a:pt x="490763" y="101679"/>
                </a:lnTo>
                <a:lnTo>
                  <a:pt x="490654" y="101590"/>
                </a:lnTo>
                <a:lnTo>
                  <a:pt x="490547" y="101498"/>
                </a:lnTo>
                <a:lnTo>
                  <a:pt x="490444" y="101404"/>
                </a:lnTo>
                <a:lnTo>
                  <a:pt x="490344" y="101308"/>
                </a:lnTo>
                <a:lnTo>
                  <a:pt x="490248" y="101209"/>
                </a:lnTo>
                <a:lnTo>
                  <a:pt x="490155" y="101109"/>
                </a:lnTo>
                <a:lnTo>
                  <a:pt x="490065" y="101006"/>
                </a:lnTo>
                <a:lnTo>
                  <a:pt x="489978" y="100901"/>
                </a:lnTo>
                <a:lnTo>
                  <a:pt x="489894" y="100794"/>
                </a:lnTo>
                <a:lnTo>
                  <a:pt x="489814" y="100684"/>
                </a:lnTo>
                <a:lnTo>
                  <a:pt x="489737" y="100573"/>
                </a:lnTo>
                <a:lnTo>
                  <a:pt x="489664" y="100459"/>
                </a:lnTo>
                <a:lnTo>
                  <a:pt x="489593" y="100343"/>
                </a:lnTo>
                <a:lnTo>
                  <a:pt x="489526" y="100225"/>
                </a:lnTo>
                <a:lnTo>
                  <a:pt x="489462" y="100105"/>
                </a:lnTo>
                <a:lnTo>
                  <a:pt x="489402" y="99983"/>
                </a:lnTo>
                <a:lnTo>
                  <a:pt x="489344" y="99858"/>
                </a:lnTo>
                <a:lnTo>
                  <a:pt x="489290" y="99731"/>
                </a:lnTo>
                <a:lnTo>
                  <a:pt x="489239" y="99594"/>
                </a:lnTo>
                <a:lnTo>
                  <a:pt x="489190" y="99437"/>
                </a:lnTo>
                <a:lnTo>
                  <a:pt x="489143" y="99261"/>
                </a:lnTo>
                <a:lnTo>
                  <a:pt x="489098" y="99066"/>
                </a:lnTo>
                <a:lnTo>
                  <a:pt x="489056" y="98851"/>
                </a:lnTo>
                <a:lnTo>
                  <a:pt x="489015" y="98617"/>
                </a:lnTo>
                <a:lnTo>
                  <a:pt x="488977" y="98364"/>
                </a:lnTo>
                <a:lnTo>
                  <a:pt x="488941" y="98092"/>
                </a:lnTo>
                <a:lnTo>
                  <a:pt x="488907" y="97800"/>
                </a:lnTo>
                <a:lnTo>
                  <a:pt x="488876" y="97489"/>
                </a:lnTo>
                <a:lnTo>
                  <a:pt x="488846" y="97159"/>
                </a:lnTo>
                <a:lnTo>
                  <a:pt x="488819" y="96810"/>
                </a:lnTo>
                <a:lnTo>
                  <a:pt x="488794" y="96441"/>
                </a:lnTo>
                <a:lnTo>
                  <a:pt x="488771" y="96053"/>
                </a:lnTo>
                <a:lnTo>
                  <a:pt x="488750" y="95646"/>
                </a:lnTo>
                <a:lnTo>
                  <a:pt x="488732" y="95219"/>
                </a:lnTo>
                <a:lnTo>
                  <a:pt x="488715" y="94774"/>
                </a:lnTo>
                <a:lnTo>
                  <a:pt x="488701" y="94309"/>
                </a:lnTo>
                <a:lnTo>
                  <a:pt x="488689" y="93824"/>
                </a:lnTo>
                <a:lnTo>
                  <a:pt x="488679" y="93321"/>
                </a:lnTo>
                <a:lnTo>
                  <a:pt x="488672" y="92798"/>
                </a:lnTo>
                <a:lnTo>
                  <a:pt x="488666" y="92256"/>
                </a:lnTo>
                <a:lnTo>
                  <a:pt x="488663" y="91695"/>
                </a:lnTo>
                <a:lnTo>
                  <a:pt x="488662" y="91114"/>
                </a:lnTo>
                <a:lnTo>
                  <a:pt x="488662" y="55937"/>
                </a:lnTo>
                <a:lnTo>
                  <a:pt x="512074" y="55937"/>
                </a:lnTo>
                <a:lnTo>
                  <a:pt x="512624" y="55940"/>
                </a:lnTo>
                <a:lnTo>
                  <a:pt x="513163" y="55948"/>
                </a:lnTo>
                <a:lnTo>
                  <a:pt x="513689" y="55962"/>
                </a:lnTo>
                <a:lnTo>
                  <a:pt x="514204" y="55981"/>
                </a:lnTo>
                <a:lnTo>
                  <a:pt x="514706" y="56005"/>
                </a:lnTo>
                <a:lnTo>
                  <a:pt x="515197" y="56035"/>
                </a:lnTo>
                <a:lnTo>
                  <a:pt x="515675" y="56071"/>
                </a:lnTo>
                <a:lnTo>
                  <a:pt x="516142" y="56112"/>
                </a:lnTo>
                <a:lnTo>
                  <a:pt x="516596" y="56158"/>
                </a:lnTo>
                <a:lnTo>
                  <a:pt x="517039" y="56210"/>
                </a:lnTo>
                <a:lnTo>
                  <a:pt x="517469" y="56267"/>
                </a:lnTo>
                <a:lnTo>
                  <a:pt x="517887" y="56330"/>
                </a:lnTo>
                <a:lnTo>
                  <a:pt x="518294" y="56398"/>
                </a:lnTo>
                <a:lnTo>
                  <a:pt x="518688" y="56472"/>
                </a:lnTo>
                <a:lnTo>
                  <a:pt x="519071" y="56551"/>
                </a:lnTo>
                <a:lnTo>
                  <a:pt x="519441" y="56635"/>
                </a:lnTo>
                <a:lnTo>
                  <a:pt x="519800" y="56725"/>
                </a:lnTo>
                <a:lnTo>
                  <a:pt x="520146" y="56821"/>
                </a:lnTo>
                <a:lnTo>
                  <a:pt x="520481" y="56922"/>
                </a:lnTo>
                <a:lnTo>
                  <a:pt x="520803" y="57028"/>
                </a:lnTo>
                <a:lnTo>
                  <a:pt x="521114" y="57140"/>
                </a:lnTo>
                <a:lnTo>
                  <a:pt x="521412" y="57257"/>
                </a:lnTo>
                <a:lnTo>
                  <a:pt x="521698" y="57380"/>
                </a:lnTo>
                <a:lnTo>
                  <a:pt x="521973" y="57508"/>
                </a:lnTo>
                <a:lnTo>
                  <a:pt x="522238" y="57641"/>
                </a:lnTo>
                <a:lnTo>
                  <a:pt x="522497" y="57778"/>
                </a:lnTo>
                <a:lnTo>
                  <a:pt x="522750" y="57920"/>
                </a:lnTo>
                <a:lnTo>
                  <a:pt x="522996" y="58065"/>
                </a:lnTo>
                <a:lnTo>
                  <a:pt x="523236" y="58214"/>
                </a:lnTo>
                <a:lnTo>
                  <a:pt x="523470" y="58368"/>
                </a:lnTo>
                <a:lnTo>
                  <a:pt x="523698" y="58525"/>
                </a:lnTo>
                <a:lnTo>
                  <a:pt x="523919" y="58687"/>
                </a:lnTo>
                <a:lnTo>
                  <a:pt x="524135" y="58853"/>
                </a:lnTo>
                <a:lnTo>
                  <a:pt x="524343" y="59022"/>
                </a:lnTo>
                <a:lnTo>
                  <a:pt x="524546" y="59196"/>
                </a:lnTo>
                <a:lnTo>
                  <a:pt x="524742" y="59374"/>
                </a:lnTo>
                <a:lnTo>
                  <a:pt x="524932" y="59556"/>
                </a:lnTo>
                <a:lnTo>
                  <a:pt x="525116" y="59743"/>
                </a:lnTo>
                <a:lnTo>
                  <a:pt x="525293" y="59933"/>
                </a:lnTo>
                <a:lnTo>
                  <a:pt x="525464" y="60127"/>
                </a:lnTo>
                <a:lnTo>
                  <a:pt x="525629" y="60326"/>
                </a:lnTo>
                <a:lnTo>
                  <a:pt x="525788" y="60528"/>
                </a:lnTo>
                <a:lnTo>
                  <a:pt x="525940" y="60735"/>
                </a:lnTo>
                <a:lnTo>
                  <a:pt x="526086" y="60946"/>
                </a:lnTo>
                <a:lnTo>
                  <a:pt x="526226" y="61160"/>
                </a:lnTo>
                <a:lnTo>
                  <a:pt x="526360" y="61379"/>
                </a:lnTo>
                <a:lnTo>
                  <a:pt x="526487" y="61602"/>
                </a:lnTo>
                <a:lnTo>
                  <a:pt x="526608" y="61829"/>
                </a:lnTo>
                <a:lnTo>
                  <a:pt x="526700" y="62022"/>
                </a:lnTo>
                <a:lnTo>
                  <a:pt x="526791" y="62235"/>
                </a:lnTo>
                <a:lnTo>
                  <a:pt x="526883" y="62466"/>
                </a:lnTo>
                <a:lnTo>
                  <a:pt x="526975" y="62718"/>
                </a:lnTo>
                <a:lnTo>
                  <a:pt x="527066" y="62988"/>
                </a:lnTo>
                <a:lnTo>
                  <a:pt x="527158" y="63278"/>
                </a:lnTo>
                <a:lnTo>
                  <a:pt x="527250" y="63587"/>
                </a:lnTo>
                <a:lnTo>
                  <a:pt x="527341" y="63916"/>
                </a:lnTo>
                <a:lnTo>
                  <a:pt x="527433" y="64264"/>
                </a:lnTo>
                <a:lnTo>
                  <a:pt x="527525" y="64631"/>
                </a:lnTo>
                <a:lnTo>
                  <a:pt x="527616" y="65018"/>
                </a:lnTo>
                <a:lnTo>
                  <a:pt x="527708" y="65424"/>
                </a:lnTo>
                <a:lnTo>
                  <a:pt x="527800" y="65849"/>
                </a:lnTo>
                <a:lnTo>
                  <a:pt x="527891" y="66294"/>
                </a:lnTo>
                <a:lnTo>
                  <a:pt x="527983" y="66758"/>
                </a:lnTo>
                <a:lnTo>
                  <a:pt x="528075" y="67242"/>
                </a:lnTo>
                <a:lnTo>
                  <a:pt x="528166" y="67744"/>
                </a:lnTo>
                <a:lnTo>
                  <a:pt x="528258" y="68267"/>
                </a:lnTo>
                <a:lnTo>
                  <a:pt x="528350" y="68808"/>
                </a:lnTo>
                <a:lnTo>
                  <a:pt x="528441" y="69369"/>
                </a:lnTo>
                <a:lnTo>
                  <a:pt x="528533" y="69950"/>
                </a:lnTo>
                <a:lnTo>
                  <a:pt x="528624" y="70549"/>
                </a:lnTo>
                <a:lnTo>
                  <a:pt x="528716" y="71168"/>
                </a:lnTo>
                <a:lnTo>
                  <a:pt x="528808" y="71807"/>
                </a:lnTo>
                <a:lnTo>
                  <a:pt x="531715" y="71807"/>
                </a:lnTo>
                <a:lnTo>
                  <a:pt x="531715" y="34568"/>
                </a:lnTo>
                <a:lnTo>
                  <a:pt x="528808" y="34568"/>
                </a:lnTo>
                <a:lnTo>
                  <a:pt x="528762" y="35322"/>
                </a:lnTo>
                <a:lnTo>
                  <a:pt x="528704" y="36056"/>
                </a:lnTo>
                <a:lnTo>
                  <a:pt x="528633" y="36771"/>
                </a:lnTo>
                <a:lnTo>
                  <a:pt x="528550" y="37468"/>
                </a:lnTo>
                <a:lnTo>
                  <a:pt x="528455" y="38145"/>
                </a:lnTo>
                <a:lnTo>
                  <a:pt x="528346" y="38802"/>
                </a:lnTo>
                <a:lnTo>
                  <a:pt x="528225" y="39441"/>
                </a:lnTo>
                <a:lnTo>
                  <a:pt x="528092" y="40060"/>
                </a:lnTo>
                <a:lnTo>
                  <a:pt x="527946" y="40660"/>
                </a:lnTo>
                <a:lnTo>
                  <a:pt x="527788" y="41241"/>
                </a:lnTo>
                <a:lnTo>
                  <a:pt x="527617" y="41803"/>
                </a:lnTo>
                <a:lnTo>
                  <a:pt x="527433" y="42346"/>
                </a:lnTo>
                <a:lnTo>
                  <a:pt x="527237" y="42869"/>
                </a:lnTo>
                <a:lnTo>
                  <a:pt x="527028" y="43373"/>
                </a:lnTo>
                <a:lnTo>
                  <a:pt x="526807" y="43858"/>
                </a:lnTo>
                <a:lnTo>
                  <a:pt x="526573" y="44324"/>
                </a:lnTo>
                <a:lnTo>
                  <a:pt x="526327" y="44771"/>
                </a:lnTo>
                <a:lnTo>
                  <a:pt x="526068" y="45198"/>
                </a:lnTo>
                <a:lnTo>
                  <a:pt x="525796" y="45606"/>
                </a:lnTo>
                <a:lnTo>
                  <a:pt x="525513" y="45995"/>
                </a:lnTo>
                <a:lnTo>
                  <a:pt x="525216" y="46365"/>
                </a:lnTo>
                <a:lnTo>
                  <a:pt x="524907" y="46715"/>
                </a:lnTo>
                <a:lnTo>
                  <a:pt x="524585" y="47047"/>
                </a:lnTo>
                <a:lnTo>
                  <a:pt x="524251" y="47359"/>
                </a:lnTo>
                <a:lnTo>
                  <a:pt x="523985" y="47585"/>
                </a:lnTo>
                <a:lnTo>
                  <a:pt x="523698" y="47801"/>
                </a:lnTo>
                <a:lnTo>
                  <a:pt x="523391" y="48007"/>
                </a:lnTo>
                <a:lnTo>
                  <a:pt x="523062" y="48204"/>
                </a:lnTo>
                <a:lnTo>
                  <a:pt x="522712" y="48391"/>
                </a:lnTo>
                <a:lnTo>
                  <a:pt x="522341" y="48568"/>
                </a:lnTo>
                <a:lnTo>
                  <a:pt x="521949" y="48736"/>
                </a:lnTo>
                <a:lnTo>
                  <a:pt x="521536" y="48895"/>
                </a:lnTo>
                <a:lnTo>
                  <a:pt x="521102" y="49044"/>
                </a:lnTo>
                <a:lnTo>
                  <a:pt x="520648" y="49183"/>
                </a:lnTo>
                <a:lnTo>
                  <a:pt x="520172" y="49312"/>
                </a:lnTo>
                <a:lnTo>
                  <a:pt x="519675" y="49432"/>
                </a:lnTo>
                <a:lnTo>
                  <a:pt x="519157" y="49543"/>
                </a:lnTo>
                <a:lnTo>
                  <a:pt x="518618" y="49644"/>
                </a:lnTo>
                <a:lnTo>
                  <a:pt x="518058" y="49735"/>
                </a:lnTo>
                <a:lnTo>
                  <a:pt x="517477" y="49816"/>
                </a:lnTo>
                <a:lnTo>
                  <a:pt x="516875" y="49888"/>
                </a:lnTo>
                <a:lnTo>
                  <a:pt x="516252" y="49951"/>
                </a:lnTo>
                <a:lnTo>
                  <a:pt x="515608" y="50003"/>
                </a:lnTo>
                <a:lnTo>
                  <a:pt x="514944" y="50047"/>
                </a:lnTo>
                <a:lnTo>
                  <a:pt x="514258" y="50080"/>
                </a:lnTo>
                <a:lnTo>
                  <a:pt x="513551" y="50104"/>
                </a:lnTo>
                <a:lnTo>
                  <a:pt x="512823" y="50119"/>
                </a:lnTo>
                <a:lnTo>
                  <a:pt x="512074" y="50123"/>
                </a:lnTo>
                <a:lnTo>
                  <a:pt x="488662" y="50123"/>
                </a:lnTo>
                <a:lnTo>
                  <a:pt x="488662" y="8171"/>
                </a:lnTo>
                <a:lnTo>
                  <a:pt x="517887" y="8171"/>
                </a:lnTo>
                <a:lnTo>
                  <a:pt x="518540" y="8173"/>
                </a:lnTo>
                <a:lnTo>
                  <a:pt x="519177" y="8179"/>
                </a:lnTo>
                <a:close/>
                <a:moveTo>
                  <a:pt x="302255" y="598"/>
                </a:moveTo>
                <a:lnTo>
                  <a:pt x="302185" y="884"/>
                </a:lnTo>
                <a:lnTo>
                  <a:pt x="302113" y="1162"/>
                </a:lnTo>
                <a:lnTo>
                  <a:pt x="302040" y="1431"/>
                </a:lnTo>
                <a:lnTo>
                  <a:pt x="301964" y="1692"/>
                </a:lnTo>
                <a:lnTo>
                  <a:pt x="301887" y="1943"/>
                </a:lnTo>
                <a:lnTo>
                  <a:pt x="301809" y="2187"/>
                </a:lnTo>
                <a:lnTo>
                  <a:pt x="301728" y="2421"/>
                </a:lnTo>
                <a:lnTo>
                  <a:pt x="301646" y="2647"/>
                </a:lnTo>
                <a:lnTo>
                  <a:pt x="301562" y="2865"/>
                </a:lnTo>
                <a:lnTo>
                  <a:pt x="301476" y="3074"/>
                </a:lnTo>
                <a:lnTo>
                  <a:pt x="301388" y="3274"/>
                </a:lnTo>
                <a:lnTo>
                  <a:pt x="301299" y="3466"/>
                </a:lnTo>
                <a:lnTo>
                  <a:pt x="301208" y="3649"/>
                </a:lnTo>
                <a:lnTo>
                  <a:pt x="301115" y="3823"/>
                </a:lnTo>
                <a:lnTo>
                  <a:pt x="301020" y="3989"/>
                </a:lnTo>
                <a:lnTo>
                  <a:pt x="300923" y="4147"/>
                </a:lnTo>
                <a:lnTo>
                  <a:pt x="300825" y="4295"/>
                </a:lnTo>
                <a:lnTo>
                  <a:pt x="300725" y="4436"/>
                </a:lnTo>
                <a:lnTo>
                  <a:pt x="300623" y="4567"/>
                </a:lnTo>
                <a:lnTo>
                  <a:pt x="300520" y="4690"/>
                </a:lnTo>
                <a:lnTo>
                  <a:pt x="300414" y="4804"/>
                </a:lnTo>
                <a:lnTo>
                  <a:pt x="300307" y="4910"/>
                </a:lnTo>
                <a:lnTo>
                  <a:pt x="300198" y="5010"/>
                </a:lnTo>
                <a:lnTo>
                  <a:pt x="300086" y="5105"/>
                </a:lnTo>
                <a:lnTo>
                  <a:pt x="299971" y="5196"/>
                </a:lnTo>
                <a:lnTo>
                  <a:pt x="299854" y="5282"/>
                </a:lnTo>
                <a:lnTo>
                  <a:pt x="299735" y="5365"/>
                </a:lnTo>
                <a:lnTo>
                  <a:pt x="299612" y="5443"/>
                </a:lnTo>
                <a:lnTo>
                  <a:pt x="299487" y="5517"/>
                </a:lnTo>
                <a:lnTo>
                  <a:pt x="299360" y="5587"/>
                </a:lnTo>
                <a:lnTo>
                  <a:pt x="299230" y="5652"/>
                </a:lnTo>
                <a:lnTo>
                  <a:pt x="299097" y="5714"/>
                </a:lnTo>
                <a:lnTo>
                  <a:pt x="298962" y="5771"/>
                </a:lnTo>
                <a:lnTo>
                  <a:pt x="298824" y="5824"/>
                </a:lnTo>
                <a:lnTo>
                  <a:pt x="298684" y="5872"/>
                </a:lnTo>
                <a:lnTo>
                  <a:pt x="298541" y="5917"/>
                </a:lnTo>
                <a:lnTo>
                  <a:pt x="298395" y="5957"/>
                </a:lnTo>
                <a:lnTo>
                  <a:pt x="298247" y="5993"/>
                </a:lnTo>
                <a:lnTo>
                  <a:pt x="298096" y="6024"/>
                </a:lnTo>
                <a:lnTo>
                  <a:pt x="297943" y="6052"/>
                </a:lnTo>
                <a:lnTo>
                  <a:pt x="297787" y="6075"/>
                </a:lnTo>
                <a:lnTo>
                  <a:pt x="297628" y="6094"/>
                </a:lnTo>
                <a:lnTo>
                  <a:pt x="297467" y="6109"/>
                </a:lnTo>
                <a:lnTo>
                  <a:pt x="297303" y="6119"/>
                </a:lnTo>
                <a:lnTo>
                  <a:pt x="297137" y="6126"/>
                </a:lnTo>
                <a:lnTo>
                  <a:pt x="296968" y="6128"/>
                </a:lnTo>
                <a:lnTo>
                  <a:pt x="296813" y="6125"/>
                </a:lnTo>
                <a:lnTo>
                  <a:pt x="296649" y="6114"/>
                </a:lnTo>
                <a:lnTo>
                  <a:pt x="296476" y="6097"/>
                </a:lnTo>
                <a:lnTo>
                  <a:pt x="296294" y="6073"/>
                </a:lnTo>
                <a:lnTo>
                  <a:pt x="296103" y="6043"/>
                </a:lnTo>
                <a:lnTo>
                  <a:pt x="295903" y="6005"/>
                </a:lnTo>
                <a:lnTo>
                  <a:pt x="295694" y="5961"/>
                </a:lnTo>
                <a:lnTo>
                  <a:pt x="295475" y="5910"/>
                </a:lnTo>
                <a:lnTo>
                  <a:pt x="295248" y="5852"/>
                </a:lnTo>
                <a:lnTo>
                  <a:pt x="295012" y="5787"/>
                </a:lnTo>
                <a:lnTo>
                  <a:pt x="294767" y="5715"/>
                </a:lnTo>
                <a:lnTo>
                  <a:pt x="294513" y="5637"/>
                </a:lnTo>
                <a:lnTo>
                  <a:pt x="294250" y="5552"/>
                </a:lnTo>
                <a:lnTo>
                  <a:pt x="293978" y="5460"/>
                </a:lnTo>
                <a:lnTo>
                  <a:pt x="293697" y="5361"/>
                </a:lnTo>
                <a:lnTo>
                  <a:pt x="293407" y="5255"/>
                </a:lnTo>
                <a:lnTo>
                  <a:pt x="293107" y="5142"/>
                </a:lnTo>
                <a:lnTo>
                  <a:pt x="292799" y="5023"/>
                </a:lnTo>
                <a:lnTo>
                  <a:pt x="292482" y="4897"/>
                </a:lnTo>
                <a:lnTo>
                  <a:pt x="292156" y="4764"/>
                </a:lnTo>
                <a:lnTo>
                  <a:pt x="291821" y="4624"/>
                </a:lnTo>
                <a:lnTo>
                  <a:pt x="291477" y="4478"/>
                </a:lnTo>
                <a:lnTo>
                  <a:pt x="291124" y="4324"/>
                </a:lnTo>
                <a:lnTo>
                  <a:pt x="290762" y="4164"/>
                </a:lnTo>
                <a:lnTo>
                  <a:pt x="289971" y="3824"/>
                </a:lnTo>
                <a:lnTo>
                  <a:pt x="289184" y="3499"/>
                </a:lnTo>
                <a:lnTo>
                  <a:pt x="288401" y="3188"/>
                </a:lnTo>
                <a:lnTo>
                  <a:pt x="287621" y="2892"/>
                </a:lnTo>
                <a:lnTo>
                  <a:pt x="286845" y="2610"/>
                </a:lnTo>
                <a:lnTo>
                  <a:pt x="286072" y="2342"/>
                </a:lnTo>
                <a:lnTo>
                  <a:pt x="285303" y="2089"/>
                </a:lnTo>
                <a:lnTo>
                  <a:pt x="284538" y="1851"/>
                </a:lnTo>
                <a:lnTo>
                  <a:pt x="283776" y="1627"/>
                </a:lnTo>
                <a:lnTo>
                  <a:pt x="283017" y="1417"/>
                </a:lnTo>
                <a:lnTo>
                  <a:pt x="282262" y="1222"/>
                </a:lnTo>
                <a:lnTo>
                  <a:pt x="281511" y="1041"/>
                </a:lnTo>
                <a:lnTo>
                  <a:pt x="280763" y="875"/>
                </a:lnTo>
                <a:lnTo>
                  <a:pt x="280019" y="723"/>
                </a:lnTo>
                <a:lnTo>
                  <a:pt x="279278" y="586"/>
                </a:lnTo>
                <a:lnTo>
                  <a:pt x="278541" y="463"/>
                </a:lnTo>
                <a:lnTo>
                  <a:pt x="277807" y="354"/>
                </a:lnTo>
                <a:lnTo>
                  <a:pt x="277077" y="260"/>
                </a:lnTo>
                <a:lnTo>
                  <a:pt x="276350" y="181"/>
                </a:lnTo>
                <a:lnTo>
                  <a:pt x="275627" y="116"/>
                </a:lnTo>
                <a:lnTo>
                  <a:pt x="274908" y="65"/>
                </a:lnTo>
                <a:lnTo>
                  <a:pt x="274192" y="29"/>
                </a:lnTo>
                <a:lnTo>
                  <a:pt x="273479" y="7"/>
                </a:lnTo>
                <a:lnTo>
                  <a:pt x="272771" y="0"/>
                </a:lnTo>
                <a:lnTo>
                  <a:pt x="271646" y="14"/>
                </a:lnTo>
                <a:lnTo>
                  <a:pt x="270539" y="58"/>
                </a:lnTo>
                <a:lnTo>
                  <a:pt x="269448" y="129"/>
                </a:lnTo>
                <a:lnTo>
                  <a:pt x="268373" y="230"/>
                </a:lnTo>
                <a:lnTo>
                  <a:pt x="267316" y="359"/>
                </a:lnTo>
                <a:lnTo>
                  <a:pt x="266274" y="518"/>
                </a:lnTo>
                <a:lnTo>
                  <a:pt x="265250" y="704"/>
                </a:lnTo>
                <a:lnTo>
                  <a:pt x="264242" y="920"/>
                </a:lnTo>
                <a:lnTo>
                  <a:pt x="263251" y="1165"/>
                </a:lnTo>
                <a:lnTo>
                  <a:pt x="262276" y="1438"/>
                </a:lnTo>
                <a:lnTo>
                  <a:pt x="261319" y="1740"/>
                </a:lnTo>
                <a:lnTo>
                  <a:pt x="260377" y="2070"/>
                </a:lnTo>
                <a:lnTo>
                  <a:pt x="259453" y="2430"/>
                </a:lnTo>
                <a:lnTo>
                  <a:pt x="258545" y="2818"/>
                </a:lnTo>
                <a:lnTo>
                  <a:pt x="257653" y="3235"/>
                </a:lnTo>
                <a:lnTo>
                  <a:pt x="256779" y="3680"/>
                </a:lnTo>
                <a:lnTo>
                  <a:pt x="255921" y="4155"/>
                </a:lnTo>
                <a:lnTo>
                  <a:pt x="255079" y="4658"/>
                </a:lnTo>
                <a:lnTo>
                  <a:pt x="254254" y="5190"/>
                </a:lnTo>
                <a:lnTo>
                  <a:pt x="253446" y="5751"/>
                </a:lnTo>
                <a:lnTo>
                  <a:pt x="252655" y="6340"/>
                </a:lnTo>
                <a:lnTo>
                  <a:pt x="251880" y="6958"/>
                </a:lnTo>
                <a:lnTo>
                  <a:pt x="251122" y="7605"/>
                </a:lnTo>
                <a:lnTo>
                  <a:pt x="250380" y="8281"/>
                </a:lnTo>
                <a:lnTo>
                  <a:pt x="249662" y="8976"/>
                </a:lnTo>
                <a:lnTo>
                  <a:pt x="248975" y="9683"/>
                </a:lnTo>
                <a:lnTo>
                  <a:pt x="248318" y="10400"/>
                </a:lnTo>
                <a:lnTo>
                  <a:pt x="247691" y="11129"/>
                </a:lnTo>
                <a:lnTo>
                  <a:pt x="247096" y="11868"/>
                </a:lnTo>
                <a:lnTo>
                  <a:pt x="246530" y="12619"/>
                </a:lnTo>
                <a:lnTo>
                  <a:pt x="245996" y="13381"/>
                </a:lnTo>
                <a:lnTo>
                  <a:pt x="245492" y="14153"/>
                </a:lnTo>
                <a:lnTo>
                  <a:pt x="245018" y="14937"/>
                </a:lnTo>
                <a:lnTo>
                  <a:pt x="244575" y="15732"/>
                </a:lnTo>
                <a:lnTo>
                  <a:pt x="244163" y="16538"/>
                </a:lnTo>
                <a:lnTo>
                  <a:pt x="243781" y="17355"/>
                </a:lnTo>
                <a:lnTo>
                  <a:pt x="243429" y="18182"/>
                </a:lnTo>
                <a:lnTo>
                  <a:pt x="243109" y="19021"/>
                </a:lnTo>
                <a:lnTo>
                  <a:pt x="242818" y="19871"/>
                </a:lnTo>
                <a:lnTo>
                  <a:pt x="242559" y="20732"/>
                </a:lnTo>
                <a:lnTo>
                  <a:pt x="242329" y="21604"/>
                </a:lnTo>
                <a:lnTo>
                  <a:pt x="242131" y="22487"/>
                </a:lnTo>
                <a:lnTo>
                  <a:pt x="241963" y="23382"/>
                </a:lnTo>
                <a:lnTo>
                  <a:pt x="241825" y="24287"/>
                </a:lnTo>
                <a:lnTo>
                  <a:pt x="241718" y="25203"/>
                </a:lnTo>
                <a:lnTo>
                  <a:pt x="241642" y="26130"/>
                </a:lnTo>
                <a:lnTo>
                  <a:pt x="241596" y="27068"/>
                </a:lnTo>
                <a:lnTo>
                  <a:pt x="241581" y="28018"/>
                </a:lnTo>
                <a:lnTo>
                  <a:pt x="241586" y="28565"/>
                </a:lnTo>
                <a:lnTo>
                  <a:pt x="241602" y="29109"/>
                </a:lnTo>
                <a:lnTo>
                  <a:pt x="241628" y="29649"/>
                </a:lnTo>
                <a:lnTo>
                  <a:pt x="241664" y="30185"/>
                </a:lnTo>
                <a:lnTo>
                  <a:pt x="241711" y="30717"/>
                </a:lnTo>
                <a:lnTo>
                  <a:pt x="241768" y="31245"/>
                </a:lnTo>
                <a:lnTo>
                  <a:pt x="241835" y="31770"/>
                </a:lnTo>
                <a:lnTo>
                  <a:pt x="241913" y="32290"/>
                </a:lnTo>
                <a:lnTo>
                  <a:pt x="242001" y="32807"/>
                </a:lnTo>
                <a:lnTo>
                  <a:pt x="242099" y="33320"/>
                </a:lnTo>
                <a:lnTo>
                  <a:pt x="242208" y="33830"/>
                </a:lnTo>
                <a:lnTo>
                  <a:pt x="242327" y="34335"/>
                </a:lnTo>
                <a:lnTo>
                  <a:pt x="242457" y="34837"/>
                </a:lnTo>
                <a:lnTo>
                  <a:pt x="242597" y="35335"/>
                </a:lnTo>
                <a:lnTo>
                  <a:pt x="242747" y="35829"/>
                </a:lnTo>
                <a:lnTo>
                  <a:pt x="242908" y="36319"/>
                </a:lnTo>
                <a:lnTo>
                  <a:pt x="243079" y="36806"/>
                </a:lnTo>
                <a:lnTo>
                  <a:pt x="243260" y="37288"/>
                </a:lnTo>
                <a:lnTo>
                  <a:pt x="243452" y="37767"/>
                </a:lnTo>
                <a:lnTo>
                  <a:pt x="243654" y="38242"/>
                </a:lnTo>
                <a:lnTo>
                  <a:pt x="243867" y="38713"/>
                </a:lnTo>
                <a:lnTo>
                  <a:pt x="244090" y="39181"/>
                </a:lnTo>
                <a:lnTo>
                  <a:pt x="244323" y="39644"/>
                </a:lnTo>
                <a:lnTo>
                  <a:pt x="244566" y="40104"/>
                </a:lnTo>
                <a:lnTo>
                  <a:pt x="244820" y="40560"/>
                </a:lnTo>
                <a:lnTo>
                  <a:pt x="245083" y="41013"/>
                </a:lnTo>
                <a:lnTo>
                  <a:pt x="245356" y="41463"/>
                </a:lnTo>
                <a:lnTo>
                  <a:pt x="245639" y="41909"/>
                </a:lnTo>
                <a:lnTo>
                  <a:pt x="245931" y="42353"/>
                </a:lnTo>
                <a:lnTo>
                  <a:pt x="246233" y="42792"/>
                </a:lnTo>
                <a:lnTo>
                  <a:pt x="246545" y="43229"/>
                </a:lnTo>
                <a:lnTo>
                  <a:pt x="246867" y="43662"/>
                </a:lnTo>
                <a:lnTo>
                  <a:pt x="247198" y="44092"/>
                </a:lnTo>
                <a:lnTo>
                  <a:pt x="247538" y="44519"/>
                </a:lnTo>
                <a:lnTo>
                  <a:pt x="247889" y="44943"/>
                </a:lnTo>
                <a:lnTo>
                  <a:pt x="248249" y="45363"/>
                </a:lnTo>
                <a:lnTo>
                  <a:pt x="248619" y="45780"/>
                </a:lnTo>
                <a:lnTo>
                  <a:pt x="248998" y="46194"/>
                </a:lnTo>
                <a:lnTo>
                  <a:pt x="249388" y="46604"/>
                </a:lnTo>
                <a:lnTo>
                  <a:pt x="249786" y="47011"/>
                </a:lnTo>
                <a:lnTo>
                  <a:pt x="250195" y="47415"/>
                </a:lnTo>
                <a:lnTo>
                  <a:pt x="250613" y="47816"/>
                </a:lnTo>
                <a:lnTo>
                  <a:pt x="251041" y="48213"/>
                </a:lnTo>
                <a:lnTo>
                  <a:pt x="251479" y="48607"/>
                </a:lnTo>
                <a:lnTo>
                  <a:pt x="251926" y="48998"/>
                </a:lnTo>
                <a:lnTo>
                  <a:pt x="252383" y="49385"/>
                </a:lnTo>
                <a:lnTo>
                  <a:pt x="252850" y="49769"/>
                </a:lnTo>
                <a:lnTo>
                  <a:pt x="253326" y="50150"/>
                </a:lnTo>
                <a:lnTo>
                  <a:pt x="253821" y="50535"/>
                </a:lnTo>
                <a:lnTo>
                  <a:pt x="254343" y="50930"/>
                </a:lnTo>
                <a:lnTo>
                  <a:pt x="254893" y="51336"/>
                </a:lnTo>
                <a:lnTo>
                  <a:pt x="255470" y="51752"/>
                </a:lnTo>
                <a:lnTo>
                  <a:pt x="256075" y="52179"/>
                </a:lnTo>
                <a:lnTo>
                  <a:pt x="256707" y="52617"/>
                </a:lnTo>
                <a:lnTo>
                  <a:pt x="257366" y="53065"/>
                </a:lnTo>
                <a:lnTo>
                  <a:pt x="258053" y="53524"/>
                </a:lnTo>
                <a:lnTo>
                  <a:pt x="258767" y="53993"/>
                </a:lnTo>
                <a:lnTo>
                  <a:pt x="259509" y="54473"/>
                </a:lnTo>
                <a:lnTo>
                  <a:pt x="260278" y="54964"/>
                </a:lnTo>
                <a:lnTo>
                  <a:pt x="261075" y="55465"/>
                </a:lnTo>
                <a:lnTo>
                  <a:pt x="261898" y="55977"/>
                </a:lnTo>
                <a:lnTo>
                  <a:pt x="262750" y="56499"/>
                </a:lnTo>
                <a:lnTo>
                  <a:pt x="263628" y="57032"/>
                </a:lnTo>
                <a:lnTo>
                  <a:pt x="264535" y="57576"/>
                </a:lnTo>
                <a:lnTo>
                  <a:pt x="265468" y="58130"/>
                </a:lnTo>
                <a:lnTo>
                  <a:pt x="266429" y="58695"/>
                </a:lnTo>
                <a:lnTo>
                  <a:pt x="267417" y="59270"/>
                </a:lnTo>
                <a:lnTo>
                  <a:pt x="268433" y="59856"/>
                </a:lnTo>
                <a:lnTo>
                  <a:pt x="269476" y="60452"/>
                </a:lnTo>
                <a:lnTo>
                  <a:pt x="270547" y="61060"/>
                </a:lnTo>
                <a:lnTo>
                  <a:pt x="271645" y="61677"/>
                </a:lnTo>
                <a:lnTo>
                  <a:pt x="272771" y="62306"/>
                </a:lnTo>
                <a:lnTo>
                  <a:pt x="273891" y="62930"/>
                </a:lnTo>
                <a:lnTo>
                  <a:pt x="274975" y="63536"/>
                </a:lnTo>
                <a:lnTo>
                  <a:pt x="276022" y="64124"/>
                </a:lnTo>
                <a:lnTo>
                  <a:pt x="277033" y="64694"/>
                </a:lnTo>
                <a:lnTo>
                  <a:pt x="278006" y="65245"/>
                </a:lnTo>
                <a:lnTo>
                  <a:pt x="278943" y="65778"/>
                </a:lnTo>
                <a:lnTo>
                  <a:pt x="279843" y="66293"/>
                </a:lnTo>
                <a:lnTo>
                  <a:pt x="280706" y="66790"/>
                </a:lnTo>
                <a:lnTo>
                  <a:pt x="281532" y="67269"/>
                </a:lnTo>
                <a:lnTo>
                  <a:pt x="282321" y="67729"/>
                </a:lnTo>
                <a:lnTo>
                  <a:pt x="283073" y="68172"/>
                </a:lnTo>
                <a:lnTo>
                  <a:pt x="283789" y="68596"/>
                </a:lnTo>
                <a:lnTo>
                  <a:pt x="284468" y="69001"/>
                </a:lnTo>
                <a:lnTo>
                  <a:pt x="285110" y="69389"/>
                </a:lnTo>
                <a:lnTo>
                  <a:pt x="285715" y="69758"/>
                </a:lnTo>
                <a:lnTo>
                  <a:pt x="286284" y="70110"/>
                </a:lnTo>
                <a:lnTo>
                  <a:pt x="286815" y="70443"/>
                </a:lnTo>
                <a:lnTo>
                  <a:pt x="287310" y="70757"/>
                </a:lnTo>
                <a:lnTo>
                  <a:pt x="287768" y="71054"/>
                </a:lnTo>
                <a:lnTo>
                  <a:pt x="288189" y="71332"/>
                </a:lnTo>
                <a:lnTo>
                  <a:pt x="288573" y="71592"/>
                </a:lnTo>
                <a:lnTo>
                  <a:pt x="288920" y="71834"/>
                </a:lnTo>
                <a:lnTo>
                  <a:pt x="289231" y="72058"/>
                </a:lnTo>
                <a:lnTo>
                  <a:pt x="289505" y="72264"/>
                </a:lnTo>
                <a:lnTo>
                  <a:pt x="289880" y="72553"/>
                </a:lnTo>
                <a:lnTo>
                  <a:pt x="290247" y="72844"/>
                </a:lnTo>
                <a:lnTo>
                  <a:pt x="290606" y="73137"/>
                </a:lnTo>
                <a:lnTo>
                  <a:pt x="290957" y="73432"/>
                </a:lnTo>
                <a:lnTo>
                  <a:pt x="291299" y="73729"/>
                </a:lnTo>
                <a:lnTo>
                  <a:pt x="291633" y="74028"/>
                </a:lnTo>
                <a:lnTo>
                  <a:pt x="291959" y="74328"/>
                </a:lnTo>
                <a:lnTo>
                  <a:pt x="292276" y="74631"/>
                </a:lnTo>
                <a:lnTo>
                  <a:pt x="292585" y="74935"/>
                </a:lnTo>
                <a:lnTo>
                  <a:pt x="292886" y="75242"/>
                </a:lnTo>
                <a:lnTo>
                  <a:pt x="293178" y="75550"/>
                </a:lnTo>
                <a:lnTo>
                  <a:pt x="293462" y="75860"/>
                </a:lnTo>
                <a:lnTo>
                  <a:pt x="293738" y="76172"/>
                </a:lnTo>
                <a:lnTo>
                  <a:pt x="294005" y="76487"/>
                </a:lnTo>
                <a:lnTo>
                  <a:pt x="294264" y="76802"/>
                </a:lnTo>
                <a:lnTo>
                  <a:pt x="294515" y="77120"/>
                </a:lnTo>
                <a:lnTo>
                  <a:pt x="294758" y="77440"/>
                </a:lnTo>
                <a:lnTo>
                  <a:pt x="294992" y="77762"/>
                </a:lnTo>
                <a:lnTo>
                  <a:pt x="295218" y="78085"/>
                </a:lnTo>
                <a:lnTo>
                  <a:pt x="295435" y="78411"/>
                </a:lnTo>
                <a:lnTo>
                  <a:pt x="295644" y="78738"/>
                </a:lnTo>
                <a:lnTo>
                  <a:pt x="295845" y="79068"/>
                </a:lnTo>
                <a:lnTo>
                  <a:pt x="296038" y="79399"/>
                </a:lnTo>
                <a:lnTo>
                  <a:pt x="296222" y="79732"/>
                </a:lnTo>
                <a:lnTo>
                  <a:pt x="296398" y="80066"/>
                </a:lnTo>
                <a:lnTo>
                  <a:pt x="296567" y="80399"/>
                </a:lnTo>
                <a:lnTo>
                  <a:pt x="296728" y="80733"/>
                </a:lnTo>
                <a:lnTo>
                  <a:pt x="296882" y="81065"/>
                </a:lnTo>
                <a:lnTo>
                  <a:pt x="297028" y="81398"/>
                </a:lnTo>
                <a:lnTo>
                  <a:pt x="297167" y="81731"/>
                </a:lnTo>
                <a:lnTo>
                  <a:pt x="297298" y="82063"/>
                </a:lnTo>
                <a:lnTo>
                  <a:pt x="297422" y="82395"/>
                </a:lnTo>
                <a:lnTo>
                  <a:pt x="297538" y="82726"/>
                </a:lnTo>
                <a:lnTo>
                  <a:pt x="297647" y="83058"/>
                </a:lnTo>
                <a:lnTo>
                  <a:pt x="297748" y="83389"/>
                </a:lnTo>
                <a:lnTo>
                  <a:pt x="297842" y="83720"/>
                </a:lnTo>
                <a:lnTo>
                  <a:pt x="297928" y="84050"/>
                </a:lnTo>
                <a:lnTo>
                  <a:pt x="298007" y="84381"/>
                </a:lnTo>
                <a:lnTo>
                  <a:pt x="298078" y="84711"/>
                </a:lnTo>
                <a:lnTo>
                  <a:pt x="298142" y="85041"/>
                </a:lnTo>
                <a:lnTo>
                  <a:pt x="298199" y="85370"/>
                </a:lnTo>
                <a:lnTo>
                  <a:pt x="298247" y="85699"/>
                </a:lnTo>
                <a:lnTo>
                  <a:pt x="298289" y="86028"/>
                </a:lnTo>
                <a:lnTo>
                  <a:pt x="298322" y="86357"/>
                </a:lnTo>
                <a:lnTo>
                  <a:pt x="298349" y="86686"/>
                </a:lnTo>
                <a:lnTo>
                  <a:pt x="298367" y="87014"/>
                </a:lnTo>
                <a:lnTo>
                  <a:pt x="298379" y="87342"/>
                </a:lnTo>
                <a:lnTo>
                  <a:pt x="298382" y="87669"/>
                </a:lnTo>
                <a:lnTo>
                  <a:pt x="298372" y="88256"/>
                </a:lnTo>
                <a:lnTo>
                  <a:pt x="298343" y="88835"/>
                </a:lnTo>
                <a:lnTo>
                  <a:pt x="298293" y="89408"/>
                </a:lnTo>
                <a:lnTo>
                  <a:pt x="298224" y="89975"/>
                </a:lnTo>
                <a:lnTo>
                  <a:pt x="298135" y="90535"/>
                </a:lnTo>
                <a:lnTo>
                  <a:pt x="298026" y="91088"/>
                </a:lnTo>
                <a:lnTo>
                  <a:pt x="297898" y="91635"/>
                </a:lnTo>
                <a:lnTo>
                  <a:pt x="297749" y="92175"/>
                </a:lnTo>
                <a:lnTo>
                  <a:pt x="297581" y="92709"/>
                </a:lnTo>
                <a:lnTo>
                  <a:pt x="297393" y="93236"/>
                </a:lnTo>
                <a:lnTo>
                  <a:pt x="297186" y="93757"/>
                </a:lnTo>
                <a:lnTo>
                  <a:pt x="296958" y="94271"/>
                </a:lnTo>
                <a:lnTo>
                  <a:pt x="296711" y="94779"/>
                </a:lnTo>
                <a:lnTo>
                  <a:pt x="296444" y="95280"/>
                </a:lnTo>
                <a:lnTo>
                  <a:pt x="296157" y="95774"/>
                </a:lnTo>
                <a:lnTo>
                  <a:pt x="295851" y="96262"/>
                </a:lnTo>
                <a:lnTo>
                  <a:pt x="295524" y="96744"/>
                </a:lnTo>
                <a:lnTo>
                  <a:pt x="295178" y="97219"/>
                </a:lnTo>
                <a:lnTo>
                  <a:pt x="294813" y="97687"/>
                </a:lnTo>
                <a:lnTo>
                  <a:pt x="294427" y="98149"/>
                </a:lnTo>
                <a:lnTo>
                  <a:pt x="294021" y="98604"/>
                </a:lnTo>
                <a:lnTo>
                  <a:pt x="293596" y="99052"/>
                </a:lnTo>
                <a:lnTo>
                  <a:pt x="293151" y="99495"/>
                </a:lnTo>
                <a:lnTo>
                  <a:pt x="292686" y="99930"/>
                </a:lnTo>
                <a:lnTo>
                  <a:pt x="292205" y="100353"/>
                </a:lnTo>
                <a:lnTo>
                  <a:pt x="291708" y="100759"/>
                </a:lnTo>
                <a:lnTo>
                  <a:pt x="291198" y="101146"/>
                </a:lnTo>
                <a:lnTo>
                  <a:pt x="290673" y="101515"/>
                </a:lnTo>
                <a:lnTo>
                  <a:pt x="290134" y="101867"/>
                </a:lnTo>
                <a:lnTo>
                  <a:pt x="289581" y="102200"/>
                </a:lnTo>
                <a:lnTo>
                  <a:pt x="289013" y="102515"/>
                </a:lnTo>
                <a:lnTo>
                  <a:pt x="288431" y="102812"/>
                </a:lnTo>
                <a:lnTo>
                  <a:pt x="287835" y="103091"/>
                </a:lnTo>
                <a:lnTo>
                  <a:pt x="287224" y="103353"/>
                </a:lnTo>
                <a:lnTo>
                  <a:pt x="286599" y="103596"/>
                </a:lnTo>
                <a:lnTo>
                  <a:pt x="285959" y="103821"/>
                </a:lnTo>
                <a:lnTo>
                  <a:pt x="285306" y="104028"/>
                </a:lnTo>
                <a:lnTo>
                  <a:pt x="284638" y="104217"/>
                </a:lnTo>
                <a:lnTo>
                  <a:pt x="283955" y="104388"/>
                </a:lnTo>
                <a:lnTo>
                  <a:pt x="283259" y="104541"/>
                </a:lnTo>
                <a:lnTo>
                  <a:pt x="282548" y="104677"/>
                </a:lnTo>
                <a:lnTo>
                  <a:pt x="281823" y="104794"/>
                </a:lnTo>
                <a:lnTo>
                  <a:pt x="281083" y="104893"/>
                </a:lnTo>
                <a:lnTo>
                  <a:pt x="280329" y="104974"/>
                </a:lnTo>
                <a:lnTo>
                  <a:pt x="279561" y="105037"/>
                </a:lnTo>
                <a:lnTo>
                  <a:pt x="278778" y="105082"/>
                </a:lnTo>
                <a:lnTo>
                  <a:pt x="277981" y="105109"/>
                </a:lnTo>
                <a:lnTo>
                  <a:pt x="277170" y="105118"/>
                </a:lnTo>
                <a:lnTo>
                  <a:pt x="276465" y="105111"/>
                </a:lnTo>
                <a:lnTo>
                  <a:pt x="275766" y="105092"/>
                </a:lnTo>
                <a:lnTo>
                  <a:pt x="275070" y="105059"/>
                </a:lnTo>
                <a:lnTo>
                  <a:pt x="274380" y="105013"/>
                </a:lnTo>
                <a:lnTo>
                  <a:pt x="273694" y="104954"/>
                </a:lnTo>
                <a:lnTo>
                  <a:pt x="273014" y="104882"/>
                </a:lnTo>
                <a:lnTo>
                  <a:pt x="272338" y="104796"/>
                </a:lnTo>
                <a:lnTo>
                  <a:pt x="271666" y="104698"/>
                </a:lnTo>
                <a:lnTo>
                  <a:pt x="271000" y="104586"/>
                </a:lnTo>
                <a:lnTo>
                  <a:pt x="270338" y="104461"/>
                </a:lnTo>
                <a:lnTo>
                  <a:pt x="269681" y="104324"/>
                </a:lnTo>
                <a:lnTo>
                  <a:pt x="269029" y="104173"/>
                </a:lnTo>
                <a:lnTo>
                  <a:pt x="268382" y="104008"/>
                </a:lnTo>
                <a:lnTo>
                  <a:pt x="267739" y="103831"/>
                </a:lnTo>
                <a:lnTo>
                  <a:pt x="267101" y="103641"/>
                </a:lnTo>
                <a:lnTo>
                  <a:pt x="266468" y="103437"/>
                </a:lnTo>
                <a:lnTo>
                  <a:pt x="265840" y="103221"/>
                </a:lnTo>
                <a:lnTo>
                  <a:pt x="265216" y="102991"/>
                </a:lnTo>
                <a:lnTo>
                  <a:pt x="264598" y="102748"/>
                </a:lnTo>
                <a:lnTo>
                  <a:pt x="263984" y="102492"/>
                </a:lnTo>
                <a:lnTo>
                  <a:pt x="263374" y="102223"/>
                </a:lnTo>
                <a:lnTo>
                  <a:pt x="262770" y="101941"/>
                </a:lnTo>
                <a:lnTo>
                  <a:pt x="262170" y="101645"/>
                </a:lnTo>
                <a:lnTo>
                  <a:pt x="261575" y="101337"/>
                </a:lnTo>
                <a:lnTo>
                  <a:pt x="260989" y="101019"/>
                </a:lnTo>
                <a:lnTo>
                  <a:pt x="260416" y="100693"/>
                </a:lnTo>
                <a:lnTo>
                  <a:pt x="259855" y="100362"/>
                </a:lnTo>
                <a:lnTo>
                  <a:pt x="259307" y="100023"/>
                </a:lnTo>
                <a:lnTo>
                  <a:pt x="258771" y="99678"/>
                </a:lnTo>
                <a:lnTo>
                  <a:pt x="258249" y="99326"/>
                </a:lnTo>
                <a:lnTo>
                  <a:pt x="257739" y="98967"/>
                </a:lnTo>
                <a:lnTo>
                  <a:pt x="257241" y="98602"/>
                </a:lnTo>
                <a:lnTo>
                  <a:pt x="256757" y="98230"/>
                </a:lnTo>
                <a:lnTo>
                  <a:pt x="256285" y="97851"/>
                </a:lnTo>
                <a:lnTo>
                  <a:pt x="255825" y="97466"/>
                </a:lnTo>
                <a:lnTo>
                  <a:pt x="255379" y="97074"/>
                </a:lnTo>
                <a:lnTo>
                  <a:pt x="254945" y="96675"/>
                </a:lnTo>
                <a:lnTo>
                  <a:pt x="254523" y="96269"/>
                </a:lnTo>
                <a:lnTo>
                  <a:pt x="254115" y="95857"/>
                </a:lnTo>
                <a:lnTo>
                  <a:pt x="253719" y="95438"/>
                </a:lnTo>
                <a:lnTo>
                  <a:pt x="253336" y="95013"/>
                </a:lnTo>
                <a:lnTo>
                  <a:pt x="252965" y="94580"/>
                </a:lnTo>
                <a:lnTo>
                  <a:pt x="252607" y="94141"/>
                </a:lnTo>
                <a:lnTo>
                  <a:pt x="252262" y="93695"/>
                </a:lnTo>
                <a:lnTo>
                  <a:pt x="251930" y="93243"/>
                </a:lnTo>
                <a:lnTo>
                  <a:pt x="251610" y="92784"/>
                </a:lnTo>
                <a:lnTo>
                  <a:pt x="251303" y="92318"/>
                </a:lnTo>
                <a:lnTo>
                  <a:pt x="251009" y="91846"/>
                </a:lnTo>
                <a:lnTo>
                  <a:pt x="250723" y="91360"/>
                </a:lnTo>
                <a:lnTo>
                  <a:pt x="250442" y="90854"/>
                </a:lnTo>
                <a:lnTo>
                  <a:pt x="250166" y="90327"/>
                </a:lnTo>
                <a:lnTo>
                  <a:pt x="249896" y="89781"/>
                </a:lnTo>
                <a:lnTo>
                  <a:pt x="249630" y="89215"/>
                </a:lnTo>
                <a:lnTo>
                  <a:pt x="249369" y="88628"/>
                </a:lnTo>
                <a:lnTo>
                  <a:pt x="249112" y="88022"/>
                </a:lnTo>
                <a:lnTo>
                  <a:pt x="248861" y="87395"/>
                </a:lnTo>
                <a:lnTo>
                  <a:pt x="248615" y="86748"/>
                </a:lnTo>
                <a:lnTo>
                  <a:pt x="248373" y="86082"/>
                </a:lnTo>
                <a:lnTo>
                  <a:pt x="248137" y="85395"/>
                </a:lnTo>
                <a:lnTo>
                  <a:pt x="247905" y="84688"/>
                </a:lnTo>
                <a:lnTo>
                  <a:pt x="247679" y="83961"/>
                </a:lnTo>
                <a:lnTo>
                  <a:pt x="247457" y="83213"/>
                </a:lnTo>
                <a:lnTo>
                  <a:pt x="247240" y="82446"/>
                </a:lnTo>
                <a:lnTo>
                  <a:pt x="247028" y="81658"/>
                </a:lnTo>
                <a:lnTo>
                  <a:pt x="246821" y="80851"/>
                </a:lnTo>
                <a:lnTo>
                  <a:pt x="246619" y="80023"/>
                </a:lnTo>
                <a:lnTo>
                  <a:pt x="246422" y="79176"/>
                </a:lnTo>
                <a:lnTo>
                  <a:pt x="246229" y="78308"/>
                </a:lnTo>
                <a:lnTo>
                  <a:pt x="246042" y="77420"/>
                </a:lnTo>
                <a:lnTo>
                  <a:pt x="245859" y="76512"/>
                </a:lnTo>
                <a:lnTo>
                  <a:pt x="245682" y="75583"/>
                </a:lnTo>
                <a:lnTo>
                  <a:pt x="245509" y="74635"/>
                </a:lnTo>
                <a:lnTo>
                  <a:pt x="242602" y="74635"/>
                </a:lnTo>
                <a:lnTo>
                  <a:pt x="242602" y="111246"/>
                </a:lnTo>
                <a:lnTo>
                  <a:pt x="245509" y="111246"/>
                </a:lnTo>
                <a:lnTo>
                  <a:pt x="245556" y="110938"/>
                </a:lnTo>
                <a:lnTo>
                  <a:pt x="245605" y="110640"/>
                </a:lnTo>
                <a:lnTo>
                  <a:pt x="245656" y="110350"/>
                </a:lnTo>
                <a:lnTo>
                  <a:pt x="245709" y="110069"/>
                </a:lnTo>
                <a:lnTo>
                  <a:pt x="245764" y="109797"/>
                </a:lnTo>
                <a:lnTo>
                  <a:pt x="245821" y="109534"/>
                </a:lnTo>
                <a:lnTo>
                  <a:pt x="245880" y="109280"/>
                </a:lnTo>
                <a:lnTo>
                  <a:pt x="245941" y="109035"/>
                </a:lnTo>
                <a:lnTo>
                  <a:pt x="246004" y="108798"/>
                </a:lnTo>
                <a:lnTo>
                  <a:pt x="246070" y="108570"/>
                </a:lnTo>
                <a:lnTo>
                  <a:pt x="246137" y="108351"/>
                </a:lnTo>
                <a:lnTo>
                  <a:pt x="246206" y="108141"/>
                </a:lnTo>
                <a:lnTo>
                  <a:pt x="246278" y="107940"/>
                </a:lnTo>
                <a:lnTo>
                  <a:pt x="246351" y="107748"/>
                </a:lnTo>
                <a:lnTo>
                  <a:pt x="246427" y="107564"/>
                </a:lnTo>
                <a:lnTo>
                  <a:pt x="246504" y="107390"/>
                </a:lnTo>
                <a:lnTo>
                  <a:pt x="246584" y="107224"/>
                </a:lnTo>
                <a:lnTo>
                  <a:pt x="246665" y="107067"/>
                </a:lnTo>
                <a:lnTo>
                  <a:pt x="246749" y="106919"/>
                </a:lnTo>
                <a:lnTo>
                  <a:pt x="246835" y="106780"/>
                </a:lnTo>
                <a:lnTo>
                  <a:pt x="246923" y="106649"/>
                </a:lnTo>
                <a:lnTo>
                  <a:pt x="247012" y="106528"/>
                </a:lnTo>
                <a:lnTo>
                  <a:pt x="247104" y="106415"/>
                </a:lnTo>
                <a:lnTo>
                  <a:pt x="247198" y="106311"/>
                </a:lnTo>
                <a:lnTo>
                  <a:pt x="247295" y="106214"/>
                </a:lnTo>
                <a:lnTo>
                  <a:pt x="247394" y="106120"/>
                </a:lnTo>
                <a:lnTo>
                  <a:pt x="247496" y="106031"/>
                </a:lnTo>
                <a:lnTo>
                  <a:pt x="247601" y="105946"/>
                </a:lnTo>
                <a:lnTo>
                  <a:pt x="247709" y="105866"/>
                </a:lnTo>
                <a:lnTo>
                  <a:pt x="247819" y="105789"/>
                </a:lnTo>
                <a:lnTo>
                  <a:pt x="247933" y="105716"/>
                </a:lnTo>
                <a:lnTo>
                  <a:pt x="248049" y="105648"/>
                </a:lnTo>
                <a:lnTo>
                  <a:pt x="248169" y="105584"/>
                </a:lnTo>
                <a:lnTo>
                  <a:pt x="248291" y="105524"/>
                </a:lnTo>
                <a:lnTo>
                  <a:pt x="248416" y="105468"/>
                </a:lnTo>
                <a:lnTo>
                  <a:pt x="248544" y="105416"/>
                </a:lnTo>
                <a:lnTo>
                  <a:pt x="248674" y="105368"/>
                </a:lnTo>
                <a:lnTo>
                  <a:pt x="248808" y="105325"/>
                </a:lnTo>
                <a:lnTo>
                  <a:pt x="248944" y="105286"/>
                </a:lnTo>
                <a:lnTo>
                  <a:pt x="249084" y="105250"/>
                </a:lnTo>
                <a:lnTo>
                  <a:pt x="249226" y="105219"/>
                </a:lnTo>
                <a:lnTo>
                  <a:pt x="249371" y="105192"/>
                </a:lnTo>
                <a:lnTo>
                  <a:pt x="249519" y="105170"/>
                </a:lnTo>
                <a:lnTo>
                  <a:pt x="249670" y="105151"/>
                </a:lnTo>
                <a:lnTo>
                  <a:pt x="249823" y="105136"/>
                </a:lnTo>
                <a:lnTo>
                  <a:pt x="249980" y="105126"/>
                </a:lnTo>
                <a:lnTo>
                  <a:pt x="250139" y="105120"/>
                </a:lnTo>
                <a:lnTo>
                  <a:pt x="250301" y="105118"/>
                </a:lnTo>
                <a:lnTo>
                  <a:pt x="250481" y="105122"/>
                </a:lnTo>
                <a:lnTo>
                  <a:pt x="250681" y="105135"/>
                </a:lnTo>
                <a:lnTo>
                  <a:pt x="250900" y="105157"/>
                </a:lnTo>
                <a:lnTo>
                  <a:pt x="251138" y="105187"/>
                </a:lnTo>
                <a:lnTo>
                  <a:pt x="251396" y="105227"/>
                </a:lnTo>
                <a:lnTo>
                  <a:pt x="251674" y="105274"/>
                </a:lnTo>
                <a:lnTo>
                  <a:pt x="251971" y="105331"/>
                </a:lnTo>
                <a:lnTo>
                  <a:pt x="252287" y="105396"/>
                </a:lnTo>
                <a:lnTo>
                  <a:pt x="252623" y="105470"/>
                </a:lnTo>
                <a:lnTo>
                  <a:pt x="252979" y="105553"/>
                </a:lnTo>
                <a:lnTo>
                  <a:pt x="253354" y="105644"/>
                </a:lnTo>
                <a:lnTo>
                  <a:pt x="253748" y="105744"/>
                </a:lnTo>
                <a:lnTo>
                  <a:pt x="254162" y="105853"/>
                </a:lnTo>
                <a:lnTo>
                  <a:pt x="254596" y="105971"/>
                </a:lnTo>
                <a:lnTo>
                  <a:pt x="255049" y="106097"/>
                </a:lnTo>
                <a:lnTo>
                  <a:pt x="255522" y="106232"/>
                </a:lnTo>
                <a:lnTo>
                  <a:pt x="256014" y="106375"/>
                </a:lnTo>
                <a:lnTo>
                  <a:pt x="256525" y="106528"/>
                </a:lnTo>
                <a:lnTo>
                  <a:pt x="257056" y="106689"/>
                </a:lnTo>
                <a:lnTo>
                  <a:pt x="257607" y="106859"/>
                </a:lnTo>
                <a:lnTo>
                  <a:pt x="258177" y="107037"/>
                </a:lnTo>
                <a:lnTo>
                  <a:pt x="258766" y="107224"/>
                </a:lnTo>
                <a:lnTo>
                  <a:pt x="259376" y="107420"/>
                </a:lnTo>
                <a:lnTo>
                  <a:pt x="260004" y="107624"/>
                </a:lnTo>
                <a:lnTo>
                  <a:pt x="260633" y="107830"/>
                </a:lnTo>
                <a:lnTo>
                  <a:pt x="261244" y="108028"/>
                </a:lnTo>
                <a:lnTo>
                  <a:pt x="261837" y="108218"/>
                </a:lnTo>
                <a:lnTo>
                  <a:pt x="262412" y="108401"/>
                </a:lnTo>
                <a:lnTo>
                  <a:pt x="262969" y="108577"/>
                </a:lnTo>
                <a:lnTo>
                  <a:pt x="263508" y="108746"/>
                </a:lnTo>
                <a:lnTo>
                  <a:pt x="264028" y="108907"/>
                </a:lnTo>
                <a:lnTo>
                  <a:pt x="264530" y="109061"/>
                </a:lnTo>
                <a:lnTo>
                  <a:pt x="265014" y="109208"/>
                </a:lnTo>
                <a:lnTo>
                  <a:pt x="265480" y="109347"/>
                </a:lnTo>
                <a:lnTo>
                  <a:pt x="265928" y="109479"/>
                </a:lnTo>
                <a:lnTo>
                  <a:pt x="266358" y="109604"/>
                </a:lnTo>
                <a:lnTo>
                  <a:pt x="266769" y="109721"/>
                </a:lnTo>
                <a:lnTo>
                  <a:pt x="267163" y="109831"/>
                </a:lnTo>
                <a:lnTo>
                  <a:pt x="267538" y="109934"/>
                </a:lnTo>
                <a:lnTo>
                  <a:pt x="267895" y="110029"/>
                </a:lnTo>
                <a:lnTo>
                  <a:pt x="268234" y="110117"/>
                </a:lnTo>
                <a:lnTo>
                  <a:pt x="268555" y="110198"/>
                </a:lnTo>
                <a:lnTo>
                  <a:pt x="268858" y="110272"/>
                </a:lnTo>
                <a:lnTo>
                  <a:pt x="269143" y="110338"/>
                </a:lnTo>
                <a:lnTo>
                  <a:pt x="269409" y="110396"/>
                </a:lnTo>
                <a:lnTo>
                  <a:pt x="269657" y="110448"/>
                </a:lnTo>
                <a:lnTo>
                  <a:pt x="269887" y="110492"/>
                </a:lnTo>
                <a:lnTo>
                  <a:pt x="270099" y="110529"/>
                </a:lnTo>
                <a:lnTo>
                  <a:pt x="270441" y="110587"/>
                </a:lnTo>
                <a:lnTo>
                  <a:pt x="270784" y="110643"/>
                </a:lnTo>
                <a:lnTo>
                  <a:pt x="271129" y="110697"/>
                </a:lnTo>
                <a:lnTo>
                  <a:pt x="271477" y="110748"/>
                </a:lnTo>
                <a:lnTo>
                  <a:pt x="271826" y="110796"/>
                </a:lnTo>
                <a:lnTo>
                  <a:pt x="272176" y="110843"/>
                </a:lnTo>
                <a:lnTo>
                  <a:pt x="272529" y="110886"/>
                </a:lnTo>
                <a:lnTo>
                  <a:pt x="272884" y="110927"/>
                </a:lnTo>
                <a:lnTo>
                  <a:pt x="273241" y="110966"/>
                </a:lnTo>
                <a:lnTo>
                  <a:pt x="273599" y="111002"/>
                </a:lnTo>
                <a:lnTo>
                  <a:pt x="273960" y="111035"/>
                </a:lnTo>
                <a:lnTo>
                  <a:pt x="274322" y="111067"/>
                </a:lnTo>
                <a:lnTo>
                  <a:pt x="274687" y="111095"/>
                </a:lnTo>
                <a:lnTo>
                  <a:pt x="275053" y="111121"/>
                </a:lnTo>
                <a:lnTo>
                  <a:pt x="275421" y="111145"/>
                </a:lnTo>
                <a:lnTo>
                  <a:pt x="275791" y="111166"/>
                </a:lnTo>
                <a:lnTo>
                  <a:pt x="276163" y="111185"/>
                </a:lnTo>
                <a:lnTo>
                  <a:pt x="276537" y="111201"/>
                </a:lnTo>
                <a:lnTo>
                  <a:pt x="276913" y="111215"/>
                </a:lnTo>
                <a:lnTo>
                  <a:pt x="277290" y="111226"/>
                </a:lnTo>
                <a:lnTo>
                  <a:pt x="277670" y="111235"/>
                </a:lnTo>
                <a:lnTo>
                  <a:pt x="278051" y="111241"/>
                </a:lnTo>
                <a:lnTo>
                  <a:pt x="278435" y="111245"/>
                </a:lnTo>
                <a:lnTo>
                  <a:pt x="278820" y="111246"/>
                </a:lnTo>
                <a:lnTo>
                  <a:pt x="280041" y="111231"/>
                </a:lnTo>
                <a:lnTo>
                  <a:pt x="281244" y="111185"/>
                </a:lnTo>
                <a:lnTo>
                  <a:pt x="282428" y="111109"/>
                </a:lnTo>
                <a:lnTo>
                  <a:pt x="283594" y="111003"/>
                </a:lnTo>
                <a:lnTo>
                  <a:pt x="284741" y="110866"/>
                </a:lnTo>
                <a:lnTo>
                  <a:pt x="285869" y="110699"/>
                </a:lnTo>
                <a:lnTo>
                  <a:pt x="286978" y="110502"/>
                </a:lnTo>
                <a:lnTo>
                  <a:pt x="288069" y="110274"/>
                </a:lnTo>
                <a:lnTo>
                  <a:pt x="289141" y="110016"/>
                </a:lnTo>
                <a:lnTo>
                  <a:pt x="290194" y="109727"/>
                </a:lnTo>
                <a:lnTo>
                  <a:pt x="291229" y="109408"/>
                </a:lnTo>
                <a:lnTo>
                  <a:pt x="292245" y="109059"/>
                </a:lnTo>
                <a:lnTo>
                  <a:pt x="293242" y="108679"/>
                </a:lnTo>
                <a:lnTo>
                  <a:pt x="294220" y="108269"/>
                </a:lnTo>
                <a:lnTo>
                  <a:pt x="295180" y="107829"/>
                </a:lnTo>
                <a:lnTo>
                  <a:pt x="296121" y="107358"/>
                </a:lnTo>
                <a:lnTo>
                  <a:pt x="297044" y="106857"/>
                </a:lnTo>
                <a:lnTo>
                  <a:pt x="297948" y="106325"/>
                </a:lnTo>
                <a:lnTo>
                  <a:pt x="298833" y="105763"/>
                </a:lnTo>
                <a:lnTo>
                  <a:pt x="299699" y="105171"/>
                </a:lnTo>
                <a:lnTo>
                  <a:pt x="300547" y="104548"/>
                </a:lnTo>
                <a:lnTo>
                  <a:pt x="301376" y="103895"/>
                </a:lnTo>
                <a:lnTo>
                  <a:pt x="302187" y="103212"/>
                </a:lnTo>
                <a:lnTo>
                  <a:pt x="302978" y="102498"/>
                </a:lnTo>
                <a:lnTo>
                  <a:pt x="303744" y="101763"/>
                </a:lnTo>
                <a:lnTo>
                  <a:pt x="304478" y="101017"/>
                </a:lnTo>
                <a:lnTo>
                  <a:pt x="305179" y="100259"/>
                </a:lnTo>
                <a:lnTo>
                  <a:pt x="305847" y="99490"/>
                </a:lnTo>
                <a:lnTo>
                  <a:pt x="306483" y="98709"/>
                </a:lnTo>
                <a:lnTo>
                  <a:pt x="307086" y="97916"/>
                </a:lnTo>
                <a:lnTo>
                  <a:pt x="307656" y="97112"/>
                </a:lnTo>
                <a:lnTo>
                  <a:pt x="308194" y="96296"/>
                </a:lnTo>
                <a:lnTo>
                  <a:pt x="308699" y="95469"/>
                </a:lnTo>
                <a:lnTo>
                  <a:pt x="309172" y="94630"/>
                </a:lnTo>
                <a:lnTo>
                  <a:pt x="309612" y="93779"/>
                </a:lnTo>
                <a:lnTo>
                  <a:pt x="310019" y="92917"/>
                </a:lnTo>
                <a:lnTo>
                  <a:pt x="310394" y="92043"/>
                </a:lnTo>
                <a:lnTo>
                  <a:pt x="310737" y="91158"/>
                </a:lnTo>
                <a:lnTo>
                  <a:pt x="311046" y="90261"/>
                </a:lnTo>
                <a:lnTo>
                  <a:pt x="311323" y="89353"/>
                </a:lnTo>
                <a:lnTo>
                  <a:pt x="311568" y="88433"/>
                </a:lnTo>
                <a:lnTo>
                  <a:pt x="311780" y="87502"/>
                </a:lnTo>
                <a:lnTo>
                  <a:pt x="311959" y="86558"/>
                </a:lnTo>
                <a:lnTo>
                  <a:pt x="312106" y="85604"/>
                </a:lnTo>
                <a:lnTo>
                  <a:pt x="312220" y="84637"/>
                </a:lnTo>
                <a:lnTo>
                  <a:pt x="312301" y="83660"/>
                </a:lnTo>
                <a:lnTo>
                  <a:pt x="312350" y="82670"/>
                </a:lnTo>
                <a:lnTo>
                  <a:pt x="312367" y="81669"/>
                </a:lnTo>
                <a:lnTo>
                  <a:pt x="312361" y="81140"/>
                </a:lnTo>
                <a:lnTo>
                  <a:pt x="312346" y="80614"/>
                </a:lnTo>
                <a:lnTo>
                  <a:pt x="312321" y="80089"/>
                </a:lnTo>
                <a:lnTo>
                  <a:pt x="312285" y="79566"/>
                </a:lnTo>
                <a:lnTo>
                  <a:pt x="312239" y="79045"/>
                </a:lnTo>
                <a:lnTo>
                  <a:pt x="312182" y="78525"/>
                </a:lnTo>
                <a:lnTo>
                  <a:pt x="312116" y="78008"/>
                </a:lnTo>
                <a:lnTo>
                  <a:pt x="312039" y="77493"/>
                </a:lnTo>
                <a:lnTo>
                  <a:pt x="311952" y="76980"/>
                </a:lnTo>
                <a:lnTo>
                  <a:pt x="311855" y="76468"/>
                </a:lnTo>
                <a:lnTo>
                  <a:pt x="311748" y="75959"/>
                </a:lnTo>
                <a:lnTo>
                  <a:pt x="311630" y="75451"/>
                </a:lnTo>
                <a:lnTo>
                  <a:pt x="311502" y="74945"/>
                </a:lnTo>
                <a:lnTo>
                  <a:pt x="311364" y="74441"/>
                </a:lnTo>
                <a:lnTo>
                  <a:pt x="311216" y="73940"/>
                </a:lnTo>
                <a:lnTo>
                  <a:pt x="311057" y="73440"/>
                </a:lnTo>
                <a:lnTo>
                  <a:pt x="310888" y="72942"/>
                </a:lnTo>
                <a:lnTo>
                  <a:pt x="310709" y="72445"/>
                </a:lnTo>
                <a:lnTo>
                  <a:pt x="310520" y="71951"/>
                </a:lnTo>
                <a:lnTo>
                  <a:pt x="310321" y="71459"/>
                </a:lnTo>
                <a:lnTo>
                  <a:pt x="310111" y="70969"/>
                </a:lnTo>
                <a:lnTo>
                  <a:pt x="309891" y="70480"/>
                </a:lnTo>
                <a:lnTo>
                  <a:pt x="309661" y="69994"/>
                </a:lnTo>
                <a:lnTo>
                  <a:pt x="309420" y="69509"/>
                </a:lnTo>
                <a:lnTo>
                  <a:pt x="309171" y="69028"/>
                </a:lnTo>
                <a:lnTo>
                  <a:pt x="308912" y="68552"/>
                </a:lnTo>
                <a:lnTo>
                  <a:pt x="308645" y="68081"/>
                </a:lnTo>
                <a:lnTo>
                  <a:pt x="308369" y="67616"/>
                </a:lnTo>
                <a:lnTo>
                  <a:pt x="308084" y="67156"/>
                </a:lnTo>
                <a:lnTo>
                  <a:pt x="307790" y="66702"/>
                </a:lnTo>
                <a:lnTo>
                  <a:pt x="307488" y="66252"/>
                </a:lnTo>
                <a:lnTo>
                  <a:pt x="307177" y="65808"/>
                </a:lnTo>
                <a:lnTo>
                  <a:pt x="306857" y="65370"/>
                </a:lnTo>
                <a:lnTo>
                  <a:pt x="306529" y="64936"/>
                </a:lnTo>
                <a:lnTo>
                  <a:pt x="306192" y="64508"/>
                </a:lnTo>
                <a:lnTo>
                  <a:pt x="305846" y="64086"/>
                </a:lnTo>
                <a:lnTo>
                  <a:pt x="305491" y="63668"/>
                </a:lnTo>
                <a:lnTo>
                  <a:pt x="305128" y="63256"/>
                </a:lnTo>
                <a:lnTo>
                  <a:pt x="304756" y="62849"/>
                </a:lnTo>
                <a:lnTo>
                  <a:pt x="304375" y="62448"/>
                </a:lnTo>
                <a:lnTo>
                  <a:pt x="303985" y="62052"/>
                </a:lnTo>
                <a:lnTo>
                  <a:pt x="303587" y="61661"/>
                </a:lnTo>
                <a:lnTo>
                  <a:pt x="303180" y="61276"/>
                </a:lnTo>
                <a:lnTo>
                  <a:pt x="302764" y="60896"/>
                </a:lnTo>
                <a:lnTo>
                  <a:pt x="302340" y="60521"/>
                </a:lnTo>
                <a:lnTo>
                  <a:pt x="301907" y="60151"/>
                </a:lnTo>
                <a:lnTo>
                  <a:pt x="301465" y="59787"/>
                </a:lnTo>
                <a:lnTo>
                  <a:pt x="301014" y="59428"/>
                </a:lnTo>
                <a:lnTo>
                  <a:pt x="300543" y="59065"/>
                </a:lnTo>
                <a:lnTo>
                  <a:pt x="300038" y="58690"/>
                </a:lnTo>
                <a:lnTo>
                  <a:pt x="299501" y="58301"/>
                </a:lnTo>
                <a:lnTo>
                  <a:pt x="298931" y="57899"/>
                </a:lnTo>
                <a:lnTo>
                  <a:pt x="298328" y="57485"/>
                </a:lnTo>
                <a:lnTo>
                  <a:pt x="297692" y="57057"/>
                </a:lnTo>
                <a:lnTo>
                  <a:pt x="297024" y="56617"/>
                </a:lnTo>
                <a:lnTo>
                  <a:pt x="296322" y="56163"/>
                </a:lnTo>
                <a:lnTo>
                  <a:pt x="295588" y="55697"/>
                </a:lnTo>
                <a:lnTo>
                  <a:pt x="294820" y="55218"/>
                </a:lnTo>
                <a:lnTo>
                  <a:pt x="294020" y="54726"/>
                </a:lnTo>
                <a:lnTo>
                  <a:pt x="293187" y="54220"/>
                </a:lnTo>
                <a:lnTo>
                  <a:pt x="292321" y="53702"/>
                </a:lnTo>
                <a:lnTo>
                  <a:pt x="291423" y="53171"/>
                </a:lnTo>
                <a:lnTo>
                  <a:pt x="290491" y="52627"/>
                </a:lnTo>
                <a:lnTo>
                  <a:pt x="289526" y="52071"/>
                </a:lnTo>
                <a:lnTo>
                  <a:pt x="288529" y="51501"/>
                </a:lnTo>
                <a:lnTo>
                  <a:pt x="287499" y="50918"/>
                </a:lnTo>
                <a:lnTo>
                  <a:pt x="286436" y="50322"/>
                </a:lnTo>
                <a:lnTo>
                  <a:pt x="285340" y="49714"/>
                </a:lnTo>
                <a:lnTo>
                  <a:pt x="284211" y="49092"/>
                </a:lnTo>
                <a:lnTo>
                  <a:pt x="283049" y="48458"/>
                </a:lnTo>
                <a:lnTo>
                  <a:pt x="281854" y="47811"/>
                </a:lnTo>
                <a:lnTo>
                  <a:pt x="280627" y="47150"/>
                </a:lnTo>
                <a:lnTo>
                  <a:pt x="279125" y="46340"/>
                </a:lnTo>
                <a:lnTo>
                  <a:pt x="277669" y="45544"/>
                </a:lnTo>
                <a:lnTo>
                  <a:pt x="276261" y="44761"/>
                </a:lnTo>
                <a:lnTo>
                  <a:pt x="274898" y="43991"/>
                </a:lnTo>
                <a:lnTo>
                  <a:pt x="273583" y="43236"/>
                </a:lnTo>
                <a:lnTo>
                  <a:pt x="272314" y="42494"/>
                </a:lnTo>
                <a:lnTo>
                  <a:pt x="271092" y="41765"/>
                </a:lnTo>
                <a:lnTo>
                  <a:pt x="269916" y="41050"/>
                </a:lnTo>
                <a:lnTo>
                  <a:pt x="268787" y="40349"/>
                </a:lnTo>
                <a:lnTo>
                  <a:pt x="267705" y="39662"/>
                </a:lnTo>
                <a:lnTo>
                  <a:pt x="266669" y="38988"/>
                </a:lnTo>
                <a:lnTo>
                  <a:pt x="265680" y="38327"/>
                </a:lnTo>
                <a:lnTo>
                  <a:pt x="264738" y="37681"/>
                </a:lnTo>
                <a:lnTo>
                  <a:pt x="263842" y="37047"/>
                </a:lnTo>
                <a:lnTo>
                  <a:pt x="262993" y="36428"/>
                </a:lnTo>
                <a:lnTo>
                  <a:pt x="262191" y="35822"/>
                </a:lnTo>
                <a:lnTo>
                  <a:pt x="261435" y="35230"/>
                </a:lnTo>
                <a:lnTo>
                  <a:pt x="260726" y="34651"/>
                </a:lnTo>
                <a:lnTo>
                  <a:pt x="260063" y="34086"/>
                </a:lnTo>
                <a:lnTo>
                  <a:pt x="259448" y="33534"/>
                </a:lnTo>
                <a:lnTo>
                  <a:pt x="258878" y="32997"/>
                </a:lnTo>
                <a:lnTo>
                  <a:pt x="258356" y="32472"/>
                </a:lnTo>
                <a:lnTo>
                  <a:pt x="257880" y="31962"/>
                </a:lnTo>
                <a:lnTo>
                  <a:pt x="257451" y="31465"/>
                </a:lnTo>
                <a:lnTo>
                  <a:pt x="257175" y="31130"/>
                </a:lnTo>
                <a:lnTo>
                  <a:pt x="256911" y="30792"/>
                </a:lnTo>
                <a:lnTo>
                  <a:pt x="256659" y="30451"/>
                </a:lnTo>
                <a:lnTo>
                  <a:pt x="256419" y="30107"/>
                </a:lnTo>
                <a:lnTo>
                  <a:pt x="256190" y="29760"/>
                </a:lnTo>
                <a:lnTo>
                  <a:pt x="255973" y="29410"/>
                </a:lnTo>
                <a:lnTo>
                  <a:pt x="255768" y="29057"/>
                </a:lnTo>
                <a:lnTo>
                  <a:pt x="255574" y="28701"/>
                </a:lnTo>
                <a:lnTo>
                  <a:pt x="255392" y="28342"/>
                </a:lnTo>
                <a:lnTo>
                  <a:pt x="255222" y="27980"/>
                </a:lnTo>
                <a:lnTo>
                  <a:pt x="255064" y="27615"/>
                </a:lnTo>
                <a:lnTo>
                  <a:pt x="254917" y="27247"/>
                </a:lnTo>
                <a:lnTo>
                  <a:pt x="254782" y="26876"/>
                </a:lnTo>
                <a:lnTo>
                  <a:pt x="254659" y="26503"/>
                </a:lnTo>
                <a:lnTo>
                  <a:pt x="254548" y="26126"/>
                </a:lnTo>
                <a:lnTo>
                  <a:pt x="254448" y="25746"/>
                </a:lnTo>
                <a:lnTo>
                  <a:pt x="254360" y="25363"/>
                </a:lnTo>
                <a:lnTo>
                  <a:pt x="254284" y="24977"/>
                </a:lnTo>
                <a:lnTo>
                  <a:pt x="254219" y="24588"/>
                </a:lnTo>
                <a:lnTo>
                  <a:pt x="254166" y="24196"/>
                </a:lnTo>
                <a:lnTo>
                  <a:pt x="254125" y="23802"/>
                </a:lnTo>
                <a:lnTo>
                  <a:pt x="254096" y="23404"/>
                </a:lnTo>
                <a:lnTo>
                  <a:pt x="254078" y="23003"/>
                </a:lnTo>
                <a:lnTo>
                  <a:pt x="254073" y="22599"/>
                </a:lnTo>
                <a:lnTo>
                  <a:pt x="254082" y="22072"/>
                </a:lnTo>
                <a:lnTo>
                  <a:pt x="254110" y="21550"/>
                </a:lnTo>
                <a:lnTo>
                  <a:pt x="254156" y="21033"/>
                </a:lnTo>
                <a:lnTo>
                  <a:pt x="254221" y="20520"/>
                </a:lnTo>
                <a:lnTo>
                  <a:pt x="254304" y="20012"/>
                </a:lnTo>
                <a:lnTo>
                  <a:pt x="254406" y="19509"/>
                </a:lnTo>
                <a:lnTo>
                  <a:pt x="254527" y="19011"/>
                </a:lnTo>
                <a:lnTo>
                  <a:pt x="254666" y="18517"/>
                </a:lnTo>
                <a:lnTo>
                  <a:pt x="254824" y="18028"/>
                </a:lnTo>
                <a:lnTo>
                  <a:pt x="255000" y="17544"/>
                </a:lnTo>
                <a:lnTo>
                  <a:pt x="255195" y="17065"/>
                </a:lnTo>
                <a:lnTo>
                  <a:pt x="255408" y="16590"/>
                </a:lnTo>
                <a:lnTo>
                  <a:pt x="255640" y="16121"/>
                </a:lnTo>
                <a:lnTo>
                  <a:pt x="255890" y="15655"/>
                </a:lnTo>
                <a:lnTo>
                  <a:pt x="256159" y="15195"/>
                </a:lnTo>
                <a:lnTo>
                  <a:pt x="256447" y="14740"/>
                </a:lnTo>
                <a:lnTo>
                  <a:pt x="256753" y="14289"/>
                </a:lnTo>
                <a:lnTo>
                  <a:pt x="257078" y="13843"/>
                </a:lnTo>
                <a:lnTo>
                  <a:pt x="257421" y="13402"/>
                </a:lnTo>
                <a:lnTo>
                  <a:pt x="257782" y="12965"/>
                </a:lnTo>
                <a:lnTo>
                  <a:pt x="258163" y="12533"/>
                </a:lnTo>
                <a:lnTo>
                  <a:pt x="258562" y="12106"/>
                </a:lnTo>
                <a:lnTo>
                  <a:pt x="258979" y="11684"/>
                </a:lnTo>
                <a:lnTo>
                  <a:pt x="259415" y="11266"/>
                </a:lnTo>
                <a:lnTo>
                  <a:pt x="259865" y="10860"/>
                </a:lnTo>
                <a:lnTo>
                  <a:pt x="260325" y="10471"/>
                </a:lnTo>
                <a:lnTo>
                  <a:pt x="260795" y="10099"/>
                </a:lnTo>
                <a:lnTo>
                  <a:pt x="261274" y="9744"/>
                </a:lnTo>
                <a:lnTo>
                  <a:pt x="261764" y="9407"/>
                </a:lnTo>
                <a:lnTo>
                  <a:pt x="262263" y="9087"/>
                </a:lnTo>
                <a:lnTo>
                  <a:pt x="262772" y="8784"/>
                </a:lnTo>
                <a:lnTo>
                  <a:pt x="263291" y="8499"/>
                </a:lnTo>
                <a:lnTo>
                  <a:pt x="263819" y="8231"/>
                </a:lnTo>
                <a:lnTo>
                  <a:pt x="264358" y="7980"/>
                </a:lnTo>
                <a:lnTo>
                  <a:pt x="264906" y="7747"/>
                </a:lnTo>
                <a:lnTo>
                  <a:pt x="265464" y="7530"/>
                </a:lnTo>
                <a:lnTo>
                  <a:pt x="266032" y="7332"/>
                </a:lnTo>
                <a:lnTo>
                  <a:pt x="266610" y="7150"/>
                </a:lnTo>
                <a:lnTo>
                  <a:pt x="267198" y="6986"/>
                </a:lnTo>
                <a:lnTo>
                  <a:pt x="267795" y="6839"/>
                </a:lnTo>
                <a:lnTo>
                  <a:pt x="268402" y="6709"/>
                </a:lnTo>
                <a:lnTo>
                  <a:pt x="269019" y="6596"/>
                </a:lnTo>
                <a:lnTo>
                  <a:pt x="269646" y="6501"/>
                </a:lnTo>
                <a:lnTo>
                  <a:pt x="270283" y="6423"/>
                </a:lnTo>
                <a:lnTo>
                  <a:pt x="270929" y="6363"/>
                </a:lnTo>
                <a:lnTo>
                  <a:pt x="271586" y="6320"/>
                </a:lnTo>
                <a:lnTo>
                  <a:pt x="272252" y="6294"/>
                </a:lnTo>
                <a:lnTo>
                  <a:pt x="272928" y="6285"/>
                </a:lnTo>
                <a:lnTo>
                  <a:pt x="273529" y="6291"/>
                </a:lnTo>
                <a:lnTo>
                  <a:pt x="274129" y="6311"/>
                </a:lnTo>
                <a:lnTo>
                  <a:pt x="274727" y="6343"/>
                </a:lnTo>
                <a:lnTo>
                  <a:pt x="275324" y="6388"/>
                </a:lnTo>
                <a:lnTo>
                  <a:pt x="275919" y="6446"/>
                </a:lnTo>
                <a:lnTo>
                  <a:pt x="276512" y="6516"/>
                </a:lnTo>
                <a:lnTo>
                  <a:pt x="277104" y="6600"/>
                </a:lnTo>
                <a:lnTo>
                  <a:pt x="277694" y="6696"/>
                </a:lnTo>
                <a:lnTo>
                  <a:pt x="278282" y="6806"/>
                </a:lnTo>
                <a:lnTo>
                  <a:pt x="278869" y="6928"/>
                </a:lnTo>
                <a:lnTo>
                  <a:pt x="279454" y="7063"/>
                </a:lnTo>
                <a:lnTo>
                  <a:pt x="280038" y="7211"/>
                </a:lnTo>
                <a:lnTo>
                  <a:pt x="280620" y="7371"/>
                </a:lnTo>
                <a:lnTo>
                  <a:pt x="281200" y="7545"/>
                </a:lnTo>
                <a:lnTo>
                  <a:pt x="281778" y="7731"/>
                </a:lnTo>
                <a:lnTo>
                  <a:pt x="282355" y="7931"/>
                </a:lnTo>
                <a:lnTo>
                  <a:pt x="282931" y="8143"/>
                </a:lnTo>
                <a:lnTo>
                  <a:pt x="283504" y="8368"/>
                </a:lnTo>
                <a:lnTo>
                  <a:pt x="284076" y="8605"/>
                </a:lnTo>
                <a:lnTo>
                  <a:pt x="284647" y="8856"/>
                </a:lnTo>
                <a:lnTo>
                  <a:pt x="285216" y="9120"/>
                </a:lnTo>
                <a:lnTo>
                  <a:pt x="285783" y="9396"/>
                </a:lnTo>
                <a:lnTo>
                  <a:pt x="286348" y="9685"/>
                </a:lnTo>
                <a:lnTo>
                  <a:pt x="286912" y="9987"/>
                </a:lnTo>
                <a:lnTo>
                  <a:pt x="287470" y="10300"/>
                </a:lnTo>
                <a:lnTo>
                  <a:pt x="288017" y="10622"/>
                </a:lnTo>
                <a:lnTo>
                  <a:pt x="288553" y="10954"/>
                </a:lnTo>
                <a:lnTo>
                  <a:pt x="289078" y="11294"/>
                </a:lnTo>
                <a:lnTo>
                  <a:pt x="289593" y="11643"/>
                </a:lnTo>
                <a:lnTo>
                  <a:pt x="290096" y="12001"/>
                </a:lnTo>
                <a:lnTo>
                  <a:pt x="290589" y="12368"/>
                </a:lnTo>
                <a:lnTo>
                  <a:pt x="291072" y="12744"/>
                </a:lnTo>
                <a:lnTo>
                  <a:pt x="291543" y="13130"/>
                </a:lnTo>
                <a:lnTo>
                  <a:pt x="292004" y="13524"/>
                </a:lnTo>
                <a:lnTo>
                  <a:pt x="292454" y="13927"/>
                </a:lnTo>
                <a:lnTo>
                  <a:pt x="292893" y="14340"/>
                </a:lnTo>
                <a:lnTo>
                  <a:pt x="293321" y="14761"/>
                </a:lnTo>
                <a:lnTo>
                  <a:pt x="293739" y="15191"/>
                </a:lnTo>
                <a:lnTo>
                  <a:pt x="294145" y="15631"/>
                </a:lnTo>
                <a:lnTo>
                  <a:pt x="294541" y="16079"/>
                </a:lnTo>
                <a:lnTo>
                  <a:pt x="294927" y="16537"/>
                </a:lnTo>
                <a:lnTo>
                  <a:pt x="295301" y="17003"/>
                </a:lnTo>
                <a:lnTo>
                  <a:pt x="295665" y="17479"/>
                </a:lnTo>
                <a:lnTo>
                  <a:pt x="296018" y="17963"/>
                </a:lnTo>
                <a:lnTo>
                  <a:pt x="296360" y="18457"/>
                </a:lnTo>
                <a:lnTo>
                  <a:pt x="296691" y="18960"/>
                </a:lnTo>
                <a:lnTo>
                  <a:pt x="297012" y="19471"/>
                </a:lnTo>
                <a:lnTo>
                  <a:pt x="297322" y="19992"/>
                </a:lnTo>
                <a:lnTo>
                  <a:pt x="297622" y="20524"/>
                </a:lnTo>
                <a:lnTo>
                  <a:pt x="297915" y="21072"/>
                </a:lnTo>
                <a:lnTo>
                  <a:pt x="298200" y="21635"/>
                </a:lnTo>
                <a:lnTo>
                  <a:pt x="298477" y="22212"/>
                </a:lnTo>
                <a:lnTo>
                  <a:pt x="298747" y="22805"/>
                </a:lnTo>
                <a:lnTo>
                  <a:pt x="299008" y="23413"/>
                </a:lnTo>
                <a:lnTo>
                  <a:pt x="299262" y="24035"/>
                </a:lnTo>
                <a:lnTo>
                  <a:pt x="299508" y="24673"/>
                </a:lnTo>
                <a:lnTo>
                  <a:pt x="299747" y="25326"/>
                </a:lnTo>
                <a:lnTo>
                  <a:pt x="299977" y="25994"/>
                </a:lnTo>
                <a:lnTo>
                  <a:pt x="300200" y="26677"/>
                </a:lnTo>
                <a:lnTo>
                  <a:pt x="300415" y="27375"/>
                </a:lnTo>
                <a:lnTo>
                  <a:pt x="300622" y="28088"/>
                </a:lnTo>
                <a:lnTo>
                  <a:pt x="300822" y="28816"/>
                </a:lnTo>
                <a:lnTo>
                  <a:pt x="301014" y="29559"/>
                </a:lnTo>
                <a:lnTo>
                  <a:pt x="301197" y="30318"/>
                </a:lnTo>
                <a:lnTo>
                  <a:pt x="301374" y="31091"/>
                </a:lnTo>
                <a:lnTo>
                  <a:pt x="301542" y="31879"/>
                </a:lnTo>
                <a:lnTo>
                  <a:pt x="301703" y="32682"/>
                </a:lnTo>
                <a:lnTo>
                  <a:pt x="301855" y="33501"/>
                </a:lnTo>
                <a:lnTo>
                  <a:pt x="302001" y="34334"/>
                </a:lnTo>
                <a:lnTo>
                  <a:pt x="302138" y="35183"/>
                </a:lnTo>
                <a:lnTo>
                  <a:pt x="302267" y="36046"/>
                </a:lnTo>
                <a:lnTo>
                  <a:pt x="302389" y="36925"/>
                </a:lnTo>
                <a:lnTo>
                  <a:pt x="305296" y="36925"/>
                </a:lnTo>
                <a:lnTo>
                  <a:pt x="305296" y="0"/>
                </a:lnTo>
                <a:lnTo>
                  <a:pt x="302389" y="0"/>
                </a:lnTo>
                <a:lnTo>
                  <a:pt x="302323" y="303"/>
                </a:lnTo>
                <a:lnTo>
                  <a:pt x="302255" y="598"/>
                </a:lnTo>
                <a:close/>
                <a:moveTo>
                  <a:pt x="672504" y="5344"/>
                </a:moveTo>
                <a:lnTo>
                  <a:pt x="672894" y="5350"/>
                </a:lnTo>
                <a:lnTo>
                  <a:pt x="673277" y="5359"/>
                </a:lnTo>
                <a:lnTo>
                  <a:pt x="673655" y="5373"/>
                </a:lnTo>
                <a:lnTo>
                  <a:pt x="674026" y="5390"/>
                </a:lnTo>
                <a:lnTo>
                  <a:pt x="674391" y="5411"/>
                </a:lnTo>
                <a:lnTo>
                  <a:pt x="674749" y="5436"/>
                </a:lnTo>
                <a:lnTo>
                  <a:pt x="675102" y="5464"/>
                </a:lnTo>
                <a:lnTo>
                  <a:pt x="675448" y="5497"/>
                </a:lnTo>
                <a:lnTo>
                  <a:pt x="675787" y="5533"/>
                </a:lnTo>
                <a:lnTo>
                  <a:pt x="676121" y="5573"/>
                </a:lnTo>
                <a:lnTo>
                  <a:pt x="676448" y="5617"/>
                </a:lnTo>
                <a:lnTo>
                  <a:pt x="676769" y="5664"/>
                </a:lnTo>
                <a:lnTo>
                  <a:pt x="677084" y="5716"/>
                </a:lnTo>
                <a:lnTo>
                  <a:pt x="677392" y="5771"/>
                </a:lnTo>
                <a:lnTo>
                  <a:pt x="677694" y="5830"/>
                </a:lnTo>
                <a:lnTo>
                  <a:pt x="677990" y="5893"/>
                </a:lnTo>
                <a:lnTo>
                  <a:pt x="678280" y="5960"/>
                </a:lnTo>
                <a:lnTo>
                  <a:pt x="678563" y="6030"/>
                </a:lnTo>
                <a:lnTo>
                  <a:pt x="678840" y="6104"/>
                </a:lnTo>
                <a:lnTo>
                  <a:pt x="679111" y="6183"/>
                </a:lnTo>
                <a:lnTo>
                  <a:pt x="679375" y="6264"/>
                </a:lnTo>
                <a:lnTo>
                  <a:pt x="679633" y="6350"/>
                </a:lnTo>
                <a:lnTo>
                  <a:pt x="679885" y="6440"/>
                </a:lnTo>
                <a:lnTo>
                  <a:pt x="680028" y="6494"/>
                </a:lnTo>
                <a:lnTo>
                  <a:pt x="680169" y="6551"/>
                </a:lnTo>
                <a:lnTo>
                  <a:pt x="680308" y="6611"/>
                </a:lnTo>
                <a:lnTo>
                  <a:pt x="680445" y="6675"/>
                </a:lnTo>
                <a:lnTo>
                  <a:pt x="680580" y="6741"/>
                </a:lnTo>
                <a:lnTo>
                  <a:pt x="680713" y="6812"/>
                </a:lnTo>
                <a:lnTo>
                  <a:pt x="680843" y="6885"/>
                </a:lnTo>
                <a:lnTo>
                  <a:pt x="680972" y="6962"/>
                </a:lnTo>
                <a:lnTo>
                  <a:pt x="681099" y="7042"/>
                </a:lnTo>
                <a:lnTo>
                  <a:pt x="681223" y="7125"/>
                </a:lnTo>
                <a:lnTo>
                  <a:pt x="681346" y="7211"/>
                </a:lnTo>
                <a:lnTo>
                  <a:pt x="681466" y="7301"/>
                </a:lnTo>
                <a:lnTo>
                  <a:pt x="681585" y="7394"/>
                </a:lnTo>
                <a:lnTo>
                  <a:pt x="681701" y="7490"/>
                </a:lnTo>
                <a:lnTo>
                  <a:pt x="681816" y="7590"/>
                </a:lnTo>
                <a:lnTo>
                  <a:pt x="681928" y="7692"/>
                </a:lnTo>
                <a:lnTo>
                  <a:pt x="682038" y="7798"/>
                </a:lnTo>
                <a:lnTo>
                  <a:pt x="682146" y="7908"/>
                </a:lnTo>
                <a:lnTo>
                  <a:pt x="682253" y="8020"/>
                </a:lnTo>
                <a:lnTo>
                  <a:pt x="682357" y="8136"/>
                </a:lnTo>
                <a:lnTo>
                  <a:pt x="682459" y="8255"/>
                </a:lnTo>
                <a:lnTo>
                  <a:pt x="682559" y="8378"/>
                </a:lnTo>
                <a:lnTo>
                  <a:pt x="682657" y="8503"/>
                </a:lnTo>
                <a:lnTo>
                  <a:pt x="682753" y="8632"/>
                </a:lnTo>
                <a:lnTo>
                  <a:pt x="682846" y="8763"/>
                </a:lnTo>
                <a:lnTo>
                  <a:pt x="682935" y="8895"/>
                </a:lnTo>
                <a:lnTo>
                  <a:pt x="683020" y="9027"/>
                </a:lnTo>
                <a:lnTo>
                  <a:pt x="683101" y="9161"/>
                </a:lnTo>
                <a:lnTo>
                  <a:pt x="683178" y="9295"/>
                </a:lnTo>
                <a:lnTo>
                  <a:pt x="683251" y="9430"/>
                </a:lnTo>
                <a:lnTo>
                  <a:pt x="683320" y="9566"/>
                </a:lnTo>
                <a:lnTo>
                  <a:pt x="683386" y="9702"/>
                </a:lnTo>
                <a:lnTo>
                  <a:pt x="683447" y="9840"/>
                </a:lnTo>
                <a:lnTo>
                  <a:pt x="683504" y="9978"/>
                </a:lnTo>
                <a:lnTo>
                  <a:pt x="683558" y="10117"/>
                </a:lnTo>
                <a:lnTo>
                  <a:pt x="683607" y="10257"/>
                </a:lnTo>
                <a:lnTo>
                  <a:pt x="683653" y="10397"/>
                </a:lnTo>
                <a:lnTo>
                  <a:pt x="683694" y="10539"/>
                </a:lnTo>
                <a:lnTo>
                  <a:pt x="683732" y="10681"/>
                </a:lnTo>
                <a:lnTo>
                  <a:pt x="683765" y="10824"/>
                </a:lnTo>
                <a:lnTo>
                  <a:pt x="683795" y="10968"/>
                </a:lnTo>
                <a:lnTo>
                  <a:pt x="683821" y="11113"/>
                </a:lnTo>
                <a:lnTo>
                  <a:pt x="683843" y="11258"/>
                </a:lnTo>
                <a:lnTo>
                  <a:pt x="683860" y="11405"/>
                </a:lnTo>
                <a:lnTo>
                  <a:pt x="683874" y="11552"/>
                </a:lnTo>
                <a:lnTo>
                  <a:pt x="683884" y="11700"/>
                </a:lnTo>
                <a:lnTo>
                  <a:pt x="683890" y="11849"/>
                </a:lnTo>
                <a:lnTo>
                  <a:pt x="683892" y="11998"/>
                </a:lnTo>
                <a:lnTo>
                  <a:pt x="683886" y="12322"/>
                </a:lnTo>
                <a:lnTo>
                  <a:pt x="683868" y="12666"/>
                </a:lnTo>
                <a:lnTo>
                  <a:pt x="683838" y="13031"/>
                </a:lnTo>
                <a:lnTo>
                  <a:pt x="683796" y="13417"/>
                </a:lnTo>
                <a:lnTo>
                  <a:pt x="683742" y="13823"/>
                </a:lnTo>
                <a:lnTo>
                  <a:pt x="683676" y="14251"/>
                </a:lnTo>
                <a:lnTo>
                  <a:pt x="683598" y="14698"/>
                </a:lnTo>
                <a:lnTo>
                  <a:pt x="683508" y="15167"/>
                </a:lnTo>
                <a:lnTo>
                  <a:pt x="683406" y="15656"/>
                </a:lnTo>
                <a:lnTo>
                  <a:pt x="683292" y="16165"/>
                </a:lnTo>
                <a:lnTo>
                  <a:pt x="683166" y="16696"/>
                </a:lnTo>
                <a:lnTo>
                  <a:pt x="683028" y="17247"/>
                </a:lnTo>
                <a:lnTo>
                  <a:pt x="682878" y="17818"/>
                </a:lnTo>
                <a:lnTo>
                  <a:pt x="682716" y="18410"/>
                </a:lnTo>
                <a:lnTo>
                  <a:pt x="682542" y="19023"/>
                </a:lnTo>
                <a:lnTo>
                  <a:pt x="682356" y="19657"/>
                </a:lnTo>
                <a:lnTo>
                  <a:pt x="682158" y="20311"/>
                </a:lnTo>
                <a:lnTo>
                  <a:pt x="681948" y="20986"/>
                </a:lnTo>
                <a:lnTo>
                  <a:pt x="681726" y="21682"/>
                </a:lnTo>
                <a:lnTo>
                  <a:pt x="681491" y="22398"/>
                </a:lnTo>
                <a:lnTo>
                  <a:pt x="681245" y="23135"/>
                </a:lnTo>
                <a:lnTo>
                  <a:pt x="680987" y="23892"/>
                </a:lnTo>
                <a:lnTo>
                  <a:pt x="680717" y="24670"/>
                </a:lnTo>
                <a:lnTo>
                  <a:pt x="680435" y="25469"/>
                </a:lnTo>
                <a:lnTo>
                  <a:pt x="660166" y="84168"/>
                </a:lnTo>
                <a:lnTo>
                  <a:pt x="639739" y="26267"/>
                </a:lnTo>
                <a:lnTo>
                  <a:pt x="639451" y="25448"/>
                </a:lnTo>
                <a:lnTo>
                  <a:pt x="639175" y="24650"/>
                </a:lnTo>
                <a:lnTo>
                  <a:pt x="638911" y="23872"/>
                </a:lnTo>
                <a:lnTo>
                  <a:pt x="638659" y="23115"/>
                </a:lnTo>
                <a:lnTo>
                  <a:pt x="638420" y="22379"/>
                </a:lnTo>
                <a:lnTo>
                  <a:pt x="638193" y="21663"/>
                </a:lnTo>
                <a:lnTo>
                  <a:pt x="637978" y="20968"/>
                </a:lnTo>
                <a:lnTo>
                  <a:pt x="637775" y="20294"/>
                </a:lnTo>
                <a:lnTo>
                  <a:pt x="637585" y="19640"/>
                </a:lnTo>
                <a:lnTo>
                  <a:pt x="637407" y="19007"/>
                </a:lnTo>
                <a:lnTo>
                  <a:pt x="637241" y="18395"/>
                </a:lnTo>
                <a:lnTo>
                  <a:pt x="637088" y="17803"/>
                </a:lnTo>
                <a:lnTo>
                  <a:pt x="636947" y="17232"/>
                </a:lnTo>
                <a:lnTo>
                  <a:pt x="636818" y="16682"/>
                </a:lnTo>
                <a:lnTo>
                  <a:pt x="636701" y="16153"/>
                </a:lnTo>
                <a:lnTo>
                  <a:pt x="636597" y="15644"/>
                </a:lnTo>
                <a:lnTo>
                  <a:pt x="636505" y="15155"/>
                </a:lnTo>
                <a:lnTo>
                  <a:pt x="636425" y="14688"/>
                </a:lnTo>
                <a:lnTo>
                  <a:pt x="636357" y="14241"/>
                </a:lnTo>
                <a:lnTo>
                  <a:pt x="636302" y="13815"/>
                </a:lnTo>
                <a:lnTo>
                  <a:pt x="636259" y="13410"/>
                </a:lnTo>
                <a:lnTo>
                  <a:pt x="636229" y="13025"/>
                </a:lnTo>
                <a:lnTo>
                  <a:pt x="636210" y="12661"/>
                </a:lnTo>
                <a:lnTo>
                  <a:pt x="636204" y="12317"/>
                </a:lnTo>
                <a:lnTo>
                  <a:pt x="636208" y="12052"/>
                </a:lnTo>
                <a:lnTo>
                  <a:pt x="636218" y="11791"/>
                </a:lnTo>
                <a:lnTo>
                  <a:pt x="636236" y="11535"/>
                </a:lnTo>
                <a:lnTo>
                  <a:pt x="636261" y="11283"/>
                </a:lnTo>
                <a:lnTo>
                  <a:pt x="636293" y="11036"/>
                </a:lnTo>
                <a:lnTo>
                  <a:pt x="636332" y="10794"/>
                </a:lnTo>
                <a:lnTo>
                  <a:pt x="636378" y="10556"/>
                </a:lnTo>
                <a:lnTo>
                  <a:pt x="636431" y="10323"/>
                </a:lnTo>
                <a:lnTo>
                  <a:pt x="636491" y="10094"/>
                </a:lnTo>
                <a:lnTo>
                  <a:pt x="636559" y="9871"/>
                </a:lnTo>
                <a:lnTo>
                  <a:pt x="636633" y="9651"/>
                </a:lnTo>
                <a:lnTo>
                  <a:pt x="636715" y="9437"/>
                </a:lnTo>
                <a:lnTo>
                  <a:pt x="636803" y="9227"/>
                </a:lnTo>
                <a:lnTo>
                  <a:pt x="636899" y="9022"/>
                </a:lnTo>
                <a:lnTo>
                  <a:pt x="637002" y="8821"/>
                </a:lnTo>
                <a:lnTo>
                  <a:pt x="637112" y="8625"/>
                </a:lnTo>
                <a:lnTo>
                  <a:pt x="637229" y="8433"/>
                </a:lnTo>
                <a:lnTo>
                  <a:pt x="637353" y="8247"/>
                </a:lnTo>
                <a:lnTo>
                  <a:pt x="637484" y="8064"/>
                </a:lnTo>
                <a:lnTo>
                  <a:pt x="637623" y="7887"/>
                </a:lnTo>
                <a:lnTo>
                  <a:pt x="637768" y="7714"/>
                </a:lnTo>
                <a:lnTo>
                  <a:pt x="637920" y="7546"/>
                </a:lnTo>
                <a:lnTo>
                  <a:pt x="638080" y="7382"/>
                </a:lnTo>
                <a:lnTo>
                  <a:pt x="638247" y="7223"/>
                </a:lnTo>
                <a:lnTo>
                  <a:pt x="638421" y="7069"/>
                </a:lnTo>
                <a:lnTo>
                  <a:pt x="638603" y="6923"/>
                </a:lnTo>
                <a:lnTo>
                  <a:pt x="638794" y="6782"/>
                </a:lnTo>
                <a:lnTo>
                  <a:pt x="638993" y="6648"/>
                </a:lnTo>
                <a:lnTo>
                  <a:pt x="639200" y="6521"/>
                </a:lnTo>
                <a:lnTo>
                  <a:pt x="639415" y="6400"/>
                </a:lnTo>
                <a:lnTo>
                  <a:pt x="639639" y="6286"/>
                </a:lnTo>
                <a:lnTo>
                  <a:pt x="639870" y="6178"/>
                </a:lnTo>
                <a:lnTo>
                  <a:pt x="640110" y="6077"/>
                </a:lnTo>
                <a:lnTo>
                  <a:pt x="640358" y="5982"/>
                </a:lnTo>
                <a:lnTo>
                  <a:pt x="640614" y="5894"/>
                </a:lnTo>
                <a:lnTo>
                  <a:pt x="640879" y="5812"/>
                </a:lnTo>
                <a:lnTo>
                  <a:pt x="641151" y="5737"/>
                </a:lnTo>
                <a:lnTo>
                  <a:pt x="641432" y="5669"/>
                </a:lnTo>
                <a:lnTo>
                  <a:pt x="641721" y="5607"/>
                </a:lnTo>
                <a:lnTo>
                  <a:pt x="642018" y="5551"/>
                </a:lnTo>
                <a:lnTo>
                  <a:pt x="642323" y="5502"/>
                </a:lnTo>
                <a:lnTo>
                  <a:pt x="642636" y="5460"/>
                </a:lnTo>
                <a:lnTo>
                  <a:pt x="642958" y="5424"/>
                </a:lnTo>
                <a:lnTo>
                  <a:pt x="643288" y="5395"/>
                </a:lnTo>
                <a:lnTo>
                  <a:pt x="643626" y="5372"/>
                </a:lnTo>
                <a:lnTo>
                  <a:pt x="643972" y="5355"/>
                </a:lnTo>
                <a:lnTo>
                  <a:pt x="644326" y="5346"/>
                </a:lnTo>
                <a:lnTo>
                  <a:pt x="644689" y="5342"/>
                </a:lnTo>
                <a:lnTo>
                  <a:pt x="647517" y="5342"/>
                </a:lnTo>
                <a:lnTo>
                  <a:pt x="647517" y="2357"/>
                </a:lnTo>
                <a:lnTo>
                  <a:pt x="606036" y="2357"/>
                </a:lnTo>
                <a:lnTo>
                  <a:pt x="606036" y="5342"/>
                </a:lnTo>
                <a:lnTo>
                  <a:pt x="606301" y="5343"/>
                </a:lnTo>
                <a:lnTo>
                  <a:pt x="606561" y="5346"/>
                </a:lnTo>
                <a:lnTo>
                  <a:pt x="606814" y="5350"/>
                </a:lnTo>
                <a:lnTo>
                  <a:pt x="607061" y="5355"/>
                </a:lnTo>
                <a:lnTo>
                  <a:pt x="607303" y="5363"/>
                </a:lnTo>
                <a:lnTo>
                  <a:pt x="607538" y="5372"/>
                </a:lnTo>
                <a:lnTo>
                  <a:pt x="607768" y="5382"/>
                </a:lnTo>
                <a:lnTo>
                  <a:pt x="607991" y="5394"/>
                </a:lnTo>
                <a:lnTo>
                  <a:pt x="608208" y="5408"/>
                </a:lnTo>
                <a:lnTo>
                  <a:pt x="608420" y="5424"/>
                </a:lnTo>
                <a:lnTo>
                  <a:pt x="608625" y="5441"/>
                </a:lnTo>
                <a:lnTo>
                  <a:pt x="608825" y="5460"/>
                </a:lnTo>
                <a:lnTo>
                  <a:pt x="609018" y="5480"/>
                </a:lnTo>
                <a:lnTo>
                  <a:pt x="609205" y="5502"/>
                </a:lnTo>
                <a:lnTo>
                  <a:pt x="609387" y="5525"/>
                </a:lnTo>
                <a:lnTo>
                  <a:pt x="609562" y="5551"/>
                </a:lnTo>
                <a:lnTo>
                  <a:pt x="609732" y="5578"/>
                </a:lnTo>
                <a:lnTo>
                  <a:pt x="609895" y="5606"/>
                </a:lnTo>
                <a:lnTo>
                  <a:pt x="610053" y="5636"/>
                </a:lnTo>
                <a:lnTo>
                  <a:pt x="610204" y="5668"/>
                </a:lnTo>
                <a:lnTo>
                  <a:pt x="610349" y="5701"/>
                </a:lnTo>
                <a:lnTo>
                  <a:pt x="610489" y="5736"/>
                </a:lnTo>
                <a:lnTo>
                  <a:pt x="610622" y="5773"/>
                </a:lnTo>
                <a:lnTo>
                  <a:pt x="610749" y="5811"/>
                </a:lnTo>
                <a:lnTo>
                  <a:pt x="610913" y="5865"/>
                </a:lnTo>
                <a:lnTo>
                  <a:pt x="611077" y="5921"/>
                </a:lnTo>
                <a:lnTo>
                  <a:pt x="611240" y="5980"/>
                </a:lnTo>
                <a:lnTo>
                  <a:pt x="611404" y="6042"/>
                </a:lnTo>
                <a:lnTo>
                  <a:pt x="611568" y="6106"/>
                </a:lnTo>
                <a:lnTo>
                  <a:pt x="611732" y="6173"/>
                </a:lnTo>
                <a:lnTo>
                  <a:pt x="611895" y="6243"/>
                </a:lnTo>
                <a:lnTo>
                  <a:pt x="612059" y="6315"/>
                </a:lnTo>
                <a:lnTo>
                  <a:pt x="612223" y="6391"/>
                </a:lnTo>
                <a:lnTo>
                  <a:pt x="612386" y="6468"/>
                </a:lnTo>
                <a:lnTo>
                  <a:pt x="612550" y="6549"/>
                </a:lnTo>
                <a:lnTo>
                  <a:pt x="612714" y="6632"/>
                </a:lnTo>
                <a:lnTo>
                  <a:pt x="612877" y="6719"/>
                </a:lnTo>
                <a:lnTo>
                  <a:pt x="613041" y="6807"/>
                </a:lnTo>
                <a:lnTo>
                  <a:pt x="613205" y="6899"/>
                </a:lnTo>
                <a:lnTo>
                  <a:pt x="613368" y="6993"/>
                </a:lnTo>
                <a:lnTo>
                  <a:pt x="613532" y="7090"/>
                </a:lnTo>
                <a:lnTo>
                  <a:pt x="613696" y="7189"/>
                </a:lnTo>
                <a:lnTo>
                  <a:pt x="613859" y="7292"/>
                </a:lnTo>
                <a:lnTo>
                  <a:pt x="614023" y="7397"/>
                </a:lnTo>
                <a:lnTo>
                  <a:pt x="614187" y="7505"/>
                </a:lnTo>
                <a:lnTo>
                  <a:pt x="614350" y="7615"/>
                </a:lnTo>
                <a:lnTo>
                  <a:pt x="614514" y="7728"/>
                </a:lnTo>
                <a:lnTo>
                  <a:pt x="614678" y="7844"/>
                </a:lnTo>
                <a:lnTo>
                  <a:pt x="614801" y="7930"/>
                </a:lnTo>
                <a:lnTo>
                  <a:pt x="614923" y="8017"/>
                </a:lnTo>
                <a:lnTo>
                  <a:pt x="615043" y="8105"/>
                </a:lnTo>
                <a:lnTo>
                  <a:pt x="615162" y="8196"/>
                </a:lnTo>
                <a:lnTo>
                  <a:pt x="615279" y="8288"/>
                </a:lnTo>
                <a:lnTo>
                  <a:pt x="615395" y="8382"/>
                </a:lnTo>
                <a:lnTo>
                  <a:pt x="615508" y="8477"/>
                </a:lnTo>
                <a:lnTo>
                  <a:pt x="615620" y="8574"/>
                </a:lnTo>
                <a:lnTo>
                  <a:pt x="615731" y="8672"/>
                </a:lnTo>
                <a:lnTo>
                  <a:pt x="615840" y="8772"/>
                </a:lnTo>
                <a:lnTo>
                  <a:pt x="615947" y="8874"/>
                </a:lnTo>
                <a:lnTo>
                  <a:pt x="616053" y="8978"/>
                </a:lnTo>
                <a:lnTo>
                  <a:pt x="616156" y="9083"/>
                </a:lnTo>
                <a:lnTo>
                  <a:pt x="616259" y="9189"/>
                </a:lnTo>
                <a:lnTo>
                  <a:pt x="616359" y="9298"/>
                </a:lnTo>
                <a:lnTo>
                  <a:pt x="616458" y="9408"/>
                </a:lnTo>
                <a:lnTo>
                  <a:pt x="616556" y="9519"/>
                </a:lnTo>
                <a:lnTo>
                  <a:pt x="616652" y="9632"/>
                </a:lnTo>
                <a:lnTo>
                  <a:pt x="616746" y="9747"/>
                </a:lnTo>
                <a:lnTo>
                  <a:pt x="616838" y="9864"/>
                </a:lnTo>
                <a:lnTo>
                  <a:pt x="616929" y="9982"/>
                </a:lnTo>
                <a:lnTo>
                  <a:pt x="617018" y="10102"/>
                </a:lnTo>
                <a:lnTo>
                  <a:pt x="617106" y="10223"/>
                </a:lnTo>
                <a:lnTo>
                  <a:pt x="617192" y="10346"/>
                </a:lnTo>
                <a:lnTo>
                  <a:pt x="617361" y="10595"/>
                </a:lnTo>
                <a:lnTo>
                  <a:pt x="617529" y="10847"/>
                </a:lnTo>
                <a:lnTo>
                  <a:pt x="617696" y="11103"/>
                </a:lnTo>
                <a:lnTo>
                  <a:pt x="617862" y="11362"/>
                </a:lnTo>
                <a:lnTo>
                  <a:pt x="618026" y="11624"/>
                </a:lnTo>
                <a:lnTo>
                  <a:pt x="618188" y="11890"/>
                </a:lnTo>
                <a:lnTo>
                  <a:pt x="618350" y="12159"/>
                </a:lnTo>
                <a:lnTo>
                  <a:pt x="618510" y="12431"/>
                </a:lnTo>
                <a:lnTo>
                  <a:pt x="618668" y="12706"/>
                </a:lnTo>
                <a:lnTo>
                  <a:pt x="618826" y="12985"/>
                </a:lnTo>
                <a:lnTo>
                  <a:pt x="618982" y="13266"/>
                </a:lnTo>
                <a:lnTo>
                  <a:pt x="619136" y="13552"/>
                </a:lnTo>
                <a:lnTo>
                  <a:pt x="619289" y="13840"/>
                </a:lnTo>
                <a:lnTo>
                  <a:pt x="619441" y="14132"/>
                </a:lnTo>
                <a:lnTo>
                  <a:pt x="619592" y="14426"/>
                </a:lnTo>
                <a:lnTo>
                  <a:pt x="619741" y="14725"/>
                </a:lnTo>
                <a:lnTo>
                  <a:pt x="619888" y="15026"/>
                </a:lnTo>
                <a:lnTo>
                  <a:pt x="620035" y="15331"/>
                </a:lnTo>
                <a:lnTo>
                  <a:pt x="620180" y="15639"/>
                </a:lnTo>
                <a:lnTo>
                  <a:pt x="620323" y="15950"/>
                </a:lnTo>
                <a:lnTo>
                  <a:pt x="620466" y="16264"/>
                </a:lnTo>
                <a:lnTo>
                  <a:pt x="620606" y="16582"/>
                </a:lnTo>
                <a:lnTo>
                  <a:pt x="620746" y="16903"/>
                </a:lnTo>
                <a:lnTo>
                  <a:pt x="620884" y="17227"/>
                </a:lnTo>
                <a:lnTo>
                  <a:pt x="623398" y="24342"/>
                </a:lnTo>
                <a:lnTo>
                  <a:pt x="626541" y="33193"/>
                </a:lnTo>
                <a:lnTo>
                  <a:pt x="608864" y="84024"/>
                </a:lnTo>
                <a:lnTo>
                  <a:pt x="587888" y="24301"/>
                </a:lnTo>
                <a:lnTo>
                  <a:pt x="587605" y="23494"/>
                </a:lnTo>
                <a:lnTo>
                  <a:pt x="587335" y="22712"/>
                </a:lnTo>
                <a:lnTo>
                  <a:pt x="587077" y="21954"/>
                </a:lnTo>
                <a:lnTo>
                  <a:pt x="586831" y="21221"/>
                </a:lnTo>
                <a:lnTo>
                  <a:pt x="586597" y="20513"/>
                </a:lnTo>
                <a:lnTo>
                  <a:pt x="586375" y="19829"/>
                </a:lnTo>
                <a:lnTo>
                  <a:pt x="586165" y="19170"/>
                </a:lnTo>
                <a:lnTo>
                  <a:pt x="585967" y="18536"/>
                </a:lnTo>
                <a:lnTo>
                  <a:pt x="585781" y="17926"/>
                </a:lnTo>
                <a:lnTo>
                  <a:pt x="585607" y="17341"/>
                </a:lnTo>
                <a:lnTo>
                  <a:pt x="585445" y="16781"/>
                </a:lnTo>
                <a:lnTo>
                  <a:pt x="585295" y="16245"/>
                </a:lnTo>
                <a:lnTo>
                  <a:pt x="585157" y="15734"/>
                </a:lnTo>
                <a:lnTo>
                  <a:pt x="585031" y="15248"/>
                </a:lnTo>
                <a:lnTo>
                  <a:pt x="584917" y="14786"/>
                </a:lnTo>
                <a:lnTo>
                  <a:pt x="584815" y="14349"/>
                </a:lnTo>
                <a:lnTo>
                  <a:pt x="584725" y="13937"/>
                </a:lnTo>
                <a:lnTo>
                  <a:pt x="584647" y="13549"/>
                </a:lnTo>
                <a:lnTo>
                  <a:pt x="584581" y="13186"/>
                </a:lnTo>
                <a:lnTo>
                  <a:pt x="584527" y="12848"/>
                </a:lnTo>
                <a:lnTo>
                  <a:pt x="584485" y="12534"/>
                </a:lnTo>
                <a:lnTo>
                  <a:pt x="584455" y="12245"/>
                </a:lnTo>
                <a:lnTo>
                  <a:pt x="584437" y="11980"/>
                </a:lnTo>
                <a:lnTo>
                  <a:pt x="584431" y="11740"/>
                </a:lnTo>
                <a:lnTo>
                  <a:pt x="584435" y="11521"/>
                </a:lnTo>
                <a:lnTo>
                  <a:pt x="584446" y="11303"/>
                </a:lnTo>
                <a:lnTo>
                  <a:pt x="584465" y="11089"/>
                </a:lnTo>
                <a:lnTo>
                  <a:pt x="584492" y="10877"/>
                </a:lnTo>
                <a:lnTo>
                  <a:pt x="584526" y="10668"/>
                </a:lnTo>
                <a:lnTo>
                  <a:pt x="584568" y="10462"/>
                </a:lnTo>
                <a:lnTo>
                  <a:pt x="584618" y="10259"/>
                </a:lnTo>
                <a:lnTo>
                  <a:pt x="584675" y="10058"/>
                </a:lnTo>
                <a:lnTo>
                  <a:pt x="584740" y="9860"/>
                </a:lnTo>
                <a:lnTo>
                  <a:pt x="584813" y="9665"/>
                </a:lnTo>
                <a:lnTo>
                  <a:pt x="584893" y="9472"/>
                </a:lnTo>
                <a:lnTo>
                  <a:pt x="584981" y="9282"/>
                </a:lnTo>
                <a:lnTo>
                  <a:pt x="585076" y="9095"/>
                </a:lnTo>
                <a:lnTo>
                  <a:pt x="585179" y="8911"/>
                </a:lnTo>
                <a:lnTo>
                  <a:pt x="585290" y="8729"/>
                </a:lnTo>
                <a:lnTo>
                  <a:pt x="585408" y="8550"/>
                </a:lnTo>
                <a:lnTo>
                  <a:pt x="585534" y="8373"/>
                </a:lnTo>
                <a:lnTo>
                  <a:pt x="585668" y="8200"/>
                </a:lnTo>
                <a:lnTo>
                  <a:pt x="585809" y="8029"/>
                </a:lnTo>
                <a:lnTo>
                  <a:pt x="585958" y="7861"/>
                </a:lnTo>
                <a:lnTo>
                  <a:pt x="586115" y="7695"/>
                </a:lnTo>
                <a:lnTo>
                  <a:pt x="586279" y="7533"/>
                </a:lnTo>
                <a:lnTo>
                  <a:pt x="586451" y="7373"/>
                </a:lnTo>
                <a:lnTo>
                  <a:pt x="586631" y="7216"/>
                </a:lnTo>
                <a:lnTo>
                  <a:pt x="586817" y="7063"/>
                </a:lnTo>
                <a:lnTo>
                  <a:pt x="587011" y="6916"/>
                </a:lnTo>
                <a:lnTo>
                  <a:pt x="587211" y="6777"/>
                </a:lnTo>
                <a:lnTo>
                  <a:pt x="587418" y="6643"/>
                </a:lnTo>
                <a:lnTo>
                  <a:pt x="587632" y="6516"/>
                </a:lnTo>
                <a:lnTo>
                  <a:pt x="587853" y="6396"/>
                </a:lnTo>
                <a:lnTo>
                  <a:pt x="588081" y="6282"/>
                </a:lnTo>
                <a:lnTo>
                  <a:pt x="588315" y="6175"/>
                </a:lnTo>
                <a:lnTo>
                  <a:pt x="588557" y="6074"/>
                </a:lnTo>
                <a:lnTo>
                  <a:pt x="588805" y="5980"/>
                </a:lnTo>
                <a:lnTo>
                  <a:pt x="589060" y="5892"/>
                </a:lnTo>
                <a:lnTo>
                  <a:pt x="589321" y="5811"/>
                </a:lnTo>
                <a:lnTo>
                  <a:pt x="589590" y="5736"/>
                </a:lnTo>
                <a:lnTo>
                  <a:pt x="589865" y="5668"/>
                </a:lnTo>
                <a:lnTo>
                  <a:pt x="590147" y="5606"/>
                </a:lnTo>
                <a:lnTo>
                  <a:pt x="590436" y="5550"/>
                </a:lnTo>
                <a:lnTo>
                  <a:pt x="590732" y="5502"/>
                </a:lnTo>
                <a:lnTo>
                  <a:pt x="591035" y="5459"/>
                </a:lnTo>
                <a:lnTo>
                  <a:pt x="591344" y="5424"/>
                </a:lnTo>
                <a:lnTo>
                  <a:pt x="591661" y="5394"/>
                </a:lnTo>
                <a:lnTo>
                  <a:pt x="591984" y="5372"/>
                </a:lnTo>
                <a:lnTo>
                  <a:pt x="592314" y="5355"/>
                </a:lnTo>
                <a:lnTo>
                  <a:pt x="592651" y="5346"/>
                </a:lnTo>
                <a:lnTo>
                  <a:pt x="592994" y="5342"/>
                </a:lnTo>
                <a:lnTo>
                  <a:pt x="594880" y="5342"/>
                </a:lnTo>
                <a:lnTo>
                  <a:pt x="594880" y="2357"/>
                </a:lnTo>
                <a:lnTo>
                  <a:pt x="555441" y="2357"/>
                </a:lnTo>
                <a:lnTo>
                  <a:pt x="555441" y="5342"/>
                </a:lnTo>
                <a:lnTo>
                  <a:pt x="555824" y="5345"/>
                </a:lnTo>
                <a:lnTo>
                  <a:pt x="556200" y="5352"/>
                </a:lnTo>
                <a:lnTo>
                  <a:pt x="556570" y="5365"/>
                </a:lnTo>
                <a:lnTo>
                  <a:pt x="556932" y="5383"/>
                </a:lnTo>
                <a:lnTo>
                  <a:pt x="557289" y="5405"/>
                </a:lnTo>
                <a:lnTo>
                  <a:pt x="557638" y="5433"/>
                </a:lnTo>
                <a:lnTo>
                  <a:pt x="557981" y="5466"/>
                </a:lnTo>
                <a:lnTo>
                  <a:pt x="558317" y="5503"/>
                </a:lnTo>
                <a:lnTo>
                  <a:pt x="558647" y="5546"/>
                </a:lnTo>
                <a:lnTo>
                  <a:pt x="558969" y="5594"/>
                </a:lnTo>
                <a:lnTo>
                  <a:pt x="559285" y="5647"/>
                </a:lnTo>
                <a:lnTo>
                  <a:pt x="559595" y="5704"/>
                </a:lnTo>
                <a:lnTo>
                  <a:pt x="559898" y="5767"/>
                </a:lnTo>
                <a:lnTo>
                  <a:pt x="560194" y="5835"/>
                </a:lnTo>
                <a:lnTo>
                  <a:pt x="560483" y="5908"/>
                </a:lnTo>
                <a:lnTo>
                  <a:pt x="560766" y="5986"/>
                </a:lnTo>
                <a:lnTo>
                  <a:pt x="561042" y="6069"/>
                </a:lnTo>
                <a:lnTo>
                  <a:pt x="561311" y="6157"/>
                </a:lnTo>
                <a:lnTo>
                  <a:pt x="561574" y="6250"/>
                </a:lnTo>
                <a:lnTo>
                  <a:pt x="561830" y="6348"/>
                </a:lnTo>
                <a:lnTo>
                  <a:pt x="562079" y="6451"/>
                </a:lnTo>
                <a:lnTo>
                  <a:pt x="562321" y="6559"/>
                </a:lnTo>
                <a:lnTo>
                  <a:pt x="562557" y="6673"/>
                </a:lnTo>
                <a:lnTo>
                  <a:pt x="562787" y="6791"/>
                </a:lnTo>
                <a:lnTo>
                  <a:pt x="563010" y="6914"/>
                </a:lnTo>
                <a:lnTo>
                  <a:pt x="563230" y="7042"/>
                </a:lnTo>
                <a:lnTo>
                  <a:pt x="563446" y="7176"/>
                </a:lnTo>
                <a:lnTo>
                  <a:pt x="563658" y="7315"/>
                </a:lnTo>
                <a:lnTo>
                  <a:pt x="563866" y="7460"/>
                </a:lnTo>
                <a:lnTo>
                  <a:pt x="564071" y="7609"/>
                </a:lnTo>
                <a:lnTo>
                  <a:pt x="564271" y="7764"/>
                </a:lnTo>
                <a:lnTo>
                  <a:pt x="564467" y="7925"/>
                </a:lnTo>
                <a:lnTo>
                  <a:pt x="564659" y="8090"/>
                </a:lnTo>
                <a:lnTo>
                  <a:pt x="564847" y="8261"/>
                </a:lnTo>
                <a:lnTo>
                  <a:pt x="565032" y="8437"/>
                </a:lnTo>
                <a:lnTo>
                  <a:pt x="565212" y="8619"/>
                </a:lnTo>
                <a:lnTo>
                  <a:pt x="565389" y="8805"/>
                </a:lnTo>
                <a:lnTo>
                  <a:pt x="565561" y="8998"/>
                </a:lnTo>
                <a:lnTo>
                  <a:pt x="565730" y="9195"/>
                </a:lnTo>
                <a:lnTo>
                  <a:pt x="565894" y="9398"/>
                </a:lnTo>
                <a:lnTo>
                  <a:pt x="566055" y="9606"/>
                </a:lnTo>
                <a:lnTo>
                  <a:pt x="566211" y="9819"/>
                </a:lnTo>
                <a:lnTo>
                  <a:pt x="566364" y="10037"/>
                </a:lnTo>
                <a:lnTo>
                  <a:pt x="566513" y="10261"/>
                </a:lnTo>
                <a:lnTo>
                  <a:pt x="566658" y="10491"/>
                </a:lnTo>
                <a:lnTo>
                  <a:pt x="566798" y="10725"/>
                </a:lnTo>
                <a:lnTo>
                  <a:pt x="566935" y="10965"/>
                </a:lnTo>
                <a:lnTo>
                  <a:pt x="567068" y="11210"/>
                </a:lnTo>
                <a:lnTo>
                  <a:pt x="567151" y="11374"/>
                </a:lnTo>
                <a:lnTo>
                  <a:pt x="567243" y="11566"/>
                </a:lnTo>
                <a:lnTo>
                  <a:pt x="567344" y="11786"/>
                </a:lnTo>
                <a:lnTo>
                  <a:pt x="567455" y="12034"/>
                </a:lnTo>
                <a:lnTo>
                  <a:pt x="567574" y="12310"/>
                </a:lnTo>
                <a:lnTo>
                  <a:pt x="567702" y="12613"/>
                </a:lnTo>
                <a:lnTo>
                  <a:pt x="567839" y="12945"/>
                </a:lnTo>
                <a:lnTo>
                  <a:pt x="567985" y="13305"/>
                </a:lnTo>
                <a:lnTo>
                  <a:pt x="568140" y="13693"/>
                </a:lnTo>
                <a:lnTo>
                  <a:pt x="568304" y="14109"/>
                </a:lnTo>
                <a:lnTo>
                  <a:pt x="568477" y="14552"/>
                </a:lnTo>
                <a:lnTo>
                  <a:pt x="568659" y="15024"/>
                </a:lnTo>
                <a:lnTo>
                  <a:pt x="568850" y="15524"/>
                </a:lnTo>
                <a:lnTo>
                  <a:pt x="569050" y="16051"/>
                </a:lnTo>
                <a:lnTo>
                  <a:pt x="569259" y="16607"/>
                </a:lnTo>
                <a:lnTo>
                  <a:pt x="569478" y="17191"/>
                </a:lnTo>
                <a:lnTo>
                  <a:pt x="569705" y="17802"/>
                </a:lnTo>
                <a:lnTo>
                  <a:pt x="569941" y="18442"/>
                </a:lnTo>
                <a:lnTo>
                  <a:pt x="570186" y="19109"/>
                </a:lnTo>
                <a:lnTo>
                  <a:pt x="570440" y="19805"/>
                </a:lnTo>
                <a:lnTo>
                  <a:pt x="570703" y="20528"/>
                </a:lnTo>
                <a:lnTo>
                  <a:pt x="570975" y="21280"/>
                </a:lnTo>
                <a:lnTo>
                  <a:pt x="571256" y="22059"/>
                </a:lnTo>
                <a:lnTo>
                  <a:pt x="571546" y="22867"/>
                </a:lnTo>
                <a:lnTo>
                  <a:pt x="603207" y="111246"/>
                </a:lnTo>
                <a:lnTo>
                  <a:pt x="606036" y="111246"/>
                </a:lnTo>
                <a:lnTo>
                  <a:pt x="630155" y="43257"/>
                </a:lnTo>
                <a:lnTo>
                  <a:pt x="654431" y="111246"/>
                </a:lnTo>
                <a:lnTo>
                  <a:pt x="657573" y="111246"/>
                </a:lnTo>
                <a:lnTo>
                  <a:pt x="687270" y="25504"/>
                </a:lnTo>
                <a:lnTo>
                  <a:pt x="687549" y="24654"/>
                </a:lnTo>
                <a:lnTo>
                  <a:pt x="687821" y="23831"/>
                </a:lnTo>
                <a:lnTo>
                  <a:pt x="688087" y="23034"/>
                </a:lnTo>
                <a:lnTo>
                  <a:pt x="688346" y="22263"/>
                </a:lnTo>
                <a:lnTo>
                  <a:pt x="688599" y="21519"/>
                </a:lnTo>
                <a:lnTo>
                  <a:pt x="688846" y="20801"/>
                </a:lnTo>
                <a:lnTo>
                  <a:pt x="689087" y="20110"/>
                </a:lnTo>
                <a:lnTo>
                  <a:pt x="689322" y="19446"/>
                </a:lnTo>
                <a:lnTo>
                  <a:pt x="689550" y="18807"/>
                </a:lnTo>
                <a:lnTo>
                  <a:pt x="689772" y="18195"/>
                </a:lnTo>
                <a:lnTo>
                  <a:pt x="689987" y="17610"/>
                </a:lnTo>
                <a:lnTo>
                  <a:pt x="690197" y="17051"/>
                </a:lnTo>
                <a:lnTo>
                  <a:pt x="690400" y="16518"/>
                </a:lnTo>
                <a:lnTo>
                  <a:pt x="690597" y="16012"/>
                </a:lnTo>
                <a:lnTo>
                  <a:pt x="690787" y="15532"/>
                </a:lnTo>
                <a:lnTo>
                  <a:pt x="690971" y="15079"/>
                </a:lnTo>
                <a:lnTo>
                  <a:pt x="691149" y="14652"/>
                </a:lnTo>
                <a:lnTo>
                  <a:pt x="691321" y="14251"/>
                </a:lnTo>
                <a:lnTo>
                  <a:pt x="691487" y="13877"/>
                </a:lnTo>
                <a:lnTo>
                  <a:pt x="691646" y="13530"/>
                </a:lnTo>
                <a:lnTo>
                  <a:pt x="691799" y="13208"/>
                </a:lnTo>
                <a:lnTo>
                  <a:pt x="691945" y="12914"/>
                </a:lnTo>
                <a:lnTo>
                  <a:pt x="692086" y="12645"/>
                </a:lnTo>
                <a:lnTo>
                  <a:pt x="692220" y="12403"/>
                </a:lnTo>
                <a:lnTo>
                  <a:pt x="692417" y="12068"/>
                </a:lnTo>
                <a:lnTo>
                  <a:pt x="692614" y="11741"/>
                </a:lnTo>
                <a:lnTo>
                  <a:pt x="692813" y="11424"/>
                </a:lnTo>
                <a:lnTo>
                  <a:pt x="693012" y="11115"/>
                </a:lnTo>
                <a:lnTo>
                  <a:pt x="693212" y="10815"/>
                </a:lnTo>
                <a:lnTo>
                  <a:pt x="693413" y="10525"/>
                </a:lnTo>
                <a:lnTo>
                  <a:pt x="693615" y="10243"/>
                </a:lnTo>
                <a:lnTo>
                  <a:pt x="693817" y="9971"/>
                </a:lnTo>
                <a:lnTo>
                  <a:pt x="694021" y="9707"/>
                </a:lnTo>
                <a:lnTo>
                  <a:pt x="694225" y="9453"/>
                </a:lnTo>
                <a:lnTo>
                  <a:pt x="694430" y="9207"/>
                </a:lnTo>
                <a:lnTo>
                  <a:pt x="694636" y="8970"/>
                </a:lnTo>
                <a:lnTo>
                  <a:pt x="694842" y="8743"/>
                </a:lnTo>
                <a:lnTo>
                  <a:pt x="695050" y="8524"/>
                </a:lnTo>
                <a:lnTo>
                  <a:pt x="695258" y="8314"/>
                </a:lnTo>
                <a:lnTo>
                  <a:pt x="695467" y="8114"/>
                </a:lnTo>
                <a:lnTo>
                  <a:pt x="695677" y="7922"/>
                </a:lnTo>
                <a:lnTo>
                  <a:pt x="695888" y="7740"/>
                </a:lnTo>
                <a:lnTo>
                  <a:pt x="696099" y="7566"/>
                </a:lnTo>
                <a:lnTo>
                  <a:pt x="696312" y="7401"/>
                </a:lnTo>
                <a:lnTo>
                  <a:pt x="696525" y="7246"/>
                </a:lnTo>
                <a:lnTo>
                  <a:pt x="696739" y="7099"/>
                </a:lnTo>
                <a:lnTo>
                  <a:pt x="696954" y="6961"/>
                </a:lnTo>
                <a:lnTo>
                  <a:pt x="697169" y="6833"/>
                </a:lnTo>
                <a:lnTo>
                  <a:pt x="697388" y="6711"/>
                </a:lnTo>
                <a:lnTo>
                  <a:pt x="697612" y="6595"/>
                </a:lnTo>
                <a:lnTo>
                  <a:pt x="697842" y="6483"/>
                </a:lnTo>
                <a:lnTo>
                  <a:pt x="698077" y="6377"/>
                </a:lnTo>
                <a:lnTo>
                  <a:pt x="698318" y="6276"/>
                </a:lnTo>
                <a:lnTo>
                  <a:pt x="698564" y="6181"/>
                </a:lnTo>
                <a:lnTo>
                  <a:pt x="698815" y="6090"/>
                </a:lnTo>
                <a:lnTo>
                  <a:pt x="699072" y="6005"/>
                </a:lnTo>
                <a:lnTo>
                  <a:pt x="699335" y="5924"/>
                </a:lnTo>
                <a:lnTo>
                  <a:pt x="699602" y="5849"/>
                </a:lnTo>
                <a:lnTo>
                  <a:pt x="699876" y="5780"/>
                </a:lnTo>
                <a:lnTo>
                  <a:pt x="700155" y="5715"/>
                </a:lnTo>
                <a:lnTo>
                  <a:pt x="700439" y="5655"/>
                </a:lnTo>
                <a:lnTo>
                  <a:pt x="700729" y="5601"/>
                </a:lnTo>
                <a:lnTo>
                  <a:pt x="701024" y="5552"/>
                </a:lnTo>
                <a:lnTo>
                  <a:pt x="701324" y="5508"/>
                </a:lnTo>
                <a:lnTo>
                  <a:pt x="701630" y="5469"/>
                </a:lnTo>
                <a:lnTo>
                  <a:pt x="701942" y="5435"/>
                </a:lnTo>
                <a:lnTo>
                  <a:pt x="702259" y="5407"/>
                </a:lnTo>
                <a:lnTo>
                  <a:pt x="702581" y="5384"/>
                </a:lnTo>
                <a:lnTo>
                  <a:pt x="702909" y="5366"/>
                </a:lnTo>
                <a:lnTo>
                  <a:pt x="703243" y="5353"/>
                </a:lnTo>
                <a:lnTo>
                  <a:pt x="703581" y="5345"/>
                </a:lnTo>
                <a:lnTo>
                  <a:pt x="703926" y="5342"/>
                </a:lnTo>
                <a:lnTo>
                  <a:pt x="703926" y="2357"/>
                </a:lnTo>
                <a:lnTo>
                  <a:pt x="672107" y="2357"/>
                </a:lnTo>
                <a:lnTo>
                  <a:pt x="672107" y="5342"/>
                </a:lnTo>
                <a:lnTo>
                  <a:pt x="672504" y="5344"/>
                </a:lnTo>
                <a:close/>
                <a:moveTo>
                  <a:pt x="368147" y="66779"/>
                </a:moveTo>
                <a:lnTo>
                  <a:pt x="327529" y="66779"/>
                </a:lnTo>
                <a:lnTo>
                  <a:pt x="327529" y="78721"/>
                </a:lnTo>
                <a:lnTo>
                  <a:pt x="368147" y="78721"/>
                </a:lnTo>
                <a:lnTo>
                  <a:pt x="368147" y="66779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97758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0" name="Text dumpVDL2">
            <a:extLst xmlns:a="http://schemas.openxmlformats.org/drawingml/2006/main">
              <a:ext uri="{FF2B5EF4-FFF2-40B4-BE49-F238E27FC236}">
                <a16:creationId xmlns:a16="http://schemas.microsoft.com/office/drawing/2014/main" id="{4EC5DA75-CB00-4AC7-9FB8-8A53F9AE0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9597" y="1276371"/>
            <a:ext cx="765598" cy="146128"/>
          </a:xfrm>
          <a:custGeom xmlns:a="http://schemas.openxmlformats.org/drawingml/2006/main">
            <a:pathLst>
              <a:path w="765598" h="146128">
                <a:moveTo>
                  <a:pt x="50516" y="103630"/>
                </a:moveTo>
                <a:cubicBezTo>
                  <a:pt x="47007" y="107295"/>
                  <a:pt x="43576" y="109926"/>
                  <a:pt x="40224" y="111523"/>
                </a:cubicBezTo>
                <a:cubicBezTo>
                  <a:pt x="36872" y="113119"/>
                  <a:pt x="33259" y="113917"/>
                  <a:pt x="29383" y="113917"/>
                </a:cubicBezTo>
                <a:cubicBezTo>
                  <a:pt x="21526" y="113917"/>
                  <a:pt x="14665" y="110638"/>
                  <a:pt x="8799" y="104079"/>
                </a:cubicBezTo>
                <a:cubicBezTo>
                  <a:pt x="2933" y="97519"/>
                  <a:pt x="0" y="89090"/>
                  <a:pt x="0" y="78792"/>
                </a:cubicBezTo>
                <a:cubicBezTo>
                  <a:pt x="0" y="68495"/>
                  <a:pt x="3247" y="59074"/>
                  <a:pt x="9742" y="50529"/>
                </a:cubicBezTo>
                <a:cubicBezTo>
                  <a:pt x="16236" y="41983"/>
                  <a:pt x="24590" y="37710"/>
                  <a:pt x="34804" y="37710"/>
                </a:cubicBezTo>
                <a:cubicBezTo>
                  <a:pt x="41141" y="37710"/>
                  <a:pt x="46379" y="39726"/>
                  <a:pt x="50516" y="43757"/>
                </a:cubicBezTo>
                <a:lnTo>
                  <a:pt x="50516" y="30325"/>
                </a:lnTo>
                <a:cubicBezTo>
                  <a:pt x="50516" y="22137"/>
                  <a:pt x="50320" y="17104"/>
                  <a:pt x="49927" y="15227"/>
                </a:cubicBezTo>
                <a:cubicBezTo>
                  <a:pt x="49534" y="13349"/>
                  <a:pt x="48919" y="12071"/>
                  <a:pt x="48081" y="11392"/>
                </a:cubicBezTo>
                <a:cubicBezTo>
                  <a:pt x="47243" y="10711"/>
                  <a:pt x="46195" y="10370"/>
                  <a:pt x="44938" y="10370"/>
                </a:cubicBezTo>
                <a:cubicBezTo>
                  <a:pt x="43576" y="10370"/>
                  <a:pt x="41770" y="10789"/>
                  <a:pt x="39517" y="11627"/>
                </a:cubicBezTo>
                <a:lnTo>
                  <a:pt x="38496" y="8799"/>
                </a:lnTo>
                <a:lnTo>
                  <a:pt x="59944" y="0"/>
                </a:lnTo>
                <a:lnTo>
                  <a:pt x="63479" y="0"/>
                </a:lnTo>
                <a:lnTo>
                  <a:pt x="63479" y="83277"/>
                </a:lnTo>
                <a:cubicBezTo>
                  <a:pt x="63479" y="91675"/>
                  <a:pt x="63676" y="96800"/>
                  <a:pt x="64068" y="98651"/>
                </a:cubicBezTo>
                <a:cubicBezTo>
                  <a:pt x="64461" y="100502"/>
                  <a:pt x="65090" y="101794"/>
                  <a:pt x="65954" y="102528"/>
                </a:cubicBezTo>
                <a:cubicBezTo>
                  <a:pt x="66818" y="103259"/>
                  <a:pt x="67826" y="103625"/>
                  <a:pt x="68979" y="103625"/>
                </a:cubicBezTo>
                <a:cubicBezTo>
                  <a:pt x="70393" y="103625"/>
                  <a:pt x="72278" y="103180"/>
                  <a:pt x="74635" y="102290"/>
                </a:cubicBezTo>
                <a:lnTo>
                  <a:pt x="75499" y="105118"/>
                </a:lnTo>
                <a:lnTo>
                  <a:pt x="54130" y="113917"/>
                </a:lnTo>
                <a:lnTo>
                  <a:pt x="50516" y="113917"/>
                </a:lnTo>
                <a:lnTo>
                  <a:pt x="50516" y="103630"/>
                </a:lnTo>
                <a:moveTo>
                  <a:pt x="50516" y="98143"/>
                </a:moveTo>
                <a:lnTo>
                  <a:pt x="50516" y="61154"/>
                </a:lnTo>
                <a:cubicBezTo>
                  <a:pt x="50202" y="57601"/>
                  <a:pt x="49259" y="54362"/>
                  <a:pt x="47688" y="51437"/>
                </a:cubicBezTo>
                <a:cubicBezTo>
                  <a:pt x="46117" y="48510"/>
                  <a:pt x="44035" y="46303"/>
                  <a:pt x="41442" y="44816"/>
                </a:cubicBezTo>
                <a:cubicBezTo>
                  <a:pt x="38850" y="43326"/>
                  <a:pt x="36322" y="42581"/>
                  <a:pt x="33861" y="42581"/>
                </a:cubicBezTo>
                <a:cubicBezTo>
                  <a:pt x="29252" y="42581"/>
                  <a:pt x="25140" y="44645"/>
                  <a:pt x="21526" y="48773"/>
                </a:cubicBezTo>
                <a:cubicBezTo>
                  <a:pt x="16760" y="54205"/>
                  <a:pt x="14377" y="62146"/>
                  <a:pt x="14377" y="72595"/>
                </a:cubicBezTo>
                <a:cubicBezTo>
                  <a:pt x="14377" y="83149"/>
                  <a:pt x="16682" y="91234"/>
                  <a:pt x="21291" y="96851"/>
                </a:cubicBezTo>
                <a:cubicBezTo>
                  <a:pt x="25900" y="102467"/>
                  <a:pt x="31033" y="105275"/>
                  <a:pt x="36689" y="105275"/>
                </a:cubicBezTo>
                <a:cubicBezTo>
                  <a:pt x="41455" y="105275"/>
                  <a:pt x="46064" y="102898"/>
                  <a:pt x="50516" y="98143"/>
                </a:cubicBezTo>
                <a:close/>
                <a:moveTo>
                  <a:pt x="143222" y="39753"/>
                </a:moveTo>
                <a:lnTo>
                  <a:pt x="143222" y="83591"/>
                </a:lnTo>
                <a:cubicBezTo>
                  <a:pt x="143222" y="91816"/>
                  <a:pt x="143418" y="96847"/>
                  <a:pt x="143811" y="98683"/>
                </a:cubicBezTo>
                <a:cubicBezTo>
                  <a:pt x="144204" y="100518"/>
                  <a:pt x="144832" y="101800"/>
                  <a:pt x="145696" y="102530"/>
                </a:cubicBezTo>
                <a:cubicBezTo>
                  <a:pt x="146561" y="103260"/>
                  <a:pt x="147569" y="103625"/>
                  <a:pt x="148721" y="103625"/>
                </a:cubicBezTo>
                <a:cubicBezTo>
                  <a:pt x="150345" y="103625"/>
                  <a:pt x="152178" y="103180"/>
                  <a:pt x="154221" y="102290"/>
                </a:cubicBezTo>
                <a:lnTo>
                  <a:pt x="155320" y="105118"/>
                </a:lnTo>
                <a:lnTo>
                  <a:pt x="133794" y="113917"/>
                </a:lnTo>
                <a:lnTo>
                  <a:pt x="130259" y="113917"/>
                </a:lnTo>
                <a:lnTo>
                  <a:pt x="130259" y="98747"/>
                </a:lnTo>
                <a:cubicBezTo>
                  <a:pt x="124078" y="105420"/>
                  <a:pt x="119365" y="109616"/>
                  <a:pt x="116117" y="111337"/>
                </a:cubicBezTo>
                <a:cubicBezTo>
                  <a:pt x="112870" y="113057"/>
                  <a:pt x="109439" y="113917"/>
                  <a:pt x="105825" y="113917"/>
                </a:cubicBezTo>
                <a:cubicBezTo>
                  <a:pt x="101793" y="113917"/>
                  <a:pt x="98296" y="112752"/>
                  <a:pt x="95337" y="110421"/>
                </a:cubicBezTo>
                <a:cubicBezTo>
                  <a:pt x="92378" y="108090"/>
                  <a:pt x="90322" y="105092"/>
                  <a:pt x="89170" y="101425"/>
                </a:cubicBezTo>
                <a:cubicBezTo>
                  <a:pt x="88018" y="97759"/>
                  <a:pt x="87442" y="92574"/>
                  <a:pt x="87442" y="85870"/>
                </a:cubicBezTo>
                <a:lnTo>
                  <a:pt x="87442" y="53737"/>
                </a:lnTo>
                <a:cubicBezTo>
                  <a:pt x="87442" y="50308"/>
                  <a:pt x="87075" y="47935"/>
                  <a:pt x="86342" y="46618"/>
                </a:cubicBezTo>
                <a:cubicBezTo>
                  <a:pt x="85608" y="45298"/>
                  <a:pt x="84522" y="44283"/>
                  <a:pt x="83081" y="43571"/>
                </a:cubicBezTo>
                <a:cubicBezTo>
                  <a:pt x="81641" y="42859"/>
                  <a:pt x="79035" y="42529"/>
                  <a:pt x="75264" y="42581"/>
                </a:cubicBezTo>
                <a:lnTo>
                  <a:pt x="75264" y="39753"/>
                </a:lnTo>
                <a:lnTo>
                  <a:pt x="100483" y="39753"/>
                </a:lnTo>
                <a:lnTo>
                  <a:pt x="100483" y="87971"/>
                </a:lnTo>
                <a:cubicBezTo>
                  <a:pt x="100483" y="94684"/>
                  <a:pt x="101649" y="99089"/>
                  <a:pt x="103979" y="101187"/>
                </a:cubicBezTo>
                <a:cubicBezTo>
                  <a:pt x="106310" y="103284"/>
                  <a:pt x="109125" y="104332"/>
                  <a:pt x="112425" y="104332"/>
                </a:cubicBezTo>
                <a:cubicBezTo>
                  <a:pt x="114677" y="104332"/>
                  <a:pt x="117230" y="103624"/>
                  <a:pt x="120085" y="102209"/>
                </a:cubicBezTo>
                <a:cubicBezTo>
                  <a:pt x="122939" y="100793"/>
                  <a:pt x="126331" y="98092"/>
                  <a:pt x="130259" y="94107"/>
                </a:cubicBezTo>
                <a:lnTo>
                  <a:pt x="130259" y="53423"/>
                </a:lnTo>
                <a:cubicBezTo>
                  <a:pt x="130259" y="49248"/>
                  <a:pt x="129512" y="46424"/>
                  <a:pt x="128020" y="44951"/>
                </a:cubicBezTo>
                <a:cubicBezTo>
                  <a:pt x="126527" y="43477"/>
                  <a:pt x="123424" y="42688"/>
                  <a:pt x="118710" y="42581"/>
                </a:cubicBezTo>
                <a:lnTo>
                  <a:pt x="118710" y="39753"/>
                </a:lnTo>
                <a:lnTo>
                  <a:pt x="143222" y="39753"/>
                </a:lnTo>
                <a:close/>
                <a:moveTo>
                  <a:pt x="181954" y="53165"/>
                </a:moveTo>
                <a:cubicBezTo>
                  <a:pt x="187191" y="47882"/>
                  <a:pt x="190281" y="44844"/>
                  <a:pt x="191224" y="44052"/>
                </a:cubicBezTo>
                <a:cubicBezTo>
                  <a:pt x="193581" y="42044"/>
                  <a:pt x="196121" y="40485"/>
                  <a:pt x="198845" y="39375"/>
                </a:cubicBezTo>
                <a:cubicBezTo>
                  <a:pt x="201568" y="38265"/>
                  <a:pt x="204266" y="37710"/>
                  <a:pt x="206937" y="37710"/>
                </a:cubicBezTo>
                <a:cubicBezTo>
                  <a:pt x="211441" y="37710"/>
                  <a:pt x="215317" y="39031"/>
                  <a:pt x="218564" y="41673"/>
                </a:cubicBezTo>
                <a:cubicBezTo>
                  <a:pt x="221811" y="44315"/>
                  <a:pt x="223985" y="48145"/>
                  <a:pt x="225085" y="53165"/>
                </a:cubicBezTo>
                <a:cubicBezTo>
                  <a:pt x="230480" y="46825"/>
                  <a:pt x="235036" y="42664"/>
                  <a:pt x="238755" y="40684"/>
                </a:cubicBezTo>
                <a:cubicBezTo>
                  <a:pt x="242474" y="38701"/>
                  <a:pt x="246297" y="37710"/>
                  <a:pt x="250225" y="37710"/>
                </a:cubicBezTo>
                <a:cubicBezTo>
                  <a:pt x="254049" y="37710"/>
                  <a:pt x="257440" y="38690"/>
                  <a:pt x="260399" y="40649"/>
                </a:cubicBezTo>
                <a:cubicBezTo>
                  <a:pt x="263358" y="42607"/>
                  <a:pt x="265702" y="45806"/>
                  <a:pt x="267431" y="50246"/>
                </a:cubicBezTo>
                <a:cubicBezTo>
                  <a:pt x="268583" y="53276"/>
                  <a:pt x="269159" y="58029"/>
                  <a:pt x="269159" y="64505"/>
                </a:cubicBezTo>
                <a:lnTo>
                  <a:pt x="269159" y="95376"/>
                </a:lnTo>
                <a:cubicBezTo>
                  <a:pt x="269159" y="99906"/>
                  <a:pt x="269499" y="103015"/>
                  <a:pt x="270180" y="104700"/>
                </a:cubicBezTo>
                <a:cubicBezTo>
                  <a:pt x="270704" y="105859"/>
                  <a:pt x="271673" y="106847"/>
                  <a:pt x="273087" y="107664"/>
                </a:cubicBezTo>
                <a:cubicBezTo>
                  <a:pt x="274501" y="108480"/>
                  <a:pt x="276806" y="108889"/>
                  <a:pt x="280001" y="108889"/>
                </a:cubicBezTo>
                <a:lnTo>
                  <a:pt x="280001" y="111717"/>
                </a:lnTo>
                <a:lnTo>
                  <a:pt x="244490" y="111717"/>
                </a:lnTo>
                <a:lnTo>
                  <a:pt x="244490" y="108889"/>
                </a:lnTo>
                <a:lnTo>
                  <a:pt x="245983" y="108889"/>
                </a:lnTo>
                <a:cubicBezTo>
                  <a:pt x="249073" y="108889"/>
                  <a:pt x="251482" y="108283"/>
                  <a:pt x="253211" y="107072"/>
                </a:cubicBezTo>
                <a:cubicBezTo>
                  <a:pt x="254415" y="106229"/>
                  <a:pt x="255280" y="104885"/>
                  <a:pt x="255803" y="103041"/>
                </a:cubicBezTo>
                <a:cubicBezTo>
                  <a:pt x="256013" y="102146"/>
                  <a:pt x="256118" y="99591"/>
                  <a:pt x="256118" y="95376"/>
                </a:cubicBezTo>
                <a:lnTo>
                  <a:pt x="256118" y="64623"/>
                </a:lnTo>
                <a:cubicBezTo>
                  <a:pt x="256118" y="58795"/>
                  <a:pt x="255410" y="54684"/>
                  <a:pt x="253996" y="52291"/>
                </a:cubicBezTo>
                <a:cubicBezTo>
                  <a:pt x="251954" y="48961"/>
                  <a:pt x="248680" y="47295"/>
                  <a:pt x="244176" y="47295"/>
                </a:cubicBezTo>
                <a:cubicBezTo>
                  <a:pt x="241400" y="47295"/>
                  <a:pt x="238611" y="47987"/>
                  <a:pt x="235809" y="49370"/>
                </a:cubicBezTo>
                <a:cubicBezTo>
                  <a:pt x="233007" y="50753"/>
                  <a:pt x="229615" y="53322"/>
                  <a:pt x="225635" y="57079"/>
                </a:cubicBezTo>
                <a:lnTo>
                  <a:pt x="225478" y="57941"/>
                </a:lnTo>
                <a:lnTo>
                  <a:pt x="225635" y="61294"/>
                </a:lnTo>
                <a:lnTo>
                  <a:pt x="225635" y="95376"/>
                </a:lnTo>
                <a:cubicBezTo>
                  <a:pt x="225635" y="100329"/>
                  <a:pt x="225910" y="103411"/>
                  <a:pt x="226460" y="104622"/>
                </a:cubicBezTo>
                <a:cubicBezTo>
                  <a:pt x="227010" y="105833"/>
                  <a:pt x="228044" y="106847"/>
                  <a:pt x="229563" y="107664"/>
                </a:cubicBezTo>
                <a:cubicBezTo>
                  <a:pt x="231082" y="108480"/>
                  <a:pt x="233675" y="108889"/>
                  <a:pt x="237341" y="108889"/>
                </a:cubicBezTo>
                <a:lnTo>
                  <a:pt x="237341" y="111717"/>
                </a:lnTo>
                <a:lnTo>
                  <a:pt x="200966" y="111717"/>
                </a:lnTo>
                <a:lnTo>
                  <a:pt x="200966" y="108889"/>
                </a:lnTo>
                <a:cubicBezTo>
                  <a:pt x="204947" y="108889"/>
                  <a:pt x="207683" y="108415"/>
                  <a:pt x="209176" y="107467"/>
                </a:cubicBezTo>
                <a:cubicBezTo>
                  <a:pt x="210669" y="106518"/>
                  <a:pt x="211703" y="105096"/>
                  <a:pt x="212279" y="103200"/>
                </a:cubicBezTo>
                <a:cubicBezTo>
                  <a:pt x="212541" y="102303"/>
                  <a:pt x="212672" y="99695"/>
                  <a:pt x="212672" y="95376"/>
                </a:cubicBezTo>
                <a:lnTo>
                  <a:pt x="212672" y="64643"/>
                </a:lnTo>
                <a:cubicBezTo>
                  <a:pt x="212672" y="58818"/>
                  <a:pt x="211808" y="54615"/>
                  <a:pt x="210079" y="52036"/>
                </a:cubicBezTo>
                <a:cubicBezTo>
                  <a:pt x="207775" y="48666"/>
                  <a:pt x="204554" y="46981"/>
                  <a:pt x="200416" y="46981"/>
                </a:cubicBezTo>
                <a:cubicBezTo>
                  <a:pt x="197588" y="46981"/>
                  <a:pt x="194786" y="47744"/>
                  <a:pt x="192010" y="49269"/>
                </a:cubicBezTo>
                <a:cubicBezTo>
                  <a:pt x="187663" y="51583"/>
                  <a:pt x="184311" y="54187"/>
                  <a:pt x="181954" y="57079"/>
                </a:cubicBezTo>
                <a:lnTo>
                  <a:pt x="181954" y="95376"/>
                </a:lnTo>
                <a:cubicBezTo>
                  <a:pt x="181954" y="100118"/>
                  <a:pt x="182281" y="103200"/>
                  <a:pt x="182936" y="104622"/>
                </a:cubicBezTo>
                <a:cubicBezTo>
                  <a:pt x="183590" y="106044"/>
                  <a:pt x="184559" y="107111"/>
                  <a:pt x="185843" y="107823"/>
                </a:cubicBezTo>
                <a:cubicBezTo>
                  <a:pt x="187126" y="108534"/>
                  <a:pt x="189731" y="108889"/>
                  <a:pt x="193660" y="108889"/>
                </a:cubicBezTo>
                <a:lnTo>
                  <a:pt x="193660" y="111717"/>
                </a:lnTo>
                <a:lnTo>
                  <a:pt x="158070" y="111717"/>
                </a:lnTo>
                <a:lnTo>
                  <a:pt x="158070" y="108889"/>
                </a:lnTo>
                <a:cubicBezTo>
                  <a:pt x="161370" y="108889"/>
                  <a:pt x="163675" y="108534"/>
                  <a:pt x="164984" y="107823"/>
                </a:cubicBezTo>
                <a:cubicBezTo>
                  <a:pt x="166293" y="107111"/>
                  <a:pt x="167289" y="105979"/>
                  <a:pt x="167969" y="104425"/>
                </a:cubicBezTo>
                <a:cubicBezTo>
                  <a:pt x="168650" y="102871"/>
                  <a:pt x="168991" y="99854"/>
                  <a:pt x="168991" y="95376"/>
                </a:cubicBezTo>
                <a:lnTo>
                  <a:pt x="168991" y="68036"/>
                </a:lnTo>
                <a:cubicBezTo>
                  <a:pt x="168991" y="60127"/>
                  <a:pt x="168755" y="55021"/>
                  <a:pt x="168284" y="52716"/>
                </a:cubicBezTo>
                <a:cubicBezTo>
                  <a:pt x="167917" y="50988"/>
                  <a:pt x="167341" y="49796"/>
                  <a:pt x="166555" y="49141"/>
                </a:cubicBezTo>
                <a:cubicBezTo>
                  <a:pt x="165770" y="48487"/>
                  <a:pt x="164696" y="48159"/>
                  <a:pt x="163334" y="48159"/>
                </a:cubicBezTo>
                <a:cubicBezTo>
                  <a:pt x="161868" y="48159"/>
                  <a:pt x="160113" y="48552"/>
                  <a:pt x="158070" y="49338"/>
                </a:cubicBezTo>
                <a:lnTo>
                  <a:pt x="156892" y="46510"/>
                </a:lnTo>
                <a:lnTo>
                  <a:pt x="178575" y="37710"/>
                </a:lnTo>
                <a:lnTo>
                  <a:pt x="181954" y="37710"/>
                </a:lnTo>
                <a:lnTo>
                  <a:pt x="181954" y="53165"/>
                </a:lnTo>
                <a:close/>
                <a:moveTo>
                  <a:pt x="280549" y="46667"/>
                </a:moveTo>
                <a:lnTo>
                  <a:pt x="302704" y="37868"/>
                </a:lnTo>
                <a:lnTo>
                  <a:pt x="305689" y="37868"/>
                </a:lnTo>
                <a:lnTo>
                  <a:pt x="305689" y="54759"/>
                </a:lnTo>
                <a:cubicBezTo>
                  <a:pt x="309408" y="48451"/>
                  <a:pt x="313140" y="44032"/>
                  <a:pt x="316885" y="41504"/>
                </a:cubicBezTo>
                <a:cubicBezTo>
                  <a:pt x="320630" y="38975"/>
                  <a:pt x="324571" y="37710"/>
                  <a:pt x="328709" y="37710"/>
                </a:cubicBezTo>
                <a:cubicBezTo>
                  <a:pt x="335936" y="37710"/>
                  <a:pt x="341960" y="40535"/>
                  <a:pt x="346778" y="46185"/>
                </a:cubicBezTo>
                <a:cubicBezTo>
                  <a:pt x="352697" y="53092"/>
                  <a:pt x="355656" y="62092"/>
                  <a:pt x="355656" y="73184"/>
                </a:cubicBezTo>
                <a:cubicBezTo>
                  <a:pt x="355656" y="85584"/>
                  <a:pt x="352094" y="95839"/>
                  <a:pt x="344971" y="103949"/>
                </a:cubicBezTo>
                <a:cubicBezTo>
                  <a:pt x="339105" y="110594"/>
                  <a:pt x="331720" y="113917"/>
                  <a:pt x="322816" y="113917"/>
                </a:cubicBezTo>
                <a:cubicBezTo>
                  <a:pt x="318940" y="113917"/>
                  <a:pt x="315588" y="113367"/>
                  <a:pt x="312760" y="112267"/>
                </a:cubicBezTo>
                <a:cubicBezTo>
                  <a:pt x="310665" y="111481"/>
                  <a:pt x="308308" y="109910"/>
                  <a:pt x="305689" y="107553"/>
                </a:cubicBezTo>
                <a:lnTo>
                  <a:pt x="305689" y="129472"/>
                </a:lnTo>
                <a:cubicBezTo>
                  <a:pt x="305689" y="134424"/>
                  <a:pt x="305991" y="137571"/>
                  <a:pt x="306593" y="138915"/>
                </a:cubicBezTo>
                <a:cubicBezTo>
                  <a:pt x="307195" y="140259"/>
                  <a:pt x="308243" y="141325"/>
                  <a:pt x="309735" y="142114"/>
                </a:cubicBezTo>
                <a:cubicBezTo>
                  <a:pt x="311228" y="142904"/>
                  <a:pt x="313939" y="143300"/>
                  <a:pt x="317867" y="143300"/>
                </a:cubicBezTo>
                <a:lnTo>
                  <a:pt x="317867" y="146128"/>
                </a:lnTo>
                <a:lnTo>
                  <a:pt x="280156" y="146128"/>
                </a:lnTo>
                <a:lnTo>
                  <a:pt x="280156" y="143300"/>
                </a:lnTo>
                <a:lnTo>
                  <a:pt x="282120" y="143300"/>
                </a:lnTo>
                <a:cubicBezTo>
                  <a:pt x="285001" y="143352"/>
                  <a:pt x="287463" y="142799"/>
                  <a:pt x="289505" y="141640"/>
                </a:cubicBezTo>
                <a:cubicBezTo>
                  <a:pt x="290501" y="141061"/>
                  <a:pt x="291273" y="140126"/>
                  <a:pt x="291823" y="138836"/>
                </a:cubicBezTo>
                <a:cubicBezTo>
                  <a:pt x="292373" y="137546"/>
                  <a:pt x="292648" y="134268"/>
                  <a:pt x="292648" y="129001"/>
                </a:cubicBezTo>
                <a:lnTo>
                  <a:pt x="292648" y="60808"/>
                </a:lnTo>
                <a:cubicBezTo>
                  <a:pt x="292648" y="56116"/>
                  <a:pt x="292438" y="53137"/>
                  <a:pt x="292019" y="51871"/>
                </a:cubicBezTo>
                <a:cubicBezTo>
                  <a:pt x="291600" y="50605"/>
                  <a:pt x="290933" y="49656"/>
                  <a:pt x="290016" y="49026"/>
                </a:cubicBezTo>
                <a:cubicBezTo>
                  <a:pt x="289099" y="48396"/>
                  <a:pt x="287856" y="48081"/>
                  <a:pt x="286284" y="48081"/>
                </a:cubicBezTo>
                <a:cubicBezTo>
                  <a:pt x="285027" y="48081"/>
                  <a:pt x="283430" y="48447"/>
                  <a:pt x="281492" y="49181"/>
                </a:cubicBezTo>
                <a:lnTo>
                  <a:pt x="280549" y="46667"/>
                </a:lnTo>
                <a:moveTo>
                  <a:pt x="305689" y="59394"/>
                </a:moveTo>
                <a:lnTo>
                  <a:pt x="305689" y="86263"/>
                </a:lnTo>
                <a:cubicBezTo>
                  <a:pt x="305689" y="92076"/>
                  <a:pt x="305925" y="95900"/>
                  <a:pt x="306397" y="97733"/>
                </a:cubicBezTo>
                <a:cubicBezTo>
                  <a:pt x="307130" y="100771"/>
                  <a:pt x="308924" y="103442"/>
                  <a:pt x="311778" y="105746"/>
                </a:cubicBezTo>
                <a:cubicBezTo>
                  <a:pt x="314633" y="108051"/>
                  <a:pt x="318233" y="109203"/>
                  <a:pt x="322581" y="109203"/>
                </a:cubicBezTo>
                <a:cubicBezTo>
                  <a:pt x="327818" y="109203"/>
                  <a:pt x="332061" y="107160"/>
                  <a:pt x="335308" y="103075"/>
                </a:cubicBezTo>
                <a:cubicBezTo>
                  <a:pt x="339550" y="97733"/>
                  <a:pt x="341671" y="90217"/>
                  <a:pt x="341671" y="80527"/>
                </a:cubicBezTo>
                <a:cubicBezTo>
                  <a:pt x="341671" y="69529"/>
                  <a:pt x="339262" y="61070"/>
                  <a:pt x="334444" y="55152"/>
                </a:cubicBezTo>
                <a:cubicBezTo>
                  <a:pt x="331092" y="51066"/>
                  <a:pt x="327111" y="49024"/>
                  <a:pt x="322502" y="49024"/>
                </a:cubicBezTo>
                <a:cubicBezTo>
                  <a:pt x="319988" y="49024"/>
                  <a:pt x="317500" y="49652"/>
                  <a:pt x="315038" y="50909"/>
                </a:cubicBezTo>
                <a:cubicBezTo>
                  <a:pt x="313153" y="51852"/>
                  <a:pt x="310037" y="54680"/>
                  <a:pt x="305689" y="59394"/>
                </a:cubicBezTo>
                <a:close/>
                <a:moveTo>
                  <a:pt x="475307" y="5185"/>
                </a:moveTo>
                <a:lnTo>
                  <a:pt x="475307" y="8171"/>
                </a:lnTo>
                <a:cubicBezTo>
                  <a:pt x="471536" y="8847"/>
                  <a:pt x="468682" y="10043"/>
                  <a:pt x="466744" y="11760"/>
                </a:cubicBezTo>
                <a:cubicBezTo>
                  <a:pt x="463968" y="14310"/>
                  <a:pt x="461506" y="18213"/>
                  <a:pt x="459359" y="23468"/>
                </a:cubicBezTo>
                <a:lnTo>
                  <a:pt x="422198" y="114074"/>
                </a:lnTo>
                <a:lnTo>
                  <a:pt x="419292" y="114074"/>
                </a:lnTo>
                <a:lnTo>
                  <a:pt x="379381" y="22280"/>
                </a:lnTo>
                <a:cubicBezTo>
                  <a:pt x="377339" y="17602"/>
                  <a:pt x="375898" y="14744"/>
                  <a:pt x="375060" y="13704"/>
                </a:cubicBezTo>
                <a:cubicBezTo>
                  <a:pt x="373751" y="12094"/>
                  <a:pt x="372140" y="10834"/>
                  <a:pt x="370229" y="9926"/>
                </a:cubicBezTo>
                <a:cubicBezTo>
                  <a:pt x="368317" y="9016"/>
                  <a:pt x="365737" y="8431"/>
                  <a:pt x="362490" y="8171"/>
                </a:cubicBezTo>
                <a:lnTo>
                  <a:pt x="362490" y="5185"/>
                </a:lnTo>
                <a:lnTo>
                  <a:pt x="406014" y="5185"/>
                </a:lnTo>
                <a:lnTo>
                  <a:pt x="406014" y="8171"/>
                </a:lnTo>
                <a:cubicBezTo>
                  <a:pt x="401091" y="8642"/>
                  <a:pt x="397896" y="9480"/>
                  <a:pt x="396430" y="10685"/>
                </a:cubicBezTo>
                <a:cubicBezTo>
                  <a:pt x="394963" y="11889"/>
                  <a:pt x="394230" y="13434"/>
                  <a:pt x="394230" y="15320"/>
                </a:cubicBezTo>
                <a:cubicBezTo>
                  <a:pt x="394230" y="17939"/>
                  <a:pt x="395434" y="22024"/>
                  <a:pt x="397844" y="27576"/>
                </a:cubicBezTo>
                <a:lnTo>
                  <a:pt x="424948" y="90034"/>
                </a:lnTo>
                <a:lnTo>
                  <a:pt x="450088" y="28361"/>
                </a:lnTo>
                <a:cubicBezTo>
                  <a:pt x="452550" y="22286"/>
                  <a:pt x="453781" y="18070"/>
                  <a:pt x="453781" y="15713"/>
                </a:cubicBezTo>
                <a:cubicBezTo>
                  <a:pt x="453781" y="14194"/>
                  <a:pt x="453021" y="12740"/>
                  <a:pt x="451503" y="11352"/>
                </a:cubicBezTo>
                <a:cubicBezTo>
                  <a:pt x="449984" y="9964"/>
                  <a:pt x="447417" y="8982"/>
                  <a:pt x="443803" y="8406"/>
                </a:cubicBezTo>
                <a:cubicBezTo>
                  <a:pt x="443541" y="8354"/>
                  <a:pt x="443096" y="8275"/>
                  <a:pt x="442468" y="8171"/>
                </a:cubicBezTo>
                <a:lnTo>
                  <a:pt x="442468" y="5185"/>
                </a:lnTo>
                <a:lnTo>
                  <a:pt x="475307" y="5185"/>
                </a:lnTo>
                <a:close/>
                <a:moveTo>
                  <a:pt x="480098" y="111717"/>
                </a:moveTo>
                <a:lnTo>
                  <a:pt x="480098" y="108732"/>
                </a:lnTo>
                <a:lnTo>
                  <a:pt x="484105" y="108732"/>
                </a:lnTo>
                <a:cubicBezTo>
                  <a:pt x="488609" y="108732"/>
                  <a:pt x="491804" y="107299"/>
                  <a:pt x="493690" y="104433"/>
                </a:cubicBezTo>
                <a:cubicBezTo>
                  <a:pt x="494842" y="102713"/>
                  <a:pt x="495418" y="98856"/>
                  <a:pt x="495418" y="92862"/>
                </a:cubicBezTo>
                <a:lnTo>
                  <a:pt x="495418" y="24040"/>
                </a:lnTo>
                <a:cubicBezTo>
                  <a:pt x="495418" y="17421"/>
                  <a:pt x="494685" y="13278"/>
                  <a:pt x="493218" y="11610"/>
                </a:cubicBezTo>
                <a:cubicBezTo>
                  <a:pt x="491176" y="9317"/>
                  <a:pt x="488138" y="8171"/>
                  <a:pt x="484105" y="8171"/>
                </a:cubicBezTo>
                <a:lnTo>
                  <a:pt x="480098" y="8171"/>
                </a:lnTo>
                <a:lnTo>
                  <a:pt x="480098" y="5185"/>
                </a:lnTo>
                <a:lnTo>
                  <a:pt x="523465" y="5185"/>
                </a:lnTo>
                <a:cubicBezTo>
                  <a:pt x="539387" y="5185"/>
                  <a:pt x="551499" y="6992"/>
                  <a:pt x="559801" y="10606"/>
                </a:cubicBezTo>
                <a:cubicBezTo>
                  <a:pt x="568102" y="14220"/>
                  <a:pt x="574780" y="20243"/>
                  <a:pt x="579835" y="28676"/>
                </a:cubicBezTo>
                <a:cubicBezTo>
                  <a:pt x="584889" y="37108"/>
                  <a:pt x="587416" y="46850"/>
                  <a:pt x="587416" y="57901"/>
                </a:cubicBezTo>
                <a:cubicBezTo>
                  <a:pt x="587416" y="72724"/>
                  <a:pt x="582912" y="85110"/>
                  <a:pt x="573903" y="95062"/>
                </a:cubicBezTo>
                <a:cubicBezTo>
                  <a:pt x="563795" y="106165"/>
                  <a:pt x="548396" y="111717"/>
                  <a:pt x="527708" y="111717"/>
                </a:cubicBezTo>
                <a:lnTo>
                  <a:pt x="480098" y="111717"/>
                </a:lnTo>
                <a:moveTo>
                  <a:pt x="510502" y="103863"/>
                </a:moveTo>
                <a:cubicBezTo>
                  <a:pt x="517154" y="105328"/>
                  <a:pt x="522732" y="106061"/>
                  <a:pt x="527236" y="106061"/>
                </a:cubicBezTo>
                <a:cubicBezTo>
                  <a:pt x="539387" y="106061"/>
                  <a:pt x="549470" y="101799"/>
                  <a:pt x="557483" y="93277"/>
                </a:cubicBezTo>
                <a:cubicBezTo>
                  <a:pt x="565497" y="84753"/>
                  <a:pt x="569503" y="73197"/>
                  <a:pt x="569503" y="58608"/>
                </a:cubicBezTo>
                <a:cubicBezTo>
                  <a:pt x="569503" y="43915"/>
                  <a:pt x="565497" y="32334"/>
                  <a:pt x="557483" y="23864"/>
                </a:cubicBezTo>
                <a:cubicBezTo>
                  <a:pt x="549470" y="15392"/>
                  <a:pt x="539178" y="11156"/>
                  <a:pt x="526608" y="11156"/>
                </a:cubicBezTo>
                <a:cubicBezTo>
                  <a:pt x="521894" y="11156"/>
                  <a:pt x="516526" y="11914"/>
                  <a:pt x="510502" y="13429"/>
                </a:cubicBezTo>
                <a:lnTo>
                  <a:pt x="510502" y="103863"/>
                </a:lnTo>
                <a:close/>
                <a:moveTo>
                  <a:pt x="685777" y="82177"/>
                </a:moveTo>
                <a:lnTo>
                  <a:pt x="688370" y="82730"/>
                </a:lnTo>
                <a:lnTo>
                  <a:pt x="679257" y="111717"/>
                </a:lnTo>
                <a:lnTo>
                  <a:pt x="596765" y="111717"/>
                </a:lnTo>
                <a:lnTo>
                  <a:pt x="596765" y="108732"/>
                </a:lnTo>
                <a:lnTo>
                  <a:pt x="600772" y="108732"/>
                </a:lnTo>
                <a:cubicBezTo>
                  <a:pt x="605276" y="108732"/>
                  <a:pt x="608497" y="107280"/>
                  <a:pt x="610435" y="104376"/>
                </a:cubicBezTo>
                <a:cubicBezTo>
                  <a:pt x="611535" y="102717"/>
                  <a:pt x="612085" y="98879"/>
                  <a:pt x="612085" y="92862"/>
                </a:cubicBezTo>
                <a:lnTo>
                  <a:pt x="612085" y="24040"/>
                </a:lnTo>
                <a:cubicBezTo>
                  <a:pt x="612085" y="17421"/>
                  <a:pt x="611352" y="13278"/>
                  <a:pt x="609885" y="11610"/>
                </a:cubicBezTo>
                <a:cubicBezTo>
                  <a:pt x="607843" y="9317"/>
                  <a:pt x="604805" y="8171"/>
                  <a:pt x="600772" y="8171"/>
                </a:cubicBezTo>
                <a:lnTo>
                  <a:pt x="596765" y="8171"/>
                </a:lnTo>
                <a:lnTo>
                  <a:pt x="596765" y="5185"/>
                </a:lnTo>
                <a:lnTo>
                  <a:pt x="645003" y="5185"/>
                </a:lnTo>
                <a:lnTo>
                  <a:pt x="645003" y="8171"/>
                </a:lnTo>
                <a:cubicBezTo>
                  <a:pt x="639346" y="8118"/>
                  <a:pt x="635379" y="8637"/>
                  <a:pt x="633101" y="9727"/>
                </a:cubicBezTo>
                <a:cubicBezTo>
                  <a:pt x="630822" y="10817"/>
                  <a:pt x="629264" y="12193"/>
                  <a:pt x="628426" y="13854"/>
                </a:cubicBezTo>
                <a:cubicBezTo>
                  <a:pt x="627588" y="15515"/>
                  <a:pt x="627169" y="19487"/>
                  <a:pt x="627169" y="25769"/>
                </a:cubicBezTo>
                <a:lnTo>
                  <a:pt x="627169" y="92771"/>
                </a:lnTo>
                <a:cubicBezTo>
                  <a:pt x="627169" y="97123"/>
                  <a:pt x="627588" y="100112"/>
                  <a:pt x="628426" y="101737"/>
                </a:cubicBezTo>
                <a:cubicBezTo>
                  <a:pt x="629055" y="102837"/>
                  <a:pt x="630024" y="103650"/>
                  <a:pt x="631333" y="104175"/>
                </a:cubicBezTo>
                <a:cubicBezTo>
                  <a:pt x="632642" y="104699"/>
                  <a:pt x="636728" y="104961"/>
                  <a:pt x="643589" y="104961"/>
                </a:cubicBezTo>
                <a:lnTo>
                  <a:pt x="651367" y="104961"/>
                </a:lnTo>
                <a:cubicBezTo>
                  <a:pt x="659537" y="104961"/>
                  <a:pt x="665272" y="104357"/>
                  <a:pt x="668572" y="103149"/>
                </a:cubicBezTo>
                <a:cubicBezTo>
                  <a:pt x="671872" y="101939"/>
                  <a:pt x="674883" y="99798"/>
                  <a:pt x="677607" y="96724"/>
                </a:cubicBezTo>
                <a:cubicBezTo>
                  <a:pt x="680330" y="93648"/>
                  <a:pt x="683054" y="88800"/>
                  <a:pt x="685777" y="82177"/>
                </a:cubicBezTo>
                <a:close/>
                <a:moveTo>
                  <a:pt x="765598" y="90976"/>
                </a:moveTo>
                <a:lnTo>
                  <a:pt x="758134" y="111717"/>
                </a:lnTo>
                <a:lnTo>
                  <a:pt x="695284" y="111717"/>
                </a:lnTo>
                <a:lnTo>
                  <a:pt x="695284" y="108751"/>
                </a:lnTo>
                <a:cubicBezTo>
                  <a:pt x="713772" y="91904"/>
                  <a:pt x="726788" y="78144"/>
                  <a:pt x="734330" y="67471"/>
                </a:cubicBezTo>
                <a:cubicBezTo>
                  <a:pt x="741872" y="56796"/>
                  <a:pt x="745643" y="47033"/>
                  <a:pt x="745643" y="38182"/>
                </a:cubicBezTo>
                <a:cubicBezTo>
                  <a:pt x="745643" y="31448"/>
                  <a:pt x="743574" y="25915"/>
                  <a:pt x="739436" y="21583"/>
                </a:cubicBezTo>
                <a:cubicBezTo>
                  <a:pt x="735299" y="17250"/>
                  <a:pt x="730349" y="15084"/>
                  <a:pt x="724588" y="15084"/>
                </a:cubicBezTo>
                <a:cubicBezTo>
                  <a:pt x="719350" y="15084"/>
                  <a:pt x="714649" y="16603"/>
                  <a:pt x="710486" y="19641"/>
                </a:cubicBezTo>
                <a:cubicBezTo>
                  <a:pt x="706322" y="22677"/>
                  <a:pt x="703245" y="27129"/>
                  <a:pt x="701254" y="32997"/>
                </a:cubicBezTo>
                <a:lnTo>
                  <a:pt x="698348" y="32997"/>
                </a:lnTo>
                <a:cubicBezTo>
                  <a:pt x="699657" y="23332"/>
                  <a:pt x="703022" y="15914"/>
                  <a:pt x="708443" y="10744"/>
                </a:cubicBezTo>
                <a:cubicBezTo>
                  <a:pt x="713864" y="5571"/>
                  <a:pt x="720633" y="2985"/>
                  <a:pt x="728752" y="2985"/>
                </a:cubicBezTo>
                <a:cubicBezTo>
                  <a:pt x="737394" y="2985"/>
                  <a:pt x="744608" y="5761"/>
                  <a:pt x="750396" y="11313"/>
                </a:cubicBezTo>
                <a:cubicBezTo>
                  <a:pt x="756183" y="16865"/>
                  <a:pt x="759077" y="23412"/>
                  <a:pt x="759077" y="30954"/>
                </a:cubicBezTo>
                <a:cubicBezTo>
                  <a:pt x="759077" y="36349"/>
                  <a:pt x="757820" y="41743"/>
                  <a:pt x="755306" y="47138"/>
                </a:cubicBezTo>
                <a:cubicBezTo>
                  <a:pt x="751430" y="55623"/>
                  <a:pt x="745145" y="64605"/>
                  <a:pt x="736451" y="74085"/>
                </a:cubicBezTo>
                <a:cubicBezTo>
                  <a:pt x="723409" y="88302"/>
                  <a:pt x="715265" y="96813"/>
                  <a:pt x="712018" y="99618"/>
                </a:cubicBezTo>
                <a:lnTo>
                  <a:pt x="739829" y="99618"/>
                </a:lnTo>
                <a:cubicBezTo>
                  <a:pt x="745486" y="99618"/>
                  <a:pt x="749453" y="99409"/>
                  <a:pt x="751731" y="98990"/>
                </a:cubicBezTo>
                <a:cubicBezTo>
                  <a:pt x="754010" y="98571"/>
                  <a:pt x="756065" y="97720"/>
                  <a:pt x="757899" y="96437"/>
                </a:cubicBezTo>
                <a:cubicBezTo>
                  <a:pt x="759732" y="95153"/>
                  <a:pt x="761329" y="93333"/>
                  <a:pt x="762691" y="90976"/>
                </a:cubicBezTo>
                <a:lnTo>
                  <a:pt x="765598" y="9097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" name="Text Capture">
            <a:extLst xmlns:a="http://schemas.openxmlformats.org/drawingml/2006/main">
              <a:ext uri="{FF2B5EF4-FFF2-40B4-BE49-F238E27FC236}">
                <a16:creationId xmlns:a16="http://schemas.microsoft.com/office/drawing/2014/main" id="{0B415321-B0C8-4C2D-8335-F7FBDF149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4214" y="1480330"/>
            <a:ext cx="498955" cy="143300"/>
          </a:xfrm>
          <a:custGeom xmlns:a="http://schemas.openxmlformats.org/drawingml/2006/main">
            <a:pathLst>
              <a:path w="498955" h="143300">
                <a:moveTo>
                  <a:pt x="91055" y="0"/>
                </a:moveTo>
                <a:lnTo>
                  <a:pt x="93490" y="36296"/>
                </a:lnTo>
                <a:lnTo>
                  <a:pt x="91055" y="36296"/>
                </a:lnTo>
                <a:cubicBezTo>
                  <a:pt x="87808" y="25427"/>
                  <a:pt x="83172" y="17603"/>
                  <a:pt x="77149" y="12825"/>
                </a:cubicBezTo>
                <a:cubicBezTo>
                  <a:pt x="71126" y="8046"/>
                  <a:pt x="63898" y="5657"/>
                  <a:pt x="55466" y="5657"/>
                </a:cubicBezTo>
                <a:cubicBezTo>
                  <a:pt x="48395" y="5657"/>
                  <a:pt x="42005" y="7448"/>
                  <a:pt x="36296" y="11031"/>
                </a:cubicBezTo>
                <a:cubicBezTo>
                  <a:pt x="30587" y="14612"/>
                  <a:pt x="26096" y="20325"/>
                  <a:pt x="22823" y="28170"/>
                </a:cubicBezTo>
                <a:cubicBezTo>
                  <a:pt x="19549" y="36013"/>
                  <a:pt x="17912" y="45765"/>
                  <a:pt x="17912" y="57425"/>
                </a:cubicBezTo>
                <a:cubicBezTo>
                  <a:pt x="17912" y="67047"/>
                  <a:pt x="19458" y="75388"/>
                  <a:pt x="22548" y="82447"/>
                </a:cubicBezTo>
                <a:cubicBezTo>
                  <a:pt x="25638" y="89507"/>
                  <a:pt x="30286" y="94919"/>
                  <a:pt x="36493" y="98685"/>
                </a:cubicBezTo>
                <a:cubicBezTo>
                  <a:pt x="42699" y="102450"/>
                  <a:pt x="49783" y="104332"/>
                  <a:pt x="57744" y="104332"/>
                </a:cubicBezTo>
                <a:cubicBezTo>
                  <a:pt x="64658" y="104332"/>
                  <a:pt x="70759" y="102848"/>
                  <a:pt x="76049" y="99879"/>
                </a:cubicBezTo>
                <a:cubicBezTo>
                  <a:pt x="81339" y="96908"/>
                  <a:pt x="87153" y="91008"/>
                  <a:pt x="93490" y="82177"/>
                </a:cubicBezTo>
                <a:lnTo>
                  <a:pt x="95926" y="83749"/>
                </a:lnTo>
                <a:cubicBezTo>
                  <a:pt x="90584" y="93256"/>
                  <a:pt x="84351" y="100217"/>
                  <a:pt x="77228" y="104629"/>
                </a:cubicBezTo>
                <a:cubicBezTo>
                  <a:pt x="70105" y="109040"/>
                  <a:pt x="61646" y="111246"/>
                  <a:pt x="51852" y="111246"/>
                </a:cubicBezTo>
                <a:cubicBezTo>
                  <a:pt x="34201" y="111246"/>
                  <a:pt x="20531" y="104708"/>
                  <a:pt x="10842" y="91632"/>
                </a:cubicBezTo>
                <a:cubicBezTo>
                  <a:pt x="3614" y="81905"/>
                  <a:pt x="0" y="70451"/>
                  <a:pt x="0" y="57270"/>
                </a:cubicBezTo>
                <a:cubicBezTo>
                  <a:pt x="0" y="46653"/>
                  <a:pt x="2383" y="36899"/>
                  <a:pt x="7149" y="28008"/>
                </a:cubicBezTo>
                <a:cubicBezTo>
                  <a:pt x="11915" y="19117"/>
                  <a:pt x="18475" y="12226"/>
                  <a:pt x="26829" y="7336"/>
                </a:cubicBezTo>
                <a:cubicBezTo>
                  <a:pt x="35183" y="2445"/>
                  <a:pt x="44310" y="0"/>
                  <a:pt x="54209" y="0"/>
                </a:cubicBezTo>
                <a:cubicBezTo>
                  <a:pt x="61908" y="0"/>
                  <a:pt x="69502" y="1886"/>
                  <a:pt x="76992" y="5657"/>
                </a:cubicBezTo>
                <a:cubicBezTo>
                  <a:pt x="79192" y="6809"/>
                  <a:pt x="80763" y="7385"/>
                  <a:pt x="81706" y="7385"/>
                </a:cubicBezTo>
                <a:cubicBezTo>
                  <a:pt x="83120" y="7385"/>
                  <a:pt x="84351" y="6887"/>
                  <a:pt x="85398" y="5892"/>
                </a:cubicBezTo>
                <a:cubicBezTo>
                  <a:pt x="86760" y="4478"/>
                  <a:pt x="87729" y="2514"/>
                  <a:pt x="88305" y="0"/>
                </a:cubicBezTo>
                <a:lnTo>
                  <a:pt x="91055" y="0"/>
                </a:lnTo>
                <a:close/>
                <a:moveTo>
                  <a:pt x="147307" y="98602"/>
                </a:moveTo>
                <a:cubicBezTo>
                  <a:pt x="139922" y="104309"/>
                  <a:pt x="135287" y="107607"/>
                  <a:pt x="133401" y="108496"/>
                </a:cubicBezTo>
                <a:cubicBezTo>
                  <a:pt x="130573" y="109805"/>
                  <a:pt x="127561" y="110460"/>
                  <a:pt x="124367" y="110460"/>
                </a:cubicBezTo>
                <a:cubicBezTo>
                  <a:pt x="119391" y="110460"/>
                  <a:pt x="115292" y="108758"/>
                  <a:pt x="112071" y="105354"/>
                </a:cubicBezTo>
                <a:cubicBezTo>
                  <a:pt x="108850" y="101949"/>
                  <a:pt x="107240" y="97471"/>
                  <a:pt x="107240" y="91919"/>
                </a:cubicBezTo>
                <a:cubicBezTo>
                  <a:pt x="107240" y="88410"/>
                  <a:pt x="108025" y="85372"/>
                  <a:pt x="109597" y="82806"/>
                </a:cubicBezTo>
                <a:cubicBezTo>
                  <a:pt x="111744" y="79244"/>
                  <a:pt x="115476" y="75892"/>
                  <a:pt x="120792" y="72750"/>
                </a:cubicBezTo>
                <a:cubicBezTo>
                  <a:pt x="126108" y="69607"/>
                  <a:pt x="134946" y="65784"/>
                  <a:pt x="147307" y="61279"/>
                </a:cubicBezTo>
                <a:lnTo>
                  <a:pt x="147307" y="58461"/>
                </a:lnTo>
                <a:cubicBezTo>
                  <a:pt x="147307" y="51312"/>
                  <a:pt x="146168" y="46406"/>
                  <a:pt x="143890" y="43745"/>
                </a:cubicBezTo>
                <a:cubicBezTo>
                  <a:pt x="141611" y="41084"/>
                  <a:pt x="138298" y="39753"/>
                  <a:pt x="133951" y="39753"/>
                </a:cubicBezTo>
                <a:cubicBezTo>
                  <a:pt x="130652" y="39753"/>
                  <a:pt x="128033" y="40643"/>
                  <a:pt x="126095" y="42424"/>
                </a:cubicBezTo>
                <a:cubicBezTo>
                  <a:pt x="124105" y="44205"/>
                  <a:pt x="123110" y="46248"/>
                  <a:pt x="123110" y="48552"/>
                </a:cubicBezTo>
                <a:lnTo>
                  <a:pt x="123267" y="53109"/>
                </a:lnTo>
                <a:cubicBezTo>
                  <a:pt x="123267" y="55518"/>
                  <a:pt x="122651" y="57377"/>
                  <a:pt x="121420" y="58687"/>
                </a:cubicBezTo>
                <a:cubicBezTo>
                  <a:pt x="120190" y="59996"/>
                  <a:pt x="118579" y="60651"/>
                  <a:pt x="116589" y="60651"/>
                </a:cubicBezTo>
                <a:cubicBezTo>
                  <a:pt x="114651" y="60651"/>
                  <a:pt x="113066" y="59968"/>
                  <a:pt x="111836" y="58603"/>
                </a:cubicBezTo>
                <a:cubicBezTo>
                  <a:pt x="110605" y="57237"/>
                  <a:pt x="109989" y="55372"/>
                  <a:pt x="109989" y="53008"/>
                </a:cubicBezTo>
                <a:cubicBezTo>
                  <a:pt x="109989" y="48489"/>
                  <a:pt x="112294" y="44338"/>
                  <a:pt x="116903" y="40556"/>
                </a:cubicBezTo>
                <a:cubicBezTo>
                  <a:pt x="121512" y="36773"/>
                  <a:pt x="127980" y="34882"/>
                  <a:pt x="136308" y="34882"/>
                </a:cubicBezTo>
                <a:cubicBezTo>
                  <a:pt x="142698" y="34882"/>
                  <a:pt x="147936" y="35954"/>
                  <a:pt x="152021" y="38098"/>
                </a:cubicBezTo>
                <a:cubicBezTo>
                  <a:pt x="155111" y="39720"/>
                  <a:pt x="157389" y="42258"/>
                  <a:pt x="158856" y="45712"/>
                </a:cubicBezTo>
                <a:cubicBezTo>
                  <a:pt x="159799" y="47960"/>
                  <a:pt x="160270" y="52564"/>
                  <a:pt x="160270" y="59522"/>
                </a:cubicBezTo>
                <a:lnTo>
                  <a:pt x="160270" y="83925"/>
                </a:lnTo>
                <a:cubicBezTo>
                  <a:pt x="160270" y="90778"/>
                  <a:pt x="160401" y="94977"/>
                  <a:pt x="160663" y="96520"/>
                </a:cubicBezTo>
                <a:cubicBezTo>
                  <a:pt x="160925" y="98063"/>
                  <a:pt x="161357" y="99097"/>
                  <a:pt x="161959" y="99621"/>
                </a:cubicBezTo>
                <a:cubicBezTo>
                  <a:pt x="162561" y="100143"/>
                  <a:pt x="163255" y="100404"/>
                  <a:pt x="164041" y="100404"/>
                </a:cubicBezTo>
                <a:cubicBezTo>
                  <a:pt x="164879" y="100404"/>
                  <a:pt x="165612" y="100221"/>
                  <a:pt x="166241" y="99854"/>
                </a:cubicBezTo>
                <a:cubicBezTo>
                  <a:pt x="167341" y="99173"/>
                  <a:pt x="169462" y="97261"/>
                  <a:pt x="172604" y="94119"/>
                </a:cubicBezTo>
                <a:lnTo>
                  <a:pt x="172604" y="98518"/>
                </a:lnTo>
                <a:cubicBezTo>
                  <a:pt x="166738" y="106375"/>
                  <a:pt x="161134" y="110303"/>
                  <a:pt x="155792" y="110303"/>
                </a:cubicBezTo>
                <a:cubicBezTo>
                  <a:pt x="153225" y="110303"/>
                  <a:pt x="151183" y="109419"/>
                  <a:pt x="149664" y="107651"/>
                </a:cubicBezTo>
                <a:cubicBezTo>
                  <a:pt x="148145" y="105882"/>
                  <a:pt x="147359" y="102866"/>
                  <a:pt x="147307" y="98602"/>
                </a:cubicBezTo>
                <a:moveTo>
                  <a:pt x="147307" y="93508"/>
                </a:moveTo>
                <a:lnTo>
                  <a:pt x="147307" y="66150"/>
                </a:lnTo>
                <a:cubicBezTo>
                  <a:pt x="139398" y="69286"/>
                  <a:pt x="134292" y="71507"/>
                  <a:pt x="131987" y="72814"/>
                </a:cubicBezTo>
                <a:cubicBezTo>
                  <a:pt x="127850" y="75113"/>
                  <a:pt x="124890" y="77518"/>
                  <a:pt x="123110" y="80027"/>
                </a:cubicBezTo>
                <a:cubicBezTo>
                  <a:pt x="121329" y="82534"/>
                  <a:pt x="120438" y="85277"/>
                  <a:pt x="120438" y="88256"/>
                </a:cubicBezTo>
                <a:cubicBezTo>
                  <a:pt x="120438" y="92019"/>
                  <a:pt x="121564" y="95142"/>
                  <a:pt x="123817" y="97625"/>
                </a:cubicBezTo>
                <a:cubicBezTo>
                  <a:pt x="126069" y="100106"/>
                  <a:pt x="128661" y="101347"/>
                  <a:pt x="131594" y="101347"/>
                </a:cubicBezTo>
                <a:cubicBezTo>
                  <a:pt x="135575" y="101347"/>
                  <a:pt x="140812" y="98734"/>
                  <a:pt x="147307" y="93508"/>
                </a:cubicBezTo>
                <a:close/>
                <a:moveTo>
                  <a:pt x="172762" y="43838"/>
                </a:moveTo>
                <a:lnTo>
                  <a:pt x="194917" y="35039"/>
                </a:lnTo>
                <a:lnTo>
                  <a:pt x="197902" y="35039"/>
                </a:lnTo>
                <a:lnTo>
                  <a:pt x="197902" y="51930"/>
                </a:lnTo>
                <a:cubicBezTo>
                  <a:pt x="201621" y="45622"/>
                  <a:pt x="205353" y="41204"/>
                  <a:pt x="209097" y="38675"/>
                </a:cubicBezTo>
                <a:cubicBezTo>
                  <a:pt x="212842" y="36147"/>
                  <a:pt x="216783" y="34882"/>
                  <a:pt x="220921" y="34882"/>
                </a:cubicBezTo>
                <a:cubicBezTo>
                  <a:pt x="228149" y="34882"/>
                  <a:pt x="234172" y="37707"/>
                  <a:pt x="238991" y="43357"/>
                </a:cubicBezTo>
                <a:cubicBezTo>
                  <a:pt x="244909" y="50264"/>
                  <a:pt x="247868" y="59264"/>
                  <a:pt x="247868" y="70356"/>
                </a:cubicBezTo>
                <a:cubicBezTo>
                  <a:pt x="247868" y="82756"/>
                  <a:pt x="244307" y="93011"/>
                  <a:pt x="237184" y="101121"/>
                </a:cubicBezTo>
                <a:cubicBezTo>
                  <a:pt x="231318" y="107766"/>
                  <a:pt x="223933" y="111089"/>
                  <a:pt x="215029" y="111089"/>
                </a:cubicBezTo>
                <a:cubicBezTo>
                  <a:pt x="211153" y="111089"/>
                  <a:pt x="207801" y="110539"/>
                  <a:pt x="204973" y="109439"/>
                </a:cubicBezTo>
                <a:cubicBezTo>
                  <a:pt x="202878" y="108653"/>
                  <a:pt x="200521" y="107082"/>
                  <a:pt x="197902" y="104725"/>
                </a:cubicBezTo>
                <a:lnTo>
                  <a:pt x="197902" y="126644"/>
                </a:lnTo>
                <a:cubicBezTo>
                  <a:pt x="197902" y="131595"/>
                  <a:pt x="198203" y="134743"/>
                  <a:pt x="198806" y="136087"/>
                </a:cubicBezTo>
                <a:cubicBezTo>
                  <a:pt x="199408" y="137430"/>
                  <a:pt x="200455" y="138497"/>
                  <a:pt x="201948" y="139286"/>
                </a:cubicBezTo>
                <a:cubicBezTo>
                  <a:pt x="203441" y="140076"/>
                  <a:pt x="206151" y="140471"/>
                  <a:pt x="210079" y="140471"/>
                </a:cubicBezTo>
                <a:lnTo>
                  <a:pt x="210079" y="143300"/>
                </a:lnTo>
                <a:lnTo>
                  <a:pt x="172369" y="143300"/>
                </a:lnTo>
                <a:lnTo>
                  <a:pt x="172369" y="140471"/>
                </a:lnTo>
                <a:lnTo>
                  <a:pt x="174333" y="140471"/>
                </a:lnTo>
                <a:cubicBezTo>
                  <a:pt x="177214" y="140524"/>
                  <a:pt x="179675" y="139970"/>
                  <a:pt x="181718" y="138812"/>
                </a:cubicBezTo>
                <a:cubicBezTo>
                  <a:pt x="182713" y="138232"/>
                  <a:pt x="183486" y="137298"/>
                  <a:pt x="184036" y="136008"/>
                </a:cubicBezTo>
                <a:cubicBezTo>
                  <a:pt x="184586" y="134718"/>
                  <a:pt x="184861" y="131440"/>
                  <a:pt x="184861" y="126173"/>
                </a:cubicBezTo>
                <a:lnTo>
                  <a:pt x="184861" y="57980"/>
                </a:lnTo>
                <a:cubicBezTo>
                  <a:pt x="184861" y="53287"/>
                  <a:pt x="184651" y="50308"/>
                  <a:pt x="184232" y="49043"/>
                </a:cubicBezTo>
                <a:cubicBezTo>
                  <a:pt x="183813" y="47776"/>
                  <a:pt x="183145" y="46828"/>
                  <a:pt x="182229" y="46198"/>
                </a:cubicBezTo>
                <a:cubicBezTo>
                  <a:pt x="181312" y="45568"/>
                  <a:pt x="180068" y="45253"/>
                  <a:pt x="178497" y="45253"/>
                </a:cubicBezTo>
                <a:cubicBezTo>
                  <a:pt x="177240" y="45253"/>
                  <a:pt x="175642" y="45619"/>
                  <a:pt x="173705" y="46352"/>
                </a:cubicBezTo>
                <a:lnTo>
                  <a:pt x="172762" y="43838"/>
                </a:lnTo>
                <a:moveTo>
                  <a:pt x="197902" y="56566"/>
                </a:moveTo>
                <a:lnTo>
                  <a:pt x="197902" y="83434"/>
                </a:lnTo>
                <a:cubicBezTo>
                  <a:pt x="197902" y="89248"/>
                  <a:pt x="198138" y="93071"/>
                  <a:pt x="198609" y="94905"/>
                </a:cubicBezTo>
                <a:cubicBezTo>
                  <a:pt x="199342" y="97942"/>
                  <a:pt x="201136" y="100614"/>
                  <a:pt x="203991" y="102918"/>
                </a:cubicBezTo>
                <a:cubicBezTo>
                  <a:pt x="206845" y="105223"/>
                  <a:pt x="210446" y="106375"/>
                  <a:pt x="214793" y="106375"/>
                </a:cubicBezTo>
                <a:cubicBezTo>
                  <a:pt x="220031" y="106375"/>
                  <a:pt x="224273" y="104332"/>
                  <a:pt x="227520" y="100247"/>
                </a:cubicBezTo>
                <a:cubicBezTo>
                  <a:pt x="231763" y="94905"/>
                  <a:pt x="233884" y="87389"/>
                  <a:pt x="233884" y="77699"/>
                </a:cubicBezTo>
                <a:cubicBezTo>
                  <a:pt x="233884" y="66700"/>
                  <a:pt x="231475" y="58242"/>
                  <a:pt x="226656" y="52323"/>
                </a:cubicBezTo>
                <a:cubicBezTo>
                  <a:pt x="223304" y="48238"/>
                  <a:pt x="219324" y="46195"/>
                  <a:pt x="214715" y="46195"/>
                </a:cubicBezTo>
                <a:cubicBezTo>
                  <a:pt x="212201" y="46195"/>
                  <a:pt x="209713" y="46824"/>
                  <a:pt x="207251" y="48081"/>
                </a:cubicBezTo>
                <a:cubicBezTo>
                  <a:pt x="205366" y="49024"/>
                  <a:pt x="202249" y="51852"/>
                  <a:pt x="197902" y="56566"/>
                </a:cubicBezTo>
                <a:close/>
                <a:moveTo>
                  <a:pt x="279215" y="13199"/>
                </a:moveTo>
                <a:lnTo>
                  <a:pt x="279215" y="36925"/>
                </a:lnTo>
                <a:lnTo>
                  <a:pt x="296028" y="36925"/>
                </a:lnTo>
                <a:lnTo>
                  <a:pt x="296028" y="42267"/>
                </a:lnTo>
                <a:lnTo>
                  <a:pt x="279215" y="42424"/>
                </a:lnTo>
                <a:lnTo>
                  <a:pt x="279215" y="89155"/>
                </a:lnTo>
                <a:cubicBezTo>
                  <a:pt x="279215" y="93821"/>
                  <a:pt x="279883" y="96968"/>
                  <a:pt x="281219" y="98595"/>
                </a:cubicBezTo>
                <a:cubicBezTo>
                  <a:pt x="282554" y="100220"/>
                  <a:pt x="284269" y="101033"/>
                  <a:pt x="286364" y="101033"/>
                </a:cubicBezTo>
                <a:cubicBezTo>
                  <a:pt x="288093" y="101033"/>
                  <a:pt x="289769" y="100489"/>
                  <a:pt x="291393" y="99402"/>
                </a:cubicBezTo>
                <a:cubicBezTo>
                  <a:pt x="293016" y="98316"/>
                  <a:pt x="294273" y="96712"/>
                  <a:pt x="295164" y="94590"/>
                </a:cubicBezTo>
                <a:lnTo>
                  <a:pt x="298228" y="94590"/>
                </a:lnTo>
                <a:cubicBezTo>
                  <a:pt x="296394" y="99749"/>
                  <a:pt x="293802" y="103632"/>
                  <a:pt x="290450" y="106237"/>
                </a:cubicBezTo>
                <a:cubicBezTo>
                  <a:pt x="287098" y="108843"/>
                  <a:pt x="283641" y="110146"/>
                  <a:pt x="280079" y="110146"/>
                </a:cubicBezTo>
                <a:cubicBezTo>
                  <a:pt x="277670" y="110146"/>
                  <a:pt x="275313" y="109476"/>
                  <a:pt x="273009" y="108135"/>
                </a:cubicBezTo>
                <a:cubicBezTo>
                  <a:pt x="270704" y="106795"/>
                  <a:pt x="269002" y="104876"/>
                  <a:pt x="267902" y="102380"/>
                </a:cubicBezTo>
                <a:cubicBezTo>
                  <a:pt x="266802" y="99884"/>
                  <a:pt x="266252" y="96035"/>
                  <a:pt x="266252" y="90832"/>
                </a:cubicBezTo>
                <a:lnTo>
                  <a:pt x="266252" y="42267"/>
                </a:lnTo>
                <a:lnTo>
                  <a:pt x="254861" y="42267"/>
                </a:lnTo>
                <a:lnTo>
                  <a:pt x="254861" y="39748"/>
                </a:lnTo>
                <a:cubicBezTo>
                  <a:pt x="257741" y="38602"/>
                  <a:pt x="260687" y="36663"/>
                  <a:pt x="263699" y="33930"/>
                </a:cubicBezTo>
                <a:cubicBezTo>
                  <a:pt x="266711" y="31196"/>
                  <a:pt x="269395" y="27938"/>
                  <a:pt x="271752" y="24156"/>
                </a:cubicBezTo>
                <a:cubicBezTo>
                  <a:pt x="272956" y="22159"/>
                  <a:pt x="274632" y="18507"/>
                  <a:pt x="276780" y="13199"/>
                </a:cubicBezTo>
                <a:lnTo>
                  <a:pt x="279215" y="13199"/>
                </a:lnTo>
                <a:close/>
                <a:moveTo>
                  <a:pt x="366185" y="36925"/>
                </a:moveTo>
                <a:lnTo>
                  <a:pt x="366185" y="80763"/>
                </a:lnTo>
                <a:cubicBezTo>
                  <a:pt x="366185" y="88988"/>
                  <a:pt x="366381" y="94018"/>
                  <a:pt x="366774" y="95855"/>
                </a:cubicBezTo>
                <a:cubicBezTo>
                  <a:pt x="367167" y="97689"/>
                  <a:pt x="367795" y="98972"/>
                  <a:pt x="368659" y="99702"/>
                </a:cubicBezTo>
                <a:cubicBezTo>
                  <a:pt x="369524" y="100432"/>
                  <a:pt x="370532" y="100797"/>
                  <a:pt x="371684" y="100797"/>
                </a:cubicBezTo>
                <a:cubicBezTo>
                  <a:pt x="373308" y="100797"/>
                  <a:pt x="375141" y="100352"/>
                  <a:pt x="377184" y="99461"/>
                </a:cubicBezTo>
                <a:lnTo>
                  <a:pt x="378284" y="102290"/>
                </a:lnTo>
                <a:lnTo>
                  <a:pt x="356757" y="111089"/>
                </a:lnTo>
                <a:lnTo>
                  <a:pt x="353222" y="111089"/>
                </a:lnTo>
                <a:lnTo>
                  <a:pt x="353222" y="95919"/>
                </a:lnTo>
                <a:cubicBezTo>
                  <a:pt x="347041" y="102592"/>
                  <a:pt x="342328" y="106788"/>
                  <a:pt x="339080" y="108508"/>
                </a:cubicBezTo>
                <a:cubicBezTo>
                  <a:pt x="335833" y="110229"/>
                  <a:pt x="332402" y="111089"/>
                  <a:pt x="328789" y="111089"/>
                </a:cubicBezTo>
                <a:cubicBezTo>
                  <a:pt x="324756" y="111089"/>
                  <a:pt x="321260" y="109923"/>
                  <a:pt x="318300" y="107593"/>
                </a:cubicBezTo>
                <a:cubicBezTo>
                  <a:pt x="315341" y="105262"/>
                  <a:pt x="313285" y="102263"/>
                  <a:pt x="312133" y="98597"/>
                </a:cubicBezTo>
                <a:cubicBezTo>
                  <a:pt x="310981" y="94931"/>
                  <a:pt x="310405" y="89746"/>
                  <a:pt x="310405" y="83042"/>
                </a:cubicBezTo>
                <a:lnTo>
                  <a:pt x="310405" y="50909"/>
                </a:lnTo>
                <a:cubicBezTo>
                  <a:pt x="310405" y="47480"/>
                  <a:pt x="310038" y="45107"/>
                  <a:pt x="309305" y="43789"/>
                </a:cubicBezTo>
                <a:cubicBezTo>
                  <a:pt x="308572" y="42470"/>
                  <a:pt x="307485" y="41454"/>
                  <a:pt x="306044" y="40742"/>
                </a:cubicBezTo>
                <a:cubicBezTo>
                  <a:pt x="304604" y="40030"/>
                  <a:pt x="301998" y="39701"/>
                  <a:pt x="298227" y="39753"/>
                </a:cubicBezTo>
                <a:lnTo>
                  <a:pt x="298227" y="36925"/>
                </a:lnTo>
                <a:lnTo>
                  <a:pt x="323446" y="36925"/>
                </a:lnTo>
                <a:lnTo>
                  <a:pt x="323446" y="85143"/>
                </a:lnTo>
                <a:cubicBezTo>
                  <a:pt x="323446" y="91855"/>
                  <a:pt x="324612" y="96261"/>
                  <a:pt x="326942" y="98359"/>
                </a:cubicBezTo>
                <a:cubicBezTo>
                  <a:pt x="329273" y="100456"/>
                  <a:pt x="332088" y="101504"/>
                  <a:pt x="335388" y="101504"/>
                </a:cubicBezTo>
                <a:cubicBezTo>
                  <a:pt x="337640" y="101504"/>
                  <a:pt x="340193" y="100796"/>
                  <a:pt x="343048" y="99380"/>
                </a:cubicBezTo>
                <a:cubicBezTo>
                  <a:pt x="345902" y="97964"/>
                  <a:pt x="349294" y="95264"/>
                  <a:pt x="353222" y="91278"/>
                </a:cubicBezTo>
                <a:lnTo>
                  <a:pt x="353222" y="50595"/>
                </a:lnTo>
                <a:cubicBezTo>
                  <a:pt x="353222" y="46420"/>
                  <a:pt x="352475" y="43595"/>
                  <a:pt x="350983" y="42122"/>
                </a:cubicBezTo>
                <a:cubicBezTo>
                  <a:pt x="349490" y="40649"/>
                  <a:pt x="346387" y="39859"/>
                  <a:pt x="341673" y="39753"/>
                </a:cubicBezTo>
                <a:lnTo>
                  <a:pt x="341673" y="36925"/>
                </a:lnTo>
                <a:lnTo>
                  <a:pt x="366185" y="36925"/>
                </a:lnTo>
                <a:close/>
                <a:moveTo>
                  <a:pt x="404602" y="34882"/>
                </a:moveTo>
                <a:lnTo>
                  <a:pt x="404602" y="51066"/>
                </a:lnTo>
                <a:cubicBezTo>
                  <a:pt x="410625" y="40277"/>
                  <a:pt x="416806" y="34882"/>
                  <a:pt x="423143" y="34882"/>
                </a:cubicBezTo>
                <a:cubicBezTo>
                  <a:pt x="426024" y="34882"/>
                  <a:pt x="428407" y="35759"/>
                  <a:pt x="430292" y="37514"/>
                </a:cubicBezTo>
                <a:cubicBezTo>
                  <a:pt x="432178" y="39269"/>
                  <a:pt x="433121" y="41298"/>
                  <a:pt x="433121" y="43603"/>
                </a:cubicBezTo>
                <a:cubicBezTo>
                  <a:pt x="433121" y="45645"/>
                  <a:pt x="432440" y="47374"/>
                  <a:pt x="431078" y="48788"/>
                </a:cubicBezTo>
                <a:cubicBezTo>
                  <a:pt x="429716" y="50202"/>
                  <a:pt x="428093" y="50909"/>
                  <a:pt x="426207" y="50909"/>
                </a:cubicBezTo>
                <a:cubicBezTo>
                  <a:pt x="424374" y="50909"/>
                  <a:pt x="422318" y="50019"/>
                  <a:pt x="420040" y="48238"/>
                </a:cubicBezTo>
                <a:cubicBezTo>
                  <a:pt x="417762" y="46457"/>
                  <a:pt x="416073" y="45567"/>
                  <a:pt x="414973" y="45567"/>
                </a:cubicBezTo>
                <a:cubicBezTo>
                  <a:pt x="414030" y="45567"/>
                  <a:pt x="413009" y="46086"/>
                  <a:pt x="411909" y="47126"/>
                </a:cubicBezTo>
                <a:cubicBezTo>
                  <a:pt x="409552" y="49258"/>
                  <a:pt x="407116" y="52768"/>
                  <a:pt x="404602" y="57656"/>
                </a:cubicBezTo>
                <a:lnTo>
                  <a:pt x="404602" y="92076"/>
                </a:lnTo>
                <a:cubicBezTo>
                  <a:pt x="404602" y="96060"/>
                  <a:pt x="405100" y="99073"/>
                  <a:pt x="406095" y="101116"/>
                </a:cubicBezTo>
                <a:cubicBezTo>
                  <a:pt x="406776" y="102532"/>
                  <a:pt x="407980" y="103710"/>
                  <a:pt x="409709" y="104651"/>
                </a:cubicBezTo>
                <a:cubicBezTo>
                  <a:pt x="411437" y="105591"/>
                  <a:pt x="413925" y="106061"/>
                  <a:pt x="417172" y="106061"/>
                </a:cubicBezTo>
                <a:lnTo>
                  <a:pt x="417172" y="108889"/>
                </a:lnTo>
                <a:lnTo>
                  <a:pt x="380326" y="108889"/>
                </a:lnTo>
                <a:lnTo>
                  <a:pt x="380326" y="106061"/>
                </a:lnTo>
                <a:cubicBezTo>
                  <a:pt x="383992" y="106061"/>
                  <a:pt x="386716" y="105478"/>
                  <a:pt x="388497" y="104313"/>
                </a:cubicBezTo>
                <a:cubicBezTo>
                  <a:pt x="389806" y="103465"/>
                  <a:pt x="390723" y="102114"/>
                  <a:pt x="391246" y="100259"/>
                </a:cubicBezTo>
                <a:cubicBezTo>
                  <a:pt x="391508" y="99357"/>
                  <a:pt x="391639" y="96787"/>
                  <a:pt x="391639" y="92548"/>
                </a:cubicBezTo>
                <a:lnTo>
                  <a:pt x="391639" y="64893"/>
                </a:lnTo>
                <a:cubicBezTo>
                  <a:pt x="391639" y="56513"/>
                  <a:pt x="391469" y="51524"/>
                  <a:pt x="391129" y="49927"/>
                </a:cubicBezTo>
                <a:cubicBezTo>
                  <a:pt x="390788" y="48330"/>
                  <a:pt x="390160" y="47164"/>
                  <a:pt x="389243" y="46431"/>
                </a:cubicBezTo>
                <a:cubicBezTo>
                  <a:pt x="388327" y="45698"/>
                  <a:pt x="387187" y="45331"/>
                  <a:pt x="385826" y="45331"/>
                </a:cubicBezTo>
                <a:cubicBezTo>
                  <a:pt x="384202" y="45331"/>
                  <a:pt x="382369" y="45724"/>
                  <a:pt x="380326" y="46510"/>
                </a:cubicBezTo>
                <a:lnTo>
                  <a:pt x="379541" y="43681"/>
                </a:lnTo>
                <a:lnTo>
                  <a:pt x="401303" y="34882"/>
                </a:lnTo>
                <a:lnTo>
                  <a:pt x="404602" y="34882"/>
                </a:lnTo>
                <a:close/>
                <a:moveTo>
                  <a:pt x="449224" y="64108"/>
                </a:moveTo>
                <a:cubicBezTo>
                  <a:pt x="449172" y="74743"/>
                  <a:pt x="451764" y="83085"/>
                  <a:pt x="457002" y="89133"/>
                </a:cubicBezTo>
                <a:cubicBezTo>
                  <a:pt x="462239" y="95180"/>
                  <a:pt x="468394" y="98204"/>
                  <a:pt x="475464" y="98204"/>
                </a:cubicBezTo>
                <a:cubicBezTo>
                  <a:pt x="480178" y="98204"/>
                  <a:pt x="484277" y="96902"/>
                  <a:pt x="487759" y="94298"/>
                </a:cubicBezTo>
                <a:cubicBezTo>
                  <a:pt x="491242" y="91694"/>
                  <a:pt x="494162" y="87235"/>
                  <a:pt x="496519" y="80920"/>
                </a:cubicBezTo>
                <a:lnTo>
                  <a:pt x="498955" y="82499"/>
                </a:lnTo>
                <a:cubicBezTo>
                  <a:pt x="497855" y="89712"/>
                  <a:pt x="494660" y="96280"/>
                  <a:pt x="489370" y="102204"/>
                </a:cubicBezTo>
                <a:cubicBezTo>
                  <a:pt x="484080" y="108127"/>
                  <a:pt x="477455" y="111089"/>
                  <a:pt x="469494" y="111089"/>
                </a:cubicBezTo>
                <a:cubicBezTo>
                  <a:pt x="460852" y="111089"/>
                  <a:pt x="453453" y="107731"/>
                  <a:pt x="447299" y="101015"/>
                </a:cubicBezTo>
                <a:cubicBezTo>
                  <a:pt x="441145" y="94298"/>
                  <a:pt x="438068" y="85268"/>
                  <a:pt x="438068" y="73926"/>
                </a:cubicBezTo>
                <a:cubicBezTo>
                  <a:pt x="438068" y="61644"/>
                  <a:pt x="441224" y="52066"/>
                  <a:pt x="447535" y="45194"/>
                </a:cubicBezTo>
                <a:cubicBezTo>
                  <a:pt x="453846" y="38319"/>
                  <a:pt x="461768" y="34882"/>
                  <a:pt x="471300" y="34882"/>
                </a:cubicBezTo>
                <a:cubicBezTo>
                  <a:pt x="479366" y="34882"/>
                  <a:pt x="485992" y="37534"/>
                  <a:pt x="491177" y="42837"/>
                </a:cubicBezTo>
                <a:cubicBezTo>
                  <a:pt x="496362" y="48138"/>
                  <a:pt x="498955" y="55228"/>
                  <a:pt x="498955" y="64108"/>
                </a:cubicBezTo>
                <a:lnTo>
                  <a:pt x="449224" y="64108"/>
                </a:lnTo>
                <a:moveTo>
                  <a:pt x="449224" y="59551"/>
                </a:moveTo>
                <a:lnTo>
                  <a:pt x="482535" y="59551"/>
                </a:lnTo>
                <a:cubicBezTo>
                  <a:pt x="482273" y="54980"/>
                  <a:pt x="481723" y="51759"/>
                  <a:pt x="480885" y="49890"/>
                </a:cubicBezTo>
                <a:cubicBezTo>
                  <a:pt x="479576" y="46980"/>
                  <a:pt x="477625" y="44694"/>
                  <a:pt x="475032" y="43033"/>
                </a:cubicBezTo>
                <a:cubicBezTo>
                  <a:pt x="472440" y="41370"/>
                  <a:pt x="469729" y="40539"/>
                  <a:pt x="466901" y="40539"/>
                </a:cubicBezTo>
                <a:cubicBezTo>
                  <a:pt x="462554" y="40539"/>
                  <a:pt x="458665" y="42214"/>
                  <a:pt x="455234" y="45564"/>
                </a:cubicBezTo>
                <a:cubicBezTo>
                  <a:pt x="451804" y="48915"/>
                  <a:pt x="449800" y="53577"/>
                  <a:pt x="449224" y="5955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" name="Text RGS/DoSFrames">
            <a:extLst xmlns:a="http://schemas.openxmlformats.org/drawingml/2006/main">
              <a:ext uri="{FF2B5EF4-FFF2-40B4-BE49-F238E27FC236}">
                <a16:creationId xmlns:a16="http://schemas.microsoft.com/office/drawing/2014/main" id="{B015AE05-CF49-4BFB-9F95-AF13BC125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2146" y="2072296"/>
            <a:ext cx="1149302" cy="114074"/>
          </a:xfrm>
          <a:custGeom xmlns:a="http://schemas.openxmlformats.org/drawingml/2006/main">
            <a:pathLst>
              <a:path w="1149302" h="114074">
                <a:moveTo>
                  <a:pt x="105982" y="111717"/>
                </a:moveTo>
                <a:lnTo>
                  <a:pt x="77542" y="111717"/>
                </a:lnTo>
                <a:lnTo>
                  <a:pt x="41481" y="61908"/>
                </a:lnTo>
                <a:cubicBezTo>
                  <a:pt x="38810" y="62013"/>
                  <a:pt x="36637" y="62065"/>
                  <a:pt x="34961" y="62065"/>
                </a:cubicBezTo>
                <a:cubicBezTo>
                  <a:pt x="34280" y="62065"/>
                  <a:pt x="33547" y="62052"/>
                  <a:pt x="32761" y="62026"/>
                </a:cubicBezTo>
                <a:cubicBezTo>
                  <a:pt x="31975" y="62000"/>
                  <a:pt x="31163" y="61960"/>
                  <a:pt x="30325" y="61908"/>
                </a:cubicBezTo>
                <a:lnTo>
                  <a:pt x="30325" y="92862"/>
                </a:lnTo>
                <a:cubicBezTo>
                  <a:pt x="30325" y="99533"/>
                  <a:pt x="31059" y="103677"/>
                  <a:pt x="32525" y="105292"/>
                </a:cubicBezTo>
                <a:cubicBezTo>
                  <a:pt x="34516" y="107585"/>
                  <a:pt x="37501" y="108732"/>
                  <a:pt x="41481" y="108732"/>
                </a:cubicBezTo>
                <a:lnTo>
                  <a:pt x="45645" y="108732"/>
                </a:lnTo>
                <a:lnTo>
                  <a:pt x="45645" y="111717"/>
                </a:lnTo>
                <a:lnTo>
                  <a:pt x="0" y="111717"/>
                </a:lnTo>
                <a:lnTo>
                  <a:pt x="0" y="108732"/>
                </a:lnTo>
                <a:lnTo>
                  <a:pt x="4007" y="108732"/>
                </a:lnTo>
                <a:cubicBezTo>
                  <a:pt x="8511" y="108732"/>
                  <a:pt x="11732" y="107273"/>
                  <a:pt x="13670" y="104354"/>
                </a:cubicBezTo>
                <a:cubicBezTo>
                  <a:pt x="14770" y="102739"/>
                  <a:pt x="15320" y="98908"/>
                  <a:pt x="15320" y="92862"/>
                </a:cubicBezTo>
                <a:lnTo>
                  <a:pt x="15320" y="24040"/>
                </a:lnTo>
                <a:cubicBezTo>
                  <a:pt x="15320" y="17369"/>
                  <a:pt x="14587" y="13226"/>
                  <a:pt x="13120" y="11610"/>
                </a:cubicBezTo>
                <a:cubicBezTo>
                  <a:pt x="11077" y="9317"/>
                  <a:pt x="8040" y="8171"/>
                  <a:pt x="4007" y="8171"/>
                </a:cubicBezTo>
                <a:lnTo>
                  <a:pt x="0" y="8171"/>
                </a:lnTo>
                <a:lnTo>
                  <a:pt x="0" y="5185"/>
                </a:lnTo>
                <a:lnTo>
                  <a:pt x="38810" y="5185"/>
                </a:lnTo>
                <a:cubicBezTo>
                  <a:pt x="50123" y="5185"/>
                  <a:pt x="58464" y="6009"/>
                  <a:pt x="63833" y="7657"/>
                </a:cubicBezTo>
                <a:cubicBezTo>
                  <a:pt x="69201" y="9306"/>
                  <a:pt x="73758" y="12341"/>
                  <a:pt x="77503" y="16763"/>
                </a:cubicBezTo>
                <a:cubicBezTo>
                  <a:pt x="81248" y="21184"/>
                  <a:pt x="83120" y="26455"/>
                  <a:pt x="83120" y="32577"/>
                </a:cubicBezTo>
                <a:cubicBezTo>
                  <a:pt x="83120" y="39119"/>
                  <a:pt x="80986" y="44797"/>
                  <a:pt x="76717" y="49610"/>
                </a:cubicBezTo>
                <a:cubicBezTo>
                  <a:pt x="72449" y="54424"/>
                  <a:pt x="65836" y="57825"/>
                  <a:pt x="56880" y="59814"/>
                </a:cubicBezTo>
                <a:lnTo>
                  <a:pt x="78878" y="90348"/>
                </a:lnTo>
                <a:cubicBezTo>
                  <a:pt x="83906" y="97366"/>
                  <a:pt x="88227" y="102028"/>
                  <a:pt x="91841" y="104332"/>
                </a:cubicBezTo>
                <a:cubicBezTo>
                  <a:pt x="95455" y="106637"/>
                  <a:pt x="100168" y="108103"/>
                  <a:pt x="105982" y="108732"/>
                </a:cubicBezTo>
                <a:lnTo>
                  <a:pt x="105982" y="111717"/>
                </a:lnTo>
                <a:moveTo>
                  <a:pt x="30325" y="56880"/>
                </a:moveTo>
                <a:cubicBezTo>
                  <a:pt x="31321" y="56880"/>
                  <a:pt x="32185" y="56893"/>
                  <a:pt x="32918" y="56919"/>
                </a:cubicBezTo>
                <a:cubicBezTo>
                  <a:pt x="33651" y="56945"/>
                  <a:pt x="34254" y="56958"/>
                  <a:pt x="34725" y="56958"/>
                </a:cubicBezTo>
                <a:cubicBezTo>
                  <a:pt x="44886" y="56958"/>
                  <a:pt x="52546" y="54763"/>
                  <a:pt x="57705" y="50371"/>
                </a:cubicBezTo>
                <a:cubicBezTo>
                  <a:pt x="62864" y="45978"/>
                  <a:pt x="65443" y="40383"/>
                  <a:pt x="65443" y="33586"/>
                </a:cubicBezTo>
                <a:cubicBezTo>
                  <a:pt x="65443" y="26946"/>
                  <a:pt x="63361" y="21548"/>
                  <a:pt x="59198" y="17392"/>
                </a:cubicBezTo>
                <a:cubicBezTo>
                  <a:pt x="55034" y="13235"/>
                  <a:pt x="49521" y="11156"/>
                  <a:pt x="42660" y="11156"/>
                </a:cubicBezTo>
                <a:cubicBezTo>
                  <a:pt x="39622" y="11156"/>
                  <a:pt x="35511" y="11680"/>
                  <a:pt x="30325" y="12727"/>
                </a:cubicBezTo>
                <a:lnTo>
                  <a:pt x="30325" y="56880"/>
                </a:lnTo>
                <a:close/>
                <a:moveTo>
                  <a:pt x="203323" y="2828"/>
                </a:moveTo>
                <a:lnTo>
                  <a:pt x="206072" y="36453"/>
                </a:lnTo>
                <a:lnTo>
                  <a:pt x="203323" y="36453"/>
                </a:lnTo>
                <a:cubicBezTo>
                  <a:pt x="200547" y="28121"/>
                  <a:pt x="196959" y="21845"/>
                  <a:pt x="192560" y="17625"/>
                </a:cubicBezTo>
                <a:cubicBezTo>
                  <a:pt x="186222" y="11532"/>
                  <a:pt x="178078" y="8485"/>
                  <a:pt x="168126" y="8485"/>
                </a:cubicBezTo>
                <a:cubicBezTo>
                  <a:pt x="154561" y="8485"/>
                  <a:pt x="144243" y="13837"/>
                  <a:pt x="137172" y="24541"/>
                </a:cubicBezTo>
                <a:cubicBezTo>
                  <a:pt x="131254" y="33573"/>
                  <a:pt x="128295" y="44328"/>
                  <a:pt x="128295" y="56806"/>
                </a:cubicBezTo>
                <a:cubicBezTo>
                  <a:pt x="128295" y="66936"/>
                  <a:pt x="130259" y="76178"/>
                  <a:pt x="134187" y="84532"/>
                </a:cubicBezTo>
                <a:cubicBezTo>
                  <a:pt x="138115" y="92886"/>
                  <a:pt x="143261" y="99008"/>
                  <a:pt x="149625" y="102898"/>
                </a:cubicBezTo>
                <a:cubicBezTo>
                  <a:pt x="155988" y="106787"/>
                  <a:pt x="162522" y="108732"/>
                  <a:pt x="169226" y="108732"/>
                </a:cubicBezTo>
                <a:cubicBezTo>
                  <a:pt x="173154" y="108732"/>
                  <a:pt x="176952" y="108236"/>
                  <a:pt x="180618" y="107244"/>
                </a:cubicBezTo>
                <a:cubicBezTo>
                  <a:pt x="184284" y="106250"/>
                  <a:pt x="187820" y="104786"/>
                  <a:pt x="191224" y="102852"/>
                </a:cubicBezTo>
                <a:lnTo>
                  <a:pt x="191224" y="72121"/>
                </a:lnTo>
                <a:cubicBezTo>
                  <a:pt x="191224" y="66779"/>
                  <a:pt x="190818" y="63283"/>
                  <a:pt x="190006" y="61633"/>
                </a:cubicBezTo>
                <a:cubicBezTo>
                  <a:pt x="189194" y="59983"/>
                  <a:pt x="187937" y="58726"/>
                  <a:pt x="186235" y="57862"/>
                </a:cubicBezTo>
                <a:cubicBezTo>
                  <a:pt x="184533" y="56998"/>
                  <a:pt x="181534" y="56566"/>
                  <a:pt x="177240" y="56566"/>
                </a:cubicBezTo>
                <a:lnTo>
                  <a:pt x="177240" y="53580"/>
                </a:lnTo>
                <a:lnTo>
                  <a:pt x="218485" y="53580"/>
                </a:lnTo>
                <a:lnTo>
                  <a:pt x="218485" y="56566"/>
                </a:lnTo>
                <a:lnTo>
                  <a:pt x="216521" y="56566"/>
                </a:lnTo>
                <a:cubicBezTo>
                  <a:pt x="212436" y="56566"/>
                  <a:pt x="209634" y="57927"/>
                  <a:pt x="208115" y="60651"/>
                </a:cubicBezTo>
                <a:cubicBezTo>
                  <a:pt x="207068" y="62589"/>
                  <a:pt x="206544" y="66412"/>
                  <a:pt x="206544" y="72121"/>
                </a:cubicBezTo>
                <a:lnTo>
                  <a:pt x="206544" y="104664"/>
                </a:lnTo>
                <a:cubicBezTo>
                  <a:pt x="200521" y="107904"/>
                  <a:pt x="194576" y="110283"/>
                  <a:pt x="188710" y="111798"/>
                </a:cubicBezTo>
                <a:cubicBezTo>
                  <a:pt x="182844" y="113315"/>
                  <a:pt x="176323" y="114074"/>
                  <a:pt x="169148" y="114074"/>
                </a:cubicBezTo>
                <a:cubicBezTo>
                  <a:pt x="148564" y="114074"/>
                  <a:pt x="132930" y="107484"/>
                  <a:pt x="122245" y="94303"/>
                </a:cubicBezTo>
                <a:cubicBezTo>
                  <a:pt x="114232" y="84419"/>
                  <a:pt x="110225" y="73017"/>
                  <a:pt x="110225" y="60099"/>
                </a:cubicBezTo>
                <a:cubicBezTo>
                  <a:pt x="110225" y="50736"/>
                  <a:pt x="112477" y="41767"/>
                  <a:pt x="116982" y="33191"/>
                </a:cubicBezTo>
                <a:cubicBezTo>
                  <a:pt x="122324" y="22990"/>
                  <a:pt x="129656" y="15145"/>
                  <a:pt x="138979" y="9653"/>
                </a:cubicBezTo>
                <a:cubicBezTo>
                  <a:pt x="146783" y="5103"/>
                  <a:pt x="156001" y="2828"/>
                  <a:pt x="166634" y="2828"/>
                </a:cubicBezTo>
                <a:cubicBezTo>
                  <a:pt x="170509" y="2828"/>
                  <a:pt x="174032" y="3143"/>
                  <a:pt x="177200" y="3771"/>
                </a:cubicBezTo>
                <a:cubicBezTo>
                  <a:pt x="180369" y="4400"/>
                  <a:pt x="184860" y="5788"/>
                  <a:pt x="190674" y="7935"/>
                </a:cubicBezTo>
                <a:cubicBezTo>
                  <a:pt x="193607" y="9035"/>
                  <a:pt x="195571" y="9585"/>
                  <a:pt x="196566" y="9585"/>
                </a:cubicBezTo>
                <a:cubicBezTo>
                  <a:pt x="197561" y="9585"/>
                  <a:pt x="198413" y="9126"/>
                  <a:pt x="199120" y="8210"/>
                </a:cubicBezTo>
                <a:cubicBezTo>
                  <a:pt x="199827" y="7293"/>
                  <a:pt x="200259" y="5499"/>
                  <a:pt x="200416" y="2828"/>
                </a:cubicBezTo>
                <a:lnTo>
                  <a:pt x="203323" y="2828"/>
                </a:lnTo>
                <a:close/>
                <a:moveTo>
                  <a:pt x="294534" y="2828"/>
                </a:moveTo>
                <a:lnTo>
                  <a:pt x="294534" y="39753"/>
                </a:lnTo>
                <a:lnTo>
                  <a:pt x="291627" y="39753"/>
                </a:lnTo>
                <a:cubicBezTo>
                  <a:pt x="290684" y="32664"/>
                  <a:pt x="288995" y="27020"/>
                  <a:pt x="286560" y="22820"/>
                </a:cubicBezTo>
                <a:cubicBezTo>
                  <a:pt x="284124" y="18619"/>
                  <a:pt x="280654" y="15284"/>
                  <a:pt x="276150" y="12816"/>
                </a:cubicBezTo>
                <a:cubicBezTo>
                  <a:pt x="271646" y="10347"/>
                  <a:pt x="266984" y="9113"/>
                  <a:pt x="262166" y="9113"/>
                </a:cubicBezTo>
                <a:cubicBezTo>
                  <a:pt x="256719" y="9113"/>
                  <a:pt x="252214" y="10774"/>
                  <a:pt x="248653" y="14095"/>
                </a:cubicBezTo>
                <a:cubicBezTo>
                  <a:pt x="245091" y="17416"/>
                  <a:pt x="243310" y="21193"/>
                  <a:pt x="243310" y="25428"/>
                </a:cubicBezTo>
                <a:cubicBezTo>
                  <a:pt x="243310" y="28670"/>
                  <a:pt x="244437" y="31625"/>
                  <a:pt x="246689" y="34293"/>
                </a:cubicBezTo>
                <a:cubicBezTo>
                  <a:pt x="249936" y="38215"/>
                  <a:pt x="257661" y="43443"/>
                  <a:pt x="269865" y="49979"/>
                </a:cubicBezTo>
                <a:cubicBezTo>
                  <a:pt x="279816" y="55313"/>
                  <a:pt x="286612" y="59405"/>
                  <a:pt x="290252" y="62257"/>
                </a:cubicBezTo>
                <a:cubicBezTo>
                  <a:pt x="293892" y="65106"/>
                  <a:pt x="296694" y="68466"/>
                  <a:pt x="298658" y="72337"/>
                </a:cubicBezTo>
                <a:cubicBezTo>
                  <a:pt x="300622" y="76206"/>
                  <a:pt x="301605" y="80260"/>
                  <a:pt x="301605" y="84497"/>
                </a:cubicBezTo>
                <a:cubicBezTo>
                  <a:pt x="301605" y="92552"/>
                  <a:pt x="298475" y="99495"/>
                  <a:pt x="292216" y="105327"/>
                </a:cubicBezTo>
                <a:cubicBezTo>
                  <a:pt x="285957" y="111158"/>
                  <a:pt x="277905" y="114074"/>
                  <a:pt x="268058" y="114074"/>
                </a:cubicBezTo>
                <a:cubicBezTo>
                  <a:pt x="264968" y="114074"/>
                  <a:pt x="262061" y="113835"/>
                  <a:pt x="259337" y="113357"/>
                </a:cubicBezTo>
                <a:cubicBezTo>
                  <a:pt x="257714" y="113092"/>
                  <a:pt x="254349" y="112124"/>
                  <a:pt x="249242" y="110453"/>
                </a:cubicBezTo>
                <a:cubicBezTo>
                  <a:pt x="244135" y="108782"/>
                  <a:pt x="240901" y="107946"/>
                  <a:pt x="239539" y="107946"/>
                </a:cubicBezTo>
                <a:cubicBezTo>
                  <a:pt x="238230" y="107946"/>
                  <a:pt x="237196" y="108344"/>
                  <a:pt x="236436" y="109139"/>
                </a:cubicBezTo>
                <a:cubicBezTo>
                  <a:pt x="235677" y="109935"/>
                  <a:pt x="235114" y="111580"/>
                  <a:pt x="234747" y="114074"/>
                </a:cubicBezTo>
                <a:lnTo>
                  <a:pt x="231840" y="114074"/>
                </a:lnTo>
                <a:lnTo>
                  <a:pt x="231840" y="77464"/>
                </a:lnTo>
                <a:lnTo>
                  <a:pt x="234747" y="77464"/>
                </a:lnTo>
                <a:cubicBezTo>
                  <a:pt x="236109" y="85130"/>
                  <a:pt x="237942" y="90867"/>
                  <a:pt x="240247" y="94674"/>
                </a:cubicBezTo>
                <a:cubicBezTo>
                  <a:pt x="242551" y="98481"/>
                  <a:pt x="246073" y="101645"/>
                  <a:pt x="250813" y="104165"/>
                </a:cubicBezTo>
                <a:cubicBezTo>
                  <a:pt x="255553" y="106686"/>
                  <a:pt x="260752" y="107946"/>
                  <a:pt x="266408" y="107946"/>
                </a:cubicBezTo>
                <a:cubicBezTo>
                  <a:pt x="272955" y="107946"/>
                  <a:pt x="278127" y="106217"/>
                  <a:pt x="281924" y="102758"/>
                </a:cubicBezTo>
                <a:cubicBezTo>
                  <a:pt x="285722" y="99300"/>
                  <a:pt x="287620" y="95213"/>
                  <a:pt x="287620" y="90498"/>
                </a:cubicBezTo>
                <a:cubicBezTo>
                  <a:pt x="287620" y="87877"/>
                  <a:pt x="286900" y="85231"/>
                  <a:pt x="285460" y="82560"/>
                </a:cubicBezTo>
                <a:cubicBezTo>
                  <a:pt x="284019" y="79888"/>
                  <a:pt x="281780" y="77398"/>
                  <a:pt x="278743" y="75092"/>
                </a:cubicBezTo>
                <a:cubicBezTo>
                  <a:pt x="276700" y="73521"/>
                  <a:pt x="271122" y="70201"/>
                  <a:pt x="262009" y="65134"/>
                </a:cubicBezTo>
                <a:cubicBezTo>
                  <a:pt x="252895" y="60065"/>
                  <a:pt x="246414" y="56013"/>
                  <a:pt x="242564" y="52979"/>
                </a:cubicBezTo>
                <a:cubicBezTo>
                  <a:pt x="238715" y="49944"/>
                  <a:pt x="235795" y="46595"/>
                  <a:pt x="233804" y="42932"/>
                </a:cubicBezTo>
                <a:cubicBezTo>
                  <a:pt x="231814" y="39269"/>
                  <a:pt x="230819" y="35241"/>
                  <a:pt x="230819" y="30846"/>
                </a:cubicBezTo>
                <a:cubicBezTo>
                  <a:pt x="230819" y="23207"/>
                  <a:pt x="233752" y="16628"/>
                  <a:pt x="239618" y="11109"/>
                </a:cubicBezTo>
                <a:cubicBezTo>
                  <a:pt x="245484" y="5589"/>
                  <a:pt x="252948" y="2828"/>
                  <a:pt x="262009" y="2828"/>
                </a:cubicBezTo>
                <a:cubicBezTo>
                  <a:pt x="267665" y="2828"/>
                  <a:pt x="273662" y="4216"/>
                  <a:pt x="280000" y="6992"/>
                </a:cubicBezTo>
                <a:cubicBezTo>
                  <a:pt x="282933" y="8302"/>
                  <a:pt x="285001" y="8956"/>
                  <a:pt x="286206" y="8956"/>
                </a:cubicBezTo>
                <a:cubicBezTo>
                  <a:pt x="287568" y="8956"/>
                  <a:pt x="288681" y="8550"/>
                  <a:pt x="289545" y="7738"/>
                </a:cubicBezTo>
                <a:cubicBezTo>
                  <a:pt x="290409" y="6927"/>
                  <a:pt x="291103" y="5290"/>
                  <a:pt x="291627" y="2828"/>
                </a:cubicBezTo>
                <a:lnTo>
                  <a:pt x="294534" y="2828"/>
                </a:lnTo>
                <a:close/>
                <a:moveTo>
                  <a:pt x="355343" y="0"/>
                </a:moveTo>
                <a:lnTo>
                  <a:pt x="316768" y="113917"/>
                </a:lnTo>
                <a:lnTo>
                  <a:pt x="310483" y="113917"/>
                </a:lnTo>
                <a:lnTo>
                  <a:pt x="349057" y="0"/>
                </a:lnTo>
                <a:lnTo>
                  <a:pt x="355343" y="0"/>
                </a:lnTo>
                <a:close/>
                <a:moveTo>
                  <a:pt x="357700" y="111717"/>
                </a:moveTo>
                <a:lnTo>
                  <a:pt x="357700" y="108732"/>
                </a:lnTo>
                <a:lnTo>
                  <a:pt x="361707" y="108732"/>
                </a:lnTo>
                <a:cubicBezTo>
                  <a:pt x="366211" y="108732"/>
                  <a:pt x="369406" y="107299"/>
                  <a:pt x="371292" y="104433"/>
                </a:cubicBezTo>
                <a:cubicBezTo>
                  <a:pt x="372444" y="102713"/>
                  <a:pt x="373020" y="98856"/>
                  <a:pt x="373020" y="92862"/>
                </a:cubicBezTo>
                <a:lnTo>
                  <a:pt x="373020" y="24040"/>
                </a:lnTo>
                <a:cubicBezTo>
                  <a:pt x="373020" y="17421"/>
                  <a:pt x="372287" y="13278"/>
                  <a:pt x="370820" y="11610"/>
                </a:cubicBezTo>
                <a:cubicBezTo>
                  <a:pt x="368778" y="9317"/>
                  <a:pt x="365740" y="8171"/>
                  <a:pt x="361707" y="8171"/>
                </a:cubicBezTo>
                <a:lnTo>
                  <a:pt x="357700" y="8171"/>
                </a:lnTo>
                <a:lnTo>
                  <a:pt x="357700" y="5185"/>
                </a:lnTo>
                <a:lnTo>
                  <a:pt x="401067" y="5185"/>
                </a:lnTo>
                <a:cubicBezTo>
                  <a:pt x="416989" y="5185"/>
                  <a:pt x="429101" y="6992"/>
                  <a:pt x="437403" y="10606"/>
                </a:cubicBezTo>
                <a:cubicBezTo>
                  <a:pt x="445704" y="14220"/>
                  <a:pt x="452382" y="20243"/>
                  <a:pt x="457436" y="28676"/>
                </a:cubicBezTo>
                <a:cubicBezTo>
                  <a:pt x="462491" y="37108"/>
                  <a:pt x="465018" y="46850"/>
                  <a:pt x="465018" y="57901"/>
                </a:cubicBezTo>
                <a:cubicBezTo>
                  <a:pt x="465018" y="72724"/>
                  <a:pt x="460513" y="85110"/>
                  <a:pt x="451505" y="95062"/>
                </a:cubicBezTo>
                <a:cubicBezTo>
                  <a:pt x="441396" y="106165"/>
                  <a:pt x="425998" y="111717"/>
                  <a:pt x="405310" y="111717"/>
                </a:cubicBezTo>
                <a:lnTo>
                  <a:pt x="357700" y="111717"/>
                </a:lnTo>
                <a:moveTo>
                  <a:pt x="388104" y="103863"/>
                </a:moveTo>
                <a:cubicBezTo>
                  <a:pt x="394756" y="105328"/>
                  <a:pt x="400334" y="106061"/>
                  <a:pt x="404838" y="106061"/>
                </a:cubicBezTo>
                <a:cubicBezTo>
                  <a:pt x="416989" y="106061"/>
                  <a:pt x="427072" y="101799"/>
                  <a:pt x="435085" y="93277"/>
                </a:cubicBezTo>
                <a:cubicBezTo>
                  <a:pt x="443099" y="84753"/>
                  <a:pt x="447105" y="73197"/>
                  <a:pt x="447105" y="58608"/>
                </a:cubicBezTo>
                <a:cubicBezTo>
                  <a:pt x="447105" y="43915"/>
                  <a:pt x="443099" y="32334"/>
                  <a:pt x="435085" y="23864"/>
                </a:cubicBezTo>
                <a:cubicBezTo>
                  <a:pt x="427072" y="15392"/>
                  <a:pt x="416780" y="11156"/>
                  <a:pt x="404210" y="11156"/>
                </a:cubicBezTo>
                <a:cubicBezTo>
                  <a:pt x="399496" y="11156"/>
                  <a:pt x="394127" y="11914"/>
                  <a:pt x="388104" y="13429"/>
                </a:cubicBezTo>
                <a:lnTo>
                  <a:pt x="388104" y="103863"/>
                </a:lnTo>
                <a:close/>
                <a:moveTo>
                  <a:pt x="511369" y="37710"/>
                </a:moveTo>
                <a:cubicBezTo>
                  <a:pt x="522263" y="37710"/>
                  <a:pt x="531010" y="41844"/>
                  <a:pt x="537609" y="50111"/>
                </a:cubicBezTo>
                <a:cubicBezTo>
                  <a:pt x="543213" y="57174"/>
                  <a:pt x="546016" y="65284"/>
                  <a:pt x="546016" y="74441"/>
                </a:cubicBezTo>
                <a:cubicBezTo>
                  <a:pt x="546016" y="80877"/>
                  <a:pt x="544470" y="87391"/>
                  <a:pt x="541380" y="93984"/>
                </a:cubicBezTo>
                <a:cubicBezTo>
                  <a:pt x="538290" y="100575"/>
                  <a:pt x="534035" y="105545"/>
                  <a:pt x="528614" y="108894"/>
                </a:cubicBezTo>
                <a:cubicBezTo>
                  <a:pt x="523193" y="112243"/>
                  <a:pt x="517157" y="113917"/>
                  <a:pt x="510505" y="113917"/>
                </a:cubicBezTo>
                <a:cubicBezTo>
                  <a:pt x="499663" y="113917"/>
                  <a:pt x="491047" y="109600"/>
                  <a:pt x="484658" y="100966"/>
                </a:cubicBezTo>
                <a:cubicBezTo>
                  <a:pt x="479263" y="93694"/>
                  <a:pt x="476566" y="85533"/>
                  <a:pt x="476566" y="76481"/>
                </a:cubicBezTo>
                <a:cubicBezTo>
                  <a:pt x="476566" y="69889"/>
                  <a:pt x="478202" y="63335"/>
                  <a:pt x="481476" y="56821"/>
                </a:cubicBezTo>
                <a:cubicBezTo>
                  <a:pt x="484749" y="50307"/>
                  <a:pt x="489057" y="45493"/>
                  <a:pt x="494399" y="42380"/>
                </a:cubicBezTo>
                <a:cubicBezTo>
                  <a:pt x="499742" y="39267"/>
                  <a:pt x="505398" y="37710"/>
                  <a:pt x="511369" y="37710"/>
                </a:cubicBezTo>
                <a:moveTo>
                  <a:pt x="508934" y="42896"/>
                </a:moveTo>
                <a:cubicBezTo>
                  <a:pt x="506158" y="42896"/>
                  <a:pt x="503369" y="43718"/>
                  <a:pt x="500567" y="45363"/>
                </a:cubicBezTo>
                <a:cubicBezTo>
                  <a:pt x="497765" y="47006"/>
                  <a:pt x="495499" y="49889"/>
                  <a:pt x="493771" y="54012"/>
                </a:cubicBezTo>
                <a:cubicBezTo>
                  <a:pt x="492043" y="58135"/>
                  <a:pt x="491178" y="63432"/>
                  <a:pt x="491178" y="69902"/>
                </a:cubicBezTo>
                <a:cubicBezTo>
                  <a:pt x="491178" y="80339"/>
                  <a:pt x="493260" y="89342"/>
                  <a:pt x="497424" y="96910"/>
                </a:cubicBezTo>
                <a:cubicBezTo>
                  <a:pt x="501588" y="104477"/>
                  <a:pt x="507074" y="108260"/>
                  <a:pt x="513883" y="108260"/>
                </a:cubicBezTo>
                <a:cubicBezTo>
                  <a:pt x="518964" y="108260"/>
                  <a:pt x="523154" y="106173"/>
                  <a:pt x="526453" y="101997"/>
                </a:cubicBezTo>
                <a:cubicBezTo>
                  <a:pt x="529753" y="97822"/>
                  <a:pt x="531403" y="90647"/>
                  <a:pt x="531403" y="80471"/>
                </a:cubicBezTo>
                <a:cubicBezTo>
                  <a:pt x="531403" y="67737"/>
                  <a:pt x="528653" y="57717"/>
                  <a:pt x="523154" y="50411"/>
                </a:cubicBezTo>
                <a:cubicBezTo>
                  <a:pt x="519435" y="45401"/>
                  <a:pt x="514695" y="42896"/>
                  <a:pt x="508934" y="42896"/>
                </a:cubicBezTo>
                <a:close/>
                <a:moveTo>
                  <a:pt x="625365" y="2828"/>
                </a:moveTo>
                <a:lnTo>
                  <a:pt x="625365" y="39753"/>
                </a:lnTo>
                <a:lnTo>
                  <a:pt x="622458" y="39753"/>
                </a:lnTo>
                <a:cubicBezTo>
                  <a:pt x="621515" y="32664"/>
                  <a:pt x="619826" y="27020"/>
                  <a:pt x="617391" y="22820"/>
                </a:cubicBezTo>
                <a:cubicBezTo>
                  <a:pt x="614955" y="18619"/>
                  <a:pt x="611485" y="15284"/>
                  <a:pt x="606981" y="12816"/>
                </a:cubicBezTo>
                <a:cubicBezTo>
                  <a:pt x="602477" y="10347"/>
                  <a:pt x="597815" y="9113"/>
                  <a:pt x="592997" y="9113"/>
                </a:cubicBezTo>
                <a:cubicBezTo>
                  <a:pt x="587550" y="9113"/>
                  <a:pt x="583045" y="10774"/>
                  <a:pt x="579484" y="14095"/>
                </a:cubicBezTo>
                <a:cubicBezTo>
                  <a:pt x="575922" y="17416"/>
                  <a:pt x="574142" y="21193"/>
                  <a:pt x="574142" y="25428"/>
                </a:cubicBezTo>
                <a:cubicBezTo>
                  <a:pt x="574142" y="28670"/>
                  <a:pt x="575268" y="31625"/>
                  <a:pt x="577520" y="34293"/>
                </a:cubicBezTo>
                <a:cubicBezTo>
                  <a:pt x="580767" y="38215"/>
                  <a:pt x="588492" y="43443"/>
                  <a:pt x="600696" y="49979"/>
                </a:cubicBezTo>
                <a:cubicBezTo>
                  <a:pt x="610647" y="55313"/>
                  <a:pt x="617443" y="59405"/>
                  <a:pt x="621083" y="62257"/>
                </a:cubicBezTo>
                <a:cubicBezTo>
                  <a:pt x="624723" y="65106"/>
                  <a:pt x="627525" y="68466"/>
                  <a:pt x="629489" y="72337"/>
                </a:cubicBezTo>
                <a:cubicBezTo>
                  <a:pt x="631454" y="76206"/>
                  <a:pt x="632436" y="80260"/>
                  <a:pt x="632436" y="84497"/>
                </a:cubicBezTo>
                <a:cubicBezTo>
                  <a:pt x="632436" y="92552"/>
                  <a:pt x="629306" y="99495"/>
                  <a:pt x="623047" y="105327"/>
                </a:cubicBezTo>
                <a:cubicBezTo>
                  <a:pt x="616788" y="111158"/>
                  <a:pt x="608736" y="114074"/>
                  <a:pt x="598889" y="114074"/>
                </a:cubicBezTo>
                <a:cubicBezTo>
                  <a:pt x="595799" y="114074"/>
                  <a:pt x="592892" y="113835"/>
                  <a:pt x="590168" y="113357"/>
                </a:cubicBezTo>
                <a:cubicBezTo>
                  <a:pt x="588545" y="113092"/>
                  <a:pt x="585180" y="112124"/>
                  <a:pt x="580073" y="110453"/>
                </a:cubicBezTo>
                <a:cubicBezTo>
                  <a:pt x="574966" y="108782"/>
                  <a:pt x="571732" y="107946"/>
                  <a:pt x="570371" y="107946"/>
                </a:cubicBezTo>
                <a:cubicBezTo>
                  <a:pt x="569061" y="107946"/>
                  <a:pt x="568027" y="108344"/>
                  <a:pt x="567267" y="109139"/>
                </a:cubicBezTo>
                <a:cubicBezTo>
                  <a:pt x="566508" y="109935"/>
                  <a:pt x="565945" y="111580"/>
                  <a:pt x="565578" y="114074"/>
                </a:cubicBezTo>
                <a:lnTo>
                  <a:pt x="562671" y="114074"/>
                </a:lnTo>
                <a:lnTo>
                  <a:pt x="562671" y="77464"/>
                </a:lnTo>
                <a:lnTo>
                  <a:pt x="565578" y="77464"/>
                </a:lnTo>
                <a:cubicBezTo>
                  <a:pt x="566940" y="85130"/>
                  <a:pt x="568773" y="90867"/>
                  <a:pt x="571078" y="94674"/>
                </a:cubicBezTo>
                <a:cubicBezTo>
                  <a:pt x="573382" y="98481"/>
                  <a:pt x="576904" y="101645"/>
                  <a:pt x="581644" y="104165"/>
                </a:cubicBezTo>
                <a:cubicBezTo>
                  <a:pt x="586384" y="106686"/>
                  <a:pt x="591583" y="107946"/>
                  <a:pt x="597239" y="107946"/>
                </a:cubicBezTo>
                <a:cubicBezTo>
                  <a:pt x="603786" y="107946"/>
                  <a:pt x="608958" y="106217"/>
                  <a:pt x="612755" y="102758"/>
                </a:cubicBezTo>
                <a:cubicBezTo>
                  <a:pt x="616553" y="99300"/>
                  <a:pt x="618451" y="95213"/>
                  <a:pt x="618451" y="90498"/>
                </a:cubicBezTo>
                <a:cubicBezTo>
                  <a:pt x="618451" y="87877"/>
                  <a:pt x="617731" y="85231"/>
                  <a:pt x="616291" y="82560"/>
                </a:cubicBezTo>
                <a:cubicBezTo>
                  <a:pt x="614850" y="79888"/>
                  <a:pt x="612611" y="77398"/>
                  <a:pt x="609574" y="75092"/>
                </a:cubicBezTo>
                <a:cubicBezTo>
                  <a:pt x="607531" y="73521"/>
                  <a:pt x="601953" y="70201"/>
                  <a:pt x="592840" y="65134"/>
                </a:cubicBezTo>
                <a:cubicBezTo>
                  <a:pt x="583726" y="60065"/>
                  <a:pt x="577245" y="56013"/>
                  <a:pt x="573395" y="52979"/>
                </a:cubicBezTo>
                <a:cubicBezTo>
                  <a:pt x="569546" y="49944"/>
                  <a:pt x="566626" y="46595"/>
                  <a:pt x="564635" y="42932"/>
                </a:cubicBezTo>
                <a:cubicBezTo>
                  <a:pt x="562645" y="39269"/>
                  <a:pt x="561650" y="35241"/>
                  <a:pt x="561650" y="30846"/>
                </a:cubicBezTo>
                <a:cubicBezTo>
                  <a:pt x="561650" y="23207"/>
                  <a:pt x="564583" y="16628"/>
                  <a:pt x="570449" y="11109"/>
                </a:cubicBezTo>
                <a:cubicBezTo>
                  <a:pt x="576315" y="5589"/>
                  <a:pt x="583779" y="2828"/>
                  <a:pt x="592840" y="2828"/>
                </a:cubicBezTo>
                <a:cubicBezTo>
                  <a:pt x="598496" y="2828"/>
                  <a:pt x="604493" y="4216"/>
                  <a:pt x="610831" y="6992"/>
                </a:cubicBezTo>
                <a:cubicBezTo>
                  <a:pt x="613764" y="8302"/>
                  <a:pt x="615833" y="8956"/>
                  <a:pt x="617037" y="8956"/>
                </a:cubicBezTo>
                <a:cubicBezTo>
                  <a:pt x="618399" y="8956"/>
                  <a:pt x="619512" y="8550"/>
                  <a:pt x="620376" y="7738"/>
                </a:cubicBezTo>
                <a:cubicBezTo>
                  <a:pt x="621240" y="6927"/>
                  <a:pt x="621934" y="5290"/>
                  <a:pt x="622458" y="2828"/>
                </a:cubicBezTo>
                <a:lnTo>
                  <a:pt x="625365" y="2828"/>
                </a:lnTo>
                <a:close/>
                <a:moveTo>
                  <a:pt x="714219" y="10999"/>
                </a:moveTo>
                <a:lnTo>
                  <a:pt x="714219" y="52795"/>
                </a:lnTo>
                <a:lnTo>
                  <a:pt x="733624" y="52795"/>
                </a:lnTo>
                <a:cubicBezTo>
                  <a:pt x="738076" y="52795"/>
                  <a:pt x="741336" y="51818"/>
                  <a:pt x="743405" y="49866"/>
                </a:cubicBezTo>
                <a:cubicBezTo>
                  <a:pt x="745474" y="47911"/>
                  <a:pt x="746849" y="44017"/>
                  <a:pt x="747530" y="38182"/>
                </a:cubicBezTo>
                <a:lnTo>
                  <a:pt x="750436" y="38182"/>
                </a:lnTo>
                <a:lnTo>
                  <a:pt x="750436" y="74321"/>
                </a:lnTo>
                <a:lnTo>
                  <a:pt x="747530" y="74321"/>
                </a:lnTo>
                <a:cubicBezTo>
                  <a:pt x="747477" y="70183"/>
                  <a:pt x="746940" y="67146"/>
                  <a:pt x="745919" y="65208"/>
                </a:cubicBezTo>
                <a:cubicBezTo>
                  <a:pt x="744898" y="63270"/>
                  <a:pt x="743484" y="61816"/>
                  <a:pt x="741677" y="60847"/>
                </a:cubicBezTo>
                <a:cubicBezTo>
                  <a:pt x="739870" y="59878"/>
                  <a:pt x="737185" y="59394"/>
                  <a:pt x="733624" y="59394"/>
                </a:cubicBezTo>
                <a:lnTo>
                  <a:pt x="714219" y="59394"/>
                </a:lnTo>
                <a:lnTo>
                  <a:pt x="714219" y="92862"/>
                </a:lnTo>
                <a:cubicBezTo>
                  <a:pt x="714219" y="98230"/>
                  <a:pt x="714559" y="101775"/>
                  <a:pt x="715240" y="103495"/>
                </a:cubicBezTo>
                <a:cubicBezTo>
                  <a:pt x="715764" y="104798"/>
                  <a:pt x="716864" y="105918"/>
                  <a:pt x="718540" y="106856"/>
                </a:cubicBezTo>
                <a:cubicBezTo>
                  <a:pt x="720844" y="108107"/>
                  <a:pt x="723253" y="108732"/>
                  <a:pt x="725768" y="108732"/>
                </a:cubicBezTo>
                <a:lnTo>
                  <a:pt x="729617" y="108732"/>
                </a:lnTo>
                <a:lnTo>
                  <a:pt x="729617" y="111717"/>
                </a:lnTo>
                <a:lnTo>
                  <a:pt x="683893" y="111717"/>
                </a:lnTo>
                <a:lnTo>
                  <a:pt x="683893" y="108732"/>
                </a:lnTo>
                <a:lnTo>
                  <a:pt x="687664" y="108732"/>
                </a:lnTo>
                <a:cubicBezTo>
                  <a:pt x="692064" y="108732"/>
                  <a:pt x="695259" y="107455"/>
                  <a:pt x="697249" y="104902"/>
                </a:cubicBezTo>
                <a:cubicBezTo>
                  <a:pt x="698506" y="103234"/>
                  <a:pt x="699135" y="99221"/>
                  <a:pt x="699135" y="92862"/>
                </a:cubicBezTo>
                <a:lnTo>
                  <a:pt x="699135" y="24040"/>
                </a:lnTo>
                <a:cubicBezTo>
                  <a:pt x="699135" y="18672"/>
                  <a:pt x="698794" y="15128"/>
                  <a:pt x="698113" y="13407"/>
                </a:cubicBezTo>
                <a:cubicBezTo>
                  <a:pt x="697589" y="12104"/>
                  <a:pt x="696516" y="10984"/>
                  <a:pt x="694892" y="10046"/>
                </a:cubicBezTo>
                <a:cubicBezTo>
                  <a:pt x="692640" y="8796"/>
                  <a:pt x="690231" y="8171"/>
                  <a:pt x="687664" y="8171"/>
                </a:cubicBezTo>
                <a:lnTo>
                  <a:pt x="683893" y="8171"/>
                </a:lnTo>
                <a:lnTo>
                  <a:pt x="683893" y="5185"/>
                </a:lnTo>
                <a:lnTo>
                  <a:pt x="763164" y="5185"/>
                </a:lnTo>
                <a:lnTo>
                  <a:pt x="764185" y="28597"/>
                </a:lnTo>
                <a:lnTo>
                  <a:pt x="761435" y="28597"/>
                </a:lnTo>
                <a:cubicBezTo>
                  <a:pt x="760074" y="23621"/>
                  <a:pt x="758489" y="19968"/>
                  <a:pt x="756682" y="17637"/>
                </a:cubicBezTo>
                <a:cubicBezTo>
                  <a:pt x="754875" y="15307"/>
                  <a:pt x="752649" y="13618"/>
                  <a:pt x="750004" y="12570"/>
                </a:cubicBezTo>
                <a:cubicBezTo>
                  <a:pt x="747359" y="11523"/>
                  <a:pt x="743261" y="10999"/>
                  <a:pt x="737709" y="10999"/>
                </a:cubicBezTo>
                <a:lnTo>
                  <a:pt x="714219" y="10999"/>
                </a:lnTo>
                <a:close/>
                <a:moveTo>
                  <a:pt x="796867" y="37710"/>
                </a:moveTo>
                <a:lnTo>
                  <a:pt x="796867" y="53894"/>
                </a:lnTo>
                <a:cubicBezTo>
                  <a:pt x="802891" y="43105"/>
                  <a:pt x="809071" y="37710"/>
                  <a:pt x="815408" y="37710"/>
                </a:cubicBezTo>
                <a:cubicBezTo>
                  <a:pt x="818289" y="37710"/>
                  <a:pt x="820672" y="38588"/>
                  <a:pt x="822558" y="40342"/>
                </a:cubicBezTo>
                <a:cubicBezTo>
                  <a:pt x="824443" y="42097"/>
                  <a:pt x="825386" y="44126"/>
                  <a:pt x="825386" y="46431"/>
                </a:cubicBezTo>
                <a:cubicBezTo>
                  <a:pt x="825386" y="48474"/>
                  <a:pt x="824705" y="50202"/>
                  <a:pt x="823343" y="51616"/>
                </a:cubicBezTo>
                <a:cubicBezTo>
                  <a:pt x="821982" y="53030"/>
                  <a:pt x="820358" y="53737"/>
                  <a:pt x="818472" y="53737"/>
                </a:cubicBezTo>
                <a:cubicBezTo>
                  <a:pt x="816639" y="53737"/>
                  <a:pt x="814583" y="52847"/>
                  <a:pt x="812305" y="51066"/>
                </a:cubicBezTo>
                <a:cubicBezTo>
                  <a:pt x="810027" y="49285"/>
                  <a:pt x="808338" y="48395"/>
                  <a:pt x="807238" y="48395"/>
                </a:cubicBezTo>
                <a:cubicBezTo>
                  <a:pt x="806295" y="48395"/>
                  <a:pt x="805274" y="48915"/>
                  <a:pt x="804174" y="49954"/>
                </a:cubicBezTo>
                <a:cubicBezTo>
                  <a:pt x="801817" y="52087"/>
                  <a:pt x="799381" y="55597"/>
                  <a:pt x="796867" y="60484"/>
                </a:cubicBezTo>
                <a:lnTo>
                  <a:pt x="796867" y="94905"/>
                </a:lnTo>
                <a:cubicBezTo>
                  <a:pt x="796867" y="98888"/>
                  <a:pt x="797365" y="101902"/>
                  <a:pt x="798360" y="103944"/>
                </a:cubicBezTo>
                <a:cubicBezTo>
                  <a:pt x="799041" y="105360"/>
                  <a:pt x="800246" y="106539"/>
                  <a:pt x="801974" y="107480"/>
                </a:cubicBezTo>
                <a:cubicBezTo>
                  <a:pt x="803702" y="108419"/>
                  <a:pt x="806190" y="108889"/>
                  <a:pt x="809438" y="108889"/>
                </a:cubicBezTo>
                <a:lnTo>
                  <a:pt x="809438" y="111717"/>
                </a:lnTo>
                <a:lnTo>
                  <a:pt x="772591" y="111717"/>
                </a:lnTo>
                <a:lnTo>
                  <a:pt x="772591" y="108889"/>
                </a:lnTo>
                <a:cubicBezTo>
                  <a:pt x="776258" y="108889"/>
                  <a:pt x="778981" y="108306"/>
                  <a:pt x="780762" y="107141"/>
                </a:cubicBezTo>
                <a:cubicBezTo>
                  <a:pt x="782071" y="106293"/>
                  <a:pt x="782988" y="104942"/>
                  <a:pt x="783512" y="103087"/>
                </a:cubicBezTo>
                <a:cubicBezTo>
                  <a:pt x="783774" y="102186"/>
                  <a:pt x="783904" y="99615"/>
                  <a:pt x="783904" y="95376"/>
                </a:cubicBezTo>
                <a:lnTo>
                  <a:pt x="783904" y="67722"/>
                </a:lnTo>
                <a:cubicBezTo>
                  <a:pt x="783904" y="59342"/>
                  <a:pt x="783734" y="54353"/>
                  <a:pt x="783394" y="52755"/>
                </a:cubicBezTo>
                <a:cubicBezTo>
                  <a:pt x="783053" y="51158"/>
                  <a:pt x="782425" y="49993"/>
                  <a:pt x="781508" y="49259"/>
                </a:cubicBezTo>
                <a:cubicBezTo>
                  <a:pt x="780592" y="48526"/>
                  <a:pt x="779453" y="48159"/>
                  <a:pt x="778091" y="48159"/>
                </a:cubicBezTo>
                <a:cubicBezTo>
                  <a:pt x="776467" y="48159"/>
                  <a:pt x="774634" y="48552"/>
                  <a:pt x="772591" y="49338"/>
                </a:cubicBezTo>
                <a:lnTo>
                  <a:pt x="771806" y="46510"/>
                </a:lnTo>
                <a:lnTo>
                  <a:pt x="793568" y="37710"/>
                </a:lnTo>
                <a:lnTo>
                  <a:pt x="796867" y="37710"/>
                </a:lnTo>
                <a:close/>
                <a:moveTo>
                  <a:pt x="870165" y="101430"/>
                </a:moveTo>
                <a:cubicBezTo>
                  <a:pt x="862780" y="107138"/>
                  <a:pt x="858145" y="110436"/>
                  <a:pt x="856259" y="111324"/>
                </a:cubicBezTo>
                <a:cubicBezTo>
                  <a:pt x="853431" y="112634"/>
                  <a:pt x="850419" y="113288"/>
                  <a:pt x="847224" y="113288"/>
                </a:cubicBezTo>
                <a:cubicBezTo>
                  <a:pt x="842249" y="113288"/>
                  <a:pt x="838150" y="111586"/>
                  <a:pt x="834929" y="108182"/>
                </a:cubicBezTo>
                <a:cubicBezTo>
                  <a:pt x="831708" y="104777"/>
                  <a:pt x="830098" y="100299"/>
                  <a:pt x="830098" y="94747"/>
                </a:cubicBezTo>
                <a:cubicBezTo>
                  <a:pt x="830098" y="91238"/>
                  <a:pt x="830883" y="88201"/>
                  <a:pt x="832455" y="85634"/>
                </a:cubicBezTo>
                <a:cubicBezTo>
                  <a:pt x="834602" y="82073"/>
                  <a:pt x="838334" y="78721"/>
                  <a:pt x="843650" y="75578"/>
                </a:cubicBezTo>
                <a:cubicBezTo>
                  <a:pt x="848966" y="72435"/>
                  <a:pt x="857804" y="68612"/>
                  <a:pt x="870165" y="64108"/>
                </a:cubicBezTo>
                <a:lnTo>
                  <a:pt x="870165" y="61289"/>
                </a:lnTo>
                <a:cubicBezTo>
                  <a:pt x="870165" y="54140"/>
                  <a:pt x="869026" y="49235"/>
                  <a:pt x="866747" y="46573"/>
                </a:cubicBezTo>
                <a:cubicBezTo>
                  <a:pt x="864469" y="43912"/>
                  <a:pt x="861156" y="42581"/>
                  <a:pt x="856809" y="42581"/>
                </a:cubicBezTo>
                <a:cubicBezTo>
                  <a:pt x="853510" y="42581"/>
                  <a:pt x="850891" y="43472"/>
                  <a:pt x="848953" y="45253"/>
                </a:cubicBezTo>
                <a:cubicBezTo>
                  <a:pt x="846963" y="47033"/>
                  <a:pt x="845967" y="49076"/>
                  <a:pt x="845967" y="51380"/>
                </a:cubicBezTo>
                <a:lnTo>
                  <a:pt x="846125" y="55937"/>
                </a:lnTo>
                <a:cubicBezTo>
                  <a:pt x="846125" y="58346"/>
                  <a:pt x="845509" y="60206"/>
                  <a:pt x="844278" y="61515"/>
                </a:cubicBezTo>
                <a:cubicBezTo>
                  <a:pt x="843048" y="62825"/>
                  <a:pt x="841437" y="63479"/>
                  <a:pt x="839447" y="63479"/>
                </a:cubicBezTo>
                <a:cubicBezTo>
                  <a:pt x="837509" y="63479"/>
                  <a:pt x="835924" y="62797"/>
                  <a:pt x="834694" y="61432"/>
                </a:cubicBezTo>
                <a:cubicBezTo>
                  <a:pt x="833463" y="60065"/>
                  <a:pt x="832847" y="58200"/>
                  <a:pt x="832847" y="55836"/>
                </a:cubicBezTo>
                <a:cubicBezTo>
                  <a:pt x="832847" y="51317"/>
                  <a:pt x="835152" y="47167"/>
                  <a:pt x="839761" y="43384"/>
                </a:cubicBezTo>
                <a:cubicBezTo>
                  <a:pt x="844370" y="39602"/>
                  <a:pt x="850838" y="37710"/>
                  <a:pt x="859166" y="37710"/>
                </a:cubicBezTo>
                <a:cubicBezTo>
                  <a:pt x="865556" y="37710"/>
                  <a:pt x="870793" y="38782"/>
                  <a:pt x="874879" y="40927"/>
                </a:cubicBezTo>
                <a:cubicBezTo>
                  <a:pt x="877969" y="42549"/>
                  <a:pt x="880247" y="45086"/>
                  <a:pt x="881714" y="48540"/>
                </a:cubicBezTo>
                <a:cubicBezTo>
                  <a:pt x="882657" y="50789"/>
                  <a:pt x="883128" y="55392"/>
                  <a:pt x="883128" y="62350"/>
                </a:cubicBezTo>
                <a:lnTo>
                  <a:pt x="883128" y="86754"/>
                </a:lnTo>
                <a:cubicBezTo>
                  <a:pt x="883128" y="93607"/>
                  <a:pt x="883259" y="97805"/>
                  <a:pt x="883521" y="99348"/>
                </a:cubicBezTo>
                <a:cubicBezTo>
                  <a:pt x="883783" y="100892"/>
                  <a:pt x="884215" y="101925"/>
                  <a:pt x="884817" y="102449"/>
                </a:cubicBezTo>
                <a:cubicBezTo>
                  <a:pt x="885419" y="102971"/>
                  <a:pt x="886113" y="103232"/>
                  <a:pt x="886899" y="103232"/>
                </a:cubicBezTo>
                <a:cubicBezTo>
                  <a:pt x="887737" y="103232"/>
                  <a:pt x="888470" y="103049"/>
                  <a:pt x="889099" y="102682"/>
                </a:cubicBezTo>
                <a:cubicBezTo>
                  <a:pt x="890199" y="102001"/>
                  <a:pt x="892320" y="100090"/>
                  <a:pt x="895462" y="96947"/>
                </a:cubicBezTo>
                <a:lnTo>
                  <a:pt x="895462" y="101347"/>
                </a:lnTo>
                <a:cubicBezTo>
                  <a:pt x="889596" y="109203"/>
                  <a:pt x="883992" y="113131"/>
                  <a:pt x="878650" y="113131"/>
                </a:cubicBezTo>
                <a:cubicBezTo>
                  <a:pt x="876083" y="113131"/>
                  <a:pt x="874041" y="112247"/>
                  <a:pt x="872522" y="110480"/>
                </a:cubicBezTo>
                <a:cubicBezTo>
                  <a:pt x="871003" y="108710"/>
                  <a:pt x="870217" y="105694"/>
                  <a:pt x="870165" y="101430"/>
                </a:cubicBezTo>
                <a:moveTo>
                  <a:pt x="870165" y="96336"/>
                </a:moveTo>
                <a:lnTo>
                  <a:pt x="870165" y="68979"/>
                </a:lnTo>
                <a:cubicBezTo>
                  <a:pt x="862256" y="72115"/>
                  <a:pt x="857150" y="74336"/>
                  <a:pt x="854845" y="75642"/>
                </a:cubicBezTo>
                <a:cubicBezTo>
                  <a:pt x="850707" y="77941"/>
                  <a:pt x="847748" y="80346"/>
                  <a:pt x="845967" y="82855"/>
                </a:cubicBezTo>
                <a:cubicBezTo>
                  <a:pt x="844187" y="85362"/>
                  <a:pt x="843296" y="88106"/>
                  <a:pt x="843296" y="91084"/>
                </a:cubicBezTo>
                <a:cubicBezTo>
                  <a:pt x="843296" y="94847"/>
                  <a:pt x="844422" y="97970"/>
                  <a:pt x="846675" y="100453"/>
                </a:cubicBezTo>
                <a:cubicBezTo>
                  <a:pt x="848927" y="102934"/>
                  <a:pt x="851519" y="104175"/>
                  <a:pt x="854452" y="104175"/>
                </a:cubicBezTo>
                <a:cubicBezTo>
                  <a:pt x="858433" y="104175"/>
                  <a:pt x="863670" y="101562"/>
                  <a:pt x="870165" y="96336"/>
                </a:cubicBezTo>
                <a:close/>
                <a:moveTo>
                  <a:pt x="922175" y="53165"/>
                </a:moveTo>
                <a:cubicBezTo>
                  <a:pt x="927412" y="47882"/>
                  <a:pt x="930502" y="44844"/>
                  <a:pt x="931445" y="44052"/>
                </a:cubicBezTo>
                <a:cubicBezTo>
                  <a:pt x="933802" y="42044"/>
                  <a:pt x="936342" y="40485"/>
                  <a:pt x="939066" y="39375"/>
                </a:cubicBezTo>
                <a:cubicBezTo>
                  <a:pt x="941789" y="38265"/>
                  <a:pt x="944487" y="37710"/>
                  <a:pt x="947158" y="37710"/>
                </a:cubicBezTo>
                <a:cubicBezTo>
                  <a:pt x="951662" y="37710"/>
                  <a:pt x="955538" y="39031"/>
                  <a:pt x="958785" y="41673"/>
                </a:cubicBezTo>
                <a:cubicBezTo>
                  <a:pt x="962033" y="44315"/>
                  <a:pt x="964206" y="48145"/>
                  <a:pt x="965306" y="53165"/>
                </a:cubicBezTo>
                <a:cubicBezTo>
                  <a:pt x="970701" y="46825"/>
                  <a:pt x="975257" y="42664"/>
                  <a:pt x="978976" y="40684"/>
                </a:cubicBezTo>
                <a:cubicBezTo>
                  <a:pt x="982695" y="38701"/>
                  <a:pt x="986518" y="37710"/>
                  <a:pt x="990446" y="37710"/>
                </a:cubicBezTo>
                <a:cubicBezTo>
                  <a:pt x="994270" y="37710"/>
                  <a:pt x="997661" y="38690"/>
                  <a:pt x="1000620" y="40649"/>
                </a:cubicBezTo>
                <a:cubicBezTo>
                  <a:pt x="1003580" y="42607"/>
                  <a:pt x="1005923" y="45806"/>
                  <a:pt x="1007652" y="50246"/>
                </a:cubicBezTo>
                <a:cubicBezTo>
                  <a:pt x="1008804" y="53276"/>
                  <a:pt x="1009380" y="58029"/>
                  <a:pt x="1009380" y="64505"/>
                </a:cubicBezTo>
                <a:lnTo>
                  <a:pt x="1009380" y="95376"/>
                </a:lnTo>
                <a:cubicBezTo>
                  <a:pt x="1009380" y="99906"/>
                  <a:pt x="1009721" y="103015"/>
                  <a:pt x="1010401" y="104700"/>
                </a:cubicBezTo>
                <a:cubicBezTo>
                  <a:pt x="1010925" y="105859"/>
                  <a:pt x="1011894" y="106847"/>
                  <a:pt x="1013308" y="107664"/>
                </a:cubicBezTo>
                <a:cubicBezTo>
                  <a:pt x="1014722" y="108480"/>
                  <a:pt x="1017027" y="108889"/>
                  <a:pt x="1020222" y="108889"/>
                </a:cubicBezTo>
                <a:lnTo>
                  <a:pt x="1020222" y="111717"/>
                </a:lnTo>
                <a:lnTo>
                  <a:pt x="984711" y="111717"/>
                </a:lnTo>
                <a:lnTo>
                  <a:pt x="984711" y="108889"/>
                </a:lnTo>
                <a:lnTo>
                  <a:pt x="986204" y="108889"/>
                </a:lnTo>
                <a:cubicBezTo>
                  <a:pt x="989294" y="108889"/>
                  <a:pt x="991703" y="108283"/>
                  <a:pt x="993432" y="107072"/>
                </a:cubicBezTo>
                <a:cubicBezTo>
                  <a:pt x="994636" y="106229"/>
                  <a:pt x="995501" y="104885"/>
                  <a:pt x="996024" y="103041"/>
                </a:cubicBezTo>
                <a:cubicBezTo>
                  <a:pt x="996234" y="102146"/>
                  <a:pt x="996339" y="99591"/>
                  <a:pt x="996339" y="95376"/>
                </a:cubicBezTo>
                <a:lnTo>
                  <a:pt x="996339" y="64623"/>
                </a:lnTo>
                <a:cubicBezTo>
                  <a:pt x="996339" y="58795"/>
                  <a:pt x="995632" y="54684"/>
                  <a:pt x="994217" y="52291"/>
                </a:cubicBezTo>
                <a:cubicBezTo>
                  <a:pt x="992175" y="48961"/>
                  <a:pt x="988901" y="47295"/>
                  <a:pt x="984397" y="47295"/>
                </a:cubicBezTo>
                <a:cubicBezTo>
                  <a:pt x="981621" y="47295"/>
                  <a:pt x="978832" y="47987"/>
                  <a:pt x="976030" y="49370"/>
                </a:cubicBezTo>
                <a:cubicBezTo>
                  <a:pt x="973228" y="50753"/>
                  <a:pt x="969837" y="53322"/>
                  <a:pt x="965856" y="57079"/>
                </a:cubicBezTo>
                <a:lnTo>
                  <a:pt x="965699" y="57941"/>
                </a:lnTo>
                <a:lnTo>
                  <a:pt x="965856" y="61294"/>
                </a:lnTo>
                <a:lnTo>
                  <a:pt x="965856" y="95376"/>
                </a:lnTo>
                <a:cubicBezTo>
                  <a:pt x="965856" y="100329"/>
                  <a:pt x="966131" y="103411"/>
                  <a:pt x="966681" y="104622"/>
                </a:cubicBezTo>
                <a:cubicBezTo>
                  <a:pt x="967231" y="105833"/>
                  <a:pt x="968265" y="106847"/>
                  <a:pt x="969784" y="107664"/>
                </a:cubicBezTo>
                <a:cubicBezTo>
                  <a:pt x="971303" y="108480"/>
                  <a:pt x="973896" y="108889"/>
                  <a:pt x="977562" y="108889"/>
                </a:cubicBezTo>
                <a:lnTo>
                  <a:pt x="977562" y="111717"/>
                </a:lnTo>
                <a:lnTo>
                  <a:pt x="941187" y="111717"/>
                </a:lnTo>
                <a:lnTo>
                  <a:pt x="941187" y="108889"/>
                </a:lnTo>
                <a:cubicBezTo>
                  <a:pt x="945168" y="108889"/>
                  <a:pt x="947904" y="108415"/>
                  <a:pt x="949397" y="107467"/>
                </a:cubicBezTo>
                <a:cubicBezTo>
                  <a:pt x="950890" y="106518"/>
                  <a:pt x="951924" y="105096"/>
                  <a:pt x="952500" y="103200"/>
                </a:cubicBezTo>
                <a:cubicBezTo>
                  <a:pt x="952762" y="102303"/>
                  <a:pt x="952893" y="99695"/>
                  <a:pt x="952893" y="95376"/>
                </a:cubicBezTo>
                <a:lnTo>
                  <a:pt x="952893" y="64643"/>
                </a:lnTo>
                <a:cubicBezTo>
                  <a:pt x="952893" y="58818"/>
                  <a:pt x="952029" y="54615"/>
                  <a:pt x="950300" y="52036"/>
                </a:cubicBezTo>
                <a:cubicBezTo>
                  <a:pt x="947996" y="48666"/>
                  <a:pt x="944775" y="46981"/>
                  <a:pt x="940637" y="46981"/>
                </a:cubicBezTo>
                <a:cubicBezTo>
                  <a:pt x="937809" y="46981"/>
                  <a:pt x="935007" y="47744"/>
                  <a:pt x="932231" y="49269"/>
                </a:cubicBezTo>
                <a:cubicBezTo>
                  <a:pt x="927884" y="51583"/>
                  <a:pt x="924532" y="54187"/>
                  <a:pt x="922175" y="57079"/>
                </a:cubicBezTo>
                <a:lnTo>
                  <a:pt x="922175" y="95376"/>
                </a:lnTo>
                <a:cubicBezTo>
                  <a:pt x="922175" y="100118"/>
                  <a:pt x="922502" y="103200"/>
                  <a:pt x="923157" y="104622"/>
                </a:cubicBezTo>
                <a:cubicBezTo>
                  <a:pt x="923811" y="106044"/>
                  <a:pt x="924780" y="107111"/>
                  <a:pt x="926064" y="107823"/>
                </a:cubicBezTo>
                <a:cubicBezTo>
                  <a:pt x="927347" y="108534"/>
                  <a:pt x="929953" y="108889"/>
                  <a:pt x="933881" y="108889"/>
                </a:cubicBezTo>
                <a:lnTo>
                  <a:pt x="933881" y="111717"/>
                </a:lnTo>
                <a:lnTo>
                  <a:pt x="898291" y="111717"/>
                </a:lnTo>
                <a:lnTo>
                  <a:pt x="898291" y="108889"/>
                </a:lnTo>
                <a:cubicBezTo>
                  <a:pt x="901591" y="108889"/>
                  <a:pt x="903896" y="108534"/>
                  <a:pt x="905205" y="107823"/>
                </a:cubicBezTo>
                <a:cubicBezTo>
                  <a:pt x="906514" y="107111"/>
                  <a:pt x="907510" y="105979"/>
                  <a:pt x="908190" y="104425"/>
                </a:cubicBezTo>
                <a:cubicBezTo>
                  <a:pt x="908871" y="102871"/>
                  <a:pt x="909212" y="99854"/>
                  <a:pt x="909212" y="95376"/>
                </a:cubicBezTo>
                <a:lnTo>
                  <a:pt x="909212" y="68036"/>
                </a:lnTo>
                <a:cubicBezTo>
                  <a:pt x="909212" y="60127"/>
                  <a:pt x="908976" y="55021"/>
                  <a:pt x="908505" y="52716"/>
                </a:cubicBezTo>
                <a:cubicBezTo>
                  <a:pt x="908138" y="50988"/>
                  <a:pt x="907562" y="49796"/>
                  <a:pt x="906776" y="49141"/>
                </a:cubicBezTo>
                <a:cubicBezTo>
                  <a:pt x="905991" y="48487"/>
                  <a:pt x="904917" y="48159"/>
                  <a:pt x="903555" y="48159"/>
                </a:cubicBezTo>
                <a:cubicBezTo>
                  <a:pt x="902089" y="48159"/>
                  <a:pt x="900334" y="48552"/>
                  <a:pt x="898291" y="49338"/>
                </a:cubicBezTo>
                <a:lnTo>
                  <a:pt x="897113" y="46510"/>
                </a:lnTo>
                <a:lnTo>
                  <a:pt x="918797" y="37710"/>
                </a:lnTo>
                <a:lnTo>
                  <a:pt x="922175" y="37710"/>
                </a:lnTo>
                <a:lnTo>
                  <a:pt x="922175" y="53165"/>
                </a:lnTo>
                <a:close/>
                <a:moveTo>
                  <a:pt x="1038056" y="66936"/>
                </a:moveTo>
                <a:cubicBezTo>
                  <a:pt x="1038003" y="77572"/>
                  <a:pt x="1040596" y="85913"/>
                  <a:pt x="1045833" y="91961"/>
                </a:cubicBezTo>
                <a:cubicBezTo>
                  <a:pt x="1051071" y="98009"/>
                  <a:pt x="1057225" y="101033"/>
                  <a:pt x="1064296" y="101033"/>
                </a:cubicBezTo>
                <a:cubicBezTo>
                  <a:pt x="1069010" y="101033"/>
                  <a:pt x="1073108" y="99730"/>
                  <a:pt x="1076591" y="97126"/>
                </a:cubicBezTo>
                <a:cubicBezTo>
                  <a:pt x="1080074" y="94522"/>
                  <a:pt x="1082994" y="90063"/>
                  <a:pt x="1085351" y="83749"/>
                </a:cubicBezTo>
                <a:lnTo>
                  <a:pt x="1087786" y="85327"/>
                </a:lnTo>
                <a:cubicBezTo>
                  <a:pt x="1086686" y="92540"/>
                  <a:pt x="1083491" y="99109"/>
                  <a:pt x="1078202" y="105032"/>
                </a:cubicBezTo>
                <a:cubicBezTo>
                  <a:pt x="1072912" y="110955"/>
                  <a:pt x="1066286" y="113917"/>
                  <a:pt x="1058325" y="113917"/>
                </a:cubicBezTo>
                <a:cubicBezTo>
                  <a:pt x="1049683" y="113917"/>
                  <a:pt x="1042285" y="110559"/>
                  <a:pt x="1036131" y="103844"/>
                </a:cubicBezTo>
                <a:cubicBezTo>
                  <a:pt x="1029977" y="97126"/>
                  <a:pt x="1026900" y="88097"/>
                  <a:pt x="1026900" y="76754"/>
                </a:cubicBezTo>
                <a:cubicBezTo>
                  <a:pt x="1026900" y="64472"/>
                  <a:pt x="1030055" y="54895"/>
                  <a:pt x="1036367" y="48022"/>
                </a:cubicBezTo>
                <a:cubicBezTo>
                  <a:pt x="1042678" y="41148"/>
                  <a:pt x="1050600" y="37710"/>
                  <a:pt x="1060132" y="37710"/>
                </a:cubicBezTo>
                <a:cubicBezTo>
                  <a:pt x="1068198" y="37710"/>
                  <a:pt x="1074823" y="40362"/>
                  <a:pt x="1080008" y="45665"/>
                </a:cubicBezTo>
                <a:cubicBezTo>
                  <a:pt x="1085194" y="50966"/>
                  <a:pt x="1087786" y="58057"/>
                  <a:pt x="1087786" y="66936"/>
                </a:cubicBezTo>
                <a:lnTo>
                  <a:pt x="1038056" y="66936"/>
                </a:lnTo>
                <a:moveTo>
                  <a:pt x="1038056" y="62379"/>
                </a:moveTo>
                <a:lnTo>
                  <a:pt x="1071366" y="62379"/>
                </a:lnTo>
                <a:cubicBezTo>
                  <a:pt x="1071105" y="57808"/>
                  <a:pt x="1070555" y="54588"/>
                  <a:pt x="1069717" y="52718"/>
                </a:cubicBezTo>
                <a:cubicBezTo>
                  <a:pt x="1068407" y="49808"/>
                  <a:pt x="1066456" y="47523"/>
                  <a:pt x="1063864" y="45861"/>
                </a:cubicBezTo>
                <a:cubicBezTo>
                  <a:pt x="1061271" y="44198"/>
                  <a:pt x="1058561" y="43367"/>
                  <a:pt x="1055732" y="43367"/>
                </a:cubicBezTo>
                <a:cubicBezTo>
                  <a:pt x="1051385" y="43367"/>
                  <a:pt x="1047496" y="45042"/>
                  <a:pt x="1044066" y="48393"/>
                </a:cubicBezTo>
                <a:cubicBezTo>
                  <a:pt x="1040635" y="51743"/>
                  <a:pt x="1038632" y="56405"/>
                  <a:pt x="1038056" y="62379"/>
                </a:cubicBezTo>
                <a:close/>
                <a:moveTo>
                  <a:pt x="1143881" y="37710"/>
                </a:moveTo>
                <a:lnTo>
                  <a:pt x="1143881" y="62222"/>
                </a:lnTo>
                <a:lnTo>
                  <a:pt x="1141288" y="62222"/>
                </a:lnTo>
                <a:cubicBezTo>
                  <a:pt x="1139298" y="54554"/>
                  <a:pt x="1136745" y="49338"/>
                  <a:pt x="1133628" y="46573"/>
                </a:cubicBezTo>
                <a:cubicBezTo>
                  <a:pt x="1130512" y="43807"/>
                  <a:pt x="1126545" y="42424"/>
                  <a:pt x="1121726" y="42424"/>
                </a:cubicBezTo>
                <a:cubicBezTo>
                  <a:pt x="1118060" y="42424"/>
                  <a:pt x="1115101" y="43390"/>
                  <a:pt x="1112848" y="45321"/>
                </a:cubicBezTo>
                <a:cubicBezTo>
                  <a:pt x="1110596" y="47253"/>
                  <a:pt x="1109470" y="49393"/>
                  <a:pt x="1109470" y="51741"/>
                </a:cubicBezTo>
                <a:cubicBezTo>
                  <a:pt x="1109470" y="54663"/>
                  <a:pt x="1110308" y="57168"/>
                  <a:pt x="1111984" y="59256"/>
                </a:cubicBezTo>
                <a:cubicBezTo>
                  <a:pt x="1113608" y="61396"/>
                  <a:pt x="1116908" y="63666"/>
                  <a:pt x="1121883" y="66067"/>
                </a:cubicBezTo>
                <a:lnTo>
                  <a:pt x="1133354" y="71625"/>
                </a:lnTo>
                <a:cubicBezTo>
                  <a:pt x="1143986" y="76804"/>
                  <a:pt x="1149302" y="83630"/>
                  <a:pt x="1149302" y="92103"/>
                </a:cubicBezTo>
                <a:cubicBezTo>
                  <a:pt x="1149302" y="98642"/>
                  <a:pt x="1146827" y="103912"/>
                  <a:pt x="1141878" y="107914"/>
                </a:cubicBezTo>
                <a:cubicBezTo>
                  <a:pt x="1136928" y="111916"/>
                  <a:pt x="1131389" y="113917"/>
                  <a:pt x="1125261" y="113917"/>
                </a:cubicBezTo>
                <a:cubicBezTo>
                  <a:pt x="1120862" y="113917"/>
                  <a:pt x="1115834" y="113171"/>
                  <a:pt x="1110177" y="111678"/>
                </a:cubicBezTo>
                <a:cubicBezTo>
                  <a:pt x="1108449" y="111180"/>
                  <a:pt x="1107035" y="110932"/>
                  <a:pt x="1105935" y="110932"/>
                </a:cubicBezTo>
                <a:cubicBezTo>
                  <a:pt x="1104730" y="110932"/>
                  <a:pt x="1103788" y="111560"/>
                  <a:pt x="1103107" y="112817"/>
                </a:cubicBezTo>
                <a:lnTo>
                  <a:pt x="1100514" y="112817"/>
                </a:lnTo>
                <a:lnTo>
                  <a:pt x="1100514" y="87048"/>
                </a:lnTo>
                <a:lnTo>
                  <a:pt x="1103107" y="87048"/>
                </a:lnTo>
                <a:cubicBezTo>
                  <a:pt x="1104573" y="94381"/>
                  <a:pt x="1107375" y="99906"/>
                  <a:pt x="1111513" y="103625"/>
                </a:cubicBezTo>
                <a:cubicBezTo>
                  <a:pt x="1115651" y="107344"/>
                  <a:pt x="1120286" y="109203"/>
                  <a:pt x="1125419" y="109203"/>
                </a:cubicBezTo>
                <a:cubicBezTo>
                  <a:pt x="1129033" y="109203"/>
                  <a:pt x="1131979" y="108148"/>
                  <a:pt x="1134257" y="106038"/>
                </a:cubicBezTo>
                <a:cubicBezTo>
                  <a:pt x="1136535" y="103927"/>
                  <a:pt x="1137675" y="101386"/>
                  <a:pt x="1137675" y="98415"/>
                </a:cubicBezTo>
                <a:cubicBezTo>
                  <a:pt x="1137675" y="94819"/>
                  <a:pt x="1136404" y="91797"/>
                  <a:pt x="1133864" y="89349"/>
                </a:cubicBezTo>
                <a:cubicBezTo>
                  <a:pt x="1131324" y="86898"/>
                  <a:pt x="1126257" y="83804"/>
                  <a:pt x="1118662" y="80066"/>
                </a:cubicBezTo>
                <a:cubicBezTo>
                  <a:pt x="1111068" y="76326"/>
                  <a:pt x="1106092" y="72935"/>
                  <a:pt x="1103735" y="69892"/>
                </a:cubicBezTo>
                <a:cubicBezTo>
                  <a:pt x="1101378" y="66902"/>
                  <a:pt x="1100200" y="63125"/>
                  <a:pt x="1100200" y="58562"/>
                </a:cubicBezTo>
                <a:cubicBezTo>
                  <a:pt x="1100200" y="52633"/>
                  <a:pt x="1102229" y="47677"/>
                  <a:pt x="1106288" y="43691"/>
                </a:cubicBezTo>
                <a:cubicBezTo>
                  <a:pt x="1110348" y="39704"/>
                  <a:pt x="1115598" y="37710"/>
                  <a:pt x="1122040" y="37710"/>
                </a:cubicBezTo>
                <a:cubicBezTo>
                  <a:pt x="1124869" y="37710"/>
                  <a:pt x="1128299" y="38313"/>
                  <a:pt x="1132332" y="39517"/>
                </a:cubicBezTo>
                <a:cubicBezTo>
                  <a:pt x="1135003" y="40303"/>
                  <a:pt x="1136784" y="40696"/>
                  <a:pt x="1137675" y="40696"/>
                </a:cubicBezTo>
                <a:cubicBezTo>
                  <a:pt x="1138513" y="40696"/>
                  <a:pt x="1139167" y="40513"/>
                  <a:pt x="1139639" y="40146"/>
                </a:cubicBezTo>
                <a:cubicBezTo>
                  <a:pt x="1140110" y="39779"/>
                  <a:pt x="1140660" y="38967"/>
                  <a:pt x="1141288" y="37710"/>
                </a:cubicBezTo>
                <a:lnTo>
                  <a:pt x="1143881" y="3771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" name="Text Transmission">
            <a:extLst xmlns:a="http://schemas.openxmlformats.org/drawingml/2006/main">
              <a:ext uri="{FF2B5EF4-FFF2-40B4-BE49-F238E27FC236}">
                <a16:creationId xmlns:a16="http://schemas.microsoft.com/office/drawing/2014/main" id="{29ABD213-8B5D-4588-875A-95D331854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2433" y="2273415"/>
            <a:ext cx="855822" cy="113917"/>
          </a:xfrm>
          <a:custGeom xmlns:a="http://schemas.openxmlformats.org/drawingml/2006/main">
            <a:pathLst>
              <a:path w="855822" h="113917">
                <a:moveTo>
                  <a:pt x="88227" y="5185"/>
                </a:moveTo>
                <a:lnTo>
                  <a:pt x="89405" y="30247"/>
                </a:lnTo>
                <a:lnTo>
                  <a:pt x="86420" y="30247"/>
                </a:lnTo>
                <a:cubicBezTo>
                  <a:pt x="85844" y="25847"/>
                  <a:pt x="85058" y="22705"/>
                  <a:pt x="84063" y="20819"/>
                </a:cubicBezTo>
                <a:cubicBezTo>
                  <a:pt x="82439" y="17782"/>
                  <a:pt x="80279" y="15542"/>
                  <a:pt x="77581" y="14102"/>
                </a:cubicBezTo>
                <a:cubicBezTo>
                  <a:pt x="74884" y="12662"/>
                  <a:pt x="71336" y="11942"/>
                  <a:pt x="66936" y="11942"/>
                </a:cubicBezTo>
                <a:lnTo>
                  <a:pt x="51930" y="11942"/>
                </a:lnTo>
                <a:lnTo>
                  <a:pt x="51930" y="93176"/>
                </a:lnTo>
                <a:cubicBezTo>
                  <a:pt x="51930" y="99723"/>
                  <a:pt x="52637" y="103808"/>
                  <a:pt x="54052" y="105432"/>
                </a:cubicBezTo>
                <a:cubicBezTo>
                  <a:pt x="56042" y="107632"/>
                  <a:pt x="59106" y="108732"/>
                  <a:pt x="63244" y="108732"/>
                </a:cubicBezTo>
                <a:lnTo>
                  <a:pt x="66936" y="108732"/>
                </a:lnTo>
                <a:lnTo>
                  <a:pt x="66936" y="111717"/>
                </a:lnTo>
                <a:lnTo>
                  <a:pt x="21762" y="111717"/>
                </a:lnTo>
                <a:lnTo>
                  <a:pt x="21762" y="108732"/>
                </a:lnTo>
                <a:lnTo>
                  <a:pt x="25533" y="108732"/>
                </a:lnTo>
                <a:cubicBezTo>
                  <a:pt x="30037" y="108732"/>
                  <a:pt x="33232" y="107370"/>
                  <a:pt x="35118" y="104646"/>
                </a:cubicBezTo>
                <a:cubicBezTo>
                  <a:pt x="36270" y="102970"/>
                  <a:pt x="36846" y="99147"/>
                  <a:pt x="36846" y="93176"/>
                </a:cubicBezTo>
                <a:lnTo>
                  <a:pt x="36846" y="11942"/>
                </a:lnTo>
                <a:lnTo>
                  <a:pt x="24040" y="11942"/>
                </a:lnTo>
                <a:cubicBezTo>
                  <a:pt x="19065" y="11942"/>
                  <a:pt x="15529" y="12308"/>
                  <a:pt x="13434" y="13042"/>
                </a:cubicBezTo>
                <a:cubicBezTo>
                  <a:pt x="10711" y="14037"/>
                  <a:pt x="8380" y="15948"/>
                  <a:pt x="6442" y="18777"/>
                </a:cubicBezTo>
                <a:cubicBezTo>
                  <a:pt x="4504" y="21605"/>
                  <a:pt x="3352" y="25428"/>
                  <a:pt x="2985" y="30247"/>
                </a:cubicBezTo>
                <a:lnTo>
                  <a:pt x="0" y="30247"/>
                </a:lnTo>
                <a:lnTo>
                  <a:pt x="1257" y="5185"/>
                </a:lnTo>
                <a:lnTo>
                  <a:pt x="88227" y="5185"/>
                </a:lnTo>
                <a:close/>
                <a:moveTo>
                  <a:pt x="113868" y="37710"/>
                </a:moveTo>
                <a:lnTo>
                  <a:pt x="113868" y="53894"/>
                </a:lnTo>
                <a:cubicBezTo>
                  <a:pt x="119891" y="43105"/>
                  <a:pt x="126071" y="37710"/>
                  <a:pt x="132409" y="37710"/>
                </a:cubicBezTo>
                <a:cubicBezTo>
                  <a:pt x="135290" y="37710"/>
                  <a:pt x="137673" y="38588"/>
                  <a:pt x="139558" y="40342"/>
                </a:cubicBezTo>
                <a:cubicBezTo>
                  <a:pt x="141444" y="42097"/>
                  <a:pt x="142386" y="44126"/>
                  <a:pt x="142386" y="46431"/>
                </a:cubicBezTo>
                <a:cubicBezTo>
                  <a:pt x="142386" y="48474"/>
                  <a:pt x="141706" y="50202"/>
                  <a:pt x="140344" y="51616"/>
                </a:cubicBezTo>
                <a:cubicBezTo>
                  <a:pt x="138982" y="53030"/>
                  <a:pt x="137358" y="53737"/>
                  <a:pt x="135473" y="53737"/>
                </a:cubicBezTo>
                <a:cubicBezTo>
                  <a:pt x="133640" y="53737"/>
                  <a:pt x="131584" y="52847"/>
                  <a:pt x="129306" y="51066"/>
                </a:cubicBezTo>
                <a:cubicBezTo>
                  <a:pt x="127027" y="49285"/>
                  <a:pt x="125338" y="48395"/>
                  <a:pt x="124238" y="48395"/>
                </a:cubicBezTo>
                <a:cubicBezTo>
                  <a:pt x="123296" y="48395"/>
                  <a:pt x="122274" y="48915"/>
                  <a:pt x="121174" y="49954"/>
                </a:cubicBezTo>
                <a:cubicBezTo>
                  <a:pt x="118817" y="52087"/>
                  <a:pt x="116382" y="55597"/>
                  <a:pt x="113868" y="60484"/>
                </a:cubicBezTo>
                <a:lnTo>
                  <a:pt x="113868" y="94905"/>
                </a:lnTo>
                <a:cubicBezTo>
                  <a:pt x="113868" y="98888"/>
                  <a:pt x="114366" y="101902"/>
                  <a:pt x="115361" y="103944"/>
                </a:cubicBezTo>
                <a:cubicBezTo>
                  <a:pt x="116042" y="105360"/>
                  <a:pt x="117246" y="106539"/>
                  <a:pt x="118975" y="107480"/>
                </a:cubicBezTo>
                <a:cubicBezTo>
                  <a:pt x="120703" y="108419"/>
                  <a:pt x="123191" y="108889"/>
                  <a:pt x="126438" y="108889"/>
                </a:cubicBezTo>
                <a:lnTo>
                  <a:pt x="126438" y="111717"/>
                </a:lnTo>
                <a:lnTo>
                  <a:pt x="89592" y="111717"/>
                </a:lnTo>
                <a:lnTo>
                  <a:pt x="89592" y="108889"/>
                </a:lnTo>
                <a:cubicBezTo>
                  <a:pt x="93258" y="108889"/>
                  <a:pt x="95982" y="108306"/>
                  <a:pt x="97762" y="107141"/>
                </a:cubicBezTo>
                <a:cubicBezTo>
                  <a:pt x="99072" y="106293"/>
                  <a:pt x="99988" y="104942"/>
                  <a:pt x="100512" y="103087"/>
                </a:cubicBezTo>
                <a:cubicBezTo>
                  <a:pt x="100774" y="102186"/>
                  <a:pt x="100905" y="99615"/>
                  <a:pt x="100905" y="95376"/>
                </a:cubicBezTo>
                <a:lnTo>
                  <a:pt x="100905" y="67722"/>
                </a:lnTo>
                <a:cubicBezTo>
                  <a:pt x="100905" y="59342"/>
                  <a:pt x="100735" y="54353"/>
                  <a:pt x="100394" y="52755"/>
                </a:cubicBezTo>
                <a:cubicBezTo>
                  <a:pt x="100054" y="51158"/>
                  <a:pt x="99425" y="49993"/>
                  <a:pt x="98509" y="49259"/>
                </a:cubicBezTo>
                <a:cubicBezTo>
                  <a:pt x="97592" y="48526"/>
                  <a:pt x="96453" y="48159"/>
                  <a:pt x="95091" y="48159"/>
                </a:cubicBezTo>
                <a:cubicBezTo>
                  <a:pt x="93468" y="48159"/>
                  <a:pt x="91635" y="48552"/>
                  <a:pt x="89592" y="49338"/>
                </a:cubicBezTo>
                <a:lnTo>
                  <a:pt x="88806" y="46510"/>
                </a:lnTo>
                <a:lnTo>
                  <a:pt x="110568" y="37710"/>
                </a:lnTo>
                <a:lnTo>
                  <a:pt x="113868" y="37710"/>
                </a:lnTo>
                <a:close/>
                <a:moveTo>
                  <a:pt x="187166" y="101430"/>
                </a:moveTo>
                <a:cubicBezTo>
                  <a:pt x="179781" y="107138"/>
                  <a:pt x="175146" y="110436"/>
                  <a:pt x="173261" y="111324"/>
                </a:cubicBezTo>
                <a:cubicBezTo>
                  <a:pt x="170432" y="112634"/>
                  <a:pt x="167421" y="113288"/>
                  <a:pt x="164226" y="113288"/>
                </a:cubicBezTo>
                <a:cubicBezTo>
                  <a:pt x="159250" y="113288"/>
                  <a:pt x="155152" y="111586"/>
                  <a:pt x="151931" y="108182"/>
                </a:cubicBezTo>
                <a:cubicBezTo>
                  <a:pt x="148710" y="104777"/>
                  <a:pt x="147099" y="100299"/>
                  <a:pt x="147099" y="94747"/>
                </a:cubicBezTo>
                <a:cubicBezTo>
                  <a:pt x="147099" y="91238"/>
                  <a:pt x="147885" y="88201"/>
                  <a:pt x="149456" y="85634"/>
                </a:cubicBezTo>
                <a:cubicBezTo>
                  <a:pt x="151603" y="82073"/>
                  <a:pt x="155335" y="78721"/>
                  <a:pt x="160651" y="75578"/>
                </a:cubicBezTo>
                <a:cubicBezTo>
                  <a:pt x="165967" y="72435"/>
                  <a:pt x="174806" y="68612"/>
                  <a:pt x="187166" y="64108"/>
                </a:cubicBezTo>
                <a:lnTo>
                  <a:pt x="187166" y="61289"/>
                </a:lnTo>
                <a:cubicBezTo>
                  <a:pt x="187166" y="54140"/>
                  <a:pt x="186027" y="49235"/>
                  <a:pt x="183749" y="46573"/>
                </a:cubicBezTo>
                <a:cubicBezTo>
                  <a:pt x="181471" y="43912"/>
                  <a:pt x="178158" y="42581"/>
                  <a:pt x="173811" y="42581"/>
                </a:cubicBezTo>
                <a:cubicBezTo>
                  <a:pt x="170511" y="42581"/>
                  <a:pt x="167892" y="43472"/>
                  <a:pt x="165954" y="45253"/>
                </a:cubicBezTo>
                <a:cubicBezTo>
                  <a:pt x="163964" y="47033"/>
                  <a:pt x="162969" y="49076"/>
                  <a:pt x="162969" y="51380"/>
                </a:cubicBezTo>
                <a:lnTo>
                  <a:pt x="163126" y="55937"/>
                </a:lnTo>
                <a:cubicBezTo>
                  <a:pt x="163126" y="58346"/>
                  <a:pt x="162511" y="60206"/>
                  <a:pt x="161280" y="61515"/>
                </a:cubicBezTo>
                <a:cubicBezTo>
                  <a:pt x="160049" y="62825"/>
                  <a:pt x="158438" y="63479"/>
                  <a:pt x="156448" y="63479"/>
                </a:cubicBezTo>
                <a:cubicBezTo>
                  <a:pt x="154510" y="63479"/>
                  <a:pt x="152926" y="62797"/>
                  <a:pt x="151695" y="61432"/>
                </a:cubicBezTo>
                <a:cubicBezTo>
                  <a:pt x="150464" y="60065"/>
                  <a:pt x="149849" y="58200"/>
                  <a:pt x="149849" y="55836"/>
                </a:cubicBezTo>
                <a:cubicBezTo>
                  <a:pt x="149849" y="51317"/>
                  <a:pt x="152153" y="47167"/>
                  <a:pt x="156762" y="43384"/>
                </a:cubicBezTo>
                <a:cubicBezTo>
                  <a:pt x="161371" y="39602"/>
                  <a:pt x="167840" y="37710"/>
                  <a:pt x="176168" y="37710"/>
                </a:cubicBezTo>
                <a:cubicBezTo>
                  <a:pt x="182557" y="37710"/>
                  <a:pt x="187795" y="38782"/>
                  <a:pt x="191880" y="40927"/>
                </a:cubicBezTo>
                <a:cubicBezTo>
                  <a:pt x="194970" y="42549"/>
                  <a:pt x="197249" y="45086"/>
                  <a:pt x="198715" y="48540"/>
                </a:cubicBezTo>
                <a:cubicBezTo>
                  <a:pt x="199658" y="50789"/>
                  <a:pt x="200129" y="55392"/>
                  <a:pt x="200129" y="62350"/>
                </a:cubicBezTo>
                <a:lnTo>
                  <a:pt x="200129" y="86754"/>
                </a:lnTo>
                <a:cubicBezTo>
                  <a:pt x="200129" y="93607"/>
                  <a:pt x="200260" y="97805"/>
                  <a:pt x="200522" y="99348"/>
                </a:cubicBezTo>
                <a:cubicBezTo>
                  <a:pt x="200784" y="100892"/>
                  <a:pt x="201216" y="101925"/>
                  <a:pt x="201818" y="102449"/>
                </a:cubicBezTo>
                <a:cubicBezTo>
                  <a:pt x="202421" y="102971"/>
                  <a:pt x="203115" y="103232"/>
                  <a:pt x="203900" y="103232"/>
                </a:cubicBezTo>
                <a:cubicBezTo>
                  <a:pt x="204738" y="103232"/>
                  <a:pt x="205472" y="103049"/>
                  <a:pt x="206100" y="102682"/>
                </a:cubicBezTo>
                <a:cubicBezTo>
                  <a:pt x="207200" y="102001"/>
                  <a:pt x="209321" y="100090"/>
                  <a:pt x="212464" y="96947"/>
                </a:cubicBezTo>
                <a:lnTo>
                  <a:pt x="212464" y="101347"/>
                </a:lnTo>
                <a:cubicBezTo>
                  <a:pt x="206598" y="109203"/>
                  <a:pt x="200994" y="113131"/>
                  <a:pt x="195651" y="113131"/>
                </a:cubicBezTo>
                <a:cubicBezTo>
                  <a:pt x="193085" y="113131"/>
                  <a:pt x="191042" y="112247"/>
                  <a:pt x="189523" y="110480"/>
                </a:cubicBezTo>
                <a:cubicBezTo>
                  <a:pt x="188004" y="108710"/>
                  <a:pt x="187219" y="105694"/>
                  <a:pt x="187166" y="101430"/>
                </a:cubicBezTo>
                <a:moveTo>
                  <a:pt x="187166" y="96336"/>
                </a:moveTo>
                <a:lnTo>
                  <a:pt x="187166" y="68979"/>
                </a:lnTo>
                <a:cubicBezTo>
                  <a:pt x="179258" y="72115"/>
                  <a:pt x="174151" y="74336"/>
                  <a:pt x="171847" y="75642"/>
                </a:cubicBezTo>
                <a:cubicBezTo>
                  <a:pt x="167709" y="77941"/>
                  <a:pt x="164750" y="80346"/>
                  <a:pt x="162969" y="82855"/>
                </a:cubicBezTo>
                <a:cubicBezTo>
                  <a:pt x="161188" y="85362"/>
                  <a:pt x="160298" y="88106"/>
                  <a:pt x="160298" y="91084"/>
                </a:cubicBezTo>
                <a:cubicBezTo>
                  <a:pt x="160298" y="94847"/>
                  <a:pt x="161424" y="97970"/>
                  <a:pt x="163676" y="100453"/>
                </a:cubicBezTo>
                <a:cubicBezTo>
                  <a:pt x="165928" y="102934"/>
                  <a:pt x="168521" y="104175"/>
                  <a:pt x="171454" y="104175"/>
                </a:cubicBezTo>
                <a:cubicBezTo>
                  <a:pt x="175434" y="104175"/>
                  <a:pt x="180672" y="101562"/>
                  <a:pt x="187166" y="96336"/>
                </a:cubicBezTo>
                <a:close/>
                <a:moveTo>
                  <a:pt x="238781" y="52873"/>
                </a:moveTo>
                <a:cubicBezTo>
                  <a:pt x="247214" y="42765"/>
                  <a:pt x="255253" y="37710"/>
                  <a:pt x="262900" y="37710"/>
                </a:cubicBezTo>
                <a:cubicBezTo>
                  <a:pt x="266828" y="37710"/>
                  <a:pt x="270207" y="38690"/>
                  <a:pt x="273035" y="40649"/>
                </a:cubicBezTo>
                <a:cubicBezTo>
                  <a:pt x="275863" y="42607"/>
                  <a:pt x="278115" y="45832"/>
                  <a:pt x="279791" y="50325"/>
                </a:cubicBezTo>
                <a:cubicBezTo>
                  <a:pt x="280944" y="53459"/>
                  <a:pt x="281520" y="58265"/>
                  <a:pt x="281520" y="64741"/>
                </a:cubicBezTo>
                <a:lnTo>
                  <a:pt x="281520" y="95376"/>
                </a:lnTo>
                <a:cubicBezTo>
                  <a:pt x="281520" y="99959"/>
                  <a:pt x="281886" y="103067"/>
                  <a:pt x="282620" y="104700"/>
                </a:cubicBezTo>
                <a:cubicBezTo>
                  <a:pt x="283196" y="106018"/>
                  <a:pt x="284126" y="107046"/>
                  <a:pt x="285409" y="107784"/>
                </a:cubicBezTo>
                <a:cubicBezTo>
                  <a:pt x="286692" y="108521"/>
                  <a:pt x="289062" y="108889"/>
                  <a:pt x="292519" y="108889"/>
                </a:cubicBezTo>
                <a:lnTo>
                  <a:pt x="292519" y="111717"/>
                </a:lnTo>
                <a:lnTo>
                  <a:pt x="256929" y="111717"/>
                </a:lnTo>
                <a:lnTo>
                  <a:pt x="256929" y="108889"/>
                </a:lnTo>
                <a:lnTo>
                  <a:pt x="258422" y="108889"/>
                </a:lnTo>
                <a:cubicBezTo>
                  <a:pt x="261774" y="108889"/>
                  <a:pt x="264118" y="108376"/>
                  <a:pt x="265454" y="107350"/>
                </a:cubicBezTo>
                <a:cubicBezTo>
                  <a:pt x="266789" y="106322"/>
                  <a:pt x="267719" y="104807"/>
                  <a:pt x="268243" y="102805"/>
                </a:cubicBezTo>
                <a:cubicBezTo>
                  <a:pt x="268452" y="102015"/>
                  <a:pt x="268557" y="99538"/>
                  <a:pt x="268557" y="95376"/>
                </a:cubicBezTo>
                <a:lnTo>
                  <a:pt x="268557" y="65964"/>
                </a:lnTo>
                <a:cubicBezTo>
                  <a:pt x="268557" y="59427"/>
                  <a:pt x="267706" y="54681"/>
                  <a:pt x="266004" y="51727"/>
                </a:cubicBezTo>
                <a:cubicBezTo>
                  <a:pt x="264301" y="48772"/>
                  <a:pt x="261434" y="47295"/>
                  <a:pt x="257401" y="47295"/>
                </a:cubicBezTo>
                <a:cubicBezTo>
                  <a:pt x="251168" y="47295"/>
                  <a:pt x="244962" y="50700"/>
                  <a:pt x="238781" y="57508"/>
                </a:cubicBezTo>
                <a:lnTo>
                  <a:pt x="238781" y="95376"/>
                </a:lnTo>
                <a:cubicBezTo>
                  <a:pt x="238781" y="100275"/>
                  <a:pt x="239069" y="103304"/>
                  <a:pt x="239646" y="104465"/>
                </a:cubicBezTo>
                <a:cubicBezTo>
                  <a:pt x="240379" y="105992"/>
                  <a:pt x="241387" y="107111"/>
                  <a:pt x="242670" y="107823"/>
                </a:cubicBezTo>
                <a:cubicBezTo>
                  <a:pt x="243953" y="108534"/>
                  <a:pt x="246559" y="108889"/>
                  <a:pt x="250487" y="108889"/>
                </a:cubicBezTo>
                <a:lnTo>
                  <a:pt x="250487" y="111717"/>
                </a:lnTo>
                <a:lnTo>
                  <a:pt x="214898" y="111717"/>
                </a:lnTo>
                <a:lnTo>
                  <a:pt x="214898" y="108889"/>
                </a:lnTo>
                <a:lnTo>
                  <a:pt x="216469" y="108889"/>
                </a:lnTo>
                <a:cubicBezTo>
                  <a:pt x="220136" y="108889"/>
                  <a:pt x="222610" y="107954"/>
                  <a:pt x="223894" y="106085"/>
                </a:cubicBezTo>
                <a:cubicBezTo>
                  <a:pt x="225177" y="104214"/>
                  <a:pt x="225818" y="100645"/>
                  <a:pt x="225818" y="95376"/>
                </a:cubicBezTo>
                <a:lnTo>
                  <a:pt x="225818" y="68822"/>
                </a:lnTo>
                <a:cubicBezTo>
                  <a:pt x="225818" y="60180"/>
                  <a:pt x="225622" y="54916"/>
                  <a:pt x="225229" y="53030"/>
                </a:cubicBezTo>
                <a:cubicBezTo>
                  <a:pt x="224836" y="51145"/>
                  <a:pt x="224234" y="49862"/>
                  <a:pt x="223422" y="49181"/>
                </a:cubicBezTo>
                <a:cubicBezTo>
                  <a:pt x="222610" y="48500"/>
                  <a:pt x="221524" y="48159"/>
                  <a:pt x="220162" y="48159"/>
                </a:cubicBezTo>
                <a:cubicBezTo>
                  <a:pt x="218695" y="48159"/>
                  <a:pt x="216941" y="48552"/>
                  <a:pt x="214898" y="49338"/>
                </a:cubicBezTo>
                <a:lnTo>
                  <a:pt x="213720" y="46510"/>
                </a:lnTo>
                <a:lnTo>
                  <a:pt x="235403" y="37710"/>
                </a:lnTo>
                <a:lnTo>
                  <a:pt x="238781" y="37710"/>
                </a:lnTo>
                <a:lnTo>
                  <a:pt x="238781" y="52873"/>
                </a:lnTo>
                <a:close/>
                <a:moveTo>
                  <a:pt x="344764" y="37710"/>
                </a:moveTo>
                <a:lnTo>
                  <a:pt x="344764" y="62222"/>
                </a:lnTo>
                <a:lnTo>
                  <a:pt x="342171" y="62222"/>
                </a:lnTo>
                <a:cubicBezTo>
                  <a:pt x="340181" y="54554"/>
                  <a:pt x="337628" y="49338"/>
                  <a:pt x="334511" y="46573"/>
                </a:cubicBezTo>
                <a:cubicBezTo>
                  <a:pt x="331395" y="43807"/>
                  <a:pt x="327428" y="42424"/>
                  <a:pt x="322609" y="42424"/>
                </a:cubicBezTo>
                <a:cubicBezTo>
                  <a:pt x="318943" y="42424"/>
                  <a:pt x="315984" y="43390"/>
                  <a:pt x="313731" y="45321"/>
                </a:cubicBezTo>
                <a:cubicBezTo>
                  <a:pt x="311479" y="47253"/>
                  <a:pt x="310353" y="49393"/>
                  <a:pt x="310353" y="51741"/>
                </a:cubicBezTo>
                <a:cubicBezTo>
                  <a:pt x="310353" y="54663"/>
                  <a:pt x="311191" y="57168"/>
                  <a:pt x="312867" y="59256"/>
                </a:cubicBezTo>
                <a:cubicBezTo>
                  <a:pt x="314491" y="61396"/>
                  <a:pt x="317790" y="63666"/>
                  <a:pt x="322766" y="66067"/>
                </a:cubicBezTo>
                <a:lnTo>
                  <a:pt x="334236" y="71625"/>
                </a:lnTo>
                <a:cubicBezTo>
                  <a:pt x="344869" y="76804"/>
                  <a:pt x="350185" y="83630"/>
                  <a:pt x="350185" y="92103"/>
                </a:cubicBezTo>
                <a:cubicBezTo>
                  <a:pt x="350185" y="98642"/>
                  <a:pt x="347710" y="103912"/>
                  <a:pt x="342761" y="107914"/>
                </a:cubicBezTo>
                <a:cubicBezTo>
                  <a:pt x="337811" y="111916"/>
                  <a:pt x="332272" y="113917"/>
                  <a:pt x="326144" y="113917"/>
                </a:cubicBezTo>
                <a:cubicBezTo>
                  <a:pt x="321745" y="113917"/>
                  <a:pt x="316717" y="113171"/>
                  <a:pt x="311060" y="111678"/>
                </a:cubicBezTo>
                <a:cubicBezTo>
                  <a:pt x="309332" y="111180"/>
                  <a:pt x="307918" y="110932"/>
                  <a:pt x="306818" y="110932"/>
                </a:cubicBezTo>
                <a:cubicBezTo>
                  <a:pt x="305613" y="110932"/>
                  <a:pt x="304670" y="111560"/>
                  <a:pt x="303990" y="112817"/>
                </a:cubicBezTo>
                <a:lnTo>
                  <a:pt x="301397" y="112817"/>
                </a:lnTo>
                <a:lnTo>
                  <a:pt x="301397" y="87048"/>
                </a:lnTo>
                <a:lnTo>
                  <a:pt x="303990" y="87048"/>
                </a:lnTo>
                <a:cubicBezTo>
                  <a:pt x="305456" y="94381"/>
                  <a:pt x="308258" y="99906"/>
                  <a:pt x="312396" y="103625"/>
                </a:cubicBezTo>
                <a:cubicBezTo>
                  <a:pt x="316533" y="107344"/>
                  <a:pt x="321169" y="109203"/>
                  <a:pt x="326302" y="109203"/>
                </a:cubicBezTo>
                <a:cubicBezTo>
                  <a:pt x="329915" y="109203"/>
                  <a:pt x="332862" y="108148"/>
                  <a:pt x="335140" y="106038"/>
                </a:cubicBezTo>
                <a:cubicBezTo>
                  <a:pt x="337418" y="103927"/>
                  <a:pt x="338557" y="101386"/>
                  <a:pt x="338557" y="98415"/>
                </a:cubicBezTo>
                <a:cubicBezTo>
                  <a:pt x="338557" y="94819"/>
                  <a:pt x="337287" y="91797"/>
                  <a:pt x="334747" y="89349"/>
                </a:cubicBezTo>
                <a:cubicBezTo>
                  <a:pt x="332207" y="86898"/>
                  <a:pt x="327140" y="83804"/>
                  <a:pt x="319545" y="80066"/>
                </a:cubicBezTo>
                <a:cubicBezTo>
                  <a:pt x="311951" y="76326"/>
                  <a:pt x="306975" y="72935"/>
                  <a:pt x="304618" y="69892"/>
                </a:cubicBezTo>
                <a:cubicBezTo>
                  <a:pt x="302261" y="66902"/>
                  <a:pt x="301083" y="63125"/>
                  <a:pt x="301083" y="58562"/>
                </a:cubicBezTo>
                <a:cubicBezTo>
                  <a:pt x="301083" y="52633"/>
                  <a:pt x="303112" y="47677"/>
                  <a:pt x="307171" y="43691"/>
                </a:cubicBezTo>
                <a:cubicBezTo>
                  <a:pt x="311230" y="39704"/>
                  <a:pt x="316481" y="37710"/>
                  <a:pt x="322923" y="37710"/>
                </a:cubicBezTo>
                <a:cubicBezTo>
                  <a:pt x="325752" y="37710"/>
                  <a:pt x="329182" y="38313"/>
                  <a:pt x="333215" y="39517"/>
                </a:cubicBezTo>
                <a:cubicBezTo>
                  <a:pt x="335886" y="40303"/>
                  <a:pt x="337667" y="40696"/>
                  <a:pt x="338557" y="40696"/>
                </a:cubicBezTo>
                <a:cubicBezTo>
                  <a:pt x="339395" y="40696"/>
                  <a:pt x="340050" y="40513"/>
                  <a:pt x="340521" y="40146"/>
                </a:cubicBezTo>
                <a:cubicBezTo>
                  <a:pt x="340993" y="39779"/>
                  <a:pt x="341543" y="38967"/>
                  <a:pt x="342171" y="37710"/>
                </a:cubicBezTo>
                <a:lnTo>
                  <a:pt x="344764" y="37710"/>
                </a:lnTo>
                <a:close/>
                <a:moveTo>
                  <a:pt x="382238" y="53165"/>
                </a:moveTo>
                <a:cubicBezTo>
                  <a:pt x="387475" y="47882"/>
                  <a:pt x="390565" y="44844"/>
                  <a:pt x="391508" y="44052"/>
                </a:cubicBezTo>
                <a:cubicBezTo>
                  <a:pt x="393865" y="42044"/>
                  <a:pt x="396405" y="40485"/>
                  <a:pt x="399129" y="39375"/>
                </a:cubicBezTo>
                <a:cubicBezTo>
                  <a:pt x="401852" y="38265"/>
                  <a:pt x="404550" y="37710"/>
                  <a:pt x="407221" y="37710"/>
                </a:cubicBezTo>
                <a:cubicBezTo>
                  <a:pt x="411725" y="37710"/>
                  <a:pt x="415601" y="39031"/>
                  <a:pt x="418848" y="41673"/>
                </a:cubicBezTo>
                <a:cubicBezTo>
                  <a:pt x="422096" y="44315"/>
                  <a:pt x="424269" y="48145"/>
                  <a:pt x="425369" y="53165"/>
                </a:cubicBezTo>
                <a:cubicBezTo>
                  <a:pt x="430764" y="46825"/>
                  <a:pt x="435320" y="42664"/>
                  <a:pt x="439039" y="40684"/>
                </a:cubicBezTo>
                <a:cubicBezTo>
                  <a:pt x="442758" y="38701"/>
                  <a:pt x="446581" y="37710"/>
                  <a:pt x="450509" y="37710"/>
                </a:cubicBezTo>
                <a:cubicBezTo>
                  <a:pt x="454333" y="37710"/>
                  <a:pt x="457724" y="38690"/>
                  <a:pt x="460683" y="40649"/>
                </a:cubicBezTo>
                <a:cubicBezTo>
                  <a:pt x="463643" y="42607"/>
                  <a:pt x="465986" y="45806"/>
                  <a:pt x="467715" y="50246"/>
                </a:cubicBezTo>
                <a:cubicBezTo>
                  <a:pt x="468867" y="53276"/>
                  <a:pt x="469443" y="58029"/>
                  <a:pt x="469443" y="64505"/>
                </a:cubicBezTo>
                <a:lnTo>
                  <a:pt x="469443" y="95376"/>
                </a:lnTo>
                <a:cubicBezTo>
                  <a:pt x="469443" y="99906"/>
                  <a:pt x="469784" y="103015"/>
                  <a:pt x="470464" y="104700"/>
                </a:cubicBezTo>
                <a:cubicBezTo>
                  <a:pt x="470988" y="105859"/>
                  <a:pt x="471957" y="106847"/>
                  <a:pt x="473371" y="107664"/>
                </a:cubicBezTo>
                <a:cubicBezTo>
                  <a:pt x="474785" y="108480"/>
                  <a:pt x="477090" y="108889"/>
                  <a:pt x="480285" y="108889"/>
                </a:cubicBezTo>
                <a:lnTo>
                  <a:pt x="480285" y="111717"/>
                </a:lnTo>
                <a:lnTo>
                  <a:pt x="444774" y="111717"/>
                </a:lnTo>
                <a:lnTo>
                  <a:pt x="444774" y="108889"/>
                </a:lnTo>
                <a:lnTo>
                  <a:pt x="446267" y="108889"/>
                </a:lnTo>
                <a:cubicBezTo>
                  <a:pt x="449357" y="108889"/>
                  <a:pt x="451766" y="108283"/>
                  <a:pt x="453495" y="107072"/>
                </a:cubicBezTo>
                <a:cubicBezTo>
                  <a:pt x="454699" y="106229"/>
                  <a:pt x="455564" y="104885"/>
                  <a:pt x="456087" y="103041"/>
                </a:cubicBezTo>
                <a:cubicBezTo>
                  <a:pt x="456297" y="102146"/>
                  <a:pt x="456402" y="99591"/>
                  <a:pt x="456402" y="95376"/>
                </a:cubicBezTo>
                <a:lnTo>
                  <a:pt x="456402" y="64623"/>
                </a:lnTo>
                <a:cubicBezTo>
                  <a:pt x="456402" y="58795"/>
                  <a:pt x="455695" y="54684"/>
                  <a:pt x="454280" y="52291"/>
                </a:cubicBezTo>
                <a:cubicBezTo>
                  <a:pt x="452238" y="48961"/>
                  <a:pt x="448964" y="47295"/>
                  <a:pt x="444460" y="47295"/>
                </a:cubicBezTo>
                <a:cubicBezTo>
                  <a:pt x="441684" y="47295"/>
                  <a:pt x="438895" y="47987"/>
                  <a:pt x="436093" y="49370"/>
                </a:cubicBezTo>
                <a:cubicBezTo>
                  <a:pt x="433291" y="50753"/>
                  <a:pt x="429900" y="53322"/>
                  <a:pt x="425919" y="57079"/>
                </a:cubicBezTo>
                <a:lnTo>
                  <a:pt x="425762" y="57941"/>
                </a:lnTo>
                <a:lnTo>
                  <a:pt x="425919" y="61294"/>
                </a:lnTo>
                <a:lnTo>
                  <a:pt x="425919" y="95376"/>
                </a:lnTo>
                <a:cubicBezTo>
                  <a:pt x="425919" y="100329"/>
                  <a:pt x="426194" y="103411"/>
                  <a:pt x="426744" y="104622"/>
                </a:cubicBezTo>
                <a:cubicBezTo>
                  <a:pt x="427294" y="105833"/>
                  <a:pt x="428328" y="106847"/>
                  <a:pt x="429847" y="107664"/>
                </a:cubicBezTo>
                <a:cubicBezTo>
                  <a:pt x="431366" y="108480"/>
                  <a:pt x="433959" y="108889"/>
                  <a:pt x="437625" y="108889"/>
                </a:cubicBezTo>
                <a:lnTo>
                  <a:pt x="437625" y="111717"/>
                </a:lnTo>
                <a:lnTo>
                  <a:pt x="401250" y="111717"/>
                </a:lnTo>
                <a:lnTo>
                  <a:pt x="401250" y="108889"/>
                </a:lnTo>
                <a:cubicBezTo>
                  <a:pt x="405231" y="108889"/>
                  <a:pt x="407967" y="108415"/>
                  <a:pt x="409460" y="107467"/>
                </a:cubicBezTo>
                <a:cubicBezTo>
                  <a:pt x="410953" y="106518"/>
                  <a:pt x="411987" y="105096"/>
                  <a:pt x="412563" y="103200"/>
                </a:cubicBezTo>
                <a:cubicBezTo>
                  <a:pt x="412825" y="102303"/>
                  <a:pt x="412956" y="99695"/>
                  <a:pt x="412956" y="95376"/>
                </a:cubicBezTo>
                <a:lnTo>
                  <a:pt x="412956" y="64643"/>
                </a:lnTo>
                <a:cubicBezTo>
                  <a:pt x="412956" y="58818"/>
                  <a:pt x="412092" y="54615"/>
                  <a:pt x="410363" y="52036"/>
                </a:cubicBezTo>
                <a:cubicBezTo>
                  <a:pt x="408059" y="48666"/>
                  <a:pt x="404838" y="46981"/>
                  <a:pt x="400700" y="46981"/>
                </a:cubicBezTo>
                <a:cubicBezTo>
                  <a:pt x="397872" y="46981"/>
                  <a:pt x="395070" y="47744"/>
                  <a:pt x="392294" y="49269"/>
                </a:cubicBezTo>
                <a:cubicBezTo>
                  <a:pt x="387947" y="51583"/>
                  <a:pt x="384595" y="54187"/>
                  <a:pt x="382238" y="57079"/>
                </a:cubicBezTo>
                <a:lnTo>
                  <a:pt x="382238" y="95376"/>
                </a:lnTo>
                <a:cubicBezTo>
                  <a:pt x="382238" y="100118"/>
                  <a:pt x="382565" y="103200"/>
                  <a:pt x="383220" y="104622"/>
                </a:cubicBezTo>
                <a:cubicBezTo>
                  <a:pt x="383874" y="106044"/>
                  <a:pt x="384843" y="107111"/>
                  <a:pt x="386127" y="107823"/>
                </a:cubicBezTo>
                <a:cubicBezTo>
                  <a:pt x="387410" y="108534"/>
                  <a:pt x="390016" y="108889"/>
                  <a:pt x="393944" y="108889"/>
                </a:cubicBezTo>
                <a:lnTo>
                  <a:pt x="393944" y="111717"/>
                </a:lnTo>
                <a:lnTo>
                  <a:pt x="358354" y="111717"/>
                </a:lnTo>
                <a:lnTo>
                  <a:pt x="358354" y="108889"/>
                </a:lnTo>
                <a:cubicBezTo>
                  <a:pt x="361654" y="108889"/>
                  <a:pt x="363959" y="108534"/>
                  <a:pt x="365268" y="107823"/>
                </a:cubicBezTo>
                <a:cubicBezTo>
                  <a:pt x="366577" y="107111"/>
                  <a:pt x="367573" y="105979"/>
                  <a:pt x="368253" y="104425"/>
                </a:cubicBezTo>
                <a:cubicBezTo>
                  <a:pt x="368934" y="102871"/>
                  <a:pt x="369275" y="99854"/>
                  <a:pt x="369275" y="95376"/>
                </a:cubicBezTo>
                <a:lnTo>
                  <a:pt x="369275" y="68036"/>
                </a:lnTo>
                <a:cubicBezTo>
                  <a:pt x="369275" y="60127"/>
                  <a:pt x="369039" y="55021"/>
                  <a:pt x="368568" y="52716"/>
                </a:cubicBezTo>
                <a:cubicBezTo>
                  <a:pt x="368201" y="50988"/>
                  <a:pt x="367625" y="49796"/>
                  <a:pt x="366839" y="49141"/>
                </a:cubicBezTo>
                <a:cubicBezTo>
                  <a:pt x="366054" y="48487"/>
                  <a:pt x="364980" y="48159"/>
                  <a:pt x="363618" y="48159"/>
                </a:cubicBezTo>
                <a:cubicBezTo>
                  <a:pt x="362152" y="48159"/>
                  <a:pt x="360397" y="48552"/>
                  <a:pt x="358354" y="49338"/>
                </a:cubicBezTo>
                <a:lnTo>
                  <a:pt x="357176" y="46510"/>
                </a:lnTo>
                <a:lnTo>
                  <a:pt x="378860" y="37710"/>
                </a:lnTo>
                <a:lnTo>
                  <a:pt x="382238" y="37710"/>
                </a:lnTo>
                <a:lnTo>
                  <a:pt x="382238" y="53165"/>
                </a:lnTo>
                <a:close/>
                <a:moveTo>
                  <a:pt x="504325" y="0"/>
                </a:moveTo>
                <a:cubicBezTo>
                  <a:pt x="506525" y="0"/>
                  <a:pt x="508398" y="777"/>
                  <a:pt x="509943" y="2330"/>
                </a:cubicBezTo>
                <a:cubicBezTo>
                  <a:pt x="511488" y="3882"/>
                  <a:pt x="512260" y="5763"/>
                  <a:pt x="512260" y="7974"/>
                </a:cubicBezTo>
                <a:cubicBezTo>
                  <a:pt x="512260" y="10185"/>
                  <a:pt x="511488" y="12081"/>
                  <a:pt x="509943" y="13660"/>
                </a:cubicBezTo>
                <a:cubicBezTo>
                  <a:pt x="508398" y="15238"/>
                  <a:pt x="506525" y="16027"/>
                  <a:pt x="504325" y="16027"/>
                </a:cubicBezTo>
                <a:cubicBezTo>
                  <a:pt x="502126" y="16027"/>
                  <a:pt x="500240" y="15238"/>
                  <a:pt x="498669" y="13660"/>
                </a:cubicBezTo>
                <a:cubicBezTo>
                  <a:pt x="497098" y="12081"/>
                  <a:pt x="496312" y="10185"/>
                  <a:pt x="496312" y="7974"/>
                </a:cubicBezTo>
                <a:cubicBezTo>
                  <a:pt x="496312" y="5763"/>
                  <a:pt x="497084" y="3882"/>
                  <a:pt x="498630" y="2330"/>
                </a:cubicBezTo>
                <a:cubicBezTo>
                  <a:pt x="500175" y="777"/>
                  <a:pt x="502073" y="0"/>
                  <a:pt x="504325" y="0"/>
                </a:cubicBezTo>
                <a:moveTo>
                  <a:pt x="510846" y="37710"/>
                </a:moveTo>
                <a:lnTo>
                  <a:pt x="510846" y="95376"/>
                </a:lnTo>
                <a:cubicBezTo>
                  <a:pt x="510846" y="99906"/>
                  <a:pt x="511174" y="102923"/>
                  <a:pt x="511828" y="104425"/>
                </a:cubicBezTo>
                <a:cubicBezTo>
                  <a:pt x="512483" y="105926"/>
                  <a:pt x="513452" y="107046"/>
                  <a:pt x="514735" y="107784"/>
                </a:cubicBezTo>
                <a:cubicBezTo>
                  <a:pt x="516018" y="108521"/>
                  <a:pt x="518362" y="108889"/>
                  <a:pt x="521766" y="108889"/>
                </a:cubicBezTo>
                <a:lnTo>
                  <a:pt x="521766" y="111717"/>
                </a:lnTo>
                <a:lnTo>
                  <a:pt x="486806" y="111717"/>
                </a:lnTo>
                <a:lnTo>
                  <a:pt x="486806" y="108889"/>
                </a:lnTo>
                <a:cubicBezTo>
                  <a:pt x="490315" y="108889"/>
                  <a:pt x="492672" y="108547"/>
                  <a:pt x="493876" y="107863"/>
                </a:cubicBezTo>
                <a:cubicBezTo>
                  <a:pt x="495081" y="107177"/>
                  <a:pt x="496037" y="106044"/>
                  <a:pt x="496744" y="104465"/>
                </a:cubicBezTo>
                <a:cubicBezTo>
                  <a:pt x="497451" y="102884"/>
                  <a:pt x="497805" y="99854"/>
                  <a:pt x="497805" y="95376"/>
                </a:cubicBezTo>
                <a:lnTo>
                  <a:pt x="497805" y="67879"/>
                </a:lnTo>
                <a:cubicBezTo>
                  <a:pt x="497805" y="60042"/>
                  <a:pt x="497569" y="54967"/>
                  <a:pt x="497098" y="52652"/>
                </a:cubicBezTo>
                <a:cubicBezTo>
                  <a:pt x="496731" y="50968"/>
                  <a:pt x="496155" y="49799"/>
                  <a:pt x="495369" y="49144"/>
                </a:cubicBezTo>
                <a:cubicBezTo>
                  <a:pt x="494584" y="48488"/>
                  <a:pt x="493510" y="48159"/>
                  <a:pt x="492148" y="48159"/>
                </a:cubicBezTo>
                <a:cubicBezTo>
                  <a:pt x="490682" y="48159"/>
                  <a:pt x="488901" y="48552"/>
                  <a:pt x="486806" y="49338"/>
                </a:cubicBezTo>
                <a:lnTo>
                  <a:pt x="485706" y="46510"/>
                </a:lnTo>
                <a:lnTo>
                  <a:pt x="507389" y="37710"/>
                </a:lnTo>
                <a:lnTo>
                  <a:pt x="510846" y="37710"/>
                </a:lnTo>
                <a:close/>
                <a:moveTo>
                  <a:pt x="577232" y="37710"/>
                </a:moveTo>
                <a:lnTo>
                  <a:pt x="577232" y="62222"/>
                </a:lnTo>
                <a:lnTo>
                  <a:pt x="574640" y="62222"/>
                </a:lnTo>
                <a:cubicBezTo>
                  <a:pt x="572649" y="54554"/>
                  <a:pt x="570096" y="49338"/>
                  <a:pt x="566980" y="46573"/>
                </a:cubicBezTo>
                <a:cubicBezTo>
                  <a:pt x="563863" y="43807"/>
                  <a:pt x="559896" y="42424"/>
                  <a:pt x="555077" y="42424"/>
                </a:cubicBezTo>
                <a:cubicBezTo>
                  <a:pt x="551411" y="42424"/>
                  <a:pt x="548452" y="43390"/>
                  <a:pt x="546200" y="45321"/>
                </a:cubicBezTo>
                <a:cubicBezTo>
                  <a:pt x="543947" y="47253"/>
                  <a:pt x="542821" y="49393"/>
                  <a:pt x="542821" y="51741"/>
                </a:cubicBezTo>
                <a:cubicBezTo>
                  <a:pt x="542821" y="54663"/>
                  <a:pt x="543659" y="57168"/>
                  <a:pt x="545335" y="59256"/>
                </a:cubicBezTo>
                <a:cubicBezTo>
                  <a:pt x="546959" y="61396"/>
                  <a:pt x="550259" y="63666"/>
                  <a:pt x="555234" y="66067"/>
                </a:cubicBezTo>
                <a:lnTo>
                  <a:pt x="566705" y="71625"/>
                </a:lnTo>
                <a:cubicBezTo>
                  <a:pt x="577337" y="76804"/>
                  <a:pt x="582653" y="83630"/>
                  <a:pt x="582653" y="92103"/>
                </a:cubicBezTo>
                <a:cubicBezTo>
                  <a:pt x="582653" y="98642"/>
                  <a:pt x="580178" y="103912"/>
                  <a:pt x="575229" y="107914"/>
                </a:cubicBezTo>
                <a:cubicBezTo>
                  <a:pt x="570279" y="111916"/>
                  <a:pt x="564741" y="113917"/>
                  <a:pt x="558613" y="113917"/>
                </a:cubicBezTo>
                <a:cubicBezTo>
                  <a:pt x="554213" y="113917"/>
                  <a:pt x="549185" y="113171"/>
                  <a:pt x="543528" y="111678"/>
                </a:cubicBezTo>
                <a:cubicBezTo>
                  <a:pt x="541800" y="111180"/>
                  <a:pt x="540386" y="110932"/>
                  <a:pt x="539286" y="110932"/>
                </a:cubicBezTo>
                <a:cubicBezTo>
                  <a:pt x="538081" y="110932"/>
                  <a:pt x="537139" y="111560"/>
                  <a:pt x="536458" y="112817"/>
                </a:cubicBezTo>
                <a:lnTo>
                  <a:pt x="533865" y="112817"/>
                </a:lnTo>
                <a:lnTo>
                  <a:pt x="533865" y="87048"/>
                </a:lnTo>
                <a:lnTo>
                  <a:pt x="536458" y="87048"/>
                </a:lnTo>
                <a:cubicBezTo>
                  <a:pt x="537924" y="94381"/>
                  <a:pt x="540726" y="99906"/>
                  <a:pt x="544864" y="103625"/>
                </a:cubicBezTo>
                <a:cubicBezTo>
                  <a:pt x="549002" y="107344"/>
                  <a:pt x="553637" y="109203"/>
                  <a:pt x="558770" y="109203"/>
                </a:cubicBezTo>
                <a:cubicBezTo>
                  <a:pt x="562384" y="109203"/>
                  <a:pt x="565330" y="108148"/>
                  <a:pt x="567608" y="106038"/>
                </a:cubicBezTo>
                <a:cubicBezTo>
                  <a:pt x="569886" y="103927"/>
                  <a:pt x="571026" y="101386"/>
                  <a:pt x="571026" y="98415"/>
                </a:cubicBezTo>
                <a:cubicBezTo>
                  <a:pt x="571026" y="94819"/>
                  <a:pt x="569755" y="91797"/>
                  <a:pt x="567215" y="89349"/>
                </a:cubicBezTo>
                <a:cubicBezTo>
                  <a:pt x="564675" y="86898"/>
                  <a:pt x="559608" y="83804"/>
                  <a:pt x="552013" y="80066"/>
                </a:cubicBezTo>
                <a:cubicBezTo>
                  <a:pt x="544419" y="76326"/>
                  <a:pt x="539443" y="72935"/>
                  <a:pt x="537086" y="69892"/>
                </a:cubicBezTo>
                <a:cubicBezTo>
                  <a:pt x="534729" y="66902"/>
                  <a:pt x="533551" y="63125"/>
                  <a:pt x="533551" y="58562"/>
                </a:cubicBezTo>
                <a:cubicBezTo>
                  <a:pt x="533551" y="52633"/>
                  <a:pt x="535580" y="47677"/>
                  <a:pt x="539640" y="43691"/>
                </a:cubicBezTo>
                <a:cubicBezTo>
                  <a:pt x="543699" y="39704"/>
                  <a:pt x="548949" y="37710"/>
                  <a:pt x="555391" y="37710"/>
                </a:cubicBezTo>
                <a:cubicBezTo>
                  <a:pt x="558220" y="37710"/>
                  <a:pt x="561650" y="38313"/>
                  <a:pt x="565683" y="39517"/>
                </a:cubicBezTo>
                <a:cubicBezTo>
                  <a:pt x="568354" y="40303"/>
                  <a:pt x="570135" y="40696"/>
                  <a:pt x="571026" y="40696"/>
                </a:cubicBezTo>
                <a:cubicBezTo>
                  <a:pt x="571864" y="40696"/>
                  <a:pt x="572518" y="40513"/>
                  <a:pt x="572990" y="40146"/>
                </a:cubicBezTo>
                <a:cubicBezTo>
                  <a:pt x="573461" y="39779"/>
                  <a:pt x="574011" y="38967"/>
                  <a:pt x="574640" y="37710"/>
                </a:cubicBezTo>
                <a:lnTo>
                  <a:pt x="577232" y="37710"/>
                </a:lnTo>
                <a:close/>
                <a:moveTo>
                  <a:pt x="639848" y="37710"/>
                </a:moveTo>
                <a:lnTo>
                  <a:pt x="639848" y="62222"/>
                </a:lnTo>
                <a:lnTo>
                  <a:pt x="637256" y="62222"/>
                </a:lnTo>
                <a:cubicBezTo>
                  <a:pt x="635265" y="54554"/>
                  <a:pt x="632712" y="49338"/>
                  <a:pt x="629596" y="46573"/>
                </a:cubicBezTo>
                <a:cubicBezTo>
                  <a:pt x="626479" y="43807"/>
                  <a:pt x="622512" y="42424"/>
                  <a:pt x="617693" y="42424"/>
                </a:cubicBezTo>
                <a:cubicBezTo>
                  <a:pt x="614027" y="42424"/>
                  <a:pt x="611068" y="43390"/>
                  <a:pt x="608816" y="45321"/>
                </a:cubicBezTo>
                <a:cubicBezTo>
                  <a:pt x="606564" y="47253"/>
                  <a:pt x="605437" y="49393"/>
                  <a:pt x="605437" y="51741"/>
                </a:cubicBezTo>
                <a:cubicBezTo>
                  <a:pt x="605437" y="54663"/>
                  <a:pt x="606275" y="57168"/>
                  <a:pt x="607951" y="59256"/>
                </a:cubicBezTo>
                <a:cubicBezTo>
                  <a:pt x="609575" y="61396"/>
                  <a:pt x="612875" y="63666"/>
                  <a:pt x="617850" y="66067"/>
                </a:cubicBezTo>
                <a:lnTo>
                  <a:pt x="629321" y="71625"/>
                </a:lnTo>
                <a:cubicBezTo>
                  <a:pt x="639953" y="76804"/>
                  <a:pt x="645269" y="83630"/>
                  <a:pt x="645269" y="92103"/>
                </a:cubicBezTo>
                <a:cubicBezTo>
                  <a:pt x="645269" y="98642"/>
                  <a:pt x="642794" y="103912"/>
                  <a:pt x="637845" y="107914"/>
                </a:cubicBezTo>
                <a:cubicBezTo>
                  <a:pt x="632895" y="111916"/>
                  <a:pt x="627357" y="113917"/>
                  <a:pt x="621229" y="113917"/>
                </a:cubicBezTo>
                <a:cubicBezTo>
                  <a:pt x="616829" y="113917"/>
                  <a:pt x="611801" y="113171"/>
                  <a:pt x="606145" y="111678"/>
                </a:cubicBezTo>
                <a:cubicBezTo>
                  <a:pt x="604416" y="111180"/>
                  <a:pt x="603002" y="110932"/>
                  <a:pt x="601902" y="110932"/>
                </a:cubicBezTo>
                <a:cubicBezTo>
                  <a:pt x="600697" y="110932"/>
                  <a:pt x="599755" y="111560"/>
                  <a:pt x="599074" y="112817"/>
                </a:cubicBezTo>
                <a:lnTo>
                  <a:pt x="596481" y="112817"/>
                </a:lnTo>
                <a:lnTo>
                  <a:pt x="596481" y="87048"/>
                </a:lnTo>
                <a:lnTo>
                  <a:pt x="599074" y="87048"/>
                </a:lnTo>
                <a:cubicBezTo>
                  <a:pt x="600540" y="94381"/>
                  <a:pt x="603342" y="99906"/>
                  <a:pt x="607480" y="103625"/>
                </a:cubicBezTo>
                <a:cubicBezTo>
                  <a:pt x="611618" y="107344"/>
                  <a:pt x="616253" y="109203"/>
                  <a:pt x="621386" y="109203"/>
                </a:cubicBezTo>
                <a:cubicBezTo>
                  <a:pt x="625000" y="109203"/>
                  <a:pt x="627946" y="108148"/>
                  <a:pt x="630224" y="106038"/>
                </a:cubicBezTo>
                <a:cubicBezTo>
                  <a:pt x="632503" y="103927"/>
                  <a:pt x="633642" y="101386"/>
                  <a:pt x="633642" y="98415"/>
                </a:cubicBezTo>
                <a:cubicBezTo>
                  <a:pt x="633642" y="94819"/>
                  <a:pt x="632372" y="91797"/>
                  <a:pt x="629831" y="89349"/>
                </a:cubicBezTo>
                <a:cubicBezTo>
                  <a:pt x="627291" y="86898"/>
                  <a:pt x="622224" y="83804"/>
                  <a:pt x="614629" y="80066"/>
                </a:cubicBezTo>
                <a:cubicBezTo>
                  <a:pt x="607035" y="76326"/>
                  <a:pt x="602059" y="72935"/>
                  <a:pt x="599702" y="69892"/>
                </a:cubicBezTo>
                <a:cubicBezTo>
                  <a:pt x="597345" y="66902"/>
                  <a:pt x="596167" y="63125"/>
                  <a:pt x="596167" y="58562"/>
                </a:cubicBezTo>
                <a:cubicBezTo>
                  <a:pt x="596167" y="52633"/>
                  <a:pt x="598197" y="47677"/>
                  <a:pt x="602256" y="43691"/>
                </a:cubicBezTo>
                <a:cubicBezTo>
                  <a:pt x="606315" y="39704"/>
                  <a:pt x="611565" y="37710"/>
                  <a:pt x="618008" y="37710"/>
                </a:cubicBezTo>
                <a:cubicBezTo>
                  <a:pt x="620836" y="37710"/>
                  <a:pt x="624266" y="38313"/>
                  <a:pt x="628299" y="39517"/>
                </a:cubicBezTo>
                <a:cubicBezTo>
                  <a:pt x="630971" y="40303"/>
                  <a:pt x="632751" y="40696"/>
                  <a:pt x="633642" y="40696"/>
                </a:cubicBezTo>
                <a:cubicBezTo>
                  <a:pt x="634480" y="40696"/>
                  <a:pt x="635134" y="40513"/>
                  <a:pt x="635606" y="40146"/>
                </a:cubicBezTo>
                <a:cubicBezTo>
                  <a:pt x="636077" y="39779"/>
                  <a:pt x="636627" y="38967"/>
                  <a:pt x="637256" y="37710"/>
                </a:cubicBezTo>
                <a:lnTo>
                  <a:pt x="639848" y="37710"/>
                </a:lnTo>
                <a:close/>
                <a:moveTo>
                  <a:pt x="674259" y="0"/>
                </a:moveTo>
                <a:cubicBezTo>
                  <a:pt x="676459" y="0"/>
                  <a:pt x="678331" y="777"/>
                  <a:pt x="679877" y="2330"/>
                </a:cubicBezTo>
                <a:cubicBezTo>
                  <a:pt x="681422" y="3882"/>
                  <a:pt x="682194" y="5763"/>
                  <a:pt x="682194" y="7974"/>
                </a:cubicBezTo>
                <a:cubicBezTo>
                  <a:pt x="682194" y="10185"/>
                  <a:pt x="681422" y="12081"/>
                  <a:pt x="679877" y="13660"/>
                </a:cubicBezTo>
                <a:cubicBezTo>
                  <a:pt x="678331" y="15238"/>
                  <a:pt x="676459" y="16027"/>
                  <a:pt x="674259" y="16027"/>
                </a:cubicBezTo>
                <a:cubicBezTo>
                  <a:pt x="672059" y="16027"/>
                  <a:pt x="670174" y="15238"/>
                  <a:pt x="668603" y="13660"/>
                </a:cubicBezTo>
                <a:cubicBezTo>
                  <a:pt x="667031" y="12081"/>
                  <a:pt x="666246" y="10185"/>
                  <a:pt x="666246" y="7974"/>
                </a:cubicBezTo>
                <a:cubicBezTo>
                  <a:pt x="666246" y="5763"/>
                  <a:pt x="667018" y="3882"/>
                  <a:pt x="668563" y="2330"/>
                </a:cubicBezTo>
                <a:cubicBezTo>
                  <a:pt x="670108" y="777"/>
                  <a:pt x="672007" y="0"/>
                  <a:pt x="674259" y="0"/>
                </a:cubicBezTo>
                <a:moveTo>
                  <a:pt x="680780" y="37710"/>
                </a:moveTo>
                <a:lnTo>
                  <a:pt x="680780" y="95376"/>
                </a:lnTo>
                <a:cubicBezTo>
                  <a:pt x="680780" y="99906"/>
                  <a:pt x="681107" y="102923"/>
                  <a:pt x="681762" y="104425"/>
                </a:cubicBezTo>
                <a:cubicBezTo>
                  <a:pt x="682417" y="105926"/>
                  <a:pt x="683386" y="107046"/>
                  <a:pt x="684669" y="107784"/>
                </a:cubicBezTo>
                <a:cubicBezTo>
                  <a:pt x="685952" y="108521"/>
                  <a:pt x="688296" y="108889"/>
                  <a:pt x="691700" y="108889"/>
                </a:cubicBezTo>
                <a:lnTo>
                  <a:pt x="691700" y="111717"/>
                </a:lnTo>
                <a:lnTo>
                  <a:pt x="656740" y="111717"/>
                </a:lnTo>
                <a:lnTo>
                  <a:pt x="656740" y="108889"/>
                </a:lnTo>
                <a:cubicBezTo>
                  <a:pt x="660249" y="108889"/>
                  <a:pt x="662606" y="108547"/>
                  <a:pt x="663810" y="107863"/>
                </a:cubicBezTo>
                <a:cubicBezTo>
                  <a:pt x="665015" y="107177"/>
                  <a:pt x="665971" y="106044"/>
                  <a:pt x="666678" y="104465"/>
                </a:cubicBezTo>
                <a:cubicBezTo>
                  <a:pt x="667385" y="102884"/>
                  <a:pt x="667738" y="99854"/>
                  <a:pt x="667738" y="95376"/>
                </a:cubicBezTo>
                <a:lnTo>
                  <a:pt x="667738" y="67879"/>
                </a:lnTo>
                <a:cubicBezTo>
                  <a:pt x="667738" y="60042"/>
                  <a:pt x="667503" y="54967"/>
                  <a:pt x="667031" y="52652"/>
                </a:cubicBezTo>
                <a:cubicBezTo>
                  <a:pt x="666665" y="50968"/>
                  <a:pt x="666089" y="49799"/>
                  <a:pt x="665303" y="49144"/>
                </a:cubicBezTo>
                <a:cubicBezTo>
                  <a:pt x="664517" y="48488"/>
                  <a:pt x="663444" y="48159"/>
                  <a:pt x="662082" y="48159"/>
                </a:cubicBezTo>
                <a:cubicBezTo>
                  <a:pt x="660615" y="48159"/>
                  <a:pt x="658835" y="48552"/>
                  <a:pt x="656740" y="49338"/>
                </a:cubicBezTo>
                <a:lnTo>
                  <a:pt x="655640" y="46510"/>
                </a:lnTo>
                <a:lnTo>
                  <a:pt x="677323" y="37710"/>
                </a:lnTo>
                <a:lnTo>
                  <a:pt x="680780" y="37710"/>
                </a:lnTo>
                <a:close/>
                <a:moveTo>
                  <a:pt x="735855" y="37710"/>
                </a:moveTo>
                <a:cubicBezTo>
                  <a:pt x="746749" y="37710"/>
                  <a:pt x="755496" y="41844"/>
                  <a:pt x="762096" y="50111"/>
                </a:cubicBezTo>
                <a:cubicBezTo>
                  <a:pt x="767700" y="57174"/>
                  <a:pt x="770502" y="65284"/>
                  <a:pt x="770502" y="74441"/>
                </a:cubicBezTo>
                <a:cubicBezTo>
                  <a:pt x="770502" y="80877"/>
                  <a:pt x="768957" y="87391"/>
                  <a:pt x="765867" y="93984"/>
                </a:cubicBezTo>
                <a:cubicBezTo>
                  <a:pt x="762776" y="100575"/>
                  <a:pt x="758521" y="105545"/>
                  <a:pt x="753100" y="108894"/>
                </a:cubicBezTo>
                <a:cubicBezTo>
                  <a:pt x="747679" y="112243"/>
                  <a:pt x="741643" y="113917"/>
                  <a:pt x="734991" y="113917"/>
                </a:cubicBezTo>
                <a:cubicBezTo>
                  <a:pt x="724149" y="113917"/>
                  <a:pt x="715534" y="109600"/>
                  <a:pt x="709144" y="100966"/>
                </a:cubicBezTo>
                <a:cubicBezTo>
                  <a:pt x="703749" y="93694"/>
                  <a:pt x="701052" y="85533"/>
                  <a:pt x="701052" y="76481"/>
                </a:cubicBezTo>
                <a:cubicBezTo>
                  <a:pt x="701052" y="69889"/>
                  <a:pt x="702689" y="63335"/>
                  <a:pt x="705962" y="56821"/>
                </a:cubicBezTo>
                <a:cubicBezTo>
                  <a:pt x="709235" y="50307"/>
                  <a:pt x="713543" y="45493"/>
                  <a:pt x="718886" y="42380"/>
                </a:cubicBezTo>
                <a:cubicBezTo>
                  <a:pt x="724228" y="39267"/>
                  <a:pt x="729885" y="37710"/>
                  <a:pt x="735855" y="37710"/>
                </a:cubicBezTo>
                <a:moveTo>
                  <a:pt x="733420" y="42896"/>
                </a:moveTo>
                <a:cubicBezTo>
                  <a:pt x="730644" y="42896"/>
                  <a:pt x="727855" y="43718"/>
                  <a:pt x="725053" y="45363"/>
                </a:cubicBezTo>
                <a:cubicBezTo>
                  <a:pt x="722251" y="47006"/>
                  <a:pt x="719986" y="49889"/>
                  <a:pt x="718257" y="54012"/>
                </a:cubicBezTo>
                <a:cubicBezTo>
                  <a:pt x="716529" y="58135"/>
                  <a:pt x="715665" y="63432"/>
                  <a:pt x="715665" y="69902"/>
                </a:cubicBezTo>
                <a:cubicBezTo>
                  <a:pt x="715665" y="80339"/>
                  <a:pt x="717747" y="89342"/>
                  <a:pt x="721910" y="96910"/>
                </a:cubicBezTo>
                <a:cubicBezTo>
                  <a:pt x="726074" y="104477"/>
                  <a:pt x="731561" y="108260"/>
                  <a:pt x="738369" y="108260"/>
                </a:cubicBezTo>
                <a:cubicBezTo>
                  <a:pt x="743450" y="108260"/>
                  <a:pt x="747640" y="106173"/>
                  <a:pt x="750940" y="101997"/>
                </a:cubicBezTo>
                <a:cubicBezTo>
                  <a:pt x="754239" y="97822"/>
                  <a:pt x="755889" y="90647"/>
                  <a:pt x="755889" y="80471"/>
                </a:cubicBezTo>
                <a:cubicBezTo>
                  <a:pt x="755889" y="67737"/>
                  <a:pt x="753139" y="57717"/>
                  <a:pt x="747640" y="50411"/>
                </a:cubicBezTo>
                <a:cubicBezTo>
                  <a:pt x="743921" y="45401"/>
                  <a:pt x="739181" y="42896"/>
                  <a:pt x="733420" y="42896"/>
                </a:cubicBezTo>
                <a:close/>
                <a:moveTo>
                  <a:pt x="802084" y="52873"/>
                </a:moveTo>
                <a:cubicBezTo>
                  <a:pt x="810517" y="42765"/>
                  <a:pt x="818556" y="37710"/>
                  <a:pt x="826203" y="37710"/>
                </a:cubicBezTo>
                <a:cubicBezTo>
                  <a:pt x="830131" y="37710"/>
                  <a:pt x="833510" y="38690"/>
                  <a:pt x="836338" y="40649"/>
                </a:cubicBezTo>
                <a:cubicBezTo>
                  <a:pt x="839166" y="42607"/>
                  <a:pt x="841418" y="45832"/>
                  <a:pt x="843094" y="50325"/>
                </a:cubicBezTo>
                <a:cubicBezTo>
                  <a:pt x="844247" y="53459"/>
                  <a:pt x="844823" y="58265"/>
                  <a:pt x="844823" y="64741"/>
                </a:cubicBezTo>
                <a:lnTo>
                  <a:pt x="844823" y="95376"/>
                </a:lnTo>
                <a:cubicBezTo>
                  <a:pt x="844823" y="99959"/>
                  <a:pt x="845189" y="103067"/>
                  <a:pt x="845923" y="104700"/>
                </a:cubicBezTo>
                <a:cubicBezTo>
                  <a:pt x="846499" y="106018"/>
                  <a:pt x="847428" y="107046"/>
                  <a:pt x="848712" y="107784"/>
                </a:cubicBezTo>
                <a:cubicBezTo>
                  <a:pt x="849995" y="108521"/>
                  <a:pt x="852365" y="108889"/>
                  <a:pt x="855822" y="108889"/>
                </a:cubicBezTo>
                <a:lnTo>
                  <a:pt x="855822" y="111717"/>
                </a:lnTo>
                <a:lnTo>
                  <a:pt x="820232" y="111717"/>
                </a:lnTo>
                <a:lnTo>
                  <a:pt x="820232" y="108889"/>
                </a:lnTo>
                <a:lnTo>
                  <a:pt x="821725" y="108889"/>
                </a:lnTo>
                <a:cubicBezTo>
                  <a:pt x="825077" y="108889"/>
                  <a:pt x="827421" y="108376"/>
                  <a:pt x="828757" y="107350"/>
                </a:cubicBezTo>
                <a:cubicBezTo>
                  <a:pt x="830092" y="106322"/>
                  <a:pt x="831022" y="104807"/>
                  <a:pt x="831546" y="102805"/>
                </a:cubicBezTo>
                <a:cubicBezTo>
                  <a:pt x="831755" y="102015"/>
                  <a:pt x="831860" y="99538"/>
                  <a:pt x="831860" y="95376"/>
                </a:cubicBezTo>
                <a:lnTo>
                  <a:pt x="831860" y="65964"/>
                </a:lnTo>
                <a:cubicBezTo>
                  <a:pt x="831860" y="59427"/>
                  <a:pt x="831009" y="54681"/>
                  <a:pt x="829307" y="51727"/>
                </a:cubicBezTo>
                <a:cubicBezTo>
                  <a:pt x="827604" y="48772"/>
                  <a:pt x="824737" y="47295"/>
                  <a:pt x="820704" y="47295"/>
                </a:cubicBezTo>
                <a:cubicBezTo>
                  <a:pt x="814471" y="47295"/>
                  <a:pt x="808265" y="50700"/>
                  <a:pt x="802084" y="57508"/>
                </a:cubicBezTo>
                <a:lnTo>
                  <a:pt x="802084" y="95376"/>
                </a:lnTo>
                <a:cubicBezTo>
                  <a:pt x="802084" y="100275"/>
                  <a:pt x="802372" y="103304"/>
                  <a:pt x="802948" y="104465"/>
                </a:cubicBezTo>
                <a:cubicBezTo>
                  <a:pt x="803682" y="105992"/>
                  <a:pt x="804690" y="107111"/>
                  <a:pt x="805973" y="107823"/>
                </a:cubicBezTo>
                <a:cubicBezTo>
                  <a:pt x="807256" y="108534"/>
                  <a:pt x="809862" y="108889"/>
                  <a:pt x="813790" y="108889"/>
                </a:cubicBezTo>
                <a:lnTo>
                  <a:pt x="813790" y="111717"/>
                </a:lnTo>
                <a:lnTo>
                  <a:pt x="778201" y="111717"/>
                </a:lnTo>
                <a:lnTo>
                  <a:pt x="778201" y="108889"/>
                </a:lnTo>
                <a:lnTo>
                  <a:pt x="779772" y="108889"/>
                </a:lnTo>
                <a:cubicBezTo>
                  <a:pt x="783439" y="108889"/>
                  <a:pt x="785913" y="107954"/>
                  <a:pt x="787197" y="106085"/>
                </a:cubicBezTo>
                <a:cubicBezTo>
                  <a:pt x="788480" y="104214"/>
                  <a:pt x="789121" y="100645"/>
                  <a:pt x="789121" y="95376"/>
                </a:cubicBezTo>
                <a:lnTo>
                  <a:pt x="789121" y="68822"/>
                </a:lnTo>
                <a:cubicBezTo>
                  <a:pt x="789121" y="60180"/>
                  <a:pt x="788925" y="54916"/>
                  <a:pt x="788532" y="53030"/>
                </a:cubicBezTo>
                <a:cubicBezTo>
                  <a:pt x="788139" y="51145"/>
                  <a:pt x="787537" y="49862"/>
                  <a:pt x="786725" y="49181"/>
                </a:cubicBezTo>
                <a:cubicBezTo>
                  <a:pt x="785913" y="48500"/>
                  <a:pt x="784827" y="48159"/>
                  <a:pt x="783465" y="48159"/>
                </a:cubicBezTo>
                <a:cubicBezTo>
                  <a:pt x="781998" y="48159"/>
                  <a:pt x="780244" y="48552"/>
                  <a:pt x="778201" y="49338"/>
                </a:cubicBezTo>
                <a:lnTo>
                  <a:pt x="777023" y="46510"/>
                </a:lnTo>
                <a:lnTo>
                  <a:pt x="798706" y="37710"/>
                </a:lnTo>
                <a:lnTo>
                  <a:pt x="802084" y="37710"/>
                </a:lnTo>
                <a:lnTo>
                  <a:pt x="802084" y="5287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1F2384-062C-428C-B529-D090BC111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7937" y="330279"/>
            <a:ext cx="1016480" cy="237563"/>
          </a:xfrm>
          <a:custGeom xmlns:a="http://schemas.openxmlformats.org/drawingml/2006/main">
            <a:pathLst>
              <a:path w="1016480" h="237563">
                <a:moveTo>
                  <a:pt x="0" y="237563"/>
                </a:moveTo>
                <a:lnTo>
                  <a:pt x="1016480" y="237563"/>
                </a:lnTo>
                <a:lnTo>
                  <a:pt x="1016480" y="0"/>
                </a:lnTo>
                <a:lnTo>
                  <a:pt x="0" y="0"/>
                </a:lnTo>
                <a:lnTo>
                  <a:pt x="0" y="237563"/>
                </a:lnTo>
                <a:close/>
              </a:path>
            </a:pathLst>
          </a:custGeom>
          <a:solidFill xmlns:a="http://schemas.openxmlformats.org/drawingml/2006/main">
            <a:srgbClr val="C1C1C1">
              <a:alpha val="36956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5" name="Text VHFAntenna">
            <a:extLst xmlns:a="http://schemas.openxmlformats.org/drawingml/2006/main">
              <a:ext uri="{FF2B5EF4-FFF2-40B4-BE49-F238E27FC236}">
                <a16:creationId xmlns:a16="http://schemas.microsoft.com/office/drawing/2014/main" id="{09F32400-F32F-45BF-A205-B1B633930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8673" y="385202"/>
            <a:ext cx="896561" cy="111246"/>
          </a:xfrm>
          <a:custGeom xmlns:a="http://schemas.openxmlformats.org/drawingml/2006/main">
            <a:pathLst>
              <a:path w="896561" h="111246">
                <a:moveTo>
                  <a:pt x="112817" y="2357"/>
                </a:moveTo>
                <a:lnTo>
                  <a:pt x="112817" y="5342"/>
                </a:lnTo>
                <a:cubicBezTo>
                  <a:pt x="109046" y="6018"/>
                  <a:pt x="106192" y="7215"/>
                  <a:pt x="104254" y="8932"/>
                </a:cubicBezTo>
                <a:cubicBezTo>
                  <a:pt x="101478" y="11482"/>
                  <a:pt x="99016" y="15385"/>
                  <a:pt x="96869" y="20640"/>
                </a:cubicBezTo>
                <a:lnTo>
                  <a:pt x="59708" y="111246"/>
                </a:lnTo>
                <a:lnTo>
                  <a:pt x="56801" y="111246"/>
                </a:lnTo>
                <a:lnTo>
                  <a:pt x="16891" y="19452"/>
                </a:lnTo>
                <a:cubicBezTo>
                  <a:pt x="14848" y="14774"/>
                  <a:pt x="13408" y="11915"/>
                  <a:pt x="12570" y="10876"/>
                </a:cubicBezTo>
                <a:cubicBezTo>
                  <a:pt x="11261" y="9266"/>
                  <a:pt x="9650" y="8006"/>
                  <a:pt x="7738" y="7098"/>
                </a:cubicBezTo>
                <a:cubicBezTo>
                  <a:pt x="5827" y="6188"/>
                  <a:pt x="3247" y="5603"/>
                  <a:pt x="0" y="5342"/>
                </a:cubicBezTo>
                <a:lnTo>
                  <a:pt x="0" y="2357"/>
                </a:lnTo>
                <a:lnTo>
                  <a:pt x="43524" y="2357"/>
                </a:lnTo>
                <a:lnTo>
                  <a:pt x="43524" y="5342"/>
                </a:lnTo>
                <a:cubicBezTo>
                  <a:pt x="38601" y="5814"/>
                  <a:pt x="35406" y="6652"/>
                  <a:pt x="33939" y="7856"/>
                </a:cubicBezTo>
                <a:cubicBezTo>
                  <a:pt x="32473" y="9061"/>
                  <a:pt x="31740" y="10606"/>
                  <a:pt x="31740" y="12492"/>
                </a:cubicBezTo>
                <a:cubicBezTo>
                  <a:pt x="31740" y="15110"/>
                  <a:pt x="32944" y="19196"/>
                  <a:pt x="35354" y="24747"/>
                </a:cubicBezTo>
                <a:lnTo>
                  <a:pt x="62458" y="87205"/>
                </a:lnTo>
                <a:lnTo>
                  <a:pt x="87598" y="25533"/>
                </a:lnTo>
                <a:cubicBezTo>
                  <a:pt x="90060" y="19458"/>
                  <a:pt x="91291" y="15241"/>
                  <a:pt x="91291" y="12884"/>
                </a:cubicBezTo>
                <a:cubicBezTo>
                  <a:pt x="91291" y="11366"/>
                  <a:pt x="90531" y="9912"/>
                  <a:pt x="89012" y="8524"/>
                </a:cubicBezTo>
                <a:cubicBezTo>
                  <a:pt x="87493" y="7136"/>
                  <a:pt x="84927" y="6154"/>
                  <a:pt x="81313" y="5578"/>
                </a:cubicBezTo>
                <a:cubicBezTo>
                  <a:pt x="81051" y="5526"/>
                  <a:pt x="80606" y="5447"/>
                  <a:pt x="79978" y="5342"/>
                </a:cubicBezTo>
                <a:lnTo>
                  <a:pt x="79978" y="2357"/>
                </a:lnTo>
                <a:lnTo>
                  <a:pt x="112817" y="2357"/>
                </a:lnTo>
                <a:close/>
                <a:moveTo>
                  <a:pt x="147856" y="51695"/>
                </a:moveTo>
                <a:lnTo>
                  <a:pt x="197351" y="51695"/>
                </a:lnTo>
                <a:lnTo>
                  <a:pt x="197351" y="21212"/>
                </a:lnTo>
                <a:cubicBezTo>
                  <a:pt x="197351" y="15819"/>
                  <a:pt x="197010" y="12267"/>
                  <a:pt x="196329" y="10554"/>
                </a:cubicBezTo>
                <a:cubicBezTo>
                  <a:pt x="195805" y="9258"/>
                  <a:pt x="194706" y="8143"/>
                  <a:pt x="193030" y="7208"/>
                </a:cubicBezTo>
                <a:cubicBezTo>
                  <a:pt x="190777" y="5964"/>
                  <a:pt x="188394" y="5342"/>
                  <a:pt x="185880" y="5342"/>
                </a:cubicBezTo>
                <a:lnTo>
                  <a:pt x="182109" y="5342"/>
                </a:lnTo>
                <a:lnTo>
                  <a:pt x="182109" y="2357"/>
                </a:lnTo>
                <a:lnTo>
                  <a:pt x="227676" y="2357"/>
                </a:lnTo>
                <a:lnTo>
                  <a:pt x="227676" y="5342"/>
                </a:lnTo>
                <a:lnTo>
                  <a:pt x="223905" y="5342"/>
                </a:lnTo>
                <a:cubicBezTo>
                  <a:pt x="221391" y="5342"/>
                  <a:pt x="219008" y="5939"/>
                  <a:pt x="216756" y="7132"/>
                </a:cubicBezTo>
                <a:cubicBezTo>
                  <a:pt x="215080" y="7962"/>
                  <a:pt x="213940" y="9220"/>
                  <a:pt x="213338" y="10906"/>
                </a:cubicBezTo>
                <a:cubicBezTo>
                  <a:pt x="212736" y="12590"/>
                  <a:pt x="212435" y="16025"/>
                  <a:pt x="212435" y="21212"/>
                </a:cubicBezTo>
                <a:lnTo>
                  <a:pt x="212435" y="90034"/>
                </a:lnTo>
                <a:cubicBezTo>
                  <a:pt x="212435" y="95402"/>
                  <a:pt x="212775" y="98946"/>
                  <a:pt x="213456" y="100667"/>
                </a:cubicBezTo>
                <a:cubicBezTo>
                  <a:pt x="213980" y="101970"/>
                  <a:pt x="215053" y="103090"/>
                  <a:pt x="216677" y="104028"/>
                </a:cubicBezTo>
                <a:cubicBezTo>
                  <a:pt x="218982" y="105278"/>
                  <a:pt x="221391" y="105903"/>
                  <a:pt x="223905" y="105903"/>
                </a:cubicBezTo>
                <a:lnTo>
                  <a:pt x="227676" y="105903"/>
                </a:lnTo>
                <a:lnTo>
                  <a:pt x="227676" y="108889"/>
                </a:lnTo>
                <a:lnTo>
                  <a:pt x="182109" y="108889"/>
                </a:lnTo>
                <a:lnTo>
                  <a:pt x="182109" y="105903"/>
                </a:lnTo>
                <a:lnTo>
                  <a:pt x="185880" y="105903"/>
                </a:lnTo>
                <a:cubicBezTo>
                  <a:pt x="190227" y="105903"/>
                  <a:pt x="193396" y="104627"/>
                  <a:pt x="195386" y="102073"/>
                </a:cubicBezTo>
                <a:cubicBezTo>
                  <a:pt x="196696" y="100406"/>
                  <a:pt x="197351" y="96392"/>
                  <a:pt x="197351" y="90034"/>
                </a:cubicBezTo>
                <a:lnTo>
                  <a:pt x="197351" y="57508"/>
                </a:lnTo>
                <a:lnTo>
                  <a:pt x="147856" y="57508"/>
                </a:lnTo>
                <a:lnTo>
                  <a:pt x="147856" y="90034"/>
                </a:lnTo>
                <a:cubicBezTo>
                  <a:pt x="147856" y="95402"/>
                  <a:pt x="148196" y="98946"/>
                  <a:pt x="148877" y="100667"/>
                </a:cubicBezTo>
                <a:cubicBezTo>
                  <a:pt x="149401" y="101970"/>
                  <a:pt x="150501" y="103090"/>
                  <a:pt x="152177" y="104028"/>
                </a:cubicBezTo>
                <a:cubicBezTo>
                  <a:pt x="154429" y="105278"/>
                  <a:pt x="156812" y="105903"/>
                  <a:pt x="159326" y="105903"/>
                </a:cubicBezTo>
                <a:lnTo>
                  <a:pt x="163175" y="105903"/>
                </a:lnTo>
                <a:lnTo>
                  <a:pt x="163175" y="108889"/>
                </a:lnTo>
                <a:lnTo>
                  <a:pt x="117530" y="108889"/>
                </a:lnTo>
                <a:lnTo>
                  <a:pt x="117530" y="105903"/>
                </a:lnTo>
                <a:lnTo>
                  <a:pt x="121301" y="105903"/>
                </a:lnTo>
                <a:cubicBezTo>
                  <a:pt x="125701" y="105903"/>
                  <a:pt x="128896" y="104627"/>
                  <a:pt x="130886" y="102073"/>
                </a:cubicBezTo>
                <a:cubicBezTo>
                  <a:pt x="132143" y="100406"/>
                  <a:pt x="132771" y="96392"/>
                  <a:pt x="132771" y="90034"/>
                </a:cubicBezTo>
                <a:lnTo>
                  <a:pt x="132771" y="21212"/>
                </a:lnTo>
                <a:cubicBezTo>
                  <a:pt x="132771" y="15819"/>
                  <a:pt x="132431" y="12267"/>
                  <a:pt x="131750" y="10554"/>
                </a:cubicBezTo>
                <a:cubicBezTo>
                  <a:pt x="131226" y="9258"/>
                  <a:pt x="130153" y="8143"/>
                  <a:pt x="128529" y="7208"/>
                </a:cubicBezTo>
                <a:cubicBezTo>
                  <a:pt x="126224" y="5964"/>
                  <a:pt x="123815" y="5342"/>
                  <a:pt x="121301" y="5342"/>
                </a:cubicBezTo>
                <a:lnTo>
                  <a:pt x="117530" y="5342"/>
                </a:lnTo>
                <a:lnTo>
                  <a:pt x="117530" y="2357"/>
                </a:lnTo>
                <a:lnTo>
                  <a:pt x="163175" y="2357"/>
                </a:lnTo>
                <a:lnTo>
                  <a:pt x="163175" y="5342"/>
                </a:lnTo>
                <a:lnTo>
                  <a:pt x="159326" y="5342"/>
                </a:lnTo>
                <a:cubicBezTo>
                  <a:pt x="156812" y="5342"/>
                  <a:pt x="154429" y="5939"/>
                  <a:pt x="152177" y="7132"/>
                </a:cubicBezTo>
                <a:cubicBezTo>
                  <a:pt x="150553" y="7962"/>
                  <a:pt x="149427" y="9220"/>
                  <a:pt x="148798" y="10906"/>
                </a:cubicBezTo>
                <a:cubicBezTo>
                  <a:pt x="148170" y="12590"/>
                  <a:pt x="147856" y="16025"/>
                  <a:pt x="147856" y="21212"/>
                </a:cubicBezTo>
                <a:lnTo>
                  <a:pt x="147856" y="51695"/>
                </a:lnTo>
                <a:close/>
                <a:moveTo>
                  <a:pt x="263893" y="8171"/>
                </a:moveTo>
                <a:lnTo>
                  <a:pt x="263893" y="49966"/>
                </a:lnTo>
                <a:lnTo>
                  <a:pt x="283298" y="49966"/>
                </a:lnTo>
                <a:cubicBezTo>
                  <a:pt x="287750" y="49966"/>
                  <a:pt x="291010" y="48990"/>
                  <a:pt x="293079" y="47037"/>
                </a:cubicBezTo>
                <a:cubicBezTo>
                  <a:pt x="295148" y="45083"/>
                  <a:pt x="296523" y="41188"/>
                  <a:pt x="297204" y="35354"/>
                </a:cubicBezTo>
                <a:lnTo>
                  <a:pt x="300111" y="35354"/>
                </a:lnTo>
                <a:lnTo>
                  <a:pt x="300111" y="71493"/>
                </a:lnTo>
                <a:lnTo>
                  <a:pt x="297204" y="71493"/>
                </a:lnTo>
                <a:cubicBezTo>
                  <a:pt x="297151" y="67355"/>
                  <a:pt x="296615" y="64317"/>
                  <a:pt x="295593" y="62379"/>
                </a:cubicBezTo>
                <a:cubicBezTo>
                  <a:pt x="294572" y="60441"/>
                  <a:pt x="293158" y="58988"/>
                  <a:pt x="291351" y="58019"/>
                </a:cubicBezTo>
                <a:cubicBezTo>
                  <a:pt x="289544" y="57050"/>
                  <a:pt x="286860" y="56566"/>
                  <a:pt x="283298" y="56566"/>
                </a:cubicBezTo>
                <a:lnTo>
                  <a:pt x="263893" y="56566"/>
                </a:lnTo>
                <a:lnTo>
                  <a:pt x="263893" y="90034"/>
                </a:lnTo>
                <a:cubicBezTo>
                  <a:pt x="263893" y="95402"/>
                  <a:pt x="264233" y="98946"/>
                  <a:pt x="264914" y="100667"/>
                </a:cubicBezTo>
                <a:cubicBezTo>
                  <a:pt x="265438" y="101970"/>
                  <a:pt x="266538" y="103090"/>
                  <a:pt x="268214" y="104028"/>
                </a:cubicBezTo>
                <a:cubicBezTo>
                  <a:pt x="270518" y="105278"/>
                  <a:pt x="272928" y="105903"/>
                  <a:pt x="275442" y="105903"/>
                </a:cubicBezTo>
                <a:lnTo>
                  <a:pt x="279291" y="105903"/>
                </a:lnTo>
                <a:lnTo>
                  <a:pt x="279291" y="108889"/>
                </a:lnTo>
                <a:lnTo>
                  <a:pt x="233567" y="108889"/>
                </a:lnTo>
                <a:lnTo>
                  <a:pt x="233567" y="105903"/>
                </a:lnTo>
                <a:lnTo>
                  <a:pt x="237339" y="105903"/>
                </a:lnTo>
                <a:cubicBezTo>
                  <a:pt x="241738" y="105903"/>
                  <a:pt x="244933" y="104627"/>
                  <a:pt x="246923" y="102073"/>
                </a:cubicBezTo>
                <a:cubicBezTo>
                  <a:pt x="248180" y="100406"/>
                  <a:pt x="248809" y="96392"/>
                  <a:pt x="248809" y="90034"/>
                </a:cubicBezTo>
                <a:lnTo>
                  <a:pt x="248809" y="21212"/>
                </a:lnTo>
                <a:cubicBezTo>
                  <a:pt x="248809" y="15844"/>
                  <a:pt x="248468" y="12299"/>
                  <a:pt x="247787" y="10579"/>
                </a:cubicBezTo>
                <a:cubicBezTo>
                  <a:pt x="247264" y="9276"/>
                  <a:pt x="246190" y="8156"/>
                  <a:pt x="244566" y="7218"/>
                </a:cubicBezTo>
                <a:cubicBezTo>
                  <a:pt x="242314" y="5968"/>
                  <a:pt x="239905" y="5342"/>
                  <a:pt x="237339" y="5342"/>
                </a:cubicBezTo>
                <a:lnTo>
                  <a:pt x="233567" y="5342"/>
                </a:lnTo>
                <a:lnTo>
                  <a:pt x="233567" y="2357"/>
                </a:lnTo>
                <a:lnTo>
                  <a:pt x="312838" y="2357"/>
                </a:lnTo>
                <a:lnTo>
                  <a:pt x="313859" y="25769"/>
                </a:lnTo>
                <a:lnTo>
                  <a:pt x="311110" y="25769"/>
                </a:lnTo>
                <a:cubicBezTo>
                  <a:pt x="309748" y="20793"/>
                  <a:pt x="308163" y="17140"/>
                  <a:pt x="306356" y="14809"/>
                </a:cubicBezTo>
                <a:cubicBezTo>
                  <a:pt x="304550" y="12478"/>
                  <a:pt x="302324" y="10789"/>
                  <a:pt x="299679" y="9742"/>
                </a:cubicBezTo>
                <a:cubicBezTo>
                  <a:pt x="297034" y="8694"/>
                  <a:pt x="292935" y="8171"/>
                  <a:pt x="287383" y="8171"/>
                </a:cubicBezTo>
                <a:lnTo>
                  <a:pt x="263893" y="8171"/>
                </a:lnTo>
                <a:close/>
                <a:moveTo>
                  <a:pt x="425417" y="73221"/>
                </a:moveTo>
                <a:lnTo>
                  <a:pt x="384171" y="73221"/>
                </a:lnTo>
                <a:lnTo>
                  <a:pt x="376943" y="90034"/>
                </a:lnTo>
                <a:cubicBezTo>
                  <a:pt x="375163" y="94152"/>
                  <a:pt x="374272" y="97226"/>
                  <a:pt x="374272" y="99257"/>
                </a:cubicBezTo>
                <a:cubicBezTo>
                  <a:pt x="374272" y="100875"/>
                  <a:pt x="375045" y="102295"/>
                  <a:pt x="376590" y="103520"/>
                </a:cubicBezTo>
                <a:cubicBezTo>
                  <a:pt x="378135" y="104744"/>
                  <a:pt x="381474" y="105538"/>
                  <a:pt x="386607" y="105903"/>
                </a:cubicBezTo>
                <a:lnTo>
                  <a:pt x="386607" y="108889"/>
                </a:lnTo>
                <a:lnTo>
                  <a:pt x="353060" y="108889"/>
                </a:lnTo>
                <a:lnTo>
                  <a:pt x="353060" y="105903"/>
                </a:lnTo>
                <a:cubicBezTo>
                  <a:pt x="357512" y="105119"/>
                  <a:pt x="360393" y="104101"/>
                  <a:pt x="361702" y="102847"/>
                </a:cubicBezTo>
                <a:cubicBezTo>
                  <a:pt x="364373" y="100338"/>
                  <a:pt x="367333" y="95243"/>
                  <a:pt x="370580" y="87561"/>
                </a:cubicBezTo>
                <a:lnTo>
                  <a:pt x="408055" y="0"/>
                </a:lnTo>
                <a:lnTo>
                  <a:pt x="410804" y="0"/>
                </a:lnTo>
                <a:lnTo>
                  <a:pt x="447886" y="88541"/>
                </a:lnTo>
                <a:cubicBezTo>
                  <a:pt x="450872" y="95631"/>
                  <a:pt x="453582" y="100233"/>
                  <a:pt x="456017" y="102346"/>
                </a:cubicBezTo>
                <a:cubicBezTo>
                  <a:pt x="458453" y="104457"/>
                  <a:pt x="461844" y="105643"/>
                  <a:pt x="466191" y="105903"/>
                </a:cubicBezTo>
                <a:lnTo>
                  <a:pt x="466191" y="108889"/>
                </a:lnTo>
                <a:lnTo>
                  <a:pt x="424160" y="108889"/>
                </a:lnTo>
                <a:lnTo>
                  <a:pt x="424160" y="105903"/>
                </a:lnTo>
                <a:cubicBezTo>
                  <a:pt x="428402" y="105696"/>
                  <a:pt x="431270" y="104992"/>
                  <a:pt x="432763" y="103792"/>
                </a:cubicBezTo>
                <a:cubicBezTo>
                  <a:pt x="434255" y="102592"/>
                  <a:pt x="435002" y="101132"/>
                  <a:pt x="435002" y="99412"/>
                </a:cubicBezTo>
                <a:cubicBezTo>
                  <a:pt x="435002" y="97117"/>
                  <a:pt x="433954" y="93494"/>
                  <a:pt x="431859" y="88541"/>
                </a:cubicBezTo>
                <a:lnTo>
                  <a:pt x="425417" y="73221"/>
                </a:lnTo>
                <a:moveTo>
                  <a:pt x="423217" y="67407"/>
                </a:moveTo>
                <a:lnTo>
                  <a:pt x="405148" y="24355"/>
                </a:lnTo>
                <a:lnTo>
                  <a:pt x="386607" y="67407"/>
                </a:lnTo>
                <a:lnTo>
                  <a:pt x="423217" y="67407"/>
                </a:lnTo>
                <a:close/>
                <a:moveTo>
                  <a:pt x="494002" y="50045"/>
                </a:moveTo>
                <a:cubicBezTo>
                  <a:pt x="502434" y="39936"/>
                  <a:pt x="510474" y="34882"/>
                  <a:pt x="518121" y="34882"/>
                </a:cubicBezTo>
                <a:cubicBezTo>
                  <a:pt x="522049" y="34882"/>
                  <a:pt x="525427" y="35862"/>
                  <a:pt x="528256" y="37821"/>
                </a:cubicBezTo>
                <a:cubicBezTo>
                  <a:pt x="531084" y="39778"/>
                  <a:pt x="533336" y="43004"/>
                  <a:pt x="535012" y="47496"/>
                </a:cubicBezTo>
                <a:cubicBezTo>
                  <a:pt x="536164" y="50631"/>
                  <a:pt x="536740" y="55436"/>
                  <a:pt x="536740" y="61913"/>
                </a:cubicBezTo>
                <a:lnTo>
                  <a:pt x="536740" y="92548"/>
                </a:lnTo>
                <a:cubicBezTo>
                  <a:pt x="536740" y="97131"/>
                  <a:pt x="537107" y="100239"/>
                  <a:pt x="537840" y="101872"/>
                </a:cubicBezTo>
                <a:cubicBezTo>
                  <a:pt x="538416" y="103190"/>
                  <a:pt x="539346" y="104218"/>
                  <a:pt x="540629" y="104956"/>
                </a:cubicBezTo>
                <a:cubicBezTo>
                  <a:pt x="541912" y="105692"/>
                  <a:pt x="544282" y="106061"/>
                  <a:pt x="547739" y="106061"/>
                </a:cubicBezTo>
                <a:lnTo>
                  <a:pt x="547739" y="108889"/>
                </a:lnTo>
                <a:lnTo>
                  <a:pt x="512150" y="108889"/>
                </a:lnTo>
                <a:lnTo>
                  <a:pt x="512150" y="106061"/>
                </a:lnTo>
                <a:lnTo>
                  <a:pt x="513643" y="106061"/>
                </a:lnTo>
                <a:cubicBezTo>
                  <a:pt x="516995" y="106061"/>
                  <a:pt x="519339" y="105547"/>
                  <a:pt x="520674" y="104521"/>
                </a:cubicBezTo>
                <a:cubicBezTo>
                  <a:pt x="522010" y="103493"/>
                  <a:pt x="522939" y="101979"/>
                  <a:pt x="523463" y="99977"/>
                </a:cubicBezTo>
                <a:cubicBezTo>
                  <a:pt x="523673" y="99186"/>
                  <a:pt x="523777" y="96710"/>
                  <a:pt x="523777" y="92548"/>
                </a:cubicBezTo>
                <a:lnTo>
                  <a:pt x="523777" y="63136"/>
                </a:lnTo>
                <a:cubicBezTo>
                  <a:pt x="523777" y="56598"/>
                  <a:pt x="522926" y="51853"/>
                  <a:pt x="521224" y="48898"/>
                </a:cubicBezTo>
                <a:cubicBezTo>
                  <a:pt x="519522" y="45944"/>
                  <a:pt x="516654" y="44467"/>
                  <a:pt x="512621" y="44467"/>
                </a:cubicBezTo>
                <a:cubicBezTo>
                  <a:pt x="506389" y="44467"/>
                  <a:pt x="500182" y="47871"/>
                  <a:pt x="494002" y="54680"/>
                </a:cubicBezTo>
                <a:lnTo>
                  <a:pt x="494002" y="92548"/>
                </a:lnTo>
                <a:cubicBezTo>
                  <a:pt x="494002" y="97446"/>
                  <a:pt x="494290" y="100476"/>
                  <a:pt x="494866" y="101636"/>
                </a:cubicBezTo>
                <a:cubicBezTo>
                  <a:pt x="495599" y="103164"/>
                  <a:pt x="496608" y="104283"/>
                  <a:pt x="497891" y="104995"/>
                </a:cubicBezTo>
                <a:cubicBezTo>
                  <a:pt x="499174" y="105705"/>
                  <a:pt x="501780" y="106061"/>
                  <a:pt x="505708" y="106061"/>
                </a:cubicBezTo>
                <a:lnTo>
                  <a:pt x="505708" y="108889"/>
                </a:lnTo>
                <a:lnTo>
                  <a:pt x="470119" y="108889"/>
                </a:lnTo>
                <a:lnTo>
                  <a:pt x="470119" y="106061"/>
                </a:lnTo>
                <a:lnTo>
                  <a:pt x="471690" y="106061"/>
                </a:lnTo>
                <a:cubicBezTo>
                  <a:pt x="475356" y="106061"/>
                  <a:pt x="477831" y="105126"/>
                  <a:pt x="479114" y="103257"/>
                </a:cubicBezTo>
                <a:cubicBezTo>
                  <a:pt x="480397" y="101386"/>
                  <a:pt x="481039" y="97816"/>
                  <a:pt x="481039" y="92548"/>
                </a:cubicBezTo>
                <a:lnTo>
                  <a:pt x="481039" y="65993"/>
                </a:lnTo>
                <a:cubicBezTo>
                  <a:pt x="481039" y="57351"/>
                  <a:pt x="480843" y="52088"/>
                  <a:pt x="480450" y="50202"/>
                </a:cubicBezTo>
                <a:cubicBezTo>
                  <a:pt x="480057" y="48316"/>
                  <a:pt x="479455" y="47033"/>
                  <a:pt x="478643" y="46352"/>
                </a:cubicBezTo>
                <a:cubicBezTo>
                  <a:pt x="477831" y="45672"/>
                  <a:pt x="476744" y="45331"/>
                  <a:pt x="475382" y="45331"/>
                </a:cubicBezTo>
                <a:cubicBezTo>
                  <a:pt x="473916" y="45331"/>
                  <a:pt x="472161" y="45724"/>
                  <a:pt x="470119" y="46510"/>
                </a:cubicBezTo>
                <a:lnTo>
                  <a:pt x="468940" y="43681"/>
                </a:lnTo>
                <a:lnTo>
                  <a:pt x="490624" y="34882"/>
                </a:lnTo>
                <a:lnTo>
                  <a:pt x="494002" y="34882"/>
                </a:lnTo>
                <a:lnTo>
                  <a:pt x="494002" y="50045"/>
                </a:lnTo>
                <a:close/>
                <a:moveTo>
                  <a:pt x="574372" y="13199"/>
                </a:moveTo>
                <a:lnTo>
                  <a:pt x="574372" y="36925"/>
                </a:lnTo>
                <a:lnTo>
                  <a:pt x="591184" y="36925"/>
                </a:lnTo>
                <a:lnTo>
                  <a:pt x="591184" y="42267"/>
                </a:lnTo>
                <a:lnTo>
                  <a:pt x="574372" y="42424"/>
                </a:lnTo>
                <a:lnTo>
                  <a:pt x="574372" y="89155"/>
                </a:lnTo>
                <a:cubicBezTo>
                  <a:pt x="574372" y="93821"/>
                  <a:pt x="575040" y="96968"/>
                  <a:pt x="576375" y="98595"/>
                </a:cubicBezTo>
                <a:cubicBezTo>
                  <a:pt x="577711" y="100220"/>
                  <a:pt x="579426" y="101033"/>
                  <a:pt x="581521" y="101033"/>
                </a:cubicBezTo>
                <a:cubicBezTo>
                  <a:pt x="583250" y="101033"/>
                  <a:pt x="584926" y="100489"/>
                  <a:pt x="586549" y="99402"/>
                </a:cubicBezTo>
                <a:cubicBezTo>
                  <a:pt x="588173" y="98316"/>
                  <a:pt x="589430" y="96712"/>
                  <a:pt x="590320" y="94590"/>
                </a:cubicBezTo>
                <a:lnTo>
                  <a:pt x="593384" y="94590"/>
                </a:lnTo>
                <a:cubicBezTo>
                  <a:pt x="591551" y="99749"/>
                  <a:pt x="588959" y="103632"/>
                  <a:pt x="585606" y="106237"/>
                </a:cubicBezTo>
                <a:cubicBezTo>
                  <a:pt x="582254" y="108843"/>
                  <a:pt x="578798" y="110146"/>
                  <a:pt x="575236" y="110146"/>
                </a:cubicBezTo>
                <a:cubicBezTo>
                  <a:pt x="572827" y="110146"/>
                  <a:pt x="570470" y="109476"/>
                  <a:pt x="568165" y="108135"/>
                </a:cubicBezTo>
                <a:cubicBezTo>
                  <a:pt x="565861" y="106795"/>
                  <a:pt x="564159" y="104876"/>
                  <a:pt x="563059" y="102380"/>
                </a:cubicBezTo>
                <a:cubicBezTo>
                  <a:pt x="561959" y="99884"/>
                  <a:pt x="561409" y="96035"/>
                  <a:pt x="561409" y="90832"/>
                </a:cubicBezTo>
                <a:lnTo>
                  <a:pt x="561409" y="42267"/>
                </a:lnTo>
                <a:lnTo>
                  <a:pt x="550017" y="42267"/>
                </a:lnTo>
                <a:lnTo>
                  <a:pt x="550017" y="39748"/>
                </a:lnTo>
                <a:cubicBezTo>
                  <a:pt x="552898" y="38602"/>
                  <a:pt x="555844" y="36663"/>
                  <a:pt x="558856" y="33930"/>
                </a:cubicBezTo>
                <a:cubicBezTo>
                  <a:pt x="561867" y="31196"/>
                  <a:pt x="564552" y="27938"/>
                  <a:pt x="566908" y="24156"/>
                </a:cubicBezTo>
                <a:cubicBezTo>
                  <a:pt x="568113" y="22159"/>
                  <a:pt x="569789" y="18507"/>
                  <a:pt x="571936" y="13199"/>
                </a:cubicBezTo>
                <a:lnTo>
                  <a:pt x="574372" y="13199"/>
                </a:lnTo>
                <a:close/>
                <a:moveTo>
                  <a:pt x="610277" y="64108"/>
                </a:moveTo>
                <a:cubicBezTo>
                  <a:pt x="610224" y="74743"/>
                  <a:pt x="612817" y="83085"/>
                  <a:pt x="618054" y="89133"/>
                </a:cubicBezTo>
                <a:cubicBezTo>
                  <a:pt x="623292" y="95180"/>
                  <a:pt x="629446" y="98204"/>
                  <a:pt x="636517" y="98204"/>
                </a:cubicBezTo>
                <a:cubicBezTo>
                  <a:pt x="641231" y="98204"/>
                  <a:pt x="645329" y="96902"/>
                  <a:pt x="648812" y="94298"/>
                </a:cubicBezTo>
                <a:cubicBezTo>
                  <a:pt x="652295" y="91694"/>
                  <a:pt x="655215" y="87235"/>
                  <a:pt x="657572" y="80920"/>
                </a:cubicBezTo>
                <a:lnTo>
                  <a:pt x="660007" y="82499"/>
                </a:lnTo>
                <a:cubicBezTo>
                  <a:pt x="658907" y="89712"/>
                  <a:pt x="655713" y="96280"/>
                  <a:pt x="650423" y="102204"/>
                </a:cubicBezTo>
                <a:cubicBezTo>
                  <a:pt x="645133" y="108127"/>
                  <a:pt x="638507" y="111089"/>
                  <a:pt x="630546" y="111089"/>
                </a:cubicBezTo>
                <a:cubicBezTo>
                  <a:pt x="621904" y="111089"/>
                  <a:pt x="614506" y="107731"/>
                  <a:pt x="608352" y="101015"/>
                </a:cubicBezTo>
                <a:cubicBezTo>
                  <a:pt x="602198" y="94298"/>
                  <a:pt x="599121" y="85268"/>
                  <a:pt x="599121" y="73926"/>
                </a:cubicBezTo>
                <a:cubicBezTo>
                  <a:pt x="599121" y="61644"/>
                  <a:pt x="602276" y="52066"/>
                  <a:pt x="608588" y="45194"/>
                </a:cubicBezTo>
                <a:cubicBezTo>
                  <a:pt x="614899" y="38319"/>
                  <a:pt x="622821" y="34882"/>
                  <a:pt x="632353" y="34882"/>
                </a:cubicBezTo>
                <a:cubicBezTo>
                  <a:pt x="640419" y="34882"/>
                  <a:pt x="647044" y="37534"/>
                  <a:pt x="652230" y="42837"/>
                </a:cubicBezTo>
                <a:cubicBezTo>
                  <a:pt x="657415" y="48138"/>
                  <a:pt x="660007" y="55228"/>
                  <a:pt x="660007" y="64108"/>
                </a:cubicBezTo>
                <a:lnTo>
                  <a:pt x="610277" y="64108"/>
                </a:lnTo>
                <a:moveTo>
                  <a:pt x="610277" y="59551"/>
                </a:moveTo>
                <a:lnTo>
                  <a:pt x="643588" y="59551"/>
                </a:lnTo>
                <a:cubicBezTo>
                  <a:pt x="643326" y="54980"/>
                  <a:pt x="642776" y="51759"/>
                  <a:pt x="641938" y="49890"/>
                </a:cubicBezTo>
                <a:cubicBezTo>
                  <a:pt x="640628" y="46980"/>
                  <a:pt x="638677" y="44694"/>
                  <a:pt x="636085" y="43033"/>
                </a:cubicBezTo>
                <a:cubicBezTo>
                  <a:pt x="633492" y="41370"/>
                  <a:pt x="630782" y="40539"/>
                  <a:pt x="627953" y="40539"/>
                </a:cubicBezTo>
                <a:cubicBezTo>
                  <a:pt x="623606" y="40539"/>
                  <a:pt x="619717" y="42214"/>
                  <a:pt x="616287" y="45564"/>
                </a:cubicBezTo>
                <a:cubicBezTo>
                  <a:pt x="612856" y="48915"/>
                  <a:pt x="610853" y="53577"/>
                  <a:pt x="610277" y="59551"/>
                </a:cubicBezTo>
                <a:close/>
                <a:moveTo>
                  <a:pt x="690568" y="50045"/>
                </a:moveTo>
                <a:cubicBezTo>
                  <a:pt x="699000" y="39936"/>
                  <a:pt x="707040" y="34882"/>
                  <a:pt x="714687" y="34882"/>
                </a:cubicBezTo>
                <a:cubicBezTo>
                  <a:pt x="718615" y="34882"/>
                  <a:pt x="721993" y="35862"/>
                  <a:pt x="724821" y="37821"/>
                </a:cubicBezTo>
                <a:cubicBezTo>
                  <a:pt x="727649" y="39778"/>
                  <a:pt x="729902" y="43004"/>
                  <a:pt x="731578" y="47496"/>
                </a:cubicBezTo>
                <a:cubicBezTo>
                  <a:pt x="732730" y="50631"/>
                  <a:pt x="733306" y="55436"/>
                  <a:pt x="733306" y="61913"/>
                </a:cubicBezTo>
                <a:lnTo>
                  <a:pt x="733306" y="92548"/>
                </a:lnTo>
                <a:cubicBezTo>
                  <a:pt x="733306" y="97131"/>
                  <a:pt x="733673" y="100239"/>
                  <a:pt x="734406" y="101872"/>
                </a:cubicBezTo>
                <a:cubicBezTo>
                  <a:pt x="734982" y="103190"/>
                  <a:pt x="735912" y="104218"/>
                  <a:pt x="737195" y="104956"/>
                </a:cubicBezTo>
                <a:cubicBezTo>
                  <a:pt x="738478" y="105692"/>
                  <a:pt x="740848" y="106061"/>
                  <a:pt x="744305" y="106061"/>
                </a:cubicBezTo>
                <a:lnTo>
                  <a:pt x="744305" y="108889"/>
                </a:lnTo>
                <a:lnTo>
                  <a:pt x="708716" y="108889"/>
                </a:lnTo>
                <a:lnTo>
                  <a:pt x="708716" y="106061"/>
                </a:lnTo>
                <a:lnTo>
                  <a:pt x="710208" y="106061"/>
                </a:lnTo>
                <a:cubicBezTo>
                  <a:pt x="713560" y="106061"/>
                  <a:pt x="715904" y="105547"/>
                  <a:pt x="717240" y="104521"/>
                </a:cubicBezTo>
                <a:cubicBezTo>
                  <a:pt x="718575" y="103493"/>
                  <a:pt x="719505" y="101979"/>
                  <a:pt x="720029" y="99977"/>
                </a:cubicBezTo>
                <a:cubicBezTo>
                  <a:pt x="720238" y="99186"/>
                  <a:pt x="720343" y="96710"/>
                  <a:pt x="720343" y="92548"/>
                </a:cubicBezTo>
                <a:lnTo>
                  <a:pt x="720343" y="63136"/>
                </a:lnTo>
                <a:cubicBezTo>
                  <a:pt x="720343" y="56598"/>
                  <a:pt x="719492" y="51853"/>
                  <a:pt x="717790" y="48898"/>
                </a:cubicBezTo>
                <a:cubicBezTo>
                  <a:pt x="716088" y="45944"/>
                  <a:pt x="713220" y="44467"/>
                  <a:pt x="709187" y="44467"/>
                </a:cubicBezTo>
                <a:cubicBezTo>
                  <a:pt x="702954" y="44467"/>
                  <a:pt x="696748" y="47871"/>
                  <a:pt x="690568" y="54680"/>
                </a:cubicBezTo>
                <a:lnTo>
                  <a:pt x="690568" y="92548"/>
                </a:lnTo>
                <a:cubicBezTo>
                  <a:pt x="690568" y="97446"/>
                  <a:pt x="690856" y="100476"/>
                  <a:pt x="691432" y="101636"/>
                </a:cubicBezTo>
                <a:cubicBezTo>
                  <a:pt x="692165" y="103164"/>
                  <a:pt x="693173" y="104283"/>
                  <a:pt x="694456" y="104995"/>
                </a:cubicBezTo>
                <a:cubicBezTo>
                  <a:pt x="695740" y="105705"/>
                  <a:pt x="698345" y="106061"/>
                  <a:pt x="702274" y="106061"/>
                </a:cubicBezTo>
                <a:lnTo>
                  <a:pt x="702274" y="108889"/>
                </a:lnTo>
                <a:lnTo>
                  <a:pt x="666684" y="108889"/>
                </a:lnTo>
                <a:lnTo>
                  <a:pt x="666684" y="106061"/>
                </a:lnTo>
                <a:lnTo>
                  <a:pt x="668256" y="106061"/>
                </a:lnTo>
                <a:cubicBezTo>
                  <a:pt x="671922" y="106061"/>
                  <a:pt x="674397" y="105126"/>
                  <a:pt x="675680" y="103257"/>
                </a:cubicBezTo>
                <a:cubicBezTo>
                  <a:pt x="676963" y="101386"/>
                  <a:pt x="677605" y="97816"/>
                  <a:pt x="677605" y="92548"/>
                </a:cubicBezTo>
                <a:lnTo>
                  <a:pt x="677605" y="65993"/>
                </a:lnTo>
                <a:cubicBezTo>
                  <a:pt x="677605" y="57351"/>
                  <a:pt x="677408" y="52088"/>
                  <a:pt x="677015" y="50202"/>
                </a:cubicBezTo>
                <a:cubicBezTo>
                  <a:pt x="676623" y="48316"/>
                  <a:pt x="676020" y="47033"/>
                  <a:pt x="675208" y="46352"/>
                </a:cubicBezTo>
                <a:cubicBezTo>
                  <a:pt x="674397" y="45672"/>
                  <a:pt x="673310" y="45331"/>
                  <a:pt x="671948" y="45331"/>
                </a:cubicBezTo>
                <a:cubicBezTo>
                  <a:pt x="670482" y="45331"/>
                  <a:pt x="668727" y="45724"/>
                  <a:pt x="666684" y="46510"/>
                </a:cubicBezTo>
                <a:lnTo>
                  <a:pt x="665506" y="43681"/>
                </a:lnTo>
                <a:lnTo>
                  <a:pt x="687189" y="34882"/>
                </a:lnTo>
                <a:lnTo>
                  <a:pt x="690568" y="34882"/>
                </a:lnTo>
                <a:lnTo>
                  <a:pt x="690568" y="50045"/>
                </a:lnTo>
                <a:close/>
                <a:moveTo>
                  <a:pt x="771016" y="50045"/>
                </a:moveTo>
                <a:cubicBezTo>
                  <a:pt x="779449" y="39936"/>
                  <a:pt x="787489" y="34882"/>
                  <a:pt x="795135" y="34882"/>
                </a:cubicBezTo>
                <a:cubicBezTo>
                  <a:pt x="799064" y="34882"/>
                  <a:pt x="802442" y="35862"/>
                  <a:pt x="805270" y="37821"/>
                </a:cubicBezTo>
                <a:cubicBezTo>
                  <a:pt x="808098" y="39778"/>
                  <a:pt x="810351" y="43004"/>
                  <a:pt x="812027" y="47496"/>
                </a:cubicBezTo>
                <a:cubicBezTo>
                  <a:pt x="813179" y="50631"/>
                  <a:pt x="813755" y="55436"/>
                  <a:pt x="813755" y="61913"/>
                </a:cubicBezTo>
                <a:lnTo>
                  <a:pt x="813755" y="92548"/>
                </a:lnTo>
                <a:cubicBezTo>
                  <a:pt x="813755" y="97131"/>
                  <a:pt x="814122" y="100239"/>
                  <a:pt x="814855" y="101872"/>
                </a:cubicBezTo>
                <a:cubicBezTo>
                  <a:pt x="815431" y="103190"/>
                  <a:pt x="816361" y="104218"/>
                  <a:pt x="817644" y="104956"/>
                </a:cubicBezTo>
                <a:cubicBezTo>
                  <a:pt x="818927" y="105692"/>
                  <a:pt x="821297" y="106061"/>
                  <a:pt x="824754" y="106061"/>
                </a:cubicBezTo>
                <a:lnTo>
                  <a:pt x="824754" y="108889"/>
                </a:lnTo>
                <a:lnTo>
                  <a:pt x="789165" y="108889"/>
                </a:lnTo>
                <a:lnTo>
                  <a:pt x="789165" y="106061"/>
                </a:lnTo>
                <a:lnTo>
                  <a:pt x="790657" y="106061"/>
                </a:lnTo>
                <a:cubicBezTo>
                  <a:pt x="794009" y="106061"/>
                  <a:pt x="796353" y="105547"/>
                  <a:pt x="797689" y="104521"/>
                </a:cubicBezTo>
                <a:cubicBezTo>
                  <a:pt x="799024" y="103493"/>
                  <a:pt x="799954" y="101979"/>
                  <a:pt x="800478" y="99977"/>
                </a:cubicBezTo>
                <a:cubicBezTo>
                  <a:pt x="800687" y="99186"/>
                  <a:pt x="800792" y="96710"/>
                  <a:pt x="800792" y="92548"/>
                </a:cubicBezTo>
                <a:lnTo>
                  <a:pt x="800792" y="63136"/>
                </a:lnTo>
                <a:cubicBezTo>
                  <a:pt x="800792" y="56598"/>
                  <a:pt x="799941" y="51853"/>
                  <a:pt x="798239" y="48898"/>
                </a:cubicBezTo>
                <a:cubicBezTo>
                  <a:pt x="796536" y="45944"/>
                  <a:pt x="793669" y="44467"/>
                  <a:pt x="789636" y="44467"/>
                </a:cubicBezTo>
                <a:cubicBezTo>
                  <a:pt x="783403" y="44467"/>
                  <a:pt x="777197" y="47871"/>
                  <a:pt x="771016" y="54680"/>
                </a:cubicBezTo>
                <a:lnTo>
                  <a:pt x="771016" y="92548"/>
                </a:lnTo>
                <a:cubicBezTo>
                  <a:pt x="771016" y="97446"/>
                  <a:pt x="771305" y="100476"/>
                  <a:pt x="771881" y="101636"/>
                </a:cubicBezTo>
                <a:cubicBezTo>
                  <a:pt x="772614" y="103164"/>
                  <a:pt x="773622" y="104283"/>
                  <a:pt x="774905" y="104995"/>
                </a:cubicBezTo>
                <a:cubicBezTo>
                  <a:pt x="776189" y="105705"/>
                  <a:pt x="778794" y="106061"/>
                  <a:pt x="782722" y="106061"/>
                </a:cubicBezTo>
                <a:lnTo>
                  <a:pt x="782722" y="108889"/>
                </a:lnTo>
                <a:lnTo>
                  <a:pt x="747133" y="108889"/>
                </a:lnTo>
                <a:lnTo>
                  <a:pt x="747133" y="106061"/>
                </a:lnTo>
                <a:lnTo>
                  <a:pt x="748704" y="106061"/>
                </a:lnTo>
                <a:cubicBezTo>
                  <a:pt x="752371" y="106061"/>
                  <a:pt x="754846" y="105126"/>
                  <a:pt x="756129" y="103257"/>
                </a:cubicBezTo>
                <a:cubicBezTo>
                  <a:pt x="757412" y="101386"/>
                  <a:pt x="758054" y="97816"/>
                  <a:pt x="758054" y="92548"/>
                </a:cubicBezTo>
                <a:lnTo>
                  <a:pt x="758054" y="65993"/>
                </a:lnTo>
                <a:cubicBezTo>
                  <a:pt x="758054" y="57351"/>
                  <a:pt x="757857" y="52088"/>
                  <a:pt x="757464" y="50202"/>
                </a:cubicBezTo>
                <a:cubicBezTo>
                  <a:pt x="757071" y="48316"/>
                  <a:pt x="756469" y="47033"/>
                  <a:pt x="755657" y="46352"/>
                </a:cubicBezTo>
                <a:cubicBezTo>
                  <a:pt x="754846" y="45672"/>
                  <a:pt x="753759" y="45331"/>
                  <a:pt x="752397" y="45331"/>
                </a:cubicBezTo>
                <a:cubicBezTo>
                  <a:pt x="750930" y="45331"/>
                  <a:pt x="749176" y="45724"/>
                  <a:pt x="747133" y="46510"/>
                </a:cubicBezTo>
                <a:lnTo>
                  <a:pt x="745955" y="43681"/>
                </a:lnTo>
                <a:lnTo>
                  <a:pt x="767638" y="34882"/>
                </a:lnTo>
                <a:lnTo>
                  <a:pt x="771016" y="34882"/>
                </a:lnTo>
                <a:lnTo>
                  <a:pt x="771016" y="50045"/>
                </a:lnTo>
                <a:close/>
                <a:moveTo>
                  <a:pt x="871263" y="98602"/>
                </a:moveTo>
                <a:cubicBezTo>
                  <a:pt x="863878" y="104309"/>
                  <a:pt x="859243" y="107607"/>
                  <a:pt x="857357" y="108496"/>
                </a:cubicBezTo>
                <a:cubicBezTo>
                  <a:pt x="854529" y="109805"/>
                  <a:pt x="851517" y="110460"/>
                  <a:pt x="848323" y="110460"/>
                </a:cubicBezTo>
                <a:cubicBezTo>
                  <a:pt x="843347" y="110460"/>
                  <a:pt x="839249" y="108758"/>
                  <a:pt x="836027" y="105354"/>
                </a:cubicBezTo>
                <a:cubicBezTo>
                  <a:pt x="832806" y="101949"/>
                  <a:pt x="831196" y="97471"/>
                  <a:pt x="831196" y="91919"/>
                </a:cubicBezTo>
                <a:cubicBezTo>
                  <a:pt x="831196" y="88410"/>
                  <a:pt x="831981" y="85372"/>
                  <a:pt x="833553" y="82806"/>
                </a:cubicBezTo>
                <a:cubicBezTo>
                  <a:pt x="835700" y="79244"/>
                  <a:pt x="839432" y="75892"/>
                  <a:pt x="844748" y="72750"/>
                </a:cubicBezTo>
                <a:cubicBezTo>
                  <a:pt x="850064" y="69607"/>
                  <a:pt x="858902" y="65784"/>
                  <a:pt x="871263" y="61279"/>
                </a:cubicBezTo>
                <a:lnTo>
                  <a:pt x="871263" y="58461"/>
                </a:lnTo>
                <a:cubicBezTo>
                  <a:pt x="871263" y="51312"/>
                  <a:pt x="870124" y="46406"/>
                  <a:pt x="867846" y="43745"/>
                </a:cubicBezTo>
                <a:cubicBezTo>
                  <a:pt x="865567" y="41084"/>
                  <a:pt x="862254" y="39753"/>
                  <a:pt x="857907" y="39753"/>
                </a:cubicBezTo>
                <a:cubicBezTo>
                  <a:pt x="854608" y="39753"/>
                  <a:pt x="851989" y="40643"/>
                  <a:pt x="850051" y="42424"/>
                </a:cubicBezTo>
                <a:cubicBezTo>
                  <a:pt x="848061" y="44205"/>
                  <a:pt x="847066" y="46248"/>
                  <a:pt x="847066" y="48552"/>
                </a:cubicBezTo>
                <a:lnTo>
                  <a:pt x="847223" y="53109"/>
                </a:lnTo>
                <a:cubicBezTo>
                  <a:pt x="847223" y="55518"/>
                  <a:pt x="846607" y="57377"/>
                  <a:pt x="845376" y="58687"/>
                </a:cubicBezTo>
                <a:cubicBezTo>
                  <a:pt x="844146" y="59996"/>
                  <a:pt x="842535" y="60651"/>
                  <a:pt x="840545" y="60651"/>
                </a:cubicBezTo>
                <a:cubicBezTo>
                  <a:pt x="838607" y="60651"/>
                  <a:pt x="837023" y="59968"/>
                  <a:pt x="835792" y="58603"/>
                </a:cubicBezTo>
                <a:cubicBezTo>
                  <a:pt x="834561" y="57237"/>
                  <a:pt x="833945" y="55372"/>
                  <a:pt x="833945" y="53008"/>
                </a:cubicBezTo>
                <a:cubicBezTo>
                  <a:pt x="833945" y="48489"/>
                  <a:pt x="836250" y="44338"/>
                  <a:pt x="840859" y="40556"/>
                </a:cubicBezTo>
                <a:cubicBezTo>
                  <a:pt x="845468" y="36773"/>
                  <a:pt x="851936" y="34882"/>
                  <a:pt x="860264" y="34882"/>
                </a:cubicBezTo>
                <a:cubicBezTo>
                  <a:pt x="866654" y="34882"/>
                  <a:pt x="871892" y="35954"/>
                  <a:pt x="875977" y="38098"/>
                </a:cubicBezTo>
                <a:cubicBezTo>
                  <a:pt x="879067" y="39720"/>
                  <a:pt x="881345" y="42258"/>
                  <a:pt x="882812" y="45712"/>
                </a:cubicBezTo>
                <a:cubicBezTo>
                  <a:pt x="883755" y="47960"/>
                  <a:pt x="884226" y="52564"/>
                  <a:pt x="884226" y="59522"/>
                </a:cubicBezTo>
                <a:lnTo>
                  <a:pt x="884226" y="83925"/>
                </a:lnTo>
                <a:cubicBezTo>
                  <a:pt x="884226" y="90778"/>
                  <a:pt x="884357" y="94977"/>
                  <a:pt x="884619" y="96520"/>
                </a:cubicBezTo>
                <a:cubicBezTo>
                  <a:pt x="884881" y="98063"/>
                  <a:pt x="885313" y="99097"/>
                  <a:pt x="885915" y="99621"/>
                </a:cubicBezTo>
                <a:cubicBezTo>
                  <a:pt x="886517" y="100143"/>
                  <a:pt x="887211" y="100404"/>
                  <a:pt x="887997" y="100404"/>
                </a:cubicBezTo>
                <a:cubicBezTo>
                  <a:pt x="888835" y="100404"/>
                  <a:pt x="889568" y="100221"/>
                  <a:pt x="890197" y="99854"/>
                </a:cubicBezTo>
                <a:cubicBezTo>
                  <a:pt x="891297" y="99173"/>
                  <a:pt x="893418" y="97261"/>
                  <a:pt x="896561" y="94119"/>
                </a:cubicBezTo>
                <a:lnTo>
                  <a:pt x="896561" y="98518"/>
                </a:lnTo>
                <a:cubicBezTo>
                  <a:pt x="890694" y="106375"/>
                  <a:pt x="885090" y="110303"/>
                  <a:pt x="879748" y="110303"/>
                </a:cubicBezTo>
                <a:cubicBezTo>
                  <a:pt x="877182" y="110303"/>
                  <a:pt x="875139" y="109419"/>
                  <a:pt x="873620" y="107651"/>
                </a:cubicBezTo>
                <a:cubicBezTo>
                  <a:pt x="872101" y="105882"/>
                  <a:pt x="871315" y="102866"/>
                  <a:pt x="871263" y="98602"/>
                </a:cubicBezTo>
                <a:moveTo>
                  <a:pt x="871263" y="93508"/>
                </a:moveTo>
                <a:lnTo>
                  <a:pt x="871263" y="66150"/>
                </a:lnTo>
                <a:cubicBezTo>
                  <a:pt x="863354" y="69286"/>
                  <a:pt x="858248" y="71507"/>
                  <a:pt x="855943" y="72814"/>
                </a:cubicBezTo>
                <a:cubicBezTo>
                  <a:pt x="851806" y="75113"/>
                  <a:pt x="848846" y="77518"/>
                  <a:pt x="847066" y="80027"/>
                </a:cubicBezTo>
                <a:cubicBezTo>
                  <a:pt x="845285" y="82534"/>
                  <a:pt x="844394" y="85277"/>
                  <a:pt x="844394" y="88256"/>
                </a:cubicBezTo>
                <a:cubicBezTo>
                  <a:pt x="844394" y="92019"/>
                  <a:pt x="845520" y="95142"/>
                  <a:pt x="847773" y="97625"/>
                </a:cubicBezTo>
                <a:cubicBezTo>
                  <a:pt x="850025" y="100106"/>
                  <a:pt x="852617" y="101347"/>
                  <a:pt x="855550" y="101347"/>
                </a:cubicBezTo>
                <a:cubicBezTo>
                  <a:pt x="859531" y="101347"/>
                  <a:pt x="864769" y="98734"/>
                  <a:pt x="871263" y="93508"/>
                </a:cubicBezTo>
                <a:close/>
              </a:path>
            </a:pathLst>
          </a:custGeom>
          <a:solidFill xmlns:a="http://schemas.openxmlformats.org/drawingml/2006/main">
            <a:srgbClr val="000000">
              <a:alpha val="97758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910388-1212-4AA3-B723-960F19719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0559" y="896539"/>
            <a:ext cx="1216146" cy="237575"/>
          </a:xfrm>
          <a:custGeom xmlns:a="http://schemas.openxmlformats.org/drawingml/2006/main">
            <a:pathLst>
              <a:path w="1216146" h="237575">
                <a:moveTo>
                  <a:pt x="0" y="237575"/>
                </a:moveTo>
                <a:lnTo>
                  <a:pt x="1216146" y="237575"/>
                </a:lnTo>
                <a:lnTo>
                  <a:pt x="1216146" y="0"/>
                </a:lnTo>
                <a:lnTo>
                  <a:pt x="0" y="0"/>
                </a:lnTo>
                <a:lnTo>
                  <a:pt x="0" y="237575"/>
                </a:lnTo>
                <a:close/>
              </a:path>
            </a:pathLst>
          </a:custGeom>
          <a:solidFill xmlns:a="http://schemas.openxmlformats.org/drawingml/2006/main">
            <a:srgbClr val="C1C1C1">
              <a:alpha val="36956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7" name="Text WirelessChannel">
            <a:extLst xmlns:a="http://schemas.openxmlformats.org/drawingml/2006/main">
              <a:ext uri="{FF2B5EF4-FFF2-40B4-BE49-F238E27FC236}">
                <a16:creationId xmlns:a16="http://schemas.microsoft.com/office/drawing/2014/main" id="{44D59072-0E05-4770-BF8F-EEEBF3365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4514" y="958244"/>
            <a:ext cx="1127471" cy="114074"/>
          </a:xfrm>
          <a:custGeom xmlns:a="http://schemas.openxmlformats.org/drawingml/2006/main">
            <a:pathLst>
              <a:path w="1127471" h="114074">
                <a:moveTo>
                  <a:pt x="148485" y="5185"/>
                </a:moveTo>
                <a:lnTo>
                  <a:pt x="148485" y="8171"/>
                </a:lnTo>
                <a:cubicBezTo>
                  <a:pt x="145709" y="8171"/>
                  <a:pt x="143457" y="8667"/>
                  <a:pt x="141728" y="9661"/>
                </a:cubicBezTo>
                <a:cubicBezTo>
                  <a:pt x="140000" y="10654"/>
                  <a:pt x="138350" y="12511"/>
                  <a:pt x="136779" y="15231"/>
                </a:cubicBezTo>
                <a:cubicBezTo>
                  <a:pt x="135731" y="17061"/>
                  <a:pt x="134082" y="21428"/>
                  <a:pt x="131829" y="28332"/>
                </a:cubicBezTo>
                <a:lnTo>
                  <a:pt x="102132" y="114074"/>
                </a:lnTo>
                <a:lnTo>
                  <a:pt x="98990" y="114074"/>
                </a:lnTo>
                <a:lnTo>
                  <a:pt x="74714" y="46085"/>
                </a:lnTo>
                <a:lnTo>
                  <a:pt x="50595" y="114074"/>
                </a:lnTo>
                <a:lnTo>
                  <a:pt x="47767" y="114074"/>
                </a:lnTo>
                <a:lnTo>
                  <a:pt x="16105" y="25695"/>
                </a:lnTo>
                <a:cubicBezTo>
                  <a:pt x="13749" y="19124"/>
                  <a:pt x="12256" y="15238"/>
                  <a:pt x="11627" y="14038"/>
                </a:cubicBezTo>
                <a:cubicBezTo>
                  <a:pt x="10580" y="12056"/>
                  <a:pt x="9153" y="10583"/>
                  <a:pt x="7346" y="9619"/>
                </a:cubicBezTo>
                <a:cubicBezTo>
                  <a:pt x="5539" y="8653"/>
                  <a:pt x="3090" y="8171"/>
                  <a:pt x="0" y="8171"/>
                </a:cubicBezTo>
                <a:lnTo>
                  <a:pt x="0" y="5185"/>
                </a:lnTo>
                <a:lnTo>
                  <a:pt x="39439" y="5185"/>
                </a:lnTo>
                <a:lnTo>
                  <a:pt x="39439" y="8171"/>
                </a:lnTo>
                <a:lnTo>
                  <a:pt x="37553" y="8171"/>
                </a:lnTo>
                <a:cubicBezTo>
                  <a:pt x="34777" y="8171"/>
                  <a:pt x="32656" y="8795"/>
                  <a:pt x="31190" y="10044"/>
                </a:cubicBezTo>
                <a:cubicBezTo>
                  <a:pt x="29723" y="11291"/>
                  <a:pt x="28990" y="12799"/>
                  <a:pt x="28990" y="14569"/>
                </a:cubicBezTo>
                <a:cubicBezTo>
                  <a:pt x="28990" y="16389"/>
                  <a:pt x="30142" y="20575"/>
                  <a:pt x="32447" y="27129"/>
                </a:cubicBezTo>
                <a:lnTo>
                  <a:pt x="53423" y="86852"/>
                </a:lnTo>
                <a:lnTo>
                  <a:pt x="71100" y="36021"/>
                </a:lnTo>
                <a:lnTo>
                  <a:pt x="67957" y="27171"/>
                </a:lnTo>
                <a:lnTo>
                  <a:pt x="65443" y="20056"/>
                </a:lnTo>
                <a:cubicBezTo>
                  <a:pt x="64343" y="17448"/>
                  <a:pt x="63113" y="15155"/>
                  <a:pt x="61751" y="13174"/>
                </a:cubicBezTo>
                <a:cubicBezTo>
                  <a:pt x="61070" y="12184"/>
                  <a:pt x="60232" y="11350"/>
                  <a:pt x="59237" y="10672"/>
                </a:cubicBezTo>
                <a:cubicBezTo>
                  <a:pt x="57927" y="9734"/>
                  <a:pt x="56618" y="9057"/>
                  <a:pt x="55309" y="8640"/>
                </a:cubicBezTo>
                <a:cubicBezTo>
                  <a:pt x="54313" y="8327"/>
                  <a:pt x="52742" y="8171"/>
                  <a:pt x="50595" y="8171"/>
                </a:cubicBezTo>
                <a:lnTo>
                  <a:pt x="50595" y="5185"/>
                </a:lnTo>
                <a:lnTo>
                  <a:pt x="92076" y="5185"/>
                </a:lnTo>
                <a:lnTo>
                  <a:pt x="92076" y="8171"/>
                </a:lnTo>
                <a:lnTo>
                  <a:pt x="89248" y="8171"/>
                </a:lnTo>
                <a:cubicBezTo>
                  <a:pt x="86315" y="8171"/>
                  <a:pt x="84168" y="8797"/>
                  <a:pt x="82806" y="10051"/>
                </a:cubicBezTo>
                <a:cubicBezTo>
                  <a:pt x="81444" y="11305"/>
                  <a:pt x="80763" y="13003"/>
                  <a:pt x="80763" y="15146"/>
                </a:cubicBezTo>
                <a:cubicBezTo>
                  <a:pt x="80763" y="17810"/>
                  <a:pt x="81942" y="22460"/>
                  <a:pt x="84299" y="29095"/>
                </a:cubicBezTo>
                <a:lnTo>
                  <a:pt x="104725" y="86997"/>
                </a:lnTo>
                <a:lnTo>
                  <a:pt x="124994" y="28298"/>
                </a:lnTo>
                <a:cubicBezTo>
                  <a:pt x="127299" y="21824"/>
                  <a:pt x="128451" y="17334"/>
                  <a:pt x="128451" y="14826"/>
                </a:cubicBezTo>
                <a:cubicBezTo>
                  <a:pt x="128451" y="13627"/>
                  <a:pt x="128071" y="12505"/>
                  <a:pt x="127312" y="11460"/>
                </a:cubicBezTo>
                <a:cubicBezTo>
                  <a:pt x="126553" y="10416"/>
                  <a:pt x="125597" y="9685"/>
                  <a:pt x="124444" y="9268"/>
                </a:cubicBezTo>
                <a:cubicBezTo>
                  <a:pt x="122454" y="8536"/>
                  <a:pt x="119862" y="8171"/>
                  <a:pt x="116667" y="8171"/>
                </a:cubicBezTo>
                <a:lnTo>
                  <a:pt x="116667" y="5185"/>
                </a:lnTo>
                <a:lnTo>
                  <a:pt x="148485" y="5185"/>
                </a:lnTo>
                <a:close/>
                <a:moveTo>
                  <a:pt x="166643" y="0"/>
                </a:moveTo>
                <a:cubicBezTo>
                  <a:pt x="168843" y="0"/>
                  <a:pt x="170715" y="777"/>
                  <a:pt x="172260" y="2330"/>
                </a:cubicBezTo>
                <a:cubicBezTo>
                  <a:pt x="173806" y="3882"/>
                  <a:pt x="174578" y="5763"/>
                  <a:pt x="174578" y="7974"/>
                </a:cubicBezTo>
                <a:cubicBezTo>
                  <a:pt x="174578" y="10185"/>
                  <a:pt x="173806" y="12081"/>
                  <a:pt x="172260" y="13660"/>
                </a:cubicBezTo>
                <a:cubicBezTo>
                  <a:pt x="170715" y="15238"/>
                  <a:pt x="168843" y="16027"/>
                  <a:pt x="166643" y="16027"/>
                </a:cubicBezTo>
                <a:cubicBezTo>
                  <a:pt x="164443" y="16027"/>
                  <a:pt x="162558" y="15238"/>
                  <a:pt x="160987" y="13660"/>
                </a:cubicBezTo>
                <a:cubicBezTo>
                  <a:pt x="159415" y="12081"/>
                  <a:pt x="158630" y="10185"/>
                  <a:pt x="158630" y="7974"/>
                </a:cubicBezTo>
                <a:cubicBezTo>
                  <a:pt x="158630" y="5763"/>
                  <a:pt x="159402" y="3882"/>
                  <a:pt x="160947" y="2330"/>
                </a:cubicBezTo>
                <a:cubicBezTo>
                  <a:pt x="162492" y="777"/>
                  <a:pt x="164391" y="0"/>
                  <a:pt x="166643" y="0"/>
                </a:cubicBezTo>
                <a:moveTo>
                  <a:pt x="173164" y="37710"/>
                </a:moveTo>
                <a:lnTo>
                  <a:pt x="173164" y="95376"/>
                </a:lnTo>
                <a:cubicBezTo>
                  <a:pt x="173164" y="99906"/>
                  <a:pt x="173491" y="102923"/>
                  <a:pt x="174146" y="104425"/>
                </a:cubicBezTo>
                <a:cubicBezTo>
                  <a:pt x="174801" y="105926"/>
                  <a:pt x="175770" y="107046"/>
                  <a:pt x="177053" y="107784"/>
                </a:cubicBezTo>
                <a:cubicBezTo>
                  <a:pt x="178336" y="108521"/>
                  <a:pt x="180680" y="108889"/>
                  <a:pt x="184084" y="108889"/>
                </a:cubicBezTo>
                <a:lnTo>
                  <a:pt x="184084" y="111717"/>
                </a:lnTo>
                <a:lnTo>
                  <a:pt x="149124" y="111717"/>
                </a:lnTo>
                <a:lnTo>
                  <a:pt x="149124" y="108889"/>
                </a:lnTo>
                <a:cubicBezTo>
                  <a:pt x="152633" y="108889"/>
                  <a:pt x="154990" y="108547"/>
                  <a:pt x="156194" y="107863"/>
                </a:cubicBezTo>
                <a:cubicBezTo>
                  <a:pt x="157399" y="107177"/>
                  <a:pt x="158355" y="106044"/>
                  <a:pt x="159062" y="104465"/>
                </a:cubicBezTo>
                <a:cubicBezTo>
                  <a:pt x="159769" y="102884"/>
                  <a:pt x="160122" y="99854"/>
                  <a:pt x="160122" y="95376"/>
                </a:cubicBezTo>
                <a:lnTo>
                  <a:pt x="160122" y="67879"/>
                </a:lnTo>
                <a:cubicBezTo>
                  <a:pt x="160122" y="60042"/>
                  <a:pt x="159887" y="54967"/>
                  <a:pt x="159415" y="52652"/>
                </a:cubicBezTo>
                <a:cubicBezTo>
                  <a:pt x="159049" y="50968"/>
                  <a:pt x="158473" y="49799"/>
                  <a:pt x="157687" y="49144"/>
                </a:cubicBezTo>
                <a:cubicBezTo>
                  <a:pt x="156901" y="48488"/>
                  <a:pt x="155828" y="48159"/>
                  <a:pt x="154466" y="48159"/>
                </a:cubicBezTo>
                <a:cubicBezTo>
                  <a:pt x="152999" y="48159"/>
                  <a:pt x="151219" y="48552"/>
                  <a:pt x="149124" y="49338"/>
                </a:cubicBezTo>
                <a:lnTo>
                  <a:pt x="148024" y="46510"/>
                </a:lnTo>
                <a:lnTo>
                  <a:pt x="169707" y="37710"/>
                </a:lnTo>
                <a:lnTo>
                  <a:pt x="173164" y="37710"/>
                </a:lnTo>
                <a:close/>
                <a:moveTo>
                  <a:pt x="214096" y="37710"/>
                </a:moveTo>
                <a:lnTo>
                  <a:pt x="214096" y="53894"/>
                </a:lnTo>
                <a:cubicBezTo>
                  <a:pt x="220119" y="43105"/>
                  <a:pt x="226300" y="37710"/>
                  <a:pt x="232637" y="37710"/>
                </a:cubicBezTo>
                <a:cubicBezTo>
                  <a:pt x="235518" y="37710"/>
                  <a:pt x="237901" y="38588"/>
                  <a:pt x="239786" y="40342"/>
                </a:cubicBezTo>
                <a:cubicBezTo>
                  <a:pt x="241672" y="42097"/>
                  <a:pt x="242615" y="44126"/>
                  <a:pt x="242615" y="46431"/>
                </a:cubicBezTo>
                <a:cubicBezTo>
                  <a:pt x="242615" y="48474"/>
                  <a:pt x="241934" y="50202"/>
                  <a:pt x="240572" y="51616"/>
                </a:cubicBezTo>
                <a:cubicBezTo>
                  <a:pt x="239210" y="53030"/>
                  <a:pt x="237587" y="53737"/>
                  <a:pt x="235701" y="53737"/>
                </a:cubicBezTo>
                <a:cubicBezTo>
                  <a:pt x="233868" y="53737"/>
                  <a:pt x="231812" y="52847"/>
                  <a:pt x="229534" y="51066"/>
                </a:cubicBezTo>
                <a:cubicBezTo>
                  <a:pt x="227256" y="49285"/>
                  <a:pt x="225566" y="48395"/>
                  <a:pt x="224467" y="48395"/>
                </a:cubicBezTo>
                <a:cubicBezTo>
                  <a:pt x="223524" y="48395"/>
                  <a:pt x="222502" y="48915"/>
                  <a:pt x="221403" y="49954"/>
                </a:cubicBezTo>
                <a:cubicBezTo>
                  <a:pt x="219046" y="52087"/>
                  <a:pt x="216610" y="55597"/>
                  <a:pt x="214096" y="60484"/>
                </a:cubicBezTo>
                <a:lnTo>
                  <a:pt x="214096" y="94905"/>
                </a:lnTo>
                <a:cubicBezTo>
                  <a:pt x="214096" y="98888"/>
                  <a:pt x="214594" y="101902"/>
                  <a:pt x="215589" y="103944"/>
                </a:cubicBezTo>
                <a:cubicBezTo>
                  <a:pt x="216270" y="105360"/>
                  <a:pt x="217474" y="106539"/>
                  <a:pt x="219203" y="107480"/>
                </a:cubicBezTo>
                <a:cubicBezTo>
                  <a:pt x="220931" y="108419"/>
                  <a:pt x="223419" y="108889"/>
                  <a:pt x="226666" y="108889"/>
                </a:cubicBezTo>
                <a:lnTo>
                  <a:pt x="226666" y="111717"/>
                </a:lnTo>
                <a:lnTo>
                  <a:pt x="189820" y="111717"/>
                </a:lnTo>
                <a:lnTo>
                  <a:pt x="189820" y="108889"/>
                </a:lnTo>
                <a:cubicBezTo>
                  <a:pt x="193486" y="108889"/>
                  <a:pt x="196210" y="108306"/>
                  <a:pt x="197991" y="107141"/>
                </a:cubicBezTo>
                <a:cubicBezTo>
                  <a:pt x="199300" y="106293"/>
                  <a:pt x="200217" y="104942"/>
                  <a:pt x="200740" y="103087"/>
                </a:cubicBezTo>
                <a:cubicBezTo>
                  <a:pt x="201002" y="102186"/>
                  <a:pt x="201133" y="99615"/>
                  <a:pt x="201133" y="95376"/>
                </a:cubicBezTo>
                <a:lnTo>
                  <a:pt x="201133" y="67722"/>
                </a:lnTo>
                <a:cubicBezTo>
                  <a:pt x="201133" y="59342"/>
                  <a:pt x="200963" y="54353"/>
                  <a:pt x="200623" y="52755"/>
                </a:cubicBezTo>
                <a:cubicBezTo>
                  <a:pt x="200282" y="51158"/>
                  <a:pt x="199654" y="49993"/>
                  <a:pt x="198737" y="49259"/>
                </a:cubicBezTo>
                <a:cubicBezTo>
                  <a:pt x="197820" y="48526"/>
                  <a:pt x="196681" y="48159"/>
                  <a:pt x="195320" y="48159"/>
                </a:cubicBezTo>
                <a:cubicBezTo>
                  <a:pt x="193696" y="48159"/>
                  <a:pt x="191863" y="48552"/>
                  <a:pt x="189820" y="49338"/>
                </a:cubicBezTo>
                <a:lnTo>
                  <a:pt x="189034" y="46510"/>
                </a:lnTo>
                <a:lnTo>
                  <a:pt x="210797" y="37710"/>
                </a:lnTo>
                <a:lnTo>
                  <a:pt x="214096" y="37710"/>
                </a:lnTo>
                <a:close/>
                <a:moveTo>
                  <a:pt x="258719" y="66936"/>
                </a:moveTo>
                <a:cubicBezTo>
                  <a:pt x="258667" y="77572"/>
                  <a:pt x="261259" y="85913"/>
                  <a:pt x="266497" y="91961"/>
                </a:cubicBezTo>
                <a:cubicBezTo>
                  <a:pt x="271734" y="98009"/>
                  <a:pt x="277888" y="101033"/>
                  <a:pt x="284959" y="101033"/>
                </a:cubicBezTo>
                <a:cubicBezTo>
                  <a:pt x="289673" y="101033"/>
                  <a:pt x="293771" y="99730"/>
                  <a:pt x="297254" y="97126"/>
                </a:cubicBezTo>
                <a:cubicBezTo>
                  <a:pt x="300737" y="94522"/>
                  <a:pt x="303657" y="90063"/>
                  <a:pt x="306014" y="83749"/>
                </a:cubicBezTo>
                <a:lnTo>
                  <a:pt x="308450" y="85327"/>
                </a:lnTo>
                <a:cubicBezTo>
                  <a:pt x="307350" y="92540"/>
                  <a:pt x="304155" y="99109"/>
                  <a:pt x="298865" y="105032"/>
                </a:cubicBezTo>
                <a:cubicBezTo>
                  <a:pt x="293575" y="110955"/>
                  <a:pt x="286949" y="113917"/>
                  <a:pt x="278988" y="113917"/>
                </a:cubicBezTo>
                <a:cubicBezTo>
                  <a:pt x="270346" y="113917"/>
                  <a:pt x="262948" y="110559"/>
                  <a:pt x="256794" y="103844"/>
                </a:cubicBezTo>
                <a:cubicBezTo>
                  <a:pt x="250640" y="97126"/>
                  <a:pt x="247563" y="88097"/>
                  <a:pt x="247563" y="76754"/>
                </a:cubicBezTo>
                <a:cubicBezTo>
                  <a:pt x="247563" y="64472"/>
                  <a:pt x="250719" y="54895"/>
                  <a:pt x="257030" y="48022"/>
                </a:cubicBezTo>
                <a:cubicBezTo>
                  <a:pt x="263341" y="41148"/>
                  <a:pt x="271263" y="37710"/>
                  <a:pt x="280795" y="37710"/>
                </a:cubicBezTo>
                <a:cubicBezTo>
                  <a:pt x="288861" y="37710"/>
                  <a:pt x="295487" y="40362"/>
                  <a:pt x="300672" y="45665"/>
                </a:cubicBezTo>
                <a:cubicBezTo>
                  <a:pt x="305857" y="50966"/>
                  <a:pt x="308450" y="58057"/>
                  <a:pt x="308450" y="66936"/>
                </a:cubicBezTo>
                <a:lnTo>
                  <a:pt x="258719" y="66936"/>
                </a:lnTo>
                <a:moveTo>
                  <a:pt x="258719" y="62379"/>
                </a:moveTo>
                <a:lnTo>
                  <a:pt x="292030" y="62379"/>
                </a:lnTo>
                <a:cubicBezTo>
                  <a:pt x="291768" y="57808"/>
                  <a:pt x="291218" y="54588"/>
                  <a:pt x="290380" y="52718"/>
                </a:cubicBezTo>
                <a:cubicBezTo>
                  <a:pt x="289071" y="49808"/>
                  <a:pt x="287120" y="47523"/>
                  <a:pt x="284527" y="45861"/>
                </a:cubicBezTo>
                <a:cubicBezTo>
                  <a:pt x="281934" y="44198"/>
                  <a:pt x="279224" y="43367"/>
                  <a:pt x="276396" y="43367"/>
                </a:cubicBezTo>
                <a:cubicBezTo>
                  <a:pt x="272049" y="43367"/>
                  <a:pt x="268160" y="45042"/>
                  <a:pt x="264729" y="48393"/>
                </a:cubicBezTo>
                <a:cubicBezTo>
                  <a:pt x="261298" y="51743"/>
                  <a:pt x="259295" y="56405"/>
                  <a:pt x="258719" y="62379"/>
                </a:cubicBezTo>
                <a:close/>
                <a:moveTo>
                  <a:pt x="342781" y="0"/>
                </a:moveTo>
                <a:lnTo>
                  <a:pt x="342781" y="95376"/>
                </a:lnTo>
                <a:cubicBezTo>
                  <a:pt x="342781" y="99906"/>
                  <a:pt x="343108" y="102910"/>
                  <a:pt x="343763" y="104386"/>
                </a:cubicBezTo>
                <a:cubicBezTo>
                  <a:pt x="344418" y="105861"/>
                  <a:pt x="345426" y="106980"/>
                  <a:pt x="346788" y="107745"/>
                </a:cubicBezTo>
                <a:cubicBezTo>
                  <a:pt x="348149" y="108508"/>
                  <a:pt x="350690" y="108889"/>
                  <a:pt x="354408" y="108889"/>
                </a:cubicBezTo>
                <a:lnTo>
                  <a:pt x="354408" y="111717"/>
                </a:lnTo>
                <a:lnTo>
                  <a:pt x="319133" y="111717"/>
                </a:lnTo>
                <a:lnTo>
                  <a:pt x="319133" y="108889"/>
                </a:lnTo>
                <a:cubicBezTo>
                  <a:pt x="322433" y="108889"/>
                  <a:pt x="324685" y="108547"/>
                  <a:pt x="325890" y="107863"/>
                </a:cubicBezTo>
                <a:cubicBezTo>
                  <a:pt x="327094" y="107177"/>
                  <a:pt x="328037" y="106044"/>
                  <a:pt x="328718" y="104465"/>
                </a:cubicBezTo>
                <a:cubicBezTo>
                  <a:pt x="329399" y="102884"/>
                  <a:pt x="329739" y="99854"/>
                  <a:pt x="329739" y="95376"/>
                </a:cubicBezTo>
                <a:lnTo>
                  <a:pt x="329739" y="30168"/>
                </a:lnTo>
                <a:cubicBezTo>
                  <a:pt x="329739" y="22050"/>
                  <a:pt x="329556" y="17061"/>
                  <a:pt x="329189" y="15202"/>
                </a:cubicBezTo>
                <a:cubicBezTo>
                  <a:pt x="328823" y="13343"/>
                  <a:pt x="328234" y="12073"/>
                  <a:pt x="327422" y="11392"/>
                </a:cubicBezTo>
                <a:cubicBezTo>
                  <a:pt x="326610" y="10711"/>
                  <a:pt x="325575" y="10370"/>
                  <a:pt x="324318" y="10370"/>
                </a:cubicBezTo>
                <a:cubicBezTo>
                  <a:pt x="322957" y="10370"/>
                  <a:pt x="321228" y="10789"/>
                  <a:pt x="319133" y="11627"/>
                </a:cubicBezTo>
                <a:lnTo>
                  <a:pt x="317798" y="8799"/>
                </a:lnTo>
                <a:lnTo>
                  <a:pt x="339245" y="0"/>
                </a:lnTo>
                <a:lnTo>
                  <a:pt x="342781" y="0"/>
                </a:lnTo>
                <a:close/>
                <a:moveTo>
                  <a:pt x="374835" y="66936"/>
                </a:moveTo>
                <a:cubicBezTo>
                  <a:pt x="374783" y="77572"/>
                  <a:pt x="377376" y="85913"/>
                  <a:pt x="382613" y="91961"/>
                </a:cubicBezTo>
                <a:cubicBezTo>
                  <a:pt x="387851" y="98009"/>
                  <a:pt x="394005" y="101033"/>
                  <a:pt x="401076" y="101033"/>
                </a:cubicBezTo>
                <a:cubicBezTo>
                  <a:pt x="405789" y="101033"/>
                  <a:pt x="409888" y="99730"/>
                  <a:pt x="413371" y="97126"/>
                </a:cubicBezTo>
                <a:cubicBezTo>
                  <a:pt x="416854" y="94522"/>
                  <a:pt x="419774" y="90063"/>
                  <a:pt x="422131" y="83749"/>
                </a:cubicBezTo>
                <a:lnTo>
                  <a:pt x="424566" y="85327"/>
                </a:lnTo>
                <a:cubicBezTo>
                  <a:pt x="423466" y="92540"/>
                  <a:pt x="420271" y="99109"/>
                  <a:pt x="414981" y="105032"/>
                </a:cubicBezTo>
                <a:cubicBezTo>
                  <a:pt x="409691" y="110955"/>
                  <a:pt x="403066" y="113917"/>
                  <a:pt x="395105" y="113917"/>
                </a:cubicBezTo>
                <a:cubicBezTo>
                  <a:pt x="386463" y="113917"/>
                  <a:pt x="379065" y="110559"/>
                  <a:pt x="372911" y="103844"/>
                </a:cubicBezTo>
                <a:cubicBezTo>
                  <a:pt x="366757" y="97126"/>
                  <a:pt x="363679" y="88097"/>
                  <a:pt x="363679" y="76754"/>
                </a:cubicBezTo>
                <a:cubicBezTo>
                  <a:pt x="363679" y="64472"/>
                  <a:pt x="366835" y="54895"/>
                  <a:pt x="373146" y="48022"/>
                </a:cubicBezTo>
                <a:cubicBezTo>
                  <a:pt x="379458" y="41148"/>
                  <a:pt x="387379" y="37710"/>
                  <a:pt x="396912" y="37710"/>
                </a:cubicBezTo>
                <a:cubicBezTo>
                  <a:pt x="404978" y="37710"/>
                  <a:pt x="411603" y="40362"/>
                  <a:pt x="416788" y="45665"/>
                </a:cubicBezTo>
                <a:cubicBezTo>
                  <a:pt x="421973" y="50966"/>
                  <a:pt x="424566" y="58057"/>
                  <a:pt x="424566" y="66936"/>
                </a:cubicBezTo>
                <a:lnTo>
                  <a:pt x="374835" y="66936"/>
                </a:lnTo>
                <a:moveTo>
                  <a:pt x="374835" y="62379"/>
                </a:moveTo>
                <a:lnTo>
                  <a:pt x="408146" y="62379"/>
                </a:lnTo>
                <a:cubicBezTo>
                  <a:pt x="407884" y="57808"/>
                  <a:pt x="407334" y="54588"/>
                  <a:pt x="406496" y="52718"/>
                </a:cubicBezTo>
                <a:cubicBezTo>
                  <a:pt x="405187" y="49808"/>
                  <a:pt x="403236" y="47523"/>
                  <a:pt x="400644" y="45861"/>
                </a:cubicBezTo>
                <a:cubicBezTo>
                  <a:pt x="398051" y="44198"/>
                  <a:pt x="395340" y="43367"/>
                  <a:pt x="392512" y="43367"/>
                </a:cubicBezTo>
                <a:cubicBezTo>
                  <a:pt x="388165" y="43367"/>
                  <a:pt x="384276" y="45042"/>
                  <a:pt x="380846" y="48393"/>
                </a:cubicBezTo>
                <a:cubicBezTo>
                  <a:pt x="377415" y="51743"/>
                  <a:pt x="375412" y="56405"/>
                  <a:pt x="374835" y="62379"/>
                </a:cubicBezTo>
                <a:close/>
                <a:moveTo>
                  <a:pt x="480659" y="37710"/>
                </a:moveTo>
                <a:lnTo>
                  <a:pt x="480659" y="62222"/>
                </a:lnTo>
                <a:lnTo>
                  <a:pt x="478066" y="62222"/>
                </a:lnTo>
                <a:cubicBezTo>
                  <a:pt x="476076" y="54554"/>
                  <a:pt x="473523" y="49338"/>
                  <a:pt x="470406" y="46573"/>
                </a:cubicBezTo>
                <a:cubicBezTo>
                  <a:pt x="467290" y="43807"/>
                  <a:pt x="463323" y="42424"/>
                  <a:pt x="458504" y="42424"/>
                </a:cubicBezTo>
                <a:cubicBezTo>
                  <a:pt x="454838" y="42424"/>
                  <a:pt x="451878" y="43390"/>
                  <a:pt x="449626" y="45321"/>
                </a:cubicBezTo>
                <a:cubicBezTo>
                  <a:pt x="447374" y="47253"/>
                  <a:pt x="446248" y="49393"/>
                  <a:pt x="446248" y="51741"/>
                </a:cubicBezTo>
                <a:cubicBezTo>
                  <a:pt x="446248" y="54663"/>
                  <a:pt x="447086" y="57168"/>
                  <a:pt x="448762" y="59256"/>
                </a:cubicBezTo>
                <a:cubicBezTo>
                  <a:pt x="450386" y="61396"/>
                  <a:pt x="453685" y="63666"/>
                  <a:pt x="458661" y="66067"/>
                </a:cubicBezTo>
                <a:lnTo>
                  <a:pt x="470131" y="71625"/>
                </a:lnTo>
                <a:cubicBezTo>
                  <a:pt x="480764" y="76804"/>
                  <a:pt x="486080" y="83630"/>
                  <a:pt x="486080" y="92103"/>
                </a:cubicBezTo>
                <a:cubicBezTo>
                  <a:pt x="486080" y="98642"/>
                  <a:pt x="483605" y="103912"/>
                  <a:pt x="478655" y="107914"/>
                </a:cubicBezTo>
                <a:cubicBezTo>
                  <a:pt x="473706" y="111916"/>
                  <a:pt x="468167" y="113917"/>
                  <a:pt x="462039" y="113917"/>
                </a:cubicBezTo>
                <a:cubicBezTo>
                  <a:pt x="457640" y="113917"/>
                  <a:pt x="452612" y="113171"/>
                  <a:pt x="446955" y="111678"/>
                </a:cubicBezTo>
                <a:cubicBezTo>
                  <a:pt x="445227" y="111180"/>
                  <a:pt x="443813" y="110932"/>
                  <a:pt x="442713" y="110932"/>
                </a:cubicBezTo>
                <a:cubicBezTo>
                  <a:pt x="441508" y="110932"/>
                  <a:pt x="440565" y="111560"/>
                  <a:pt x="439884" y="112817"/>
                </a:cubicBezTo>
                <a:lnTo>
                  <a:pt x="437292" y="112817"/>
                </a:lnTo>
                <a:lnTo>
                  <a:pt x="437292" y="87048"/>
                </a:lnTo>
                <a:lnTo>
                  <a:pt x="439884" y="87048"/>
                </a:lnTo>
                <a:cubicBezTo>
                  <a:pt x="441351" y="94381"/>
                  <a:pt x="444153" y="99906"/>
                  <a:pt x="448291" y="103625"/>
                </a:cubicBezTo>
                <a:cubicBezTo>
                  <a:pt x="452428" y="107344"/>
                  <a:pt x="457064" y="109203"/>
                  <a:pt x="462196" y="109203"/>
                </a:cubicBezTo>
                <a:cubicBezTo>
                  <a:pt x="465810" y="109203"/>
                  <a:pt x="468756" y="108148"/>
                  <a:pt x="471035" y="106038"/>
                </a:cubicBezTo>
                <a:cubicBezTo>
                  <a:pt x="473313" y="103927"/>
                  <a:pt x="474452" y="101386"/>
                  <a:pt x="474452" y="98415"/>
                </a:cubicBezTo>
                <a:cubicBezTo>
                  <a:pt x="474452" y="94819"/>
                  <a:pt x="473182" y="91797"/>
                  <a:pt x="470642" y="89349"/>
                </a:cubicBezTo>
                <a:cubicBezTo>
                  <a:pt x="468102" y="86898"/>
                  <a:pt x="463034" y="83804"/>
                  <a:pt x="455440" y="80066"/>
                </a:cubicBezTo>
                <a:cubicBezTo>
                  <a:pt x="447846" y="76326"/>
                  <a:pt x="442870" y="72935"/>
                  <a:pt x="440513" y="69892"/>
                </a:cubicBezTo>
                <a:cubicBezTo>
                  <a:pt x="438156" y="66902"/>
                  <a:pt x="436978" y="63125"/>
                  <a:pt x="436978" y="58562"/>
                </a:cubicBezTo>
                <a:cubicBezTo>
                  <a:pt x="436978" y="52633"/>
                  <a:pt x="439007" y="47677"/>
                  <a:pt x="443066" y="43691"/>
                </a:cubicBezTo>
                <a:cubicBezTo>
                  <a:pt x="447125" y="39704"/>
                  <a:pt x="452376" y="37710"/>
                  <a:pt x="458818" y="37710"/>
                </a:cubicBezTo>
                <a:cubicBezTo>
                  <a:pt x="461647" y="37710"/>
                  <a:pt x="465077" y="38313"/>
                  <a:pt x="469110" y="39517"/>
                </a:cubicBezTo>
                <a:cubicBezTo>
                  <a:pt x="471781" y="40303"/>
                  <a:pt x="473562" y="40696"/>
                  <a:pt x="474452" y="40696"/>
                </a:cubicBezTo>
                <a:cubicBezTo>
                  <a:pt x="475290" y="40696"/>
                  <a:pt x="475945" y="40513"/>
                  <a:pt x="476416" y="40146"/>
                </a:cubicBezTo>
                <a:cubicBezTo>
                  <a:pt x="476888" y="39779"/>
                  <a:pt x="477438" y="38967"/>
                  <a:pt x="478066" y="37710"/>
                </a:cubicBezTo>
                <a:lnTo>
                  <a:pt x="480659" y="37710"/>
                </a:lnTo>
                <a:close/>
                <a:moveTo>
                  <a:pt x="543274" y="37710"/>
                </a:moveTo>
                <a:lnTo>
                  <a:pt x="543274" y="62222"/>
                </a:lnTo>
                <a:lnTo>
                  <a:pt x="540682" y="62222"/>
                </a:lnTo>
                <a:cubicBezTo>
                  <a:pt x="538692" y="54554"/>
                  <a:pt x="536138" y="49338"/>
                  <a:pt x="533022" y="46573"/>
                </a:cubicBezTo>
                <a:cubicBezTo>
                  <a:pt x="529906" y="43807"/>
                  <a:pt x="525938" y="42424"/>
                  <a:pt x="521120" y="42424"/>
                </a:cubicBezTo>
                <a:cubicBezTo>
                  <a:pt x="517453" y="42424"/>
                  <a:pt x="514494" y="43390"/>
                  <a:pt x="512242" y="45321"/>
                </a:cubicBezTo>
                <a:cubicBezTo>
                  <a:pt x="509990" y="47253"/>
                  <a:pt x="508864" y="49393"/>
                  <a:pt x="508864" y="51741"/>
                </a:cubicBezTo>
                <a:cubicBezTo>
                  <a:pt x="508864" y="54663"/>
                  <a:pt x="509702" y="57168"/>
                  <a:pt x="511378" y="59256"/>
                </a:cubicBezTo>
                <a:cubicBezTo>
                  <a:pt x="513001" y="61396"/>
                  <a:pt x="516301" y="63666"/>
                  <a:pt x="521277" y="66067"/>
                </a:cubicBezTo>
                <a:lnTo>
                  <a:pt x="532747" y="71625"/>
                </a:lnTo>
                <a:cubicBezTo>
                  <a:pt x="543379" y="76804"/>
                  <a:pt x="548695" y="83630"/>
                  <a:pt x="548695" y="92103"/>
                </a:cubicBezTo>
                <a:cubicBezTo>
                  <a:pt x="548695" y="98642"/>
                  <a:pt x="546221" y="103912"/>
                  <a:pt x="541271" y="107914"/>
                </a:cubicBezTo>
                <a:cubicBezTo>
                  <a:pt x="536322" y="111916"/>
                  <a:pt x="530783" y="113917"/>
                  <a:pt x="524655" y="113917"/>
                </a:cubicBezTo>
                <a:cubicBezTo>
                  <a:pt x="520255" y="113917"/>
                  <a:pt x="515227" y="113171"/>
                  <a:pt x="509571" y="111678"/>
                </a:cubicBezTo>
                <a:cubicBezTo>
                  <a:pt x="507842" y="111180"/>
                  <a:pt x="506428" y="110932"/>
                  <a:pt x="505328" y="110932"/>
                </a:cubicBezTo>
                <a:cubicBezTo>
                  <a:pt x="504124" y="110932"/>
                  <a:pt x="503181" y="111560"/>
                  <a:pt x="502500" y="112817"/>
                </a:cubicBezTo>
                <a:lnTo>
                  <a:pt x="499907" y="112817"/>
                </a:lnTo>
                <a:lnTo>
                  <a:pt x="499907" y="87048"/>
                </a:lnTo>
                <a:lnTo>
                  <a:pt x="502500" y="87048"/>
                </a:lnTo>
                <a:cubicBezTo>
                  <a:pt x="503967" y="94381"/>
                  <a:pt x="506769" y="99906"/>
                  <a:pt x="510906" y="103625"/>
                </a:cubicBezTo>
                <a:cubicBezTo>
                  <a:pt x="515044" y="107344"/>
                  <a:pt x="519679" y="109203"/>
                  <a:pt x="524812" y="109203"/>
                </a:cubicBezTo>
                <a:cubicBezTo>
                  <a:pt x="528426" y="109203"/>
                  <a:pt x="531372" y="108148"/>
                  <a:pt x="533650" y="106038"/>
                </a:cubicBezTo>
                <a:cubicBezTo>
                  <a:pt x="535929" y="103927"/>
                  <a:pt x="537068" y="101386"/>
                  <a:pt x="537068" y="98415"/>
                </a:cubicBezTo>
                <a:cubicBezTo>
                  <a:pt x="537068" y="94819"/>
                  <a:pt x="535798" y="91797"/>
                  <a:pt x="533258" y="89349"/>
                </a:cubicBezTo>
                <a:cubicBezTo>
                  <a:pt x="530717" y="86898"/>
                  <a:pt x="525650" y="83804"/>
                  <a:pt x="518056" y="80066"/>
                </a:cubicBezTo>
                <a:cubicBezTo>
                  <a:pt x="510461" y="76326"/>
                  <a:pt x="505485" y="72935"/>
                  <a:pt x="503128" y="69892"/>
                </a:cubicBezTo>
                <a:cubicBezTo>
                  <a:pt x="500772" y="66902"/>
                  <a:pt x="499593" y="63125"/>
                  <a:pt x="499593" y="58562"/>
                </a:cubicBezTo>
                <a:cubicBezTo>
                  <a:pt x="499593" y="52633"/>
                  <a:pt x="501623" y="47677"/>
                  <a:pt x="505682" y="43691"/>
                </a:cubicBezTo>
                <a:cubicBezTo>
                  <a:pt x="509741" y="39704"/>
                  <a:pt x="514992" y="37710"/>
                  <a:pt x="521434" y="37710"/>
                </a:cubicBezTo>
                <a:cubicBezTo>
                  <a:pt x="524262" y="37710"/>
                  <a:pt x="527693" y="38313"/>
                  <a:pt x="531726" y="39517"/>
                </a:cubicBezTo>
                <a:cubicBezTo>
                  <a:pt x="534397" y="40303"/>
                  <a:pt x="536177" y="40696"/>
                  <a:pt x="537068" y="40696"/>
                </a:cubicBezTo>
                <a:cubicBezTo>
                  <a:pt x="537906" y="40696"/>
                  <a:pt x="538561" y="40513"/>
                  <a:pt x="539032" y="40146"/>
                </a:cubicBezTo>
                <a:cubicBezTo>
                  <a:pt x="539503" y="39779"/>
                  <a:pt x="540053" y="38967"/>
                  <a:pt x="540682" y="37710"/>
                </a:cubicBezTo>
                <a:lnTo>
                  <a:pt x="543274" y="37710"/>
                </a:lnTo>
                <a:close/>
                <a:moveTo>
                  <a:pt x="691445" y="2828"/>
                </a:moveTo>
                <a:lnTo>
                  <a:pt x="693880" y="39125"/>
                </a:lnTo>
                <a:lnTo>
                  <a:pt x="691445" y="39125"/>
                </a:lnTo>
                <a:cubicBezTo>
                  <a:pt x="688198" y="28255"/>
                  <a:pt x="683562" y="20431"/>
                  <a:pt x="677539" y="15654"/>
                </a:cubicBezTo>
                <a:cubicBezTo>
                  <a:pt x="671516" y="10874"/>
                  <a:pt x="664288" y="8485"/>
                  <a:pt x="655856" y="8485"/>
                </a:cubicBezTo>
                <a:cubicBezTo>
                  <a:pt x="648785" y="8485"/>
                  <a:pt x="642395" y="10276"/>
                  <a:pt x="636686" y="13859"/>
                </a:cubicBezTo>
                <a:cubicBezTo>
                  <a:pt x="630977" y="17440"/>
                  <a:pt x="626486" y="23153"/>
                  <a:pt x="623213" y="30998"/>
                </a:cubicBezTo>
                <a:cubicBezTo>
                  <a:pt x="619939" y="38841"/>
                  <a:pt x="618302" y="48593"/>
                  <a:pt x="618302" y="60253"/>
                </a:cubicBezTo>
                <a:cubicBezTo>
                  <a:pt x="618302" y="69876"/>
                  <a:pt x="619847" y="78216"/>
                  <a:pt x="622938" y="85276"/>
                </a:cubicBezTo>
                <a:cubicBezTo>
                  <a:pt x="626028" y="92335"/>
                  <a:pt x="630676" y="97748"/>
                  <a:pt x="636883" y="101514"/>
                </a:cubicBezTo>
                <a:cubicBezTo>
                  <a:pt x="643089" y="105278"/>
                  <a:pt x="650173" y="107160"/>
                  <a:pt x="658134" y="107160"/>
                </a:cubicBezTo>
                <a:cubicBezTo>
                  <a:pt x="665048" y="107160"/>
                  <a:pt x="671149" y="105676"/>
                  <a:pt x="676439" y="102707"/>
                </a:cubicBezTo>
                <a:cubicBezTo>
                  <a:pt x="681729" y="99736"/>
                  <a:pt x="687543" y="93836"/>
                  <a:pt x="693880" y="85006"/>
                </a:cubicBezTo>
                <a:lnTo>
                  <a:pt x="696316" y="86577"/>
                </a:lnTo>
                <a:cubicBezTo>
                  <a:pt x="690974" y="96085"/>
                  <a:pt x="684741" y="103045"/>
                  <a:pt x="677618" y="107458"/>
                </a:cubicBezTo>
                <a:cubicBezTo>
                  <a:pt x="670495" y="111869"/>
                  <a:pt x="662036" y="114074"/>
                  <a:pt x="652242" y="114074"/>
                </a:cubicBezTo>
                <a:cubicBezTo>
                  <a:pt x="634591" y="114074"/>
                  <a:pt x="620921" y="107536"/>
                  <a:pt x="611232" y="94460"/>
                </a:cubicBezTo>
                <a:cubicBezTo>
                  <a:pt x="604004" y="84733"/>
                  <a:pt x="600390" y="73279"/>
                  <a:pt x="600390" y="60099"/>
                </a:cubicBezTo>
                <a:cubicBezTo>
                  <a:pt x="600390" y="49481"/>
                  <a:pt x="602773" y="39727"/>
                  <a:pt x="607539" y="30836"/>
                </a:cubicBezTo>
                <a:cubicBezTo>
                  <a:pt x="612305" y="21945"/>
                  <a:pt x="618865" y="15055"/>
                  <a:pt x="627219" y="10164"/>
                </a:cubicBezTo>
                <a:cubicBezTo>
                  <a:pt x="635573" y="5274"/>
                  <a:pt x="644700" y="2828"/>
                  <a:pt x="654599" y="2828"/>
                </a:cubicBezTo>
                <a:cubicBezTo>
                  <a:pt x="662298" y="2828"/>
                  <a:pt x="669892" y="4714"/>
                  <a:pt x="677382" y="8485"/>
                </a:cubicBezTo>
                <a:cubicBezTo>
                  <a:pt x="679582" y="9637"/>
                  <a:pt x="681153" y="10213"/>
                  <a:pt x="682096" y="10213"/>
                </a:cubicBezTo>
                <a:cubicBezTo>
                  <a:pt x="683510" y="10213"/>
                  <a:pt x="684741" y="9716"/>
                  <a:pt x="685788" y="8721"/>
                </a:cubicBezTo>
                <a:cubicBezTo>
                  <a:pt x="687150" y="7306"/>
                  <a:pt x="688119" y="5342"/>
                  <a:pt x="688695" y="2828"/>
                </a:cubicBezTo>
                <a:lnTo>
                  <a:pt x="691445" y="2828"/>
                </a:lnTo>
                <a:close/>
                <a:moveTo>
                  <a:pt x="728057" y="0"/>
                </a:moveTo>
                <a:lnTo>
                  <a:pt x="728057" y="52782"/>
                </a:lnTo>
                <a:cubicBezTo>
                  <a:pt x="733870" y="46365"/>
                  <a:pt x="738479" y="42248"/>
                  <a:pt x="741884" y="40433"/>
                </a:cubicBezTo>
                <a:cubicBezTo>
                  <a:pt x="745288" y="38618"/>
                  <a:pt x="748693" y="37710"/>
                  <a:pt x="752097" y="37710"/>
                </a:cubicBezTo>
                <a:cubicBezTo>
                  <a:pt x="756182" y="37710"/>
                  <a:pt x="759692" y="38834"/>
                  <a:pt x="762625" y="41081"/>
                </a:cubicBezTo>
                <a:cubicBezTo>
                  <a:pt x="765558" y="43327"/>
                  <a:pt x="767731" y="46852"/>
                  <a:pt x="769145" y="51658"/>
                </a:cubicBezTo>
                <a:cubicBezTo>
                  <a:pt x="770140" y="55000"/>
                  <a:pt x="770638" y="61111"/>
                  <a:pt x="770638" y="69990"/>
                </a:cubicBezTo>
                <a:lnTo>
                  <a:pt x="770638" y="95376"/>
                </a:lnTo>
                <a:cubicBezTo>
                  <a:pt x="770638" y="99959"/>
                  <a:pt x="771005" y="103093"/>
                  <a:pt x="771738" y="104779"/>
                </a:cubicBezTo>
                <a:cubicBezTo>
                  <a:pt x="772262" y="106044"/>
                  <a:pt x="773152" y="107046"/>
                  <a:pt x="774409" y="107784"/>
                </a:cubicBezTo>
                <a:cubicBezTo>
                  <a:pt x="775666" y="108521"/>
                  <a:pt x="777971" y="108889"/>
                  <a:pt x="781323" y="108889"/>
                </a:cubicBezTo>
                <a:lnTo>
                  <a:pt x="781323" y="111717"/>
                </a:lnTo>
                <a:lnTo>
                  <a:pt x="745969" y="111717"/>
                </a:lnTo>
                <a:lnTo>
                  <a:pt x="745969" y="108889"/>
                </a:lnTo>
                <a:lnTo>
                  <a:pt x="747619" y="108889"/>
                </a:lnTo>
                <a:cubicBezTo>
                  <a:pt x="750971" y="108889"/>
                  <a:pt x="753302" y="108376"/>
                  <a:pt x="754611" y="107350"/>
                </a:cubicBezTo>
                <a:cubicBezTo>
                  <a:pt x="755920" y="106322"/>
                  <a:pt x="756837" y="104807"/>
                  <a:pt x="757361" y="102805"/>
                </a:cubicBezTo>
                <a:cubicBezTo>
                  <a:pt x="757518" y="101962"/>
                  <a:pt x="757597" y="99486"/>
                  <a:pt x="757597" y="95376"/>
                </a:cubicBezTo>
                <a:lnTo>
                  <a:pt x="757597" y="70047"/>
                </a:lnTo>
                <a:cubicBezTo>
                  <a:pt x="757597" y="62228"/>
                  <a:pt x="757191" y="57094"/>
                  <a:pt x="756379" y="54646"/>
                </a:cubicBezTo>
                <a:cubicBezTo>
                  <a:pt x="755567" y="52196"/>
                  <a:pt x="754271" y="50358"/>
                  <a:pt x="752490" y="49134"/>
                </a:cubicBezTo>
                <a:cubicBezTo>
                  <a:pt x="750709" y="47908"/>
                  <a:pt x="748562" y="47295"/>
                  <a:pt x="746048" y="47295"/>
                </a:cubicBezTo>
                <a:cubicBezTo>
                  <a:pt x="743481" y="47295"/>
                  <a:pt x="740810" y="47974"/>
                  <a:pt x="738034" y="49333"/>
                </a:cubicBezTo>
                <a:cubicBezTo>
                  <a:pt x="735258" y="50691"/>
                  <a:pt x="731932" y="53435"/>
                  <a:pt x="728057" y="57562"/>
                </a:cubicBezTo>
                <a:lnTo>
                  <a:pt x="728057" y="95376"/>
                </a:lnTo>
                <a:cubicBezTo>
                  <a:pt x="728057" y="100329"/>
                  <a:pt x="728332" y="103411"/>
                  <a:pt x="728882" y="104622"/>
                </a:cubicBezTo>
                <a:cubicBezTo>
                  <a:pt x="729432" y="105833"/>
                  <a:pt x="730453" y="106847"/>
                  <a:pt x="731946" y="107664"/>
                </a:cubicBezTo>
                <a:cubicBezTo>
                  <a:pt x="733438" y="108480"/>
                  <a:pt x="736018" y="108889"/>
                  <a:pt x="739684" y="108889"/>
                </a:cubicBezTo>
                <a:lnTo>
                  <a:pt x="739684" y="111717"/>
                </a:lnTo>
                <a:lnTo>
                  <a:pt x="704016" y="111717"/>
                </a:lnTo>
                <a:lnTo>
                  <a:pt x="704016" y="108889"/>
                </a:lnTo>
                <a:cubicBezTo>
                  <a:pt x="707211" y="108889"/>
                  <a:pt x="709725" y="108388"/>
                  <a:pt x="711558" y="107386"/>
                </a:cubicBezTo>
                <a:cubicBezTo>
                  <a:pt x="712606" y="106861"/>
                  <a:pt x="713444" y="105861"/>
                  <a:pt x="714072" y="104386"/>
                </a:cubicBezTo>
                <a:cubicBezTo>
                  <a:pt x="714701" y="102910"/>
                  <a:pt x="715015" y="99906"/>
                  <a:pt x="715015" y="95376"/>
                </a:cubicBezTo>
                <a:lnTo>
                  <a:pt x="715015" y="30325"/>
                </a:lnTo>
                <a:cubicBezTo>
                  <a:pt x="715015" y="22137"/>
                  <a:pt x="714819" y="17104"/>
                  <a:pt x="714426" y="15227"/>
                </a:cubicBezTo>
                <a:cubicBezTo>
                  <a:pt x="714033" y="13349"/>
                  <a:pt x="713431" y="12071"/>
                  <a:pt x="712619" y="11392"/>
                </a:cubicBezTo>
                <a:cubicBezTo>
                  <a:pt x="711807" y="10711"/>
                  <a:pt x="710720" y="10370"/>
                  <a:pt x="709359" y="10370"/>
                </a:cubicBezTo>
                <a:cubicBezTo>
                  <a:pt x="708259" y="10370"/>
                  <a:pt x="706478" y="10789"/>
                  <a:pt x="704016" y="11627"/>
                </a:cubicBezTo>
                <a:lnTo>
                  <a:pt x="702916" y="8799"/>
                </a:lnTo>
                <a:lnTo>
                  <a:pt x="724443" y="0"/>
                </a:lnTo>
                <a:lnTo>
                  <a:pt x="728057" y="0"/>
                </a:lnTo>
                <a:close/>
                <a:moveTo>
                  <a:pt x="828146" y="101430"/>
                </a:moveTo>
                <a:cubicBezTo>
                  <a:pt x="820761" y="107138"/>
                  <a:pt x="816126" y="110436"/>
                  <a:pt x="814241" y="111324"/>
                </a:cubicBezTo>
                <a:cubicBezTo>
                  <a:pt x="811412" y="112634"/>
                  <a:pt x="808401" y="113288"/>
                  <a:pt x="805206" y="113288"/>
                </a:cubicBezTo>
                <a:cubicBezTo>
                  <a:pt x="800230" y="113288"/>
                  <a:pt x="796132" y="111586"/>
                  <a:pt x="792911" y="108182"/>
                </a:cubicBezTo>
                <a:cubicBezTo>
                  <a:pt x="789690" y="104777"/>
                  <a:pt x="788079" y="100299"/>
                  <a:pt x="788079" y="94747"/>
                </a:cubicBezTo>
                <a:cubicBezTo>
                  <a:pt x="788079" y="91238"/>
                  <a:pt x="788865" y="88201"/>
                  <a:pt x="790436" y="85634"/>
                </a:cubicBezTo>
                <a:cubicBezTo>
                  <a:pt x="792583" y="82073"/>
                  <a:pt x="796315" y="78721"/>
                  <a:pt x="801631" y="75578"/>
                </a:cubicBezTo>
                <a:cubicBezTo>
                  <a:pt x="806947" y="72435"/>
                  <a:pt x="815786" y="68612"/>
                  <a:pt x="828146" y="64108"/>
                </a:cubicBezTo>
                <a:lnTo>
                  <a:pt x="828146" y="61289"/>
                </a:lnTo>
                <a:cubicBezTo>
                  <a:pt x="828146" y="54140"/>
                  <a:pt x="827007" y="49235"/>
                  <a:pt x="824729" y="46573"/>
                </a:cubicBezTo>
                <a:cubicBezTo>
                  <a:pt x="822451" y="43912"/>
                  <a:pt x="819138" y="42581"/>
                  <a:pt x="814791" y="42581"/>
                </a:cubicBezTo>
                <a:cubicBezTo>
                  <a:pt x="811491" y="42581"/>
                  <a:pt x="808872" y="43472"/>
                  <a:pt x="806934" y="45253"/>
                </a:cubicBezTo>
                <a:cubicBezTo>
                  <a:pt x="804944" y="47033"/>
                  <a:pt x="803949" y="49076"/>
                  <a:pt x="803949" y="51380"/>
                </a:cubicBezTo>
                <a:lnTo>
                  <a:pt x="804106" y="55937"/>
                </a:lnTo>
                <a:cubicBezTo>
                  <a:pt x="804106" y="58346"/>
                  <a:pt x="803491" y="60206"/>
                  <a:pt x="802260" y="61515"/>
                </a:cubicBezTo>
                <a:cubicBezTo>
                  <a:pt x="801029" y="62825"/>
                  <a:pt x="799418" y="63479"/>
                  <a:pt x="797428" y="63479"/>
                </a:cubicBezTo>
                <a:cubicBezTo>
                  <a:pt x="795490" y="63479"/>
                  <a:pt x="793906" y="62797"/>
                  <a:pt x="792675" y="61432"/>
                </a:cubicBezTo>
                <a:cubicBezTo>
                  <a:pt x="791444" y="60065"/>
                  <a:pt x="790829" y="58200"/>
                  <a:pt x="790829" y="55836"/>
                </a:cubicBezTo>
                <a:cubicBezTo>
                  <a:pt x="790829" y="51317"/>
                  <a:pt x="793133" y="47167"/>
                  <a:pt x="797742" y="43384"/>
                </a:cubicBezTo>
                <a:cubicBezTo>
                  <a:pt x="802351" y="39602"/>
                  <a:pt x="808820" y="37710"/>
                  <a:pt x="817148" y="37710"/>
                </a:cubicBezTo>
                <a:cubicBezTo>
                  <a:pt x="823537" y="37710"/>
                  <a:pt x="828775" y="38782"/>
                  <a:pt x="832860" y="40927"/>
                </a:cubicBezTo>
                <a:cubicBezTo>
                  <a:pt x="835950" y="42549"/>
                  <a:pt x="838229" y="45086"/>
                  <a:pt x="839695" y="48540"/>
                </a:cubicBezTo>
                <a:cubicBezTo>
                  <a:pt x="840638" y="50789"/>
                  <a:pt x="841109" y="55392"/>
                  <a:pt x="841109" y="62350"/>
                </a:cubicBezTo>
                <a:lnTo>
                  <a:pt x="841109" y="86754"/>
                </a:lnTo>
                <a:cubicBezTo>
                  <a:pt x="841109" y="93607"/>
                  <a:pt x="841240" y="97805"/>
                  <a:pt x="841502" y="99348"/>
                </a:cubicBezTo>
                <a:cubicBezTo>
                  <a:pt x="841764" y="100892"/>
                  <a:pt x="842196" y="101925"/>
                  <a:pt x="842799" y="102449"/>
                </a:cubicBezTo>
                <a:cubicBezTo>
                  <a:pt x="843401" y="102971"/>
                  <a:pt x="844095" y="103232"/>
                  <a:pt x="844880" y="103232"/>
                </a:cubicBezTo>
                <a:cubicBezTo>
                  <a:pt x="845718" y="103232"/>
                  <a:pt x="846452" y="103049"/>
                  <a:pt x="847080" y="102682"/>
                </a:cubicBezTo>
                <a:cubicBezTo>
                  <a:pt x="848180" y="102001"/>
                  <a:pt x="850301" y="100090"/>
                  <a:pt x="853444" y="96947"/>
                </a:cubicBezTo>
                <a:lnTo>
                  <a:pt x="853444" y="101347"/>
                </a:lnTo>
                <a:cubicBezTo>
                  <a:pt x="847578" y="109203"/>
                  <a:pt x="841974" y="113131"/>
                  <a:pt x="836631" y="113131"/>
                </a:cubicBezTo>
                <a:cubicBezTo>
                  <a:pt x="834065" y="113131"/>
                  <a:pt x="832022" y="112247"/>
                  <a:pt x="830503" y="110480"/>
                </a:cubicBezTo>
                <a:cubicBezTo>
                  <a:pt x="828984" y="108710"/>
                  <a:pt x="828199" y="105694"/>
                  <a:pt x="828146" y="101430"/>
                </a:cubicBezTo>
                <a:moveTo>
                  <a:pt x="828146" y="96336"/>
                </a:moveTo>
                <a:lnTo>
                  <a:pt x="828146" y="68979"/>
                </a:lnTo>
                <a:cubicBezTo>
                  <a:pt x="820238" y="72115"/>
                  <a:pt x="815131" y="74336"/>
                  <a:pt x="812827" y="75642"/>
                </a:cubicBezTo>
                <a:cubicBezTo>
                  <a:pt x="808689" y="77941"/>
                  <a:pt x="805730" y="80346"/>
                  <a:pt x="803949" y="82855"/>
                </a:cubicBezTo>
                <a:cubicBezTo>
                  <a:pt x="802168" y="85362"/>
                  <a:pt x="801278" y="88106"/>
                  <a:pt x="801278" y="91084"/>
                </a:cubicBezTo>
                <a:cubicBezTo>
                  <a:pt x="801278" y="94847"/>
                  <a:pt x="802404" y="97970"/>
                  <a:pt x="804656" y="100453"/>
                </a:cubicBezTo>
                <a:cubicBezTo>
                  <a:pt x="806908" y="102934"/>
                  <a:pt x="809501" y="104175"/>
                  <a:pt x="812434" y="104175"/>
                </a:cubicBezTo>
                <a:cubicBezTo>
                  <a:pt x="816414" y="104175"/>
                  <a:pt x="821652" y="101562"/>
                  <a:pt x="828146" y="96336"/>
                </a:cubicBezTo>
                <a:close/>
                <a:moveTo>
                  <a:pt x="879762" y="52873"/>
                </a:moveTo>
                <a:cubicBezTo>
                  <a:pt x="888194" y="42765"/>
                  <a:pt x="896234" y="37710"/>
                  <a:pt x="903881" y="37710"/>
                </a:cubicBezTo>
                <a:cubicBezTo>
                  <a:pt x="907809" y="37710"/>
                  <a:pt x="911187" y="38690"/>
                  <a:pt x="914015" y="40649"/>
                </a:cubicBezTo>
                <a:cubicBezTo>
                  <a:pt x="916844" y="42607"/>
                  <a:pt x="919096" y="45832"/>
                  <a:pt x="920772" y="50325"/>
                </a:cubicBezTo>
                <a:cubicBezTo>
                  <a:pt x="921924" y="53459"/>
                  <a:pt x="922500" y="58265"/>
                  <a:pt x="922500" y="64741"/>
                </a:cubicBezTo>
                <a:lnTo>
                  <a:pt x="922500" y="95376"/>
                </a:lnTo>
                <a:cubicBezTo>
                  <a:pt x="922500" y="99959"/>
                  <a:pt x="922867" y="103067"/>
                  <a:pt x="923600" y="104700"/>
                </a:cubicBezTo>
                <a:cubicBezTo>
                  <a:pt x="924176" y="106018"/>
                  <a:pt x="925106" y="107046"/>
                  <a:pt x="926389" y="107784"/>
                </a:cubicBezTo>
                <a:cubicBezTo>
                  <a:pt x="927672" y="108521"/>
                  <a:pt x="930042" y="108889"/>
                  <a:pt x="933499" y="108889"/>
                </a:cubicBezTo>
                <a:lnTo>
                  <a:pt x="933499" y="111717"/>
                </a:lnTo>
                <a:lnTo>
                  <a:pt x="897910" y="111717"/>
                </a:lnTo>
                <a:lnTo>
                  <a:pt x="897910" y="108889"/>
                </a:lnTo>
                <a:lnTo>
                  <a:pt x="899403" y="108889"/>
                </a:lnTo>
                <a:cubicBezTo>
                  <a:pt x="902755" y="108889"/>
                  <a:pt x="905098" y="108376"/>
                  <a:pt x="906434" y="107350"/>
                </a:cubicBezTo>
                <a:cubicBezTo>
                  <a:pt x="907770" y="106322"/>
                  <a:pt x="908699" y="104807"/>
                  <a:pt x="909223" y="102805"/>
                </a:cubicBezTo>
                <a:cubicBezTo>
                  <a:pt x="909432" y="102015"/>
                  <a:pt x="909537" y="99538"/>
                  <a:pt x="909537" y="95376"/>
                </a:cubicBezTo>
                <a:lnTo>
                  <a:pt x="909537" y="65964"/>
                </a:lnTo>
                <a:cubicBezTo>
                  <a:pt x="909537" y="59427"/>
                  <a:pt x="908686" y="54681"/>
                  <a:pt x="906984" y="51727"/>
                </a:cubicBezTo>
                <a:cubicBezTo>
                  <a:pt x="905282" y="48772"/>
                  <a:pt x="902414" y="47295"/>
                  <a:pt x="898381" y="47295"/>
                </a:cubicBezTo>
                <a:cubicBezTo>
                  <a:pt x="892148" y="47295"/>
                  <a:pt x="885942" y="50700"/>
                  <a:pt x="879762" y="57508"/>
                </a:cubicBezTo>
                <a:lnTo>
                  <a:pt x="879762" y="95376"/>
                </a:lnTo>
                <a:cubicBezTo>
                  <a:pt x="879762" y="100275"/>
                  <a:pt x="880050" y="103304"/>
                  <a:pt x="880626" y="104465"/>
                </a:cubicBezTo>
                <a:cubicBezTo>
                  <a:pt x="881359" y="105992"/>
                  <a:pt x="882367" y="107111"/>
                  <a:pt x="883651" y="107823"/>
                </a:cubicBezTo>
                <a:cubicBezTo>
                  <a:pt x="884934" y="108534"/>
                  <a:pt x="887539" y="108889"/>
                  <a:pt x="891468" y="108889"/>
                </a:cubicBezTo>
                <a:lnTo>
                  <a:pt x="891468" y="111717"/>
                </a:lnTo>
                <a:lnTo>
                  <a:pt x="855878" y="111717"/>
                </a:lnTo>
                <a:lnTo>
                  <a:pt x="855878" y="108889"/>
                </a:lnTo>
                <a:lnTo>
                  <a:pt x="857450" y="108889"/>
                </a:lnTo>
                <a:cubicBezTo>
                  <a:pt x="861116" y="108889"/>
                  <a:pt x="863591" y="107954"/>
                  <a:pt x="864874" y="106085"/>
                </a:cubicBezTo>
                <a:cubicBezTo>
                  <a:pt x="866157" y="104214"/>
                  <a:pt x="866799" y="100645"/>
                  <a:pt x="866799" y="95376"/>
                </a:cubicBezTo>
                <a:lnTo>
                  <a:pt x="866799" y="68822"/>
                </a:lnTo>
                <a:cubicBezTo>
                  <a:pt x="866799" y="60180"/>
                  <a:pt x="866602" y="54916"/>
                  <a:pt x="866209" y="53030"/>
                </a:cubicBezTo>
                <a:cubicBezTo>
                  <a:pt x="865817" y="51145"/>
                  <a:pt x="865214" y="49862"/>
                  <a:pt x="864403" y="49181"/>
                </a:cubicBezTo>
                <a:cubicBezTo>
                  <a:pt x="863591" y="48500"/>
                  <a:pt x="862504" y="48159"/>
                  <a:pt x="861142" y="48159"/>
                </a:cubicBezTo>
                <a:cubicBezTo>
                  <a:pt x="859676" y="48159"/>
                  <a:pt x="857921" y="48552"/>
                  <a:pt x="855878" y="49338"/>
                </a:cubicBezTo>
                <a:lnTo>
                  <a:pt x="854700" y="46510"/>
                </a:lnTo>
                <a:lnTo>
                  <a:pt x="876383" y="37710"/>
                </a:lnTo>
                <a:lnTo>
                  <a:pt x="879762" y="37710"/>
                </a:lnTo>
                <a:lnTo>
                  <a:pt x="879762" y="52873"/>
                </a:lnTo>
                <a:close/>
                <a:moveTo>
                  <a:pt x="960211" y="52873"/>
                </a:moveTo>
                <a:cubicBezTo>
                  <a:pt x="968643" y="42765"/>
                  <a:pt x="976683" y="37710"/>
                  <a:pt x="984330" y="37710"/>
                </a:cubicBezTo>
                <a:cubicBezTo>
                  <a:pt x="988258" y="37710"/>
                  <a:pt x="991636" y="38690"/>
                  <a:pt x="994465" y="40649"/>
                </a:cubicBezTo>
                <a:cubicBezTo>
                  <a:pt x="997293" y="42607"/>
                  <a:pt x="999545" y="45832"/>
                  <a:pt x="1001221" y="50325"/>
                </a:cubicBezTo>
                <a:cubicBezTo>
                  <a:pt x="1002373" y="53459"/>
                  <a:pt x="1002949" y="58265"/>
                  <a:pt x="1002949" y="64741"/>
                </a:cubicBezTo>
                <a:lnTo>
                  <a:pt x="1002949" y="95376"/>
                </a:lnTo>
                <a:cubicBezTo>
                  <a:pt x="1002949" y="99959"/>
                  <a:pt x="1003316" y="103067"/>
                  <a:pt x="1004049" y="104700"/>
                </a:cubicBezTo>
                <a:cubicBezTo>
                  <a:pt x="1004625" y="106018"/>
                  <a:pt x="1005555" y="107046"/>
                  <a:pt x="1006838" y="107784"/>
                </a:cubicBezTo>
                <a:cubicBezTo>
                  <a:pt x="1008121" y="108521"/>
                  <a:pt x="1010491" y="108889"/>
                  <a:pt x="1013948" y="108889"/>
                </a:cubicBezTo>
                <a:lnTo>
                  <a:pt x="1013948" y="111717"/>
                </a:lnTo>
                <a:lnTo>
                  <a:pt x="978359" y="111717"/>
                </a:lnTo>
                <a:lnTo>
                  <a:pt x="978359" y="108889"/>
                </a:lnTo>
                <a:lnTo>
                  <a:pt x="979852" y="108889"/>
                </a:lnTo>
                <a:cubicBezTo>
                  <a:pt x="983204" y="108889"/>
                  <a:pt x="985548" y="108376"/>
                  <a:pt x="986883" y="107350"/>
                </a:cubicBezTo>
                <a:cubicBezTo>
                  <a:pt x="988219" y="106322"/>
                  <a:pt x="989148" y="104807"/>
                  <a:pt x="989672" y="102805"/>
                </a:cubicBezTo>
                <a:cubicBezTo>
                  <a:pt x="989882" y="102015"/>
                  <a:pt x="989986" y="99538"/>
                  <a:pt x="989986" y="95376"/>
                </a:cubicBezTo>
                <a:lnTo>
                  <a:pt x="989986" y="65964"/>
                </a:lnTo>
                <a:cubicBezTo>
                  <a:pt x="989986" y="59427"/>
                  <a:pt x="989135" y="54681"/>
                  <a:pt x="987433" y="51727"/>
                </a:cubicBezTo>
                <a:cubicBezTo>
                  <a:pt x="985731" y="48772"/>
                  <a:pt x="982863" y="47295"/>
                  <a:pt x="978830" y="47295"/>
                </a:cubicBezTo>
                <a:cubicBezTo>
                  <a:pt x="972598" y="47295"/>
                  <a:pt x="966391" y="50700"/>
                  <a:pt x="960211" y="57508"/>
                </a:cubicBezTo>
                <a:lnTo>
                  <a:pt x="960211" y="95376"/>
                </a:lnTo>
                <a:cubicBezTo>
                  <a:pt x="960211" y="100275"/>
                  <a:pt x="960499" y="103304"/>
                  <a:pt x="961075" y="104465"/>
                </a:cubicBezTo>
                <a:cubicBezTo>
                  <a:pt x="961808" y="105992"/>
                  <a:pt x="962817" y="107111"/>
                  <a:pt x="964100" y="107823"/>
                </a:cubicBezTo>
                <a:cubicBezTo>
                  <a:pt x="965383" y="108534"/>
                  <a:pt x="967989" y="108889"/>
                  <a:pt x="971917" y="108889"/>
                </a:cubicBezTo>
                <a:lnTo>
                  <a:pt x="971917" y="111717"/>
                </a:lnTo>
                <a:lnTo>
                  <a:pt x="936328" y="111717"/>
                </a:lnTo>
                <a:lnTo>
                  <a:pt x="936328" y="108889"/>
                </a:lnTo>
                <a:lnTo>
                  <a:pt x="937899" y="108889"/>
                </a:lnTo>
                <a:cubicBezTo>
                  <a:pt x="941565" y="108889"/>
                  <a:pt x="944040" y="107954"/>
                  <a:pt x="945323" y="106085"/>
                </a:cubicBezTo>
                <a:cubicBezTo>
                  <a:pt x="946606" y="104214"/>
                  <a:pt x="947248" y="100645"/>
                  <a:pt x="947248" y="95376"/>
                </a:cubicBezTo>
                <a:lnTo>
                  <a:pt x="947248" y="68822"/>
                </a:lnTo>
                <a:cubicBezTo>
                  <a:pt x="947248" y="60180"/>
                  <a:pt x="947052" y="54916"/>
                  <a:pt x="946659" y="53030"/>
                </a:cubicBezTo>
                <a:cubicBezTo>
                  <a:pt x="946266" y="51145"/>
                  <a:pt x="945664" y="49862"/>
                  <a:pt x="944852" y="49181"/>
                </a:cubicBezTo>
                <a:cubicBezTo>
                  <a:pt x="944040" y="48500"/>
                  <a:pt x="942953" y="48159"/>
                  <a:pt x="941591" y="48159"/>
                </a:cubicBezTo>
                <a:cubicBezTo>
                  <a:pt x="940125" y="48159"/>
                  <a:pt x="938370" y="48552"/>
                  <a:pt x="936328" y="49338"/>
                </a:cubicBezTo>
                <a:lnTo>
                  <a:pt x="935149" y="46510"/>
                </a:lnTo>
                <a:lnTo>
                  <a:pt x="956833" y="37710"/>
                </a:lnTo>
                <a:lnTo>
                  <a:pt x="960211" y="37710"/>
                </a:lnTo>
                <a:lnTo>
                  <a:pt x="960211" y="52873"/>
                </a:lnTo>
                <a:close/>
                <a:moveTo>
                  <a:pt x="1031782" y="66936"/>
                </a:moveTo>
                <a:cubicBezTo>
                  <a:pt x="1031730" y="77572"/>
                  <a:pt x="1034323" y="85913"/>
                  <a:pt x="1039560" y="91961"/>
                </a:cubicBezTo>
                <a:cubicBezTo>
                  <a:pt x="1044798" y="98009"/>
                  <a:pt x="1050952" y="101033"/>
                  <a:pt x="1058023" y="101033"/>
                </a:cubicBezTo>
                <a:cubicBezTo>
                  <a:pt x="1062736" y="101033"/>
                  <a:pt x="1066835" y="99730"/>
                  <a:pt x="1070318" y="97126"/>
                </a:cubicBezTo>
                <a:cubicBezTo>
                  <a:pt x="1073801" y="94522"/>
                  <a:pt x="1076721" y="90063"/>
                  <a:pt x="1079078" y="83749"/>
                </a:cubicBezTo>
                <a:lnTo>
                  <a:pt x="1081513" y="85327"/>
                </a:lnTo>
                <a:cubicBezTo>
                  <a:pt x="1080413" y="92540"/>
                  <a:pt x="1077218" y="99109"/>
                  <a:pt x="1071928" y="105032"/>
                </a:cubicBezTo>
                <a:cubicBezTo>
                  <a:pt x="1066638" y="110955"/>
                  <a:pt x="1060013" y="113917"/>
                  <a:pt x="1052052" y="113917"/>
                </a:cubicBezTo>
                <a:cubicBezTo>
                  <a:pt x="1043410" y="113917"/>
                  <a:pt x="1036012" y="110559"/>
                  <a:pt x="1029858" y="103844"/>
                </a:cubicBezTo>
                <a:cubicBezTo>
                  <a:pt x="1023703" y="97126"/>
                  <a:pt x="1020626" y="88097"/>
                  <a:pt x="1020626" y="76754"/>
                </a:cubicBezTo>
                <a:cubicBezTo>
                  <a:pt x="1020626" y="64472"/>
                  <a:pt x="1023782" y="54895"/>
                  <a:pt x="1030093" y="48022"/>
                </a:cubicBezTo>
                <a:cubicBezTo>
                  <a:pt x="1036405" y="41148"/>
                  <a:pt x="1044326" y="37710"/>
                  <a:pt x="1053859" y="37710"/>
                </a:cubicBezTo>
                <a:cubicBezTo>
                  <a:pt x="1061925" y="37710"/>
                  <a:pt x="1068550" y="40362"/>
                  <a:pt x="1073735" y="45665"/>
                </a:cubicBezTo>
                <a:cubicBezTo>
                  <a:pt x="1078920" y="50966"/>
                  <a:pt x="1081513" y="58057"/>
                  <a:pt x="1081513" y="66936"/>
                </a:cubicBezTo>
                <a:lnTo>
                  <a:pt x="1031782" y="66936"/>
                </a:lnTo>
                <a:moveTo>
                  <a:pt x="1031782" y="62379"/>
                </a:moveTo>
                <a:lnTo>
                  <a:pt x="1065093" y="62379"/>
                </a:lnTo>
                <a:cubicBezTo>
                  <a:pt x="1064831" y="57808"/>
                  <a:pt x="1064281" y="54588"/>
                  <a:pt x="1063443" y="52718"/>
                </a:cubicBezTo>
                <a:cubicBezTo>
                  <a:pt x="1062134" y="49808"/>
                  <a:pt x="1060183" y="47523"/>
                  <a:pt x="1057590" y="45861"/>
                </a:cubicBezTo>
                <a:cubicBezTo>
                  <a:pt x="1054998" y="44198"/>
                  <a:pt x="1052287" y="43367"/>
                  <a:pt x="1049459" y="43367"/>
                </a:cubicBezTo>
                <a:cubicBezTo>
                  <a:pt x="1045112" y="43367"/>
                  <a:pt x="1041223" y="45042"/>
                  <a:pt x="1037793" y="48393"/>
                </a:cubicBezTo>
                <a:cubicBezTo>
                  <a:pt x="1034362" y="51743"/>
                  <a:pt x="1032359" y="56405"/>
                  <a:pt x="1031782" y="62379"/>
                </a:cubicBezTo>
                <a:close/>
                <a:moveTo>
                  <a:pt x="1115844" y="0"/>
                </a:moveTo>
                <a:lnTo>
                  <a:pt x="1115844" y="95376"/>
                </a:lnTo>
                <a:cubicBezTo>
                  <a:pt x="1115844" y="99906"/>
                  <a:pt x="1116171" y="102910"/>
                  <a:pt x="1116826" y="104386"/>
                </a:cubicBezTo>
                <a:cubicBezTo>
                  <a:pt x="1117481" y="105861"/>
                  <a:pt x="1118489" y="106980"/>
                  <a:pt x="1119851" y="107745"/>
                </a:cubicBezTo>
                <a:cubicBezTo>
                  <a:pt x="1121213" y="108508"/>
                  <a:pt x="1123753" y="108889"/>
                  <a:pt x="1127471" y="108889"/>
                </a:cubicBezTo>
                <a:lnTo>
                  <a:pt x="1127471" y="111717"/>
                </a:lnTo>
                <a:lnTo>
                  <a:pt x="1092196" y="111717"/>
                </a:lnTo>
                <a:lnTo>
                  <a:pt x="1092196" y="108889"/>
                </a:lnTo>
                <a:cubicBezTo>
                  <a:pt x="1095496" y="108889"/>
                  <a:pt x="1097748" y="108547"/>
                  <a:pt x="1098953" y="107863"/>
                </a:cubicBezTo>
                <a:cubicBezTo>
                  <a:pt x="1100158" y="107177"/>
                  <a:pt x="1101100" y="106044"/>
                  <a:pt x="1101781" y="104465"/>
                </a:cubicBezTo>
                <a:cubicBezTo>
                  <a:pt x="1102462" y="102884"/>
                  <a:pt x="1102803" y="99854"/>
                  <a:pt x="1102803" y="95376"/>
                </a:cubicBezTo>
                <a:lnTo>
                  <a:pt x="1102803" y="30168"/>
                </a:lnTo>
                <a:cubicBezTo>
                  <a:pt x="1102803" y="22050"/>
                  <a:pt x="1102619" y="17061"/>
                  <a:pt x="1102253" y="15202"/>
                </a:cubicBezTo>
                <a:cubicBezTo>
                  <a:pt x="1101886" y="13343"/>
                  <a:pt x="1101297" y="12073"/>
                  <a:pt x="1100485" y="11392"/>
                </a:cubicBezTo>
                <a:cubicBezTo>
                  <a:pt x="1099673" y="10711"/>
                  <a:pt x="1098639" y="10370"/>
                  <a:pt x="1097382" y="10370"/>
                </a:cubicBezTo>
                <a:cubicBezTo>
                  <a:pt x="1096020" y="10370"/>
                  <a:pt x="1094291" y="10789"/>
                  <a:pt x="1092196" y="11627"/>
                </a:cubicBezTo>
                <a:lnTo>
                  <a:pt x="1090861" y="8799"/>
                </a:lnTo>
                <a:lnTo>
                  <a:pt x="1112309" y="0"/>
                </a:lnTo>
                <a:lnTo>
                  <a:pt x="1115844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97758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A668BC-D823-4FA6-ADE1-5B979149E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922938"/>
            <a:ext cx="1016478" cy="368137"/>
          </a:xfrm>
          <a:custGeom xmlns:a="http://schemas.openxmlformats.org/drawingml/2006/main">
            <a:pathLst>
              <a:path w="1016478" h="368137">
                <a:moveTo>
                  <a:pt x="0" y="368137"/>
                </a:moveTo>
                <a:lnTo>
                  <a:pt x="1016478" y="368137"/>
                </a:lnTo>
                <a:lnTo>
                  <a:pt x="1016478" y="0"/>
                </a:lnTo>
                <a:lnTo>
                  <a:pt x="0" y="0"/>
                </a:lnTo>
                <a:lnTo>
                  <a:pt x="0" y="368137"/>
                </a:lnTo>
                <a:close/>
              </a:path>
            </a:pathLst>
          </a:custGeom>
          <a:solidFill xmlns:a="http://schemas.openxmlformats.org/drawingml/2006/main">
            <a:srgbClr val="C1C1C1">
              <a:alpha val="36956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9" name="Text FaradayCage">
            <a:extLst xmlns:a="http://schemas.openxmlformats.org/drawingml/2006/main">
              <a:ext uri="{FF2B5EF4-FFF2-40B4-BE49-F238E27FC236}">
                <a16:creationId xmlns:a16="http://schemas.microsoft.com/office/drawing/2014/main" id="{454CE815-6288-484A-AD64-E1D640E8B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740" y="975190"/>
            <a:ext cx="881871" cy="146442"/>
          </a:xfrm>
          <a:custGeom xmlns:a="http://schemas.openxmlformats.org/drawingml/2006/main">
            <a:pathLst>
              <a:path w="881871" h="146442">
                <a:moveTo>
                  <a:pt x="30325" y="10999"/>
                </a:moveTo>
                <a:lnTo>
                  <a:pt x="30325" y="52795"/>
                </a:lnTo>
                <a:lnTo>
                  <a:pt x="49731" y="52795"/>
                </a:lnTo>
                <a:cubicBezTo>
                  <a:pt x="54183" y="52795"/>
                  <a:pt x="57443" y="51818"/>
                  <a:pt x="59512" y="49866"/>
                </a:cubicBezTo>
                <a:cubicBezTo>
                  <a:pt x="61581" y="47911"/>
                  <a:pt x="62955" y="44017"/>
                  <a:pt x="63636" y="38182"/>
                </a:cubicBezTo>
                <a:lnTo>
                  <a:pt x="66543" y="38182"/>
                </a:lnTo>
                <a:lnTo>
                  <a:pt x="66543" y="74321"/>
                </a:lnTo>
                <a:lnTo>
                  <a:pt x="63636" y="74321"/>
                </a:lnTo>
                <a:cubicBezTo>
                  <a:pt x="63584" y="70183"/>
                  <a:pt x="63047" y="67146"/>
                  <a:pt x="62026" y="65208"/>
                </a:cubicBezTo>
                <a:cubicBezTo>
                  <a:pt x="61004" y="63270"/>
                  <a:pt x="59590" y="61816"/>
                  <a:pt x="57783" y="60847"/>
                </a:cubicBezTo>
                <a:cubicBezTo>
                  <a:pt x="55976" y="59878"/>
                  <a:pt x="53292" y="59394"/>
                  <a:pt x="49731" y="59394"/>
                </a:cubicBezTo>
                <a:lnTo>
                  <a:pt x="30325" y="59394"/>
                </a:lnTo>
                <a:lnTo>
                  <a:pt x="30325" y="92862"/>
                </a:lnTo>
                <a:cubicBezTo>
                  <a:pt x="30325" y="98230"/>
                  <a:pt x="30666" y="101775"/>
                  <a:pt x="31347" y="103495"/>
                </a:cubicBezTo>
                <a:cubicBezTo>
                  <a:pt x="31871" y="104798"/>
                  <a:pt x="32970" y="105918"/>
                  <a:pt x="34646" y="106856"/>
                </a:cubicBezTo>
                <a:cubicBezTo>
                  <a:pt x="36951" y="108107"/>
                  <a:pt x="39360" y="108732"/>
                  <a:pt x="41874" y="108732"/>
                </a:cubicBezTo>
                <a:lnTo>
                  <a:pt x="45724" y="108732"/>
                </a:lnTo>
                <a:lnTo>
                  <a:pt x="45724" y="111717"/>
                </a:lnTo>
                <a:lnTo>
                  <a:pt x="0" y="111717"/>
                </a:lnTo>
                <a:lnTo>
                  <a:pt x="0" y="108732"/>
                </a:lnTo>
                <a:lnTo>
                  <a:pt x="3771" y="108732"/>
                </a:lnTo>
                <a:cubicBezTo>
                  <a:pt x="8171" y="108732"/>
                  <a:pt x="11366" y="107455"/>
                  <a:pt x="13356" y="104902"/>
                </a:cubicBezTo>
                <a:cubicBezTo>
                  <a:pt x="14613" y="103234"/>
                  <a:pt x="15241" y="99221"/>
                  <a:pt x="15241" y="92862"/>
                </a:cubicBezTo>
                <a:lnTo>
                  <a:pt x="15241" y="24040"/>
                </a:lnTo>
                <a:cubicBezTo>
                  <a:pt x="15241" y="18672"/>
                  <a:pt x="14901" y="15128"/>
                  <a:pt x="14220" y="13407"/>
                </a:cubicBezTo>
                <a:cubicBezTo>
                  <a:pt x="13696" y="12104"/>
                  <a:pt x="12623" y="10984"/>
                  <a:pt x="10999" y="10046"/>
                </a:cubicBezTo>
                <a:cubicBezTo>
                  <a:pt x="8747" y="8796"/>
                  <a:pt x="6337" y="8171"/>
                  <a:pt x="3771" y="8171"/>
                </a:cubicBezTo>
                <a:lnTo>
                  <a:pt x="0" y="8171"/>
                </a:lnTo>
                <a:lnTo>
                  <a:pt x="0" y="5185"/>
                </a:lnTo>
                <a:lnTo>
                  <a:pt x="79270" y="5185"/>
                </a:lnTo>
                <a:lnTo>
                  <a:pt x="80292" y="28597"/>
                </a:lnTo>
                <a:lnTo>
                  <a:pt x="77542" y="28597"/>
                </a:lnTo>
                <a:cubicBezTo>
                  <a:pt x="76180" y="23621"/>
                  <a:pt x="74596" y="19968"/>
                  <a:pt x="72789" y="17637"/>
                </a:cubicBezTo>
                <a:cubicBezTo>
                  <a:pt x="70982" y="15307"/>
                  <a:pt x="68756" y="13618"/>
                  <a:pt x="66111" y="12570"/>
                </a:cubicBezTo>
                <a:cubicBezTo>
                  <a:pt x="63466" y="11523"/>
                  <a:pt x="59368" y="10999"/>
                  <a:pt x="53816" y="10999"/>
                </a:cubicBezTo>
                <a:lnTo>
                  <a:pt x="30325" y="10999"/>
                </a:lnTo>
                <a:close/>
                <a:moveTo>
                  <a:pt x="132694" y="101430"/>
                </a:moveTo>
                <a:cubicBezTo>
                  <a:pt x="125310" y="107138"/>
                  <a:pt x="120674" y="110436"/>
                  <a:pt x="118789" y="111324"/>
                </a:cubicBezTo>
                <a:cubicBezTo>
                  <a:pt x="115960" y="112634"/>
                  <a:pt x="112949" y="113288"/>
                  <a:pt x="109754" y="113288"/>
                </a:cubicBezTo>
                <a:cubicBezTo>
                  <a:pt x="104778" y="113288"/>
                  <a:pt x="100680" y="111586"/>
                  <a:pt x="97459" y="108182"/>
                </a:cubicBezTo>
                <a:cubicBezTo>
                  <a:pt x="94238" y="104777"/>
                  <a:pt x="92627" y="100299"/>
                  <a:pt x="92627" y="94747"/>
                </a:cubicBezTo>
                <a:cubicBezTo>
                  <a:pt x="92627" y="91238"/>
                  <a:pt x="93413" y="88201"/>
                  <a:pt x="94984" y="85634"/>
                </a:cubicBezTo>
                <a:cubicBezTo>
                  <a:pt x="97131" y="82073"/>
                  <a:pt x="100863" y="78721"/>
                  <a:pt x="106179" y="75578"/>
                </a:cubicBezTo>
                <a:cubicBezTo>
                  <a:pt x="111495" y="72435"/>
                  <a:pt x="120334" y="68612"/>
                  <a:pt x="132694" y="64108"/>
                </a:cubicBezTo>
                <a:lnTo>
                  <a:pt x="132694" y="61289"/>
                </a:lnTo>
                <a:cubicBezTo>
                  <a:pt x="132694" y="54140"/>
                  <a:pt x="131555" y="49235"/>
                  <a:pt x="129277" y="46573"/>
                </a:cubicBezTo>
                <a:cubicBezTo>
                  <a:pt x="126999" y="43912"/>
                  <a:pt x="123686" y="42581"/>
                  <a:pt x="119339" y="42581"/>
                </a:cubicBezTo>
                <a:cubicBezTo>
                  <a:pt x="116039" y="42581"/>
                  <a:pt x="113420" y="43472"/>
                  <a:pt x="111482" y="45253"/>
                </a:cubicBezTo>
                <a:cubicBezTo>
                  <a:pt x="109492" y="47033"/>
                  <a:pt x="108497" y="49076"/>
                  <a:pt x="108497" y="51380"/>
                </a:cubicBezTo>
                <a:lnTo>
                  <a:pt x="108654" y="55937"/>
                </a:lnTo>
                <a:cubicBezTo>
                  <a:pt x="108654" y="58346"/>
                  <a:pt x="108039" y="60206"/>
                  <a:pt x="106808" y="61515"/>
                </a:cubicBezTo>
                <a:cubicBezTo>
                  <a:pt x="105577" y="62825"/>
                  <a:pt x="103966" y="63479"/>
                  <a:pt x="101976" y="63479"/>
                </a:cubicBezTo>
                <a:cubicBezTo>
                  <a:pt x="100038" y="63479"/>
                  <a:pt x="98454" y="62797"/>
                  <a:pt x="97223" y="61432"/>
                </a:cubicBezTo>
                <a:cubicBezTo>
                  <a:pt x="95992" y="60065"/>
                  <a:pt x="95377" y="58200"/>
                  <a:pt x="95377" y="55836"/>
                </a:cubicBezTo>
                <a:cubicBezTo>
                  <a:pt x="95377" y="51317"/>
                  <a:pt x="97681" y="47167"/>
                  <a:pt x="102290" y="43384"/>
                </a:cubicBezTo>
                <a:cubicBezTo>
                  <a:pt x="106899" y="39602"/>
                  <a:pt x="113368" y="37710"/>
                  <a:pt x="121696" y="37710"/>
                </a:cubicBezTo>
                <a:cubicBezTo>
                  <a:pt x="128085" y="37710"/>
                  <a:pt x="133323" y="38782"/>
                  <a:pt x="137408" y="40927"/>
                </a:cubicBezTo>
                <a:cubicBezTo>
                  <a:pt x="140498" y="42549"/>
                  <a:pt x="142777" y="45086"/>
                  <a:pt x="144243" y="48540"/>
                </a:cubicBezTo>
                <a:cubicBezTo>
                  <a:pt x="145186" y="50789"/>
                  <a:pt x="145657" y="55392"/>
                  <a:pt x="145657" y="62350"/>
                </a:cubicBezTo>
                <a:lnTo>
                  <a:pt x="145657" y="86754"/>
                </a:lnTo>
                <a:cubicBezTo>
                  <a:pt x="145657" y="93607"/>
                  <a:pt x="145788" y="97805"/>
                  <a:pt x="146050" y="99348"/>
                </a:cubicBezTo>
                <a:cubicBezTo>
                  <a:pt x="146312" y="100892"/>
                  <a:pt x="146744" y="101925"/>
                  <a:pt x="147347" y="102449"/>
                </a:cubicBezTo>
                <a:cubicBezTo>
                  <a:pt x="147949" y="102971"/>
                  <a:pt x="148643" y="103232"/>
                  <a:pt x="149428" y="103232"/>
                </a:cubicBezTo>
                <a:cubicBezTo>
                  <a:pt x="150266" y="103232"/>
                  <a:pt x="151000" y="103049"/>
                  <a:pt x="151628" y="102682"/>
                </a:cubicBezTo>
                <a:cubicBezTo>
                  <a:pt x="152728" y="102001"/>
                  <a:pt x="154849" y="100090"/>
                  <a:pt x="157992" y="96947"/>
                </a:cubicBezTo>
                <a:lnTo>
                  <a:pt x="157992" y="101347"/>
                </a:lnTo>
                <a:cubicBezTo>
                  <a:pt x="152126" y="109203"/>
                  <a:pt x="146522" y="113131"/>
                  <a:pt x="141179" y="113131"/>
                </a:cubicBezTo>
                <a:cubicBezTo>
                  <a:pt x="138613" y="113131"/>
                  <a:pt x="136570" y="112247"/>
                  <a:pt x="135051" y="110480"/>
                </a:cubicBezTo>
                <a:cubicBezTo>
                  <a:pt x="133532" y="108710"/>
                  <a:pt x="132747" y="105694"/>
                  <a:pt x="132694" y="101430"/>
                </a:cubicBezTo>
                <a:moveTo>
                  <a:pt x="132694" y="96336"/>
                </a:moveTo>
                <a:lnTo>
                  <a:pt x="132694" y="68979"/>
                </a:lnTo>
                <a:cubicBezTo>
                  <a:pt x="124786" y="72115"/>
                  <a:pt x="119679" y="74336"/>
                  <a:pt x="117375" y="75642"/>
                </a:cubicBezTo>
                <a:cubicBezTo>
                  <a:pt x="113237" y="77941"/>
                  <a:pt x="110278" y="80346"/>
                  <a:pt x="108497" y="82855"/>
                </a:cubicBezTo>
                <a:cubicBezTo>
                  <a:pt x="106716" y="85362"/>
                  <a:pt x="105826" y="88106"/>
                  <a:pt x="105826" y="91084"/>
                </a:cubicBezTo>
                <a:cubicBezTo>
                  <a:pt x="105826" y="94847"/>
                  <a:pt x="106952" y="97970"/>
                  <a:pt x="109204" y="100453"/>
                </a:cubicBezTo>
                <a:cubicBezTo>
                  <a:pt x="111456" y="102934"/>
                  <a:pt x="114049" y="104175"/>
                  <a:pt x="116982" y="104175"/>
                </a:cubicBezTo>
                <a:cubicBezTo>
                  <a:pt x="120962" y="104175"/>
                  <a:pt x="126200" y="101562"/>
                  <a:pt x="132694" y="96336"/>
                </a:cubicBezTo>
                <a:close/>
                <a:moveTo>
                  <a:pt x="184388" y="37710"/>
                </a:moveTo>
                <a:lnTo>
                  <a:pt x="184388" y="53894"/>
                </a:lnTo>
                <a:cubicBezTo>
                  <a:pt x="190411" y="43105"/>
                  <a:pt x="196591" y="37710"/>
                  <a:pt x="202929" y="37710"/>
                </a:cubicBezTo>
                <a:cubicBezTo>
                  <a:pt x="205809" y="37710"/>
                  <a:pt x="208192" y="38588"/>
                  <a:pt x="210078" y="40342"/>
                </a:cubicBezTo>
                <a:cubicBezTo>
                  <a:pt x="211963" y="42097"/>
                  <a:pt x="212906" y="44126"/>
                  <a:pt x="212906" y="46431"/>
                </a:cubicBezTo>
                <a:cubicBezTo>
                  <a:pt x="212906" y="48474"/>
                  <a:pt x="212225" y="50202"/>
                  <a:pt x="210864" y="51616"/>
                </a:cubicBezTo>
                <a:cubicBezTo>
                  <a:pt x="209502" y="53030"/>
                  <a:pt x="207878" y="53737"/>
                  <a:pt x="205993" y="53737"/>
                </a:cubicBezTo>
                <a:cubicBezTo>
                  <a:pt x="204159" y="53737"/>
                  <a:pt x="202104" y="52847"/>
                  <a:pt x="199825" y="51066"/>
                </a:cubicBezTo>
                <a:cubicBezTo>
                  <a:pt x="197547" y="49285"/>
                  <a:pt x="195858" y="48395"/>
                  <a:pt x="194758" y="48395"/>
                </a:cubicBezTo>
                <a:cubicBezTo>
                  <a:pt x="193815" y="48395"/>
                  <a:pt x="192794" y="48915"/>
                  <a:pt x="191694" y="49954"/>
                </a:cubicBezTo>
                <a:cubicBezTo>
                  <a:pt x="189337" y="52087"/>
                  <a:pt x="186902" y="55597"/>
                  <a:pt x="184388" y="60484"/>
                </a:cubicBezTo>
                <a:lnTo>
                  <a:pt x="184388" y="94905"/>
                </a:lnTo>
                <a:cubicBezTo>
                  <a:pt x="184388" y="98888"/>
                  <a:pt x="184885" y="101902"/>
                  <a:pt x="185880" y="103944"/>
                </a:cubicBezTo>
                <a:cubicBezTo>
                  <a:pt x="186561" y="105360"/>
                  <a:pt x="187766" y="106539"/>
                  <a:pt x="189494" y="107480"/>
                </a:cubicBezTo>
                <a:cubicBezTo>
                  <a:pt x="191223" y="108419"/>
                  <a:pt x="193711" y="108889"/>
                  <a:pt x="196958" y="108889"/>
                </a:cubicBezTo>
                <a:lnTo>
                  <a:pt x="196958" y="111717"/>
                </a:lnTo>
                <a:lnTo>
                  <a:pt x="160112" y="111717"/>
                </a:lnTo>
                <a:lnTo>
                  <a:pt x="160112" y="108889"/>
                </a:lnTo>
                <a:cubicBezTo>
                  <a:pt x="163778" y="108889"/>
                  <a:pt x="166501" y="108306"/>
                  <a:pt x="168282" y="107141"/>
                </a:cubicBezTo>
                <a:cubicBezTo>
                  <a:pt x="169592" y="106293"/>
                  <a:pt x="170508" y="104942"/>
                  <a:pt x="171032" y="103087"/>
                </a:cubicBezTo>
                <a:cubicBezTo>
                  <a:pt x="171294" y="102186"/>
                  <a:pt x="171425" y="99615"/>
                  <a:pt x="171425" y="95376"/>
                </a:cubicBezTo>
                <a:lnTo>
                  <a:pt x="171425" y="67722"/>
                </a:lnTo>
                <a:cubicBezTo>
                  <a:pt x="171425" y="59342"/>
                  <a:pt x="171255" y="54353"/>
                  <a:pt x="170914" y="52755"/>
                </a:cubicBezTo>
                <a:cubicBezTo>
                  <a:pt x="170574" y="51158"/>
                  <a:pt x="169945" y="49993"/>
                  <a:pt x="169029" y="49259"/>
                </a:cubicBezTo>
                <a:cubicBezTo>
                  <a:pt x="168112" y="48526"/>
                  <a:pt x="166973" y="48159"/>
                  <a:pt x="165611" y="48159"/>
                </a:cubicBezTo>
                <a:cubicBezTo>
                  <a:pt x="163987" y="48159"/>
                  <a:pt x="162154" y="48552"/>
                  <a:pt x="160112" y="49338"/>
                </a:cubicBezTo>
                <a:lnTo>
                  <a:pt x="159326" y="46510"/>
                </a:lnTo>
                <a:lnTo>
                  <a:pt x="181088" y="37710"/>
                </a:lnTo>
                <a:lnTo>
                  <a:pt x="184388" y="37710"/>
                </a:lnTo>
                <a:close/>
                <a:moveTo>
                  <a:pt x="257687" y="101430"/>
                </a:moveTo>
                <a:cubicBezTo>
                  <a:pt x="250302" y="107138"/>
                  <a:pt x="245666" y="110436"/>
                  <a:pt x="243781" y="111324"/>
                </a:cubicBezTo>
                <a:cubicBezTo>
                  <a:pt x="240953" y="112634"/>
                  <a:pt x="237941" y="113288"/>
                  <a:pt x="234746" y="113288"/>
                </a:cubicBezTo>
                <a:cubicBezTo>
                  <a:pt x="229770" y="113288"/>
                  <a:pt x="225672" y="111586"/>
                  <a:pt x="222451" y="108182"/>
                </a:cubicBezTo>
                <a:cubicBezTo>
                  <a:pt x="219230" y="104777"/>
                  <a:pt x="217619" y="100299"/>
                  <a:pt x="217619" y="94747"/>
                </a:cubicBezTo>
                <a:cubicBezTo>
                  <a:pt x="217619" y="91238"/>
                  <a:pt x="218405" y="88201"/>
                  <a:pt x="219976" y="85634"/>
                </a:cubicBezTo>
                <a:cubicBezTo>
                  <a:pt x="222124" y="82073"/>
                  <a:pt x="225855" y="78721"/>
                  <a:pt x="231172" y="75578"/>
                </a:cubicBezTo>
                <a:cubicBezTo>
                  <a:pt x="236488" y="72435"/>
                  <a:pt x="245326" y="68612"/>
                  <a:pt x="257687" y="64108"/>
                </a:cubicBezTo>
                <a:lnTo>
                  <a:pt x="257687" y="61289"/>
                </a:lnTo>
                <a:cubicBezTo>
                  <a:pt x="257687" y="54140"/>
                  <a:pt x="256548" y="49235"/>
                  <a:pt x="254269" y="46573"/>
                </a:cubicBezTo>
                <a:cubicBezTo>
                  <a:pt x="251991" y="43912"/>
                  <a:pt x="248678" y="42581"/>
                  <a:pt x="244331" y="42581"/>
                </a:cubicBezTo>
                <a:cubicBezTo>
                  <a:pt x="241031" y="42581"/>
                  <a:pt x="238412" y="43472"/>
                  <a:pt x="236475" y="45253"/>
                </a:cubicBezTo>
                <a:cubicBezTo>
                  <a:pt x="234484" y="47033"/>
                  <a:pt x="233489" y="49076"/>
                  <a:pt x="233489" y="51380"/>
                </a:cubicBezTo>
                <a:lnTo>
                  <a:pt x="233646" y="55937"/>
                </a:lnTo>
                <a:cubicBezTo>
                  <a:pt x="233646" y="58346"/>
                  <a:pt x="233031" y="60206"/>
                  <a:pt x="231800" y="61515"/>
                </a:cubicBezTo>
                <a:cubicBezTo>
                  <a:pt x="230569" y="62825"/>
                  <a:pt x="228959" y="63479"/>
                  <a:pt x="226968" y="63479"/>
                </a:cubicBezTo>
                <a:cubicBezTo>
                  <a:pt x="225030" y="63479"/>
                  <a:pt x="223446" y="62797"/>
                  <a:pt x="222215" y="61432"/>
                </a:cubicBezTo>
                <a:cubicBezTo>
                  <a:pt x="220984" y="60065"/>
                  <a:pt x="220369" y="58200"/>
                  <a:pt x="220369" y="55836"/>
                </a:cubicBezTo>
                <a:cubicBezTo>
                  <a:pt x="220369" y="51317"/>
                  <a:pt x="222674" y="47167"/>
                  <a:pt x="227283" y="43384"/>
                </a:cubicBezTo>
                <a:cubicBezTo>
                  <a:pt x="231892" y="39602"/>
                  <a:pt x="238360" y="37710"/>
                  <a:pt x="246688" y="37710"/>
                </a:cubicBezTo>
                <a:cubicBezTo>
                  <a:pt x="253078" y="37710"/>
                  <a:pt x="258315" y="38782"/>
                  <a:pt x="262400" y="40927"/>
                </a:cubicBezTo>
                <a:cubicBezTo>
                  <a:pt x="265491" y="42549"/>
                  <a:pt x="267769" y="45086"/>
                  <a:pt x="269235" y="48540"/>
                </a:cubicBezTo>
                <a:cubicBezTo>
                  <a:pt x="270178" y="50789"/>
                  <a:pt x="270650" y="55392"/>
                  <a:pt x="270650" y="62350"/>
                </a:cubicBezTo>
                <a:lnTo>
                  <a:pt x="270650" y="86754"/>
                </a:lnTo>
                <a:cubicBezTo>
                  <a:pt x="270650" y="93607"/>
                  <a:pt x="270781" y="97805"/>
                  <a:pt x="271042" y="99348"/>
                </a:cubicBezTo>
                <a:cubicBezTo>
                  <a:pt x="271304" y="100892"/>
                  <a:pt x="271736" y="101925"/>
                  <a:pt x="272339" y="102449"/>
                </a:cubicBezTo>
                <a:cubicBezTo>
                  <a:pt x="272941" y="102971"/>
                  <a:pt x="273635" y="103232"/>
                  <a:pt x="274421" y="103232"/>
                </a:cubicBezTo>
                <a:cubicBezTo>
                  <a:pt x="275259" y="103232"/>
                  <a:pt x="275992" y="103049"/>
                  <a:pt x="276620" y="102682"/>
                </a:cubicBezTo>
                <a:cubicBezTo>
                  <a:pt x="277720" y="102001"/>
                  <a:pt x="279842" y="100090"/>
                  <a:pt x="282984" y="96947"/>
                </a:cubicBezTo>
                <a:lnTo>
                  <a:pt x="282984" y="101347"/>
                </a:lnTo>
                <a:cubicBezTo>
                  <a:pt x="277118" y="109203"/>
                  <a:pt x="271514" y="113131"/>
                  <a:pt x="266172" y="113131"/>
                </a:cubicBezTo>
                <a:cubicBezTo>
                  <a:pt x="263605" y="113131"/>
                  <a:pt x="261562" y="112247"/>
                  <a:pt x="260044" y="110480"/>
                </a:cubicBezTo>
                <a:cubicBezTo>
                  <a:pt x="258525" y="108710"/>
                  <a:pt x="257739" y="105694"/>
                  <a:pt x="257687" y="101430"/>
                </a:cubicBezTo>
                <a:moveTo>
                  <a:pt x="257687" y="96336"/>
                </a:moveTo>
                <a:lnTo>
                  <a:pt x="257687" y="68979"/>
                </a:lnTo>
                <a:cubicBezTo>
                  <a:pt x="249778" y="72115"/>
                  <a:pt x="244671" y="74336"/>
                  <a:pt x="242367" y="75642"/>
                </a:cubicBezTo>
                <a:cubicBezTo>
                  <a:pt x="238229" y="77941"/>
                  <a:pt x="235270" y="80346"/>
                  <a:pt x="233489" y="82855"/>
                </a:cubicBezTo>
                <a:cubicBezTo>
                  <a:pt x="231708" y="85362"/>
                  <a:pt x="230818" y="88106"/>
                  <a:pt x="230818" y="91084"/>
                </a:cubicBezTo>
                <a:cubicBezTo>
                  <a:pt x="230818" y="94847"/>
                  <a:pt x="231944" y="97970"/>
                  <a:pt x="234196" y="100453"/>
                </a:cubicBezTo>
                <a:cubicBezTo>
                  <a:pt x="236448" y="102934"/>
                  <a:pt x="239041" y="104175"/>
                  <a:pt x="241974" y="104175"/>
                </a:cubicBezTo>
                <a:cubicBezTo>
                  <a:pt x="245955" y="104175"/>
                  <a:pt x="251192" y="101562"/>
                  <a:pt x="257687" y="96336"/>
                </a:cubicBezTo>
                <a:close/>
                <a:moveTo>
                  <a:pt x="339156" y="103630"/>
                </a:moveTo>
                <a:cubicBezTo>
                  <a:pt x="335647" y="107295"/>
                  <a:pt x="332216" y="109926"/>
                  <a:pt x="328864" y="111523"/>
                </a:cubicBezTo>
                <a:cubicBezTo>
                  <a:pt x="325512" y="113119"/>
                  <a:pt x="321898" y="113917"/>
                  <a:pt x="318022" y="113917"/>
                </a:cubicBezTo>
                <a:cubicBezTo>
                  <a:pt x="310166" y="113917"/>
                  <a:pt x="303305" y="110638"/>
                  <a:pt x="297439" y="104079"/>
                </a:cubicBezTo>
                <a:cubicBezTo>
                  <a:pt x="291572" y="97519"/>
                  <a:pt x="288639" y="89090"/>
                  <a:pt x="288639" y="78792"/>
                </a:cubicBezTo>
                <a:cubicBezTo>
                  <a:pt x="288639" y="68495"/>
                  <a:pt x="291887" y="59074"/>
                  <a:pt x="298381" y="50529"/>
                </a:cubicBezTo>
                <a:cubicBezTo>
                  <a:pt x="304876" y="41983"/>
                  <a:pt x="313230" y="37710"/>
                  <a:pt x="323443" y="37710"/>
                </a:cubicBezTo>
                <a:cubicBezTo>
                  <a:pt x="329780" y="37710"/>
                  <a:pt x="335018" y="39726"/>
                  <a:pt x="339156" y="43757"/>
                </a:cubicBezTo>
                <a:lnTo>
                  <a:pt x="339156" y="30325"/>
                </a:lnTo>
                <a:cubicBezTo>
                  <a:pt x="339156" y="22137"/>
                  <a:pt x="338959" y="17104"/>
                  <a:pt x="338566" y="15227"/>
                </a:cubicBezTo>
                <a:cubicBezTo>
                  <a:pt x="338174" y="13349"/>
                  <a:pt x="337558" y="12071"/>
                  <a:pt x="336720" y="11392"/>
                </a:cubicBezTo>
                <a:cubicBezTo>
                  <a:pt x="335882" y="10711"/>
                  <a:pt x="334835" y="10370"/>
                  <a:pt x="333578" y="10370"/>
                </a:cubicBezTo>
                <a:cubicBezTo>
                  <a:pt x="332216" y="10370"/>
                  <a:pt x="330409" y="10789"/>
                  <a:pt x="328157" y="11627"/>
                </a:cubicBezTo>
                <a:lnTo>
                  <a:pt x="327136" y="8799"/>
                </a:lnTo>
                <a:lnTo>
                  <a:pt x="348583" y="0"/>
                </a:lnTo>
                <a:lnTo>
                  <a:pt x="352119" y="0"/>
                </a:lnTo>
                <a:lnTo>
                  <a:pt x="352119" y="83277"/>
                </a:lnTo>
                <a:cubicBezTo>
                  <a:pt x="352119" y="91675"/>
                  <a:pt x="352315" y="96800"/>
                  <a:pt x="352708" y="98651"/>
                </a:cubicBezTo>
                <a:cubicBezTo>
                  <a:pt x="353101" y="100502"/>
                  <a:pt x="353729" y="101794"/>
                  <a:pt x="354593" y="102528"/>
                </a:cubicBezTo>
                <a:cubicBezTo>
                  <a:pt x="355458" y="103259"/>
                  <a:pt x="356466" y="103625"/>
                  <a:pt x="357618" y="103625"/>
                </a:cubicBezTo>
                <a:cubicBezTo>
                  <a:pt x="359032" y="103625"/>
                  <a:pt x="360918" y="103180"/>
                  <a:pt x="363275" y="102290"/>
                </a:cubicBezTo>
                <a:lnTo>
                  <a:pt x="364139" y="105118"/>
                </a:lnTo>
                <a:lnTo>
                  <a:pt x="342770" y="113917"/>
                </a:lnTo>
                <a:lnTo>
                  <a:pt x="339156" y="113917"/>
                </a:lnTo>
                <a:lnTo>
                  <a:pt x="339156" y="103630"/>
                </a:lnTo>
                <a:moveTo>
                  <a:pt x="339156" y="98143"/>
                </a:moveTo>
                <a:lnTo>
                  <a:pt x="339156" y="61154"/>
                </a:lnTo>
                <a:cubicBezTo>
                  <a:pt x="338841" y="57601"/>
                  <a:pt x="337899" y="54362"/>
                  <a:pt x="336327" y="51437"/>
                </a:cubicBezTo>
                <a:cubicBezTo>
                  <a:pt x="334756" y="48510"/>
                  <a:pt x="332674" y="46303"/>
                  <a:pt x="330082" y="44816"/>
                </a:cubicBezTo>
                <a:cubicBezTo>
                  <a:pt x="327489" y="43326"/>
                  <a:pt x="324962" y="42581"/>
                  <a:pt x="322500" y="42581"/>
                </a:cubicBezTo>
                <a:cubicBezTo>
                  <a:pt x="317891" y="42581"/>
                  <a:pt x="313780" y="44645"/>
                  <a:pt x="310166" y="48773"/>
                </a:cubicBezTo>
                <a:cubicBezTo>
                  <a:pt x="305400" y="54205"/>
                  <a:pt x="303017" y="62146"/>
                  <a:pt x="303017" y="72595"/>
                </a:cubicBezTo>
                <a:cubicBezTo>
                  <a:pt x="303017" y="83149"/>
                  <a:pt x="305321" y="91234"/>
                  <a:pt x="309930" y="96851"/>
                </a:cubicBezTo>
                <a:cubicBezTo>
                  <a:pt x="314539" y="102467"/>
                  <a:pt x="319672" y="105275"/>
                  <a:pt x="325329" y="105275"/>
                </a:cubicBezTo>
                <a:cubicBezTo>
                  <a:pt x="330095" y="105275"/>
                  <a:pt x="334704" y="102898"/>
                  <a:pt x="339156" y="98143"/>
                </a:cubicBezTo>
                <a:close/>
                <a:moveTo>
                  <a:pt x="409549" y="101430"/>
                </a:moveTo>
                <a:cubicBezTo>
                  <a:pt x="402164" y="107138"/>
                  <a:pt x="397529" y="110436"/>
                  <a:pt x="395643" y="111324"/>
                </a:cubicBezTo>
                <a:cubicBezTo>
                  <a:pt x="392815" y="112634"/>
                  <a:pt x="389803" y="113288"/>
                  <a:pt x="386608" y="113288"/>
                </a:cubicBezTo>
                <a:cubicBezTo>
                  <a:pt x="381633" y="113288"/>
                  <a:pt x="377534" y="111586"/>
                  <a:pt x="374313" y="108182"/>
                </a:cubicBezTo>
                <a:cubicBezTo>
                  <a:pt x="371092" y="104777"/>
                  <a:pt x="369481" y="100299"/>
                  <a:pt x="369481" y="94747"/>
                </a:cubicBezTo>
                <a:cubicBezTo>
                  <a:pt x="369481" y="91238"/>
                  <a:pt x="370267" y="88201"/>
                  <a:pt x="371838" y="85634"/>
                </a:cubicBezTo>
                <a:cubicBezTo>
                  <a:pt x="373986" y="82073"/>
                  <a:pt x="377718" y="78721"/>
                  <a:pt x="383034" y="75578"/>
                </a:cubicBezTo>
                <a:cubicBezTo>
                  <a:pt x="388350" y="72435"/>
                  <a:pt x="397188" y="68612"/>
                  <a:pt x="409549" y="64108"/>
                </a:cubicBezTo>
                <a:lnTo>
                  <a:pt x="409549" y="61289"/>
                </a:lnTo>
                <a:cubicBezTo>
                  <a:pt x="409549" y="54140"/>
                  <a:pt x="408410" y="49235"/>
                  <a:pt x="406131" y="46573"/>
                </a:cubicBezTo>
                <a:cubicBezTo>
                  <a:pt x="403853" y="43912"/>
                  <a:pt x="400540" y="42581"/>
                  <a:pt x="396193" y="42581"/>
                </a:cubicBezTo>
                <a:cubicBezTo>
                  <a:pt x="392893" y="42581"/>
                  <a:pt x="390275" y="43472"/>
                  <a:pt x="388337" y="45253"/>
                </a:cubicBezTo>
                <a:cubicBezTo>
                  <a:pt x="386346" y="47033"/>
                  <a:pt x="385351" y="49076"/>
                  <a:pt x="385351" y="51380"/>
                </a:cubicBezTo>
                <a:lnTo>
                  <a:pt x="385508" y="55937"/>
                </a:lnTo>
                <a:cubicBezTo>
                  <a:pt x="385508" y="58346"/>
                  <a:pt x="384893" y="60206"/>
                  <a:pt x="383662" y="61515"/>
                </a:cubicBezTo>
                <a:cubicBezTo>
                  <a:pt x="382431" y="62825"/>
                  <a:pt x="380821" y="63479"/>
                  <a:pt x="378831" y="63479"/>
                </a:cubicBezTo>
                <a:cubicBezTo>
                  <a:pt x="376893" y="63479"/>
                  <a:pt x="375308" y="62797"/>
                  <a:pt x="374077" y="61432"/>
                </a:cubicBezTo>
                <a:cubicBezTo>
                  <a:pt x="372847" y="60065"/>
                  <a:pt x="372231" y="58200"/>
                  <a:pt x="372231" y="55836"/>
                </a:cubicBezTo>
                <a:cubicBezTo>
                  <a:pt x="372231" y="51317"/>
                  <a:pt x="374536" y="47167"/>
                  <a:pt x="379145" y="43384"/>
                </a:cubicBezTo>
                <a:cubicBezTo>
                  <a:pt x="383754" y="39602"/>
                  <a:pt x="390222" y="37710"/>
                  <a:pt x="398550" y="37710"/>
                </a:cubicBezTo>
                <a:cubicBezTo>
                  <a:pt x="404940" y="37710"/>
                  <a:pt x="410177" y="38782"/>
                  <a:pt x="414263" y="40927"/>
                </a:cubicBezTo>
                <a:cubicBezTo>
                  <a:pt x="417353" y="42549"/>
                  <a:pt x="419631" y="45086"/>
                  <a:pt x="421098" y="48540"/>
                </a:cubicBezTo>
                <a:cubicBezTo>
                  <a:pt x="422040" y="50789"/>
                  <a:pt x="422512" y="55392"/>
                  <a:pt x="422512" y="62350"/>
                </a:cubicBezTo>
                <a:lnTo>
                  <a:pt x="422512" y="86754"/>
                </a:lnTo>
                <a:cubicBezTo>
                  <a:pt x="422512" y="93607"/>
                  <a:pt x="422643" y="97805"/>
                  <a:pt x="422905" y="99348"/>
                </a:cubicBezTo>
                <a:cubicBezTo>
                  <a:pt x="423166" y="100892"/>
                  <a:pt x="423599" y="101925"/>
                  <a:pt x="424201" y="102449"/>
                </a:cubicBezTo>
                <a:cubicBezTo>
                  <a:pt x="424803" y="102971"/>
                  <a:pt x="425497" y="103232"/>
                  <a:pt x="426283" y="103232"/>
                </a:cubicBezTo>
                <a:cubicBezTo>
                  <a:pt x="427121" y="103232"/>
                  <a:pt x="427854" y="103049"/>
                  <a:pt x="428483" y="102682"/>
                </a:cubicBezTo>
                <a:cubicBezTo>
                  <a:pt x="429582" y="102001"/>
                  <a:pt x="431704" y="100090"/>
                  <a:pt x="434846" y="96947"/>
                </a:cubicBezTo>
                <a:lnTo>
                  <a:pt x="434846" y="101347"/>
                </a:lnTo>
                <a:cubicBezTo>
                  <a:pt x="428980" y="109203"/>
                  <a:pt x="423376" y="113131"/>
                  <a:pt x="418034" y="113131"/>
                </a:cubicBezTo>
                <a:cubicBezTo>
                  <a:pt x="415467" y="113131"/>
                  <a:pt x="413425" y="112247"/>
                  <a:pt x="411906" y="110480"/>
                </a:cubicBezTo>
                <a:cubicBezTo>
                  <a:pt x="410387" y="108710"/>
                  <a:pt x="409601" y="105694"/>
                  <a:pt x="409549" y="101430"/>
                </a:cubicBezTo>
                <a:moveTo>
                  <a:pt x="409549" y="96336"/>
                </a:moveTo>
                <a:lnTo>
                  <a:pt x="409549" y="68979"/>
                </a:lnTo>
                <a:cubicBezTo>
                  <a:pt x="401640" y="72115"/>
                  <a:pt x="396533" y="74336"/>
                  <a:pt x="394229" y="75642"/>
                </a:cubicBezTo>
                <a:cubicBezTo>
                  <a:pt x="390091" y="77941"/>
                  <a:pt x="387132" y="80346"/>
                  <a:pt x="385351" y="82855"/>
                </a:cubicBezTo>
                <a:cubicBezTo>
                  <a:pt x="383570" y="85362"/>
                  <a:pt x="382680" y="88106"/>
                  <a:pt x="382680" y="91084"/>
                </a:cubicBezTo>
                <a:cubicBezTo>
                  <a:pt x="382680" y="94847"/>
                  <a:pt x="383806" y="97970"/>
                  <a:pt x="386058" y="100453"/>
                </a:cubicBezTo>
                <a:cubicBezTo>
                  <a:pt x="388310" y="102934"/>
                  <a:pt x="390903" y="104175"/>
                  <a:pt x="393836" y="104175"/>
                </a:cubicBezTo>
                <a:cubicBezTo>
                  <a:pt x="397817" y="104175"/>
                  <a:pt x="403054" y="101562"/>
                  <a:pt x="409549" y="96336"/>
                </a:cubicBezTo>
                <a:close/>
                <a:moveTo>
                  <a:pt x="436102" y="39753"/>
                </a:moveTo>
                <a:lnTo>
                  <a:pt x="469649" y="39753"/>
                </a:lnTo>
                <a:lnTo>
                  <a:pt x="469649" y="42581"/>
                </a:lnTo>
                <a:lnTo>
                  <a:pt x="467999" y="42581"/>
                </a:lnTo>
                <a:cubicBezTo>
                  <a:pt x="465642" y="42581"/>
                  <a:pt x="463874" y="43094"/>
                  <a:pt x="462696" y="44121"/>
                </a:cubicBezTo>
                <a:cubicBezTo>
                  <a:pt x="461517" y="45147"/>
                  <a:pt x="460928" y="46423"/>
                  <a:pt x="460928" y="47948"/>
                </a:cubicBezTo>
                <a:cubicBezTo>
                  <a:pt x="460928" y="50001"/>
                  <a:pt x="461792" y="52842"/>
                  <a:pt x="463521" y="56472"/>
                </a:cubicBezTo>
                <a:lnTo>
                  <a:pt x="481040" y="92862"/>
                </a:lnTo>
                <a:lnTo>
                  <a:pt x="497146" y="53018"/>
                </a:lnTo>
                <a:cubicBezTo>
                  <a:pt x="498036" y="50858"/>
                  <a:pt x="498481" y="48722"/>
                  <a:pt x="498481" y="46613"/>
                </a:cubicBezTo>
                <a:cubicBezTo>
                  <a:pt x="498481" y="45665"/>
                  <a:pt x="498298" y="44954"/>
                  <a:pt x="497931" y="44479"/>
                </a:cubicBezTo>
                <a:cubicBezTo>
                  <a:pt x="497512" y="43900"/>
                  <a:pt x="496858" y="43439"/>
                  <a:pt x="495967" y="43097"/>
                </a:cubicBezTo>
                <a:cubicBezTo>
                  <a:pt x="495077" y="42753"/>
                  <a:pt x="493506" y="42581"/>
                  <a:pt x="491254" y="42581"/>
                </a:cubicBezTo>
                <a:lnTo>
                  <a:pt x="491254" y="39753"/>
                </a:lnTo>
                <a:lnTo>
                  <a:pt x="514665" y="39753"/>
                </a:lnTo>
                <a:lnTo>
                  <a:pt x="514665" y="42581"/>
                </a:lnTo>
                <a:cubicBezTo>
                  <a:pt x="512728" y="42791"/>
                  <a:pt x="511235" y="43212"/>
                  <a:pt x="510187" y="43843"/>
                </a:cubicBezTo>
                <a:cubicBezTo>
                  <a:pt x="509140" y="44473"/>
                  <a:pt x="507988" y="45656"/>
                  <a:pt x="506731" y="47391"/>
                </a:cubicBezTo>
                <a:cubicBezTo>
                  <a:pt x="506259" y="48127"/>
                  <a:pt x="505369" y="50151"/>
                  <a:pt x="504059" y="53462"/>
                </a:cubicBezTo>
                <a:lnTo>
                  <a:pt x="474755" y="125235"/>
                </a:lnTo>
                <a:cubicBezTo>
                  <a:pt x="471927" y="132225"/>
                  <a:pt x="468221" y="137507"/>
                  <a:pt x="463638" y="141080"/>
                </a:cubicBezTo>
                <a:cubicBezTo>
                  <a:pt x="459056" y="144655"/>
                  <a:pt x="454643" y="146442"/>
                  <a:pt x="450401" y="146442"/>
                </a:cubicBezTo>
                <a:cubicBezTo>
                  <a:pt x="447310" y="146442"/>
                  <a:pt x="444770" y="145547"/>
                  <a:pt x="442780" y="143756"/>
                </a:cubicBezTo>
                <a:cubicBezTo>
                  <a:pt x="440790" y="141967"/>
                  <a:pt x="439795" y="139916"/>
                  <a:pt x="439795" y="137601"/>
                </a:cubicBezTo>
                <a:cubicBezTo>
                  <a:pt x="439795" y="135390"/>
                  <a:pt x="440515" y="133613"/>
                  <a:pt x="441955" y="132271"/>
                </a:cubicBezTo>
                <a:cubicBezTo>
                  <a:pt x="443395" y="130929"/>
                  <a:pt x="445373" y="130258"/>
                  <a:pt x="447887" y="130258"/>
                </a:cubicBezTo>
                <a:cubicBezTo>
                  <a:pt x="449615" y="130258"/>
                  <a:pt x="451972" y="130819"/>
                  <a:pt x="454957" y="131940"/>
                </a:cubicBezTo>
                <a:cubicBezTo>
                  <a:pt x="457052" y="132704"/>
                  <a:pt x="458362" y="133086"/>
                  <a:pt x="458885" y="133086"/>
                </a:cubicBezTo>
                <a:cubicBezTo>
                  <a:pt x="460457" y="133086"/>
                  <a:pt x="462172" y="132280"/>
                  <a:pt x="464031" y="130668"/>
                </a:cubicBezTo>
                <a:cubicBezTo>
                  <a:pt x="465891" y="129056"/>
                  <a:pt x="467763" y="125936"/>
                  <a:pt x="469649" y="121309"/>
                </a:cubicBezTo>
                <a:lnTo>
                  <a:pt x="474755" y="108739"/>
                </a:lnTo>
                <a:lnTo>
                  <a:pt x="448908" y="54594"/>
                </a:lnTo>
                <a:cubicBezTo>
                  <a:pt x="448122" y="52961"/>
                  <a:pt x="446865" y="50932"/>
                  <a:pt x="445137" y="48508"/>
                </a:cubicBezTo>
                <a:cubicBezTo>
                  <a:pt x="443827" y="46665"/>
                  <a:pt x="442754" y="45427"/>
                  <a:pt x="441916" y="44793"/>
                </a:cubicBezTo>
                <a:cubicBezTo>
                  <a:pt x="440711" y="43950"/>
                  <a:pt x="438773" y="43213"/>
                  <a:pt x="436102" y="42581"/>
                </a:cubicBezTo>
                <a:lnTo>
                  <a:pt x="436102" y="39753"/>
                </a:lnTo>
                <a:close/>
                <a:moveTo>
                  <a:pt x="652702" y="2828"/>
                </a:moveTo>
                <a:lnTo>
                  <a:pt x="655137" y="39125"/>
                </a:lnTo>
                <a:lnTo>
                  <a:pt x="652702" y="39125"/>
                </a:lnTo>
                <a:cubicBezTo>
                  <a:pt x="649455" y="28255"/>
                  <a:pt x="644819" y="20431"/>
                  <a:pt x="638796" y="15654"/>
                </a:cubicBezTo>
                <a:cubicBezTo>
                  <a:pt x="632773" y="10874"/>
                  <a:pt x="625545" y="8485"/>
                  <a:pt x="617113" y="8485"/>
                </a:cubicBezTo>
                <a:cubicBezTo>
                  <a:pt x="610042" y="8485"/>
                  <a:pt x="603652" y="10276"/>
                  <a:pt x="597943" y="13859"/>
                </a:cubicBezTo>
                <a:cubicBezTo>
                  <a:pt x="592234" y="17440"/>
                  <a:pt x="587743" y="23153"/>
                  <a:pt x="584470" y="30998"/>
                </a:cubicBezTo>
                <a:cubicBezTo>
                  <a:pt x="581196" y="38841"/>
                  <a:pt x="579559" y="48593"/>
                  <a:pt x="579559" y="60253"/>
                </a:cubicBezTo>
                <a:cubicBezTo>
                  <a:pt x="579559" y="69876"/>
                  <a:pt x="581104" y="78216"/>
                  <a:pt x="584195" y="85276"/>
                </a:cubicBezTo>
                <a:cubicBezTo>
                  <a:pt x="587285" y="92335"/>
                  <a:pt x="591933" y="97748"/>
                  <a:pt x="598140" y="101514"/>
                </a:cubicBezTo>
                <a:cubicBezTo>
                  <a:pt x="604346" y="105278"/>
                  <a:pt x="611430" y="107160"/>
                  <a:pt x="619391" y="107160"/>
                </a:cubicBezTo>
                <a:cubicBezTo>
                  <a:pt x="626305" y="107160"/>
                  <a:pt x="632406" y="105676"/>
                  <a:pt x="637696" y="102707"/>
                </a:cubicBezTo>
                <a:cubicBezTo>
                  <a:pt x="642986" y="99736"/>
                  <a:pt x="648800" y="93836"/>
                  <a:pt x="655137" y="85006"/>
                </a:cubicBezTo>
                <a:lnTo>
                  <a:pt x="657573" y="86577"/>
                </a:lnTo>
                <a:cubicBezTo>
                  <a:pt x="652230" y="96085"/>
                  <a:pt x="645998" y="103045"/>
                  <a:pt x="638875" y="107458"/>
                </a:cubicBezTo>
                <a:cubicBezTo>
                  <a:pt x="631752" y="111869"/>
                  <a:pt x="623293" y="114074"/>
                  <a:pt x="613499" y="114074"/>
                </a:cubicBezTo>
                <a:cubicBezTo>
                  <a:pt x="595848" y="114074"/>
                  <a:pt x="582178" y="107536"/>
                  <a:pt x="572489" y="94460"/>
                </a:cubicBezTo>
                <a:cubicBezTo>
                  <a:pt x="565261" y="84733"/>
                  <a:pt x="561647" y="73279"/>
                  <a:pt x="561647" y="60099"/>
                </a:cubicBezTo>
                <a:cubicBezTo>
                  <a:pt x="561647" y="49481"/>
                  <a:pt x="564030" y="39727"/>
                  <a:pt x="568796" y="30836"/>
                </a:cubicBezTo>
                <a:cubicBezTo>
                  <a:pt x="573562" y="21945"/>
                  <a:pt x="580122" y="15055"/>
                  <a:pt x="588476" y="10164"/>
                </a:cubicBezTo>
                <a:cubicBezTo>
                  <a:pt x="596830" y="5274"/>
                  <a:pt x="605957" y="2828"/>
                  <a:pt x="615856" y="2828"/>
                </a:cubicBezTo>
                <a:cubicBezTo>
                  <a:pt x="623555" y="2828"/>
                  <a:pt x="631149" y="4714"/>
                  <a:pt x="638639" y="8485"/>
                </a:cubicBezTo>
                <a:cubicBezTo>
                  <a:pt x="640839" y="9637"/>
                  <a:pt x="642410" y="10213"/>
                  <a:pt x="643353" y="10213"/>
                </a:cubicBezTo>
                <a:cubicBezTo>
                  <a:pt x="644767" y="10213"/>
                  <a:pt x="645998" y="9716"/>
                  <a:pt x="647045" y="8721"/>
                </a:cubicBezTo>
                <a:cubicBezTo>
                  <a:pt x="648407" y="7306"/>
                  <a:pt x="649376" y="5342"/>
                  <a:pt x="649952" y="2828"/>
                </a:cubicBezTo>
                <a:lnTo>
                  <a:pt x="652702" y="2828"/>
                </a:lnTo>
                <a:close/>
                <a:moveTo>
                  <a:pt x="708954" y="101430"/>
                </a:moveTo>
                <a:cubicBezTo>
                  <a:pt x="701569" y="107138"/>
                  <a:pt x="696934" y="110436"/>
                  <a:pt x="695048" y="111324"/>
                </a:cubicBezTo>
                <a:cubicBezTo>
                  <a:pt x="692220" y="112634"/>
                  <a:pt x="689209" y="113288"/>
                  <a:pt x="686014" y="113288"/>
                </a:cubicBezTo>
                <a:cubicBezTo>
                  <a:pt x="681038" y="113288"/>
                  <a:pt x="676940" y="111586"/>
                  <a:pt x="673719" y="108182"/>
                </a:cubicBezTo>
                <a:cubicBezTo>
                  <a:pt x="670497" y="104777"/>
                  <a:pt x="668887" y="100299"/>
                  <a:pt x="668887" y="94747"/>
                </a:cubicBezTo>
                <a:cubicBezTo>
                  <a:pt x="668887" y="91238"/>
                  <a:pt x="669673" y="88201"/>
                  <a:pt x="671244" y="85634"/>
                </a:cubicBezTo>
                <a:cubicBezTo>
                  <a:pt x="673391" y="82073"/>
                  <a:pt x="677123" y="78721"/>
                  <a:pt x="682439" y="75578"/>
                </a:cubicBezTo>
                <a:cubicBezTo>
                  <a:pt x="687755" y="72435"/>
                  <a:pt x="696594" y="68612"/>
                  <a:pt x="708954" y="64108"/>
                </a:cubicBezTo>
                <a:lnTo>
                  <a:pt x="708954" y="61289"/>
                </a:lnTo>
                <a:cubicBezTo>
                  <a:pt x="708954" y="54140"/>
                  <a:pt x="707815" y="49235"/>
                  <a:pt x="705537" y="46573"/>
                </a:cubicBezTo>
                <a:cubicBezTo>
                  <a:pt x="703258" y="43912"/>
                  <a:pt x="699946" y="42581"/>
                  <a:pt x="695598" y="42581"/>
                </a:cubicBezTo>
                <a:cubicBezTo>
                  <a:pt x="692299" y="42581"/>
                  <a:pt x="689680" y="43472"/>
                  <a:pt x="687742" y="45253"/>
                </a:cubicBezTo>
                <a:cubicBezTo>
                  <a:pt x="685752" y="47033"/>
                  <a:pt x="684757" y="49076"/>
                  <a:pt x="684757" y="51380"/>
                </a:cubicBezTo>
                <a:lnTo>
                  <a:pt x="684914" y="55937"/>
                </a:lnTo>
                <a:cubicBezTo>
                  <a:pt x="684914" y="58346"/>
                  <a:pt x="684298" y="60206"/>
                  <a:pt x="683068" y="61515"/>
                </a:cubicBezTo>
                <a:cubicBezTo>
                  <a:pt x="681837" y="62825"/>
                  <a:pt x="680226" y="63479"/>
                  <a:pt x="678236" y="63479"/>
                </a:cubicBezTo>
                <a:cubicBezTo>
                  <a:pt x="676298" y="63479"/>
                  <a:pt x="674714" y="62797"/>
                  <a:pt x="673483" y="61432"/>
                </a:cubicBezTo>
                <a:cubicBezTo>
                  <a:pt x="672252" y="60065"/>
                  <a:pt x="671637" y="58200"/>
                  <a:pt x="671637" y="55836"/>
                </a:cubicBezTo>
                <a:cubicBezTo>
                  <a:pt x="671637" y="51317"/>
                  <a:pt x="673941" y="47167"/>
                  <a:pt x="678550" y="43384"/>
                </a:cubicBezTo>
                <a:cubicBezTo>
                  <a:pt x="683159" y="39602"/>
                  <a:pt x="689628" y="37710"/>
                  <a:pt x="697955" y="37710"/>
                </a:cubicBezTo>
                <a:cubicBezTo>
                  <a:pt x="704345" y="37710"/>
                  <a:pt x="709583" y="38782"/>
                  <a:pt x="713668" y="40927"/>
                </a:cubicBezTo>
                <a:cubicBezTo>
                  <a:pt x="716758" y="42549"/>
                  <a:pt x="719037" y="45086"/>
                  <a:pt x="720503" y="48540"/>
                </a:cubicBezTo>
                <a:cubicBezTo>
                  <a:pt x="721446" y="50789"/>
                  <a:pt x="721917" y="55392"/>
                  <a:pt x="721917" y="62350"/>
                </a:cubicBezTo>
                <a:lnTo>
                  <a:pt x="721917" y="86754"/>
                </a:lnTo>
                <a:cubicBezTo>
                  <a:pt x="721917" y="93607"/>
                  <a:pt x="722048" y="97805"/>
                  <a:pt x="722310" y="99348"/>
                </a:cubicBezTo>
                <a:cubicBezTo>
                  <a:pt x="722572" y="100892"/>
                  <a:pt x="723004" y="101925"/>
                  <a:pt x="723606" y="102449"/>
                </a:cubicBezTo>
                <a:cubicBezTo>
                  <a:pt x="724209" y="102971"/>
                  <a:pt x="724903" y="103232"/>
                  <a:pt x="725688" y="103232"/>
                </a:cubicBezTo>
                <a:cubicBezTo>
                  <a:pt x="726526" y="103232"/>
                  <a:pt x="727259" y="103049"/>
                  <a:pt x="727888" y="102682"/>
                </a:cubicBezTo>
                <a:cubicBezTo>
                  <a:pt x="728988" y="102001"/>
                  <a:pt x="731109" y="100090"/>
                  <a:pt x="734252" y="96947"/>
                </a:cubicBezTo>
                <a:lnTo>
                  <a:pt x="734252" y="101347"/>
                </a:lnTo>
                <a:cubicBezTo>
                  <a:pt x="728386" y="109203"/>
                  <a:pt x="722781" y="113131"/>
                  <a:pt x="717439" y="113131"/>
                </a:cubicBezTo>
                <a:cubicBezTo>
                  <a:pt x="714873" y="113131"/>
                  <a:pt x="712830" y="112247"/>
                  <a:pt x="711311" y="110480"/>
                </a:cubicBezTo>
                <a:cubicBezTo>
                  <a:pt x="709792" y="108710"/>
                  <a:pt x="709007" y="105694"/>
                  <a:pt x="708954" y="101430"/>
                </a:cubicBezTo>
                <a:moveTo>
                  <a:pt x="708954" y="96336"/>
                </a:moveTo>
                <a:lnTo>
                  <a:pt x="708954" y="68979"/>
                </a:lnTo>
                <a:cubicBezTo>
                  <a:pt x="701046" y="72115"/>
                  <a:pt x="695939" y="74336"/>
                  <a:pt x="693634" y="75642"/>
                </a:cubicBezTo>
                <a:cubicBezTo>
                  <a:pt x="689497" y="77941"/>
                  <a:pt x="686537" y="80346"/>
                  <a:pt x="684757" y="82855"/>
                </a:cubicBezTo>
                <a:cubicBezTo>
                  <a:pt x="682976" y="85362"/>
                  <a:pt x="682086" y="88106"/>
                  <a:pt x="682086" y="91084"/>
                </a:cubicBezTo>
                <a:cubicBezTo>
                  <a:pt x="682086" y="94847"/>
                  <a:pt x="683212" y="97970"/>
                  <a:pt x="685464" y="100453"/>
                </a:cubicBezTo>
                <a:cubicBezTo>
                  <a:pt x="687716" y="102934"/>
                  <a:pt x="690309" y="104175"/>
                  <a:pt x="693242" y="104175"/>
                </a:cubicBezTo>
                <a:cubicBezTo>
                  <a:pt x="697222" y="104175"/>
                  <a:pt x="702460" y="101562"/>
                  <a:pt x="708954" y="96336"/>
                </a:cubicBezTo>
                <a:close/>
                <a:moveTo>
                  <a:pt x="758841" y="85494"/>
                </a:moveTo>
                <a:cubicBezTo>
                  <a:pt x="754441" y="83350"/>
                  <a:pt x="751063" y="80356"/>
                  <a:pt x="748706" y="76511"/>
                </a:cubicBezTo>
                <a:cubicBezTo>
                  <a:pt x="746349" y="72666"/>
                  <a:pt x="745171" y="68416"/>
                  <a:pt x="745171" y="63759"/>
                </a:cubicBezTo>
                <a:cubicBezTo>
                  <a:pt x="745171" y="56646"/>
                  <a:pt x="747855" y="50526"/>
                  <a:pt x="753223" y="45400"/>
                </a:cubicBezTo>
                <a:cubicBezTo>
                  <a:pt x="758592" y="40274"/>
                  <a:pt x="765466" y="37710"/>
                  <a:pt x="773846" y="37710"/>
                </a:cubicBezTo>
                <a:cubicBezTo>
                  <a:pt x="780708" y="37710"/>
                  <a:pt x="786652" y="39386"/>
                  <a:pt x="791680" y="42738"/>
                </a:cubicBezTo>
                <a:lnTo>
                  <a:pt x="806922" y="42738"/>
                </a:lnTo>
                <a:cubicBezTo>
                  <a:pt x="809174" y="42738"/>
                  <a:pt x="810483" y="42804"/>
                  <a:pt x="810850" y="42935"/>
                </a:cubicBezTo>
                <a:cubicBezTo>
                  <a:pt x="811216" y="43066"/>
                  <a:pt x="811478" y="43288"/>
                  <a:pt x="811635" y="43603"/>
                </a:cubicBezTo>
                <a:cubicBezTo>
                  <a:pt x="811950" y="44074"/>
                  <a:pt x="812107" y="44912"/>
                  <a:pt x="812107" y="46117"/>
                </a:cubicBezTo>
                <a:cubicBezTo>
                  <a:pt x="812107" y="47478"/>
                  <a:pt x="811976" y="48421"/>
                  <a:pt x="811714" y="48945"/>
                </a:cubicBezTo>
                <a:cubicBezTo>
                  <a:pt x="811557" y="49207"/>
                  <a:pt x="811282" y="49416"/>
                  <a:pt x="810889" y="49574"/>
                </a:cubicBezTo>
                <a:cubicBezTo>
                  <a:pt x="810496" y="49731"/>
                  <a:pt x="809174" y="49809"/>
                  <a:pt x="806922" y="49809"/>
                </a:cubicBezTo>
                <a:lnTo>
                  <a:pt x="797573" y="49809"/>
                </a:lnTo>
                <a:cubicBezTo>
                  <a:pt x="800506" y="53580"/>
                  <a:pt x="801972" y="58399"/>
                  <a:pt x="801972" y="64265"/>
                </a:cubicBezTo>
                <a:cubicBezTo>
                  <a:pt x="801972" y="70969"/>
                  <a:pt x="799406" y="76704"/>
                  <a:pt x="794273" y="81470"/>
                </a:cubicBezTo>
                <a:cubicBezTo>
                  <a:pt x="789140" y="86236"/>
                  <a:pt x="782253" y="88620"/>
                  <a:pt x="773611" y="88620"/>
                </a:cubicBezTo>
                <a:cubicBezTo>
                  <a:pt x="770049" y="88620"/>
                  <a:pt x="766409" y="88085"/>
                  <a:pt x="762690" y="87016"/>
                </a:cubicBezTo>
                <a:cubicBezTo>
                  <a:pt x="760386" y="88977"/>
                  <a:pt x="758828" y="90692"/>
                  <a:pt x="758016" y="92162"/>
                </a:cubicBezTo>
                <a:cubicBezTo>
                  <a:pt x="757204" y="93632"/>
                  <a:pt x="756798" y="94882"/>
                  <a:pt x="756798" y="95914"/>
                </a:cubicBezTo>
                <a:cubicBezTo>
                  <a:pt x="756798" y="96791"/>
                  <a:pt x="757230" y="97642"/>
                  <a:pt x="758094" y="98467"/>
                </a:cubicBezTo>
                <a:cubicBezTo>
                  <a:pt x="758959" y="99292"/>
                  <a:pt x="760648" y="99885"/>
                  <a:pt x="763162" y="100247"/>
                </a:cubicBezTo>
                <a:cubicBezTo>
                  <a:pt x="764628" y="100486"/>
                  <a:pt x="768295" y="100695"/>
                  <a:pt x="774161" y="100875"/>
                </a:cubicBezTo>
                <a:cubicBezTo>
                  <a:pt x="784950" y="101175"/>
                  <a:pt x="791942" y="101594"/>
                  <a:pt x="795137" y="102132"/>
                </a:cubicBezTo>
                <a:cubicBezTo>
                  <a:pt x="800008" y="102812"/>
                  <a:pt x="803897" y="104615"/>
                  <a:pt x="806804" y="107543"/>
                </a:cubicBezTo>
                <a:cubicBezTo>
                  <a:pt x="809711" y="110472"/>
                  <a:pt x="811164" y="114079"/>
                  <a:pt x="811164" y="118366"/>
                </a:cubicBezTo>
                <a:cubicBezTo>
                  <a:pt x="811164" y="124274"/>
                  <a:pt x="808388" y="129816"/>
                  <a:pt x="802836" y="134992"/>
                </a:cubicBezTo>
                <a:cubicBezTo>
                  <a:pt x="794666" y="142625"/>
                  <a:pt x="784007" y="146442"/>
                  <a:pt x="770861" y="146442"/>
                </a:cubicBezTo>
                <a:cubicBezTo>
                  <a:pt x="760752" y="146442"/>
                  <a:pt x="752215" y="144163"/>
                  <a:pt x="745249" y="139605"/>
                </a:cubicBezTo>
                <a:cubicBezTo>
                  <a:pt x="741321" y="136986"/>
                  <a:pt x="739357" y="134262"/>
                  <a:pt x="739357" y="131432"/>
                </a:cubicBezTo>
                <a:cubicBezTo>
                  <a:pt x="739357" y="130175"/>
                  <a:pt x="739645" y="128918"/>
                  <a:pt x="740221" y="127661"/>
                </a:cubicBezTo>
                <a:cubicBezTo>
                  <a:pt x="741112" y="125723"/>
                  <a:pt x="742945" y="123025"/>
                  <a:pt x="745721" y="119566"/>
                </a:cubicBezTo>
                <a:cubicBezTo>
                  <a:pt x="746087" y="119095"/>
                  <a:pt x="748758" y="116266"/>
                  <a:pt x="753734" y="111079"/>
                </a:cubicBezTo>
                <a:cubicBezTo>
                  <a:pt x="751011" y="109457"/>
                  <a:pt x="749086" y="108005"/>
                  <a:pt x="747960" y="106723"/>
                </a:cubicBezTo>
                <a:cubicBezTo>
                  <a:pt x="746834" y="105442"/>
                  <a:pt x="746271" y="103990"/>
                  <a:pt x="746271" y="102368"/>
                </a:cubicBezTo>
                <a:cubicBezTo>
                  <a:pt x="746271" y="100537"/>
                  <a:pt x="747017" y="98392"/>
                  <a:pt x="748510" y="95933"/>
                </a:cubicBezTo>
                <a:cubicBezTo>
                  <a:pt x="750002" y="93473"/>
                  <a:pt x="753446" y="89994"/>
                  <a:pt x="758841" y="85494"/>
                </a:cubicBezTo>
                <a:moveTo>
                  <a:pt x="772511" y="41639"/>
                </a:moveTo>
                <a:cubicBezTo>
                  <a:pt x="768635" y="41639"/>
                  <a:pt x="765388" y="43175"/>
                  <a:pt x="762769" y="46249"/>
                </a:cubicBezTo>
                <a:cubicBezTo>
                  <a:pt x="760150" y="49321"/>
                  <a:pt x="758841" y="54035"/>
                  <a:pt x="758841" y="60391"/>
                </a:cubicBezTo>
                <a:cubicBezTo>
                  <a:pt x="758841" y="68622"/>
                  <a:pt x="760622" y="75003"/>
                  <a:pt x="764183" y="79533"/>
                </a:cubicBezTo>
                <a:cubicBezTo>
                  <a:pt x="766907" y="82972"/>
                  <a:pt x="770363" y="84691"/>
                  <a:pt x="774553" y="84691"/>
                </a:cubicBezTo>
                <a:cubicBezTo>
                  <a:pt x="778534" y="84691"/>
                  <a:pt x="781807" y="83207"/>
                  <a:pt x="784374" y="80238"/>
                </a:cubicBezTo>
                <a:cubicBezTo>
                  <a:pt x="786940" y="77269"/>
                  <a:pt x="788223" y="72606"/>
                  <a:pt x="788223" y="66251"/>
                </a:cubicBezTo>
                <a:cubicBezTo>
                  <a:pt x="788223" y="57969"/>
                  <a:pt x="786417" y="51484"/>
                  <a:pt x="782803" y="46794"/>
                </a:cubicBezTo>
                <a:cubicBezTo>
                  <a:pt x="780131" y="43357"/>
                  <a:pt x="776701" y="41639"/>
                  <a:pt x="772511" y="41639"/>
                </a:cubicBezTo>
                <a:moveTo>
                  <a:pt x="758055" y="111717"/>
                </a:moveTo>
                <a:cubicBezTo>
                  <a:pt x="755593" y="114372"/>
                  <a:pt x="753734" y="116844"/>
                  <a:pt x="752477" y="119134"/>
                </a:cubicBezTo>
                <a:cubicBezTo>
                  <a:pt x="751220" y="121424"/>
                  <a:pt x="750592" y="123532"/>
                  <a:pt x="750592" y="125458"/>
                </a:cubicBezTo>
                <a:cubicBezTo>
                  <a:pt x="750592" y="127956"/>
                  <a:pt x="752111" y="130142"/>
                  <a:pt x="755148" y="132016"/>
                </a:cubicBezTo>
                <a:cubicBezTo>
                  <a:pt x="760386" y="135244"/>
                  <a:pt x="767954" y="136857"/>
                  <a:pt x="777853" y="136857"/>
                </a:cubicBezTo>
                <a:cubicBezTo>
                  <a:pt x="787281" y="136857"/>
                  <a:pt x="794234" y="135211"/>
                  <a:pt x="798712" y="131918"/>
                </a:cubicBezTo>
                <a:cubicBezTo>
                  <a:pt x="803190" y="128626"/>
                  <a:pt x="805429" y="125114"/>
                  <a:pt x="805429" y="121380"/>
                </a:cubicBezTo>
                <a:cubicBezTo>
                  <a:pt x="805429" y="118685"/>
                  <a:pt x="804093" y="116766"/>
                  <a:pt x="801422" y="115626"/>
                </a:cubicBezTo>
                <a:cubicBezTo>
                  <a:pt x="798699" y="114485"/>
                  <a:pt x="793304" y="113811"/>
                  <a:pt x="785238" y="113603"/>
                </a:cubicBezTo>
                <a:cubicBezTo>
                  <a:pt x="773454" y="113275"/>
                  <a:pt x="764393" y="112647"/>
                  <a:pt x="758055" y="111717"/>
                </a:cubicBezTo>
                <a:close/>
                <a:moveTo>
                  <a:pt x="832141" y="66936"/>
                </a:moveTo>
                <a:cubicBezTo>
                  <a:pt x="832088" y="77572"/>
                  <a:pt x="834681" y="85913"/>
                  <a:pt x="839918" y="91961"/>
                </a:cubicBezTo>
                <a:cubicBezTo>
                  <a:pt x="845156" y="98009"/>
                  <a:pt x="851310" y="101033"/>
                  <a:pt x="858381" y="101033"/>
                </a:cubicBezTo>
                <a:cubicBezTo>
                  <a:pt x="863095" y="101033"/>
                  <a:pt x="867193" y="99730"/>
                  <a:pt x="870676" y="97126"/>
                </a:cubicBezTo>
                <a:cubicBezTo>
                  <a:pt x="874159" y="94522"/>
                  <a:pt x="877079" y="90063"/>
                  <a:pt x="879436" y="83749"/>
                </a:cubicBezTo>
                <a:lnTo>
                  <a:pt x="881871" y="85327"/>
                </a:lnTo>
                <a:cubicBezTo>
                  <a:pt x="880771" y="92540"/>
                  <a:pt x="877577" y="99109"/>
                  <a:pt x="872287" y="105032"/>
                </a:cubicBezTo>
                <a:cubicBezTo>
                  <a:pt x="866997" y="110955"/>
                  <a:pt x="860371" y="113917"/>
                  <a:pt x="852410" y="113917"/>
                </a:cubicBezTo>
                <a:cubicBezTo>
                  <a:pt x="843768" y="113917"/>
                  <a:pt x="836370" y="110559"/>
                  <a:pt x="830216" y="103844"/>
                </a:cubicBezTo>
                <a:cubicBezTo>
                  <a:pt x="824062" y="97126"/>
                  <a:pt x="820985" y="88097"/>
                  <a:pt x="820985" y="76754"/>
                </a:cubicBezTo>
                <a:cubicBezTo>
                  <a:pt x="820985" y="64472"/>
                  <a:pt x="824140" y="54895"/>
                  <a:pt x="830452" y="48022"/>
                </a:cubicBezTo>
                <a:cubicBezTo>
                  <a:pt x="836763" y="41148"/>
                  <a:pt x="844685" y="37710"/>
                  <a:pt x="854217" y="37710"/>
                </a:cubicBezTo>
                <a:cubicBezTo>
                  <a:pt x="862283" y="37710"/>
                  <a:pt x="868908" y="40362"/>
                  <a:pt x="874094" y="45665"/>
                </a:cubicBezTo>
                <a:cubicBezTo>
                  <a:pt x="879279" y="50966"/>
                  <a:pt x="881871" y="58057"/>
                  <a:pt x="881871" y="66936"/>
                </a:cubicBezTo>
                <a:lnTo>
                  <a:pt x="832141" y="66936"/>
                </a:lnTo>
                <a:moveTo>
                  <a:pt x="832141" y="62379"/>
                </a:moveTo>
                <a:lnTo>
                  <a:pt x="865452" y="62379"/>
                </a:lnTo>
                <a:cubicBezTo>
                  <a:pt x="865190" y="57808"/>
                  <a:pt x="864640" y="54588"/>
                  <a:pt x="863802" y="52718"/>
                </a:cubicBezTo>
                <a:cubicBezTo>
                  <a:pt x="862492" y="49808"/>
                  <a:pt x="860541" y="47523"/>
                  <a:pt x="857949" y="45861"/>
                </a:cubicBezTo>
                <a:cubicBezTo>
                  <a:pt x="855356" y="44198"/>
                  <a:pt x="852646" y="43367"/>
                  <a:pt x="849817" y="43367"/>
                </a:cubicBezTo>
                <a:cubicBezTo>
                  <a:pt x="845470" y="43367"/>
                  <a:pt x="841581" y="45042"/>
                  <a:pt x="838151" y="48393"/>
                </a:cubicBezTo>
                <a:cubicBezTo>
                  <a:pt x="834720" y="51743"/>
                  <a:pt x="832717" y="56405"/>
                  <a:pt x="832141" y="62379"/>
                </a:cubicBezTo>
                <a:close/>
              </a:path>
            </a:pathLst>
          </a:custGeom>
          <a:solidFill xmlns:a="http://schemas.openxmlformats.org/drawingml/2006/main">
            <a:srgbClr val="000000">
              <a:alpha val="97758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0" name="Text (RFIsolation)">
            <a:extLst xmlns:a="http://schemas.openxmlformats.org/drawingml/2006/main">
              <a:ext uri="{FF2B5EF4-FFF2-40B4-BE49-F238E27FC236}">
                <a16:creationId xmlns:a16="http://schemas.microsoft.com/office/drawing/2014/main" id="{74851270-B650-4A79-9C55-BC0861555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3395" y="1158454"/>
            <a:ext cx="670535" cy="109596"/>
          </a:xfrm>
          <a:custGeom xmlns:a="http://schemas.openxmlformats.org/drawingml/2006/main">
            <a:pathLst>
              <a:path w="670535" h="109596">
                <a:moveTo>
                  <a:pt x="32525" y="107357"/>
                </a:moveTo>
                <a:lnTo>
                  <a:pt x="32525" y="109596"/>
                </a:lnTo>
                <a:cubicBezTo>
                  <a:pt x="26594" y="106611"/>
                  <a:pt x="21644" y="103114"/>
                  <a:pt x="17677" y="99108"/>
                </a:cubicBezTo>
                <a:cubicBezTo>
                  <a:pt x="12020" y="93412"/>
                  <a:pt x="7660" y="86695"/>
                  <a:pt x="4596" y="78956"/>
                </a:cubicBezTo>
                <a:cubicBezTo>
                  <a:pt x="1532" y="71218"/>
                  <a:pt x="0" y="63185"/>
                  <a:pt x="0" y="54857"/>
                </a:cubicBezTo>
                <a:cubicBezTo>
                  <a:pt x="0" y="42680"/>
                  <a:pt x="3005" y="31573"/>
                  <a:pt x="9015" y="21536"/>
                </a:cubicBezTo>
                <a:cubicBezTo>
                  <a:pt x="15025" y="11500"/>
                  <a:pt x="22862" y="4321"/>
                  <a:pt x="32525" y="0"/>
                </a:cubicBezTo>
                <a:lnTo>
                  <a:pt x="32525" y="2475"/>
                </a:lnTo>
                <a:cubicBezTo>
                  <a:pt x="27694" y="5145"/>
                  <a:pt x="23726" y="8796"/>
                  <a:pt x="20623" y="13429"/>
                </a:cubicBezTo>
                <a:cubicBezTo>
                  <a:pt x="17520" y="18062"/>
                  <a:pt x="15202" y="23931"/>
                  <a:pt x="13670" y="31037"/>
                </a:cubicBezTo>
                <a:cubicBezTo>
                  <a:pt x="12138" y="38143"/>
                  <a:pt x="11372" y="45562"/>
                  <a:pt x="11372" y="53297"/>
                </a:cubicBezTo>
                <a:cubicBezTo>
                  <a:pt x="11372" y="61699"/>
                  <a:pt x="12020" y="69335"/>
                  <a:pt x="13316" y="76205"/>
                </a:cubicBezTo>
                <a:cubicBezTo>
                  <a:pt x="14338" y="81622"/>
                  <a:pt x="15575" y="85970"/>
                  <a:pt x="17029" y="89247"/>
                </a:cubicBezTo>
                <a:cubicBezTo>
                  <a:pt x="18482" y="92526"/>
                  <a:pt x="20436" y="95677"/>
                  <a:pt x="22891" y="98699"/>
                </a:cubicBezTo>
                <a:cubicBezTo>
                  <a:pt x="25347" y="101722"/>
                  <a:pt x="28558" y="104608"/>
                  <a:pt x="32525" y="107357"/>
                </a:cubicBezTo>
                <a:close/>
                <a:moveTo>
                  <a:pt x="116784" y="83788"/>
                </a:moveTo>
                <a:lnTo>
                  <a:pt x="95454" y="83788"/>
                </a:lnTo>
                <a:lnTo>
                  <a:pt x="68408" y="46431"/>
                </a:lnTo>
                <a:cubicBezTo>
                  <a:pt x="66405" y="46510"/>
                  <a:pt x="64775" y="46549"/>
                  <a:pt x="63518" y="46549"/>
                </a:cubicBezTo>
                <a:cubicBezTo>
                  <a:pt x="63007" y="46549"/>
                  <a:pt x="62457" y="46539"/>
                  <a:pt x="61868" y="46519"/>
                </a:cubicBezTo>
                <a:cubicBezTo>
                  <a:pt x="61279" y="46500"/>
                  <a:pt x="60670" y="46470"/>
                  <a:pt x="60041" y="46431"/>
                </a:cubicBezTo>
                <a:lnTo>
                  <a:pt x="60041" y="69646"/>
                </a:lnTo>
                <a:cubicBezTo>
                  <a:pt x="60041" y="74650"/>
                  <a:pt x="60591" y="77758"/>
                  <a:pt x="61691" y="78969"/>
                </a:cubicBezTo>
                <a:cubicBezTo>
                  <a:pt x="63184" y="80689"/>
                  <a:pt x="65423" y="81549"/>
                  <a:pt x="68408" y="81549"/>
                </a:cubicBezTo>
                <a:lnTo>
                  <a:pt x="71531" y="81549"/>
                </a:lnTo>
                <a:lnTo>
                  <a:pt x="71531" y="83788"/>
                </a:lnTo>
                <a:lnTo>
                  <a:pt x="37297" y="83788"/>
                </a:lnTo>
                <a:lnTo>
                  <a:pt x="37297" y="81549"/>
                </a:lnTo>
                <a:lnTo>
                  <a:pt x="40302" y="81549"/>
                </a:lnTo>
                <a:cubicBezTo>
                  <a:pt x="43681" y="81549"/>
                  <a:pt x="46096" y="80454"/>
                  <a:pt x="47550" y="78266"/>
                </a:cubicBezTo>
                <a:cubicBezTo>
                  <a:pt x="48375" y="77054"/>
                  <a:pt x="48787" y="74181"/>
                  <a:pt x="48787" y="69646"/>
                </a:cubicBezTo>
                <a:lnTo>
                  <a:pt x="48787" y="18030"/>
                </a:lnTo>
                <a:cubicBezTo>
                  <a:pt x="48787" y="13027"/>
                  <a:pt x="48237" y="9919"/>
                  <a:pt x="47137" y="8708"/>
                </a:cubicBezTo>
                <a:cubicBezTo>
                  <a:pt x="45605" y="6988"/>
                  <a:pt x="43327" y="6128"/>
                  <a:pt x="40302" y="6128"/>
                </a:cubicBezTo>
                <a:lnTo>
                  <a:pt x="37297" y="6128"/>
                </a:lnTo>
                <a:lnTo>
                  <a:pt x="37297" y="3889"/>
                </a:lnTo>
                <a:lnTo>
                  <a:pt x="66405" y="3889"/>
                </a:lnTo>
                <a:cubicBezTo>
                  <a:pt x="74890" y="3889"/>
                  <a:pt x="81145" y="4507"/>
                  <a:pt x="85172" y="5743"/>
                </a:cubicBezTo>
                <a:cubicBezTo>
                  <a:pt x="89198" y="6979"/>
                  <a:pt x="92616" y="9256"/>
                  <a:pt x="95424" y="12573"/>
                </a:cubicBezTo>
                <a:cubicBezTo>
                  <a:pt x="98233" y="15888"/>
                  <a:pt x="99637" y="19842"/>
                  <a:pt x="99637" y="24433"/>
                </a:cubicBezTo>
                <a:cubicBezTo>
                  <a:pt x="99637" y="29339"/>
                  <a:pt x="98037" y="33598"/>
                  <a:pt x="94835" y="37208"/>
                </a:cubicBezTo>
                <a:cubicBezTo>
                  <a:pt x="91634" y="40818"/>
                  <a:pt x="86674" y="43369"/>
                  <a:pt x="79957" y="44860"/>
                </a:cubicBezTo>
                <a:lnTo>
                  <a:pt x="96455" y="67761"/>
                </a:lnTo>
                <a:cubicBezTo>
                  <a:pt x="100227" y="73025"/>
                  <a:pt x="103467" y="76521"/>
                  <a:pt x="106178" y="78249"/>
                </a:cubicBezTo>
                <a:cubicBezTo>
                  <a:pt x="108888" y="79978"/>
                  <a:pt x="112423" y="81077"/>
                  <a:pt x="116784" y="81549"/>
                </a:cubicBezTo>
                <a:lnTo>
                  <a:pt x="116784" y="83788"/>
                </a:lnTo>
                <a:moveTo>
                  <a:pt x="60041" y="42660"/>
                </a:moveTo>
                <a:cubicBezTo>
                  <a:pt x="60788" y="42660"/>
                  <a:pt x="61436" y="42670"/>
                  <a:pt x="61986" y="42689"/>
                </a:cubicBezTo>
                <a:cubicBezTo>
                  <a:pt x="62536" y="42709"/>
                  <a:pt x="62987" y="42719"/>
                  <a:pt x="63341" y="42719"/>
                </a:cubicBezTo>
                <a:cubicBezTo>
                  <a:pt x="70962" y="42719"/>
                  <a:pt x="76707" y="41072"/>
                  <a:pt x="80576" y="37779"/>
                </a:cubicBezTo>
                <a:cubicBezTo>
                  <a:pt x="84445" y="34484"/>
                  <a:pt x="86380" y="30287"/>
                  <a:pt x="86380" y="25189"/>
                </a:cubicBezTo>
                <a:cubicBezTo>
                  <a:pt x="86380" y="20209"/>
                  <a:pt x="84818" y="16161"/>
                  <a:pt x="81695" y="13044"/>
                </a:cubicBezTo>
                <a:cubicBezTo>
                  <a:pt x="78572" y="9926"/>
                  <a:pt x="74438" y="8367"/>
                  <a:pt x="69292" y="8367"/>
                </a:cubicBezTo>
                <a:cubicBezTo>
                  <a:pt x="67014" y="8367"/>
                  <a:pt x="63930" y="8760"/>
                  <a:pt x="60041" y="9545"/>
                </a:cubicBezTo>
                <a:lnTo>
                  <a:pt x="60041" y="42660"/>
                </a:lnTo>
                <a:close/>
                <a:moveTo>
                  <a:pt x="140413" y="8249"/>
                </a:moveTo>
                <a:lnTo>
                  <a:pt x="140413" y="39596"/>
                </a:lnTo>
                <a:lnTo>
                  <a:pt x="154967" y="39596"/>
                </a:lnTo>
                <a:cubicBezTo>
                  <a:pt x="158306" y="39596"/>
                  <a:pt x="160751" y="38864"/>
                  <a:pt x="162302" y="37399"/>
                </a:cubicBezTo>
                <a:cubicBezTo>
                  <a:pt x="163854" y="35934"/>
                  <a:pt x="164885" y="33013"/>
                  <a:pt x="165396" y="28636"/>
                </a:cubicBezTo>
                <a:lnTo>
                  <a:pt x="167576" y="28636"/>
                </a:lnTo>
                <a:lnTo>
                  <a:pt x="167576" y="55741"/>
                </a:lnTo>
                <a:lnTo>
                  <a:pt x="165396" y="55741"/>
                </a:lnTo>
                <a:cubicBezTo>
                  <a:pt x="165357" y="52637"/>
                  <a:pt x="164954" y="50359"/>
                  <a:pt x="164188" y="48906"/>
                </a:cubicBezTo>
                <a:cubicBezTo>
                  <a:pt x="163422" y="47452"/>
                  <a:pt x="162361" y="46362"/>
                  <a:pt x="161006" y="45636"/>
                </a:cubicBezTo>
                <a:cubicBezTo>
                  <a:pt x="159651" y="44909"/>
                  <a:pt x="157638" y="44545"/>
                  <a:pt x="154967" y="44545"/>
                </a:cubicBezTo>
                <a:lnTo>
                  <a:pt x="140413" y="44545"/>
                </a:lnTo>
                <a:lnTo>
                  <a:pt x="140413" y="69646"/>
                </a:lnTo>
                <a:cubicBezTo>
                  <a:pt x="140413" y="73673"/>
                  <a:pt x="140668" y="76331"/>
                  <a:pt x="141179" y="77621"/>
                </a:cubicBezTo>
                <a:cubicBezTo>
                  <a:pt x="141572" y="78598"/>
                  <a:pt x="142396" y="79439"/>
                  <a:pt x="143653" y="80142"/>
                </a:cubicBezTo>
                <a:cubicBezTo>
                  <a:pt x="145382" y="81080"/>
                  <a:pt x="147189" y="81549"/>
                  <a:pt x="149074" y="81549"/>
                </a:cubicBezTo>
                <a:lnTo>
                  <a:pt x="151962" y="81549"/>
                </a:lnTo>
                <a:lnTo>
                  <a:pt x="151962" y="83788"/>
                </a:lnTo>
                <a:lnTo>
                  <a:pt x="117669" y="83788"/>
                </a:lnTo>
                <a:lnTo>
                  <a:pt x="117669" y="81549"/>
                </a:lnTo>
                <a:lnTo>
                  <a:pt x="120497" y="81549"/>
                </a:lnTo>
                <a:cubicBezTo>
                  <a:pt x="123797" y="81549"/>
                  <a:pt x="126193" y="80591"/>
                  <a:pt x="127685" y="78676"/>
                </a:cubicBezTo>
                <a:cubicBezTo>
                  <a:pt x="128628" y="77425"/>
                  <a:pt x="129100" y="74415"/>
                  <a:pt x="129100" y="69646"/>
                </a:cubicBezTo>
                <a:lnTo>
                  <a:pt x="129100" y="18030"/>
                </a:lnTo>
                <a:cubicBezTo>
                  <a:pt x="129100" y="14004"/>
                  <a:pt x="128844" y="11346"/>
                  <a:pt x="128334" y="10056"/>
                </a:cubicBezTo>
                <a:cubicBezTo>
                  <a:pt x="127941" y="9078"/>
                  <a:pt x="127135" y="8238"/>
                  <a:pt x="125918" y="7535"/>
                </a:cubicBezTo>
                <a:cubicBezTo>
                  <a:pt x="124229" y="6597"/>
                  <a:pt x="122422" y="6128"/>
                  <a:pt x="120497" y="6128"/>
                </a:cubicBezTo>
                <a:lnTo>
                  <a:pt x="117669" y="6128"/>
                </a:lnTo>
                <a:lnTo>
                  <a:pt x="117669" y="3889"/>
                </a:lnTo>
                <a:lnTo>
                  <a:pt x="177121" y="3889"/>
                </a:lnTo>
                <a:lnTo>
                  <a:pt x="177887" y="21448"/>
                </a:lnTo>
                <a:lnTo>
                  <a:pt x="175825" y="21448"/>
                </a:lnTo>
                <a:cubicBezTo>
                  <a:pt x="174804" y="17716"/>
                  <a:pt x="173616" y="14976"/>
                  <a:pt x="172260" y="13228"/>
                </a:cubicBezTo>
                <a:cubicBezTo>
                  <a:pt x="170905" y="11480"/>
                  <a:pt x="169236" y="10213"/>
                  <a:pt x="167252" y="9428"/>
                </a:cubicBezTo>
                <a:cubicBezTo>
                  <a:pt x="165268" y="8642"/>
                  <a:pt x="162194" y="8249"/>
                  <a:pt x="158031" y="8249"/>
                </a:cubicBezTo>
                <a:lnTo>
                  <a:pt x="140413" y="8249"/>
                </a:lnTo>
                <a:close/>
                <a:moveTo>
                  <a:pt x="250245" y="81549"/>
                </a:moveTo>
                <a:lnTo>
                  <a:pt x="250245" y="83788"/>
                </a:lnTo>
                <a:lnTo>
                  <a:pt x="216011" y="83788"/>
                </a:lnTo>
                <a:lnTo>
                  <a:pt x="216011" y="81549"/>
                </a:lnTo>
                <a:lnTo>
                  <a:pt x="218839" y="81549"/>
                </a:lnTo>
                <a:cubicBezTo>
                  <a:pt x="222138" y="81549"/>
                  <a:pt x="224535" y="80591"/>
                  <a:pt x="226027" y="78676"/>
                </a:cubicBezTo>
                <a:cubicBezTo>
                  <a:pt x="226970" y="77425"/>
                  <a:pt x="227441" y="74415"/>
                  <a:pt x="227441" y="69646"/>
                </a:cubicBezTo>
                <a:lnTo>
                  <a:pt x="227441" y="18030"/>
                </a:lnTo>
                <a:cubicBezTo>
                  <a:pt x="227441" y="14004"/>
                  <a:pt x="227186" y="11346"/>
                  <a:pt x="226675" y="10056"/>
                </a:cubicBezTo>
                <a:cubicBezTo>
                  <a:pt x="226283" y="9078"/>
                  <a:pt x="225477" y="8238"/>
                  <a:pt x="224260" y="7535"/>
                </a:cubicBezTo>
                <a:cubicBezTo>
                  <a:pt x="222531" y="6597"/>
                  <a:pt x="220724" y="6128"/>
                  <a:pt x="218839" y="6128"/>
                </a:cubicBezTo>
                <a:lnTo>
                  <a:pt x="216011" y="6128"/>
                </a:lnTo>
                <a:lnTo>
                  <a:pt x="216011" y="3889"/>
                </a:lnTo>
                <a:lnTo>
                  <a:pt x="250245" y="3889"/>
                </a:lnTo>
                <a:lnTo>
                  <a:pt x="250245" y="6128"/>
                </a:lnTo>
                <a:lnTo>
                  <a:pt x="247357" y="6128"/>
                </a:lnTo>
                <a:cubicBezTo>
                  <a:pt x="244097" y="6128"/>
                  <a:pt x="241720" y="7085"/>
                  <a:pt x="240228" y="9000"/>
                </a:cubicBezTo>
                <a:cubicBezTo>
                  <a:pt x="239246" y="10251"/>
                  <a:pt x="238755" y="13261"/>
                  <a:pt x="238755" y="18030"/>
                </a:cubicBezTo>
                <a:lnTo>
                  <a:pt x="238755" y="69646"/>
                </a:lnTo>
                <a:cubicBezTo>
                  <a:pt x="238755" y="73673"/>
                  <a:pt x="239010" y="76331"/>
                  <a:pt x="239521" y="77621"/>
                </a:cubicBezTo>
                <a:cubicBezTo>
                  <a:pt x="239913" y="78598"/>
                  <a:pt x="240738" y="79439"/>
                  <a:pt x="241995" y="80142"/>
                </a:cubicBezTo>
                <a:cubicBezTo>
                  <a:pt x="243684" y="81080"/>
                  <a:pt x="245472" y="81549"/>
                  <a:pt x="247357" y="81549"/>
                </a:cubicBezTo>
                <a:lnTo>
                  <a:pt x="250245" y="81549"/>
                </a:lnTo>
                <a:close/>
                <a:moveTo>
                  <a:pt x="291843" y="28283"/>
                </a:moveTo>
                <a:lnTo>
                  <a:pt x="291843" y="46667"/>
                </a:lnTo>
                <a:lnTo>
                  <a:pt x="289899" y="46667"/>
                </a:lnTo>
                <a:cubicBezTo>
                  <a:pt x="288406" y="40916"/>
                  <a:pt x="286491" y="37003"/>
                  <a:pt x="284154" y="34930"/>
                </a:cubicBezTo>
                <a:cubicBezTo>
                  <a:pt x="281816" y="32855"/>
                  <a:pt x="278841" y="31818"/>
                  <a:pt x="275227" y="31818"/>
                </a:cubicBezTo>
                <a:cubicBezTo>
                  <a:pt x="272477" y="31818"/>
                  <a:pt x="270258" y="32542"/>
                  <a:pt x="268569" y="33991"/>
                </a:cubicBezTo>
                <a:cubicBezTo>
                  <a:pt x="266880" y="35439"/>
                  <a:pt x="266035" y="37044"/>
                  <a:pt x="266035" y="38806"/>
                </a:cubicBezTo>
                <a:cubicBezTo>
                  <a:pt x="266035" y="40997"/>
                  <a:pt x="266664" y="42876"/>
                  <a:pt x="267921" y="44442"/>
                </a:cubicBezTo>
                <a:cubicBezTo>
                  <a:pt x="269138" y="46047"/>
                  <a:pt x="271613" y="47749"/>
                  <a:pt x="275345" y="49550"/>
                </a:cubicBezTo>
                <a:lnTo>
                  <a:pt x="283947" y="53719"/>
                </a:lnTo>
                <a:cubicBezTo>
                  <a:pt x="291922" y="57603"/>
                  <a:pt x="295909" y="62722"/>
                  <a:pt x="295909" y="69077"/>
                </a:cubicBezTo>
                <a:cubicBezTo>
                  <a:pt x="295909" y="73982"/>
                  <a:pt x="294053" y="77934"/>
                  <a:pt x="290341" y="80936"/>
                </a:cubicBezTo>
                <a:cubicBezTo>
                  <a:pt x="286628" y="83937"/>
                  <a:pt x="282474" y="85438"/>
                  <a:pt x="277878" y="85438"/>
                </a:cubicBezTo>
                <a:cubicBezTo>
                  <a:pt x="274579" y="85438"/>
                  <a:pt x="270808" y="84878"/>
                  <a:pt x="266565" y="83758"/>
                </a:cubicBezTo>
                <a:cubicBezTo>
                  <a:pt x="265269" y="83385"/>
                  <a:pt x="264208" y="83199"/>
                  <a:pt x="263384" y="83199"/>
                </a:cubicBezTo>
                <a:cubicBezTo>
                  <a:pt x="262480" y="83199"/>
                  <a:pt x="261773" y="83670"/>
                  <a:pt x="261262" y="84613"/>
                </a:cubicBezTo>
                <a:lnTo>
                  <a:pt x="259318" y="84613"/>
                </a:lnTo>
                <a:lnTo>
                  <a:pt x="259318" y="65286"/>
                </a:lnTo>
                <a:lnTo>
                  <a:pt x="261262" y="65286"/>
                </a:lnTo>
                <a:cubicBezTo>
                  <a:pt x="262362" y="70786"/>
                  <a:pt x="264464" y="74930"/>
                  <a:pt x="267567" y="77719"/>
                </a:cubicBezTo>
                <a:cubicBezTo>
                  <a:pt x="270670" y="80508"/>
                  <a:pt x="274147" y="81902"/>
                  <a:pt x="277996" y="81902"/>
                </a:cubicBezTo>
                <a:cubicBezTo>
                  <a:pt x="280707" y="81902"/>
                  <a:pt x="282916" y="81111"/>
                  <a:pt x="284625" y="79529"/>
                </a:cubicBezTo>
                <a:cubicBezTo>
                  <a:pt x="286334" y="77945"/>
                  <a:pt x="287188" y="76040"/>
                  <a:pt x="287188" y="73812"/>
                </a:cubicBezTo>
                <a:cubicBezTo>
                  <a:pt x="287188" y="71115"/>
                  <a:pt x="286236" y="68848"/>
                  <a:pt x="284330" y="67012"/>
                </a:cubicBezTo>
                <a:cubicBezTo>
                  <a:pt x="282425" y="65174"/>
                  <a:pt x="278625" y="62853"/>
                  <a:pt x="272929" y="60049"/>
                </a:cubicBezTo>
                <a:cubicBezTo>
                  <a:pt x="267233" y="57244"/>
                  <a:pt x="263501" y="54701"/>
                  <a:pt x="261734" y="52419"/>
                </a:cubicBezTo>
                <a:cubicBezTo>
                  <a:pt x="259966" y="50176"/>
                  <a:pt x="259082" y="47344"/>
                  <a:pt x="259082" y="43921"/>
                </a:cubicBezTo>
                <a:cubicBezTo>
                  <a:pt x="259082" y="39475"/>
                  <a:pt x="260604" y="35757"/>
                  <a:pt x="263649" y="32768"/>
                </a:cubicBezTo>
                <a:cubicBezTo>
                  <a:pt x="266693" y="29778"/>
                  <a:pt x="270631" y="28283"/>
                  <a:pt x="275463" y="28283"/>
                </a:cubicBezTo>
                <a:cubicBezTo>
                  <a:pt x="277584" y="28283"/>
                  <a:pt x="280157" y="28735"/>
                  <a:pt x="283181" y="29638"/>
                </a:cubicBezTo>
                <a:cubicBezTo>
                  <a:pt x="285185" y="30227"/>
                  <a:pt x="286520" y="30522"/>
                  <a:pt x="287188" y="30522"/>
                </a:cubicBezTo>
                <a:cubicBezTo>
                  <a:pt x="287817" y="30522"/>
                  <a:pt x="288308" y="30384"/>
                  <a:pt x="288661" y="30109"/>
                </a:cubicBezTo>
                <a:cubicBezTo>
                  <a:pt x="289015" y="29834"/>
                  <a:pt x="289427" y="29226"/>
                  <a:pt x="289899" y="28283"/>
                </a:cubicBezTo>
                <a:lnTo>
                  <a:pt x="291843" y="28283"/>
                </a:lnTo>
                <a:close/>
                <a:moveTo>
                  <a:pt x="330320" y="28283"/>
                </a:moveTo>
                <a:cubicBezTo>
                  <a:pt x="338490" y="28283"/>
                  <a:pt x="345050" y="31383"/>
                  <a:pt x="350000" y="37583"/>
                </a:cubicBezTo>
                <a:cubicBezTo>
                  <a:pt x="354203" y="42880"/>
                  <a:pt x="356304" y="48963"/>
                  <a:pt x="356304" y="55831"/>
                </a:cubicBezTo>
                <a:cubicBezTo>
                  <a:pt x="356304" y="60658"/>
                  <a:pt x="355146" y="65543"/>
                  <a:pt x="352828" y="70488"/>
                </a:cubicBezTo>
                <a:cubicBezTo>
                  <a:pt x="350510" y="75431"/>
                  <a:pt x="347319" y="79159"/>
                  <a:pt x="343253" y="81670"/>
                </a:cubicBezTo>
                <a:cubicBezTo>
                  <a:pt x="339187" y="84182"/>
                  <a:pt x="334660" y="85438"/>
                  <a:pt x="329671" y="85438"/>
                </a:cubicBezTo>
                <a:cubicBezTo>
                  <a:pt x="321540" y="85438"/>
                  <a:pt x="315078" y="82200"/>
                  <a:pt x="310286" y="75725"/>
                </a:cubicBezTo>
                <a:cubicBezTo>
                  <a:pt x="306240" y="70271"/>
                  <a:pt x="304217" y="64149"/>
                  <a:pt x="304217" y="57361"/>
                </a:cubicBezTo>
                <a:cubicBezTo>
                  <a:pt x="304217" y="52417"/>
                  <a:pt x="305444" y="47501"/>
                  <a:pt x="307900" y="42616"/>
                </a:cubicBezTo>
                <a:cubicBezTo>
                  <a:pt x="310355" y="37730"/>
                  <a:pt x="313586" y="34120"/>
                  <a:pt x="317592" y="31785"/>
                </a:cubicBezTo>
                <a:cubicBezTo>
                  <a:pt x="321599" y="29450"/>
                  <a:pt x="325841" y="28283"/>
                  <a:pt x="330320" y="28283"/>
                </a:cubicBezTo>
                <a:moveTo>
                  <a:pt x="328493" y="32172"/>
                </a:moveTo>
                <a:cubicBezTo>
                  <a:pt x="326411" y="32172"/>
                  <a:pt x="324319" y="32789"/>
                  <a:pt x="322218" y="34022"/>
                </a:cubicBezTo>
                <a:cubicBezTo>
                  <a:pt x="320116" y="35255"/>
                  <a:pt x="318417" y="37417"/>
                  <a:pt x="317121" y="40509"/>
                </a:cubicBezTo>
                <a:cubicBezTo>
                  <a:pt x="315825" y="43601"/>
                  <a:pt x="315176" y="47574"/>
                  <a:pt x="315176" y="52426"/>
                </a:cubicBezTo>
                <a:cubicBezTo>
                  <a:pt x="315176" y="60254"/>
                  <a:pt x="316738" y="67007"/>
                  <a:pt x="319861" y="72683"/>
                </a:cubicBezTo>
                <a:cubicBezTo>
                  <a:pt x="322984" y="78358"/>
                  <a:pt x="327098" y="81195"/>
                  <a:pt x="332205" y="81195"/>
                </a:cubicBezTo>
                <a:cubicBezTo>
                  <a:pt x="336015" y="81195"/>
                  <a:pt x="339158" y="79630"/>
                  <a:pt x="341633" y="76498"/>
                </a:cubicBezTo>
                <a:cubicBezTo>
                  <a:pt x="344107" y="73367"/>
                  <a:pt x="345345" y="67985"/>
                  <a:pt x="345345" y="60353"/>
                </a:cubicBezTo>
                <a:cubicBezTo>
                  <a:pt x="345345" y="50803"/>
                  <a:pt x="343283" y="43288"/>
                  <a:pt x="339158" y="37808"/>
                </a:cubicBezTo>
                <a:cubicBezTo>
                  <a:pt x="336369" y="34050"/>
                  <a:pt x="332814" y="32172"/>
                  <a:pt x="328493" y="32172"/>
                </a:cubicBezTo>
                <a:close/>
                <a:moveTo>
                  <a:pt x="382819" y="0"/>
                </a:moveTo>
                <a:lnTo>
                  <a:pt x="382819" y="71532"/>
                </a:lnTo>
                <a:cubicBezTo>
                  <a:pt x="382819" y="74930"/>
                  <a:pt x="383065" y="77182"/>
                  <a:pt x="383556" y="78290"/>
                </a:cubicBezTo>
                <a:cubicBezTo>
                  <a:pt x="384047" y="79396"/>
                  <a:pt x="384803" y="80235"/>
                  <a:pt x="385824" y="80809"/>
                </a:cubicBezTo>
                <a:cubicBezTo>
                  <a:pt x="386846" y="81381"/>
                  <a:pt x="388751" y="81667"/>
                  <a:pt x="391540" y="81667"/>
                </a:cubicBezTo>
                <a:lnTo>
                  <a:pt x="391540" y="83788"/>
                </a:lnTo>
                <a:lnTo>
                  <a:pt x="365084" y="83788"/>
                </a:lnTo>
                <a:lnTo>
                  <a:pt x="365084" y="81667"/>
                </a:lnTo>
                <a:cubicBezTo>
                  <a:pt x="367558" y="81667"/>
                  <a:pt x="369247" y="81410"/>
                  <a:pt x="370151" y="80897"/>
                </a:cubicBezTo>
                <a:cubicBezTo>
                  <a:pt x="371054" y="80383"/>
                  <a:pt x="371761" y="79533"/>
                  <a:pt x="372272" y="78349"/>
                </a:cubicBezTo>
                <a:cubicBezTo>
                  <a:pt x="372783" y="77163"/>
                  <a:pt x="373038" y="74891"/>
                  <a:pt x="373038" y="71532"/>
                </a:cubicBezTo>
                <a:lnTo>
                  <a:pt x="373038" y="22626"/>
                </a:lnTo>
                <a:cubicBezTo>
                  <a:pt x="373038" y="16538"/>
                  <a:pt x="372901" y="12796"/>
                  <a:pt x="372626" y="11402"/>
                </a:cubicBezTo>
                <a:cubicBezTo>
                  <a:pt x="372351" y="10007"/>
                  <a:pt x="371909" y="9054"/>
                  <a:pt x="371300" y="8544"/>
                </a:cubicBezTo>
                <a:cubicBezTo>
                  <a:pt x="370691" y="8033"/>
                  <a:pt x="369915" y="7778"/>
                  <a:pt x="368972" y="7778"/>
                </a:cubicBezTo>
                <a:cubicBezTo>
                  <a:pt x="367951" y="7778"/>
                  <a:pt x="366655" y="8092"/>
                  <a:pt x="365084" y="8721"/>
                </a:cubicBezTo>
                <a:lnTo>
                  <a:pt x="364082" y="6599"/>
                </a:lnTo>
                <a:lnTo>
                  <a:pt x="380168" y="0"/>
                </a:lnTo>
                <a:lnTo>
                  <a:pt x="382819" y="0"/>
                </a:lnTo>
                <a:close/>
                <a:moveTo>
                  <a:pt x="428366" y="76073"/>
                </a:moveTo>
                <a:cubicBezTo>
                  <a:pt x="422827" y="80353"/>
                  <a:pt x="419351" y="82827"/>
                  <a:pt x="417937" y="83493"/>
                </a:cubicBezTo>
                <a:cubicBezTo>
                  <a:pt x="415815" y="84475"/>
                  <a:pt x="413557" y="84966"/>
                  <a:pt x="411161" y="84966"/>
                </a:cubicBezTo>
                <a:cubicBezTo>
                  <a:pt x="407429" y="84966"/>
                  <a:pt x="404355" y="83690"/>
                  <a:pt x="401939" y="81136"/>
                </a:cubicBezTo>
                <a:cubicBezTo>
                  <a:pt x="399523" y="78583"/>
                  <a:pt x="398315" y="75224"/>
                  <a:pt x="398315" y="71061"/>
                </a:cubicBezTo>
                <a:cubicBezTo>
                  <a:pt x="398315" y="68429"/>
                  <a:pt x="398905" y="66150"/>
                  <a:pt x="400083" y="64226"/>
                </a:cubicBezTo>
                <a:cubicBezTo>
                  <a:pt x="401694" y="61554"/>
                  <a:pt x="404492" y="59040"/>
                  <a:pt x="408480" y="56683"/>
                </a:cubicBezTo>
                <a:cubicBezTo>
                  <a:pt x="412467" y="54327"/>
                  <a:pt x="419095" y="51459"/>
                  <a:pt x="428366" y="48081"/>
                </a:cubicBezTo>
                <a:lnTo>
                  <a:pt x="428366" y="45967"/>
                </a:lnTo>
                <a:cubicBezTo>
                  <a:pt x="428366" y="40605"/>
                  <a:pt x="427512" y="36926"/>
                  <a:pt x="425803" y="34930"/>
                </a:cubicBezTo>
                <a:cubicBezTo>
                  <a:pt x="424094" y="32934"/>
                  <a:pt x="421609" y="31936"/>
                  <a:pt x="418349" y="31936"/>
                </a:cubicBezTo>
                <a:cubicBezTo>
                  <a:pt x="415874" y="31936"/>
                  <a:pt x="413910" y="32604"/>
                  <a:pt x="412457" y="33939"/>
                </a:cubicBezTo>
                <a:cubicBezTo>
                  <a:pt x="410964" y="35275"/>
                  <a:pt x="410218" y="36807"/>
                  <a:pt x="410218" y="38535"/>
                </a:cubicBezTo>
                <a:lnTo>
                  <a:pt x="410336" y="41953"/>
                </a:lnTo>
                <a:cubicBezTo>
                  <a:pt x="410336" y="43760"/>
                  <a:pt x="409874" y="45154"/>
                  <a:pt x="408951" y="46136"/>
                </a:cubicBezTo>
                <a:cubicBezTo>
                  <a:pt x="408028" y="47118"/>
                  <a:pt x="406820" y="47609"/>
                  <a:pt x="405327" y="47609"/>
                </a:cubicBezTo>
                <a:cubicBezTo>
                  <a:pt x="403874" y="47609"/>
                  <a:pt x="402686" y="47098"/>
                  <a:pt x="401762" y="46074"/>
                </a:cubicBezTo>
                <a:cubicBezTo>
                  <a:pt x="400839" y="45049"/>
                  <a:pt x="400378" y="43650"/>
                  <a:pt x="400378" y="41877"/>
                </a:cubicBezTo>
                <a:cubicBezTo>
                  <a:pt x="400378" y="38488"/>
                  <a:pt x="402106" y="35375"/>
                  <a:pt x="405563" y="32538"/>
                </a:cubicBezTo>
                <a:cubicBezTo>
                  <a:pt x="409020" y="29701"/>
                  <a:pt x="413871" y="28283"/>
                  <a:pt x="420117" y="28283"/>
                </a:cubicBezTo>
                <a:cubicBezTo>
                  <a:pt x="424909" y="28283"/>
                  <a:pt x="428837" y="29087"/>
                  <a:pt x="431901" y="30695"/>
                </a:cubicBezTo>
                <a:cubicBezTo>
                  <a:pt x="434219" y="31911"/>
                  <a:pt x="435928" y="33815"/>
                  <a:pt x="437028" y="36405"/>
                </a:cubicBezTo>
                <a:cubicBezTo>
                  <a:pt x="437735" y="38092"/>
                  <a:pt x="438088" y="41544"/>
                  <a:pt x="438088" y="46762"/>
                </a:cubicBezTo>
                <a:lnTo>
                  <a:pt x="438088" y="65065"/>
                </a:lnTo>
                <a:cubicBezTo>
                  <a:pt x="438088" y="70205"/>
                  <a:pt x="438186" y="73354"/>
                  <a:pt x="438383" y="74511"/>
                </a:cubicBezTo>
                <a:cubicBezTo>
                  <a:pt x="438579" y="75669"/>
                  <a:pt x="438903" y="76444"/>
                  <a:pt x="439355" y="76837"/>
                </a:cubicBezTo>
                <a:cubicBezTo>
                  <a:pt x="439807" y="77228"/>
                  <a:pt x="440327" y="77424"/>
                  <a:pt x="440916" y="77424"/>
                </a:cubicBezTo>
                <a:cubicBezTo>
                  <a:pt x="441545" y="77424"/>
                  <a:pt x="442095" y="77287"/>
                  <a:pt x="442566" y="77012"/>
                </a:cubicBezTo>
                <a:cubicBezTo>
                  <a:pt x="443391" y="76501"/>
                  <a:pt x="444982" y="75067"/>
                  <a:pt x="447339" y="72710"/>
                </a:cubicBezTo>
                <a:lnTo>
                  <a:pt x="447339" y="76010"/>
                </a:lnTo>
                <a:cubicBezTo>
                  <a:pt x="442939" y="81902"/>
                  <a:pt x="438736" y="84848"/>
                  <a:pt x="434730" y="84848"/>
                </a:cubicBezTo>
                <a:cubicBezTo>
                  <a:pt x="432805" y="84848"/>
                  <a:pt x="431273" y="84186"/>
                  <a:pt x="430134" y="82860"/>
                </a:cubicBezTo>
                <a:cubicBezTo>
                  <a:pt x="428994" y="81533"/>
                  <a:pt x="428405" y="79270"/>
                  <a:pt x="428366" y="76073"/>
                </a:cubicBezTo>
                <a:moveTo>
                  <a:pt x="428366" y="72252"/>
                </a:moveTo>
                <a:lnTo>
                  <a:pt x="428366" y="51734"/>
                </a:lnTo>
                <a:cubicBezTo>
                  <a:pt x="422434" y="54086"/>
                  <a:pt x="418604" y="55752"/>
                  <a:pt x="416876" y="56731"/>
                </a:cubicBezTo>
                <a:cubicBezTo>
                  <a:pt x="413773" y="58456"/>
                  <a:pt x="411553" y="60259"/>
                  <a:pt x="410218" y="62141"/>
                </a:cubicBezTo>
                <a:cubicBezTo>
                  <a:pt x="408882" y="64022"/>
                  <a:pt x="408214" y="66079"/>
                  <a:pt x="408214" y="68313"/>
                </a:cubicBezTo>
                <a:cubicBezTo>
                  <a:pt x="408214" y="71135"/>
                  <a:pt x="409059" y="73478"/>
                  <a:pt x="410748" y="75340"/>
                </a:cubicBezTo>
                <a:cubicBezTo>
                  <a:pt x="412437" y="77201"/>
                  <a:pt x="414382" y="78131"/>
                  <a:pt x="416581" y="78131"/>
                </a:cubicBezTo>
                <a:cubicBezTo>
                  <a:pt x="419567" y="78131"/>
                  <a:pt x="423495" y="76172"/>
                  <a:pt x="428366" y="72252"/>
                </a:cubicBezTo>
                <a:close/>
                <a:moveTo>
                  <a:pt x="467018" y="12020"/>
                </a:moveTo>
                <a:lnTo>
                  <a:pt x="467018" y="29815"/>
                </a:lnTo>
                <a:lnTo>
                  <a:pt x="479627" y="29815"/>
                </a:lnTo>
                <a:lnTo>
                  <a:pt x="479627" y="33822"/>
                </a:lnTo>
                <a:lnTo>
                  <a:pt x="467018" y="33939"/>
                </a:lnTo>
                <a:lnTo>
                  <a:pt x="467018" y="68987"/>
                </a:lnTo>
                <a:cubicBezTo>
                  <a:pt x="467018" y="72487"/>
                  <a:pt x="467519" y="74847"/>
                  <a:pt x="468521" y="76067"/>
                </a:cubicBezTo>
                <a:cubicBezTo>
                  <a:pt x="469522" y="77286"/>
                  <a:pt x="470809" y="77896"/>
                  <a:pt x="472380" y="77896"/>
                </a:cubicBezTo>
                <a:cubicBezTo>
                  <a:pt x="473676" y="77896"/>
                  <a:pt x="474933" y="77488"/>
                  <a:pt x="476151" y="76673"/>
                </a:cubicBezTo>
                <a:cubicBezTo>
                  <a:pt x="477369" y="75858"/>
                  <a:pt x="478312" y="74655"/>
                  <a:pt x="478979" y="73064"/>
                </a:cubicBezTo>
                <a:lnTo>
                  <a:pt x="481277" y="73064"/>
                </a:lnTo>
                <a:cubicBezTo>
                  <a:pt x="479902" y="76933"/>
                  <a:pt x="477958" y="79845"/>
                  <a:pt x="475444" y="81799"/>
                </a:cubicBezTo>
                <a:cubicBezTo>
                  <a:pt x="472930" y="83753"/>
                  <a:pt x="470337" y="84731"/>
                  <a:pt x="467666" y="84731"/>
                </a:cubicBezTo>
                <a:cubicBezTo>
                  <a:pt x="465859" y="84731"/>
                  <a:pt x="464092" y="84228"/>
                  <a:pt x="462363" y="83223"/>
                </a:cubicBezTo>
                <a:cubicBezTo>
                  <a:pt x="460635" y="82217"/>
                  <a:pt x="459358" y="80779"/>
                  <a:pt x="458533" y="78906"/>
                </a:cubicBezTo>
                <a:cubicBezTo>
                  <a:pt x="457708" y="77034"/>
                  <a:pt x="457296" y="74147"/>
                  <a:pt x="457296" y="70245"/>
                </a:cubicBezTo>
                <a:lnTo>
                  <a:pt x="457296" y="33822"/>
                </a:lnTo>
                <a:lnTo>
                  <a:pt x="448752" y="33822"/>
                </a:lnTo>
                <a:lnTo>
                  <a:pt x="448752" y="31932"/>
                </a:lnTo>
                <a:cubicBezTo>
                  <a:pt x="450913" y="31073"/>
                  <a:pt x="453122" y="29618"/>
                  <a:pt x="455381" y="27568"/>
                </a:cubicBezTo>
                <a:cubicBezTo>
                  <a:pt x="457640" y="25518"/>
                  <a:pt x="459653" y="23075"/>
                  <a:pt x="461420" y="20238"/>
                </a:cubicBezTo>
                <a:cubicBezTo>
                  <a:pt x="462324" y="18740"/>
                  <a:pt x="463581" y="16001"/>
                  <a:pt x="465191" y="12020"/>
                </a:cubicBezTo>
                <a:lnTo>
                  <a:pt x="467018" y="12020"/>
                </a:lnTo>
                <a:close/>
                <a:moveTo>
                  <a:pt x="498600" y="0"/>
                </a:moveTo>
                <a:cubicBezTo>
                  <a:pt x="500250" y="0"/>
                  <a:pt x="501654" y="582"/>
                  <a:pt x="502813" y="1747"/>
                </a:cubicBezTo>
                <a:cubicBezTo>
                  <a:pt x="503972" y="2911"/>
                  <a:pt x="504551" y="4322"/>
                  <a:pt x="504551" y="5981"/>
                </a:cubicBezTo>
                <a:cubicBezTo>
                  <a:pt x="504551" y="7639"/>
                  <a:pt x="503972" y="9061"/>
                  <a:pt x="502813" y="10245"/>
                </a:cubicBezTo>
                <a:cubicBezTo>
                  <a:pt x="501654" y="11429"/>
                  <a:pt x="500250" y="12020"/>
                  <a:pt x="498600" y="12020"/>
                </a:cubicBezTo>
                <a:cubicBezTo>
                  <a:pt x="496950" y="12020"/>
                  <a:pt x="495536" y="11429"/>
                  <a:pt x="494357" y="10245"/>
                </a:cubicBezTo>
                <a:cubicBezTo>
                  <a:pt x="493179" y="9061"/>
                  <a:pt x="492590" y="7639"/>
                  <a:pt x="492590" y="5981"/>
                </a:cubicBezTo>
                <a:cubicBezTo>
                  <a:pt x="492590" y="4322"/>
                  <a:pt x="493169" y="2911"/>
                  <a:pt x="494328" y="1747"/>
                </a:cubicBezTo>
                <a:cubicBezTo>
                  <a:pt x="495487" y="582"/>
                  <a:pt x="496911" y="0"/>
                  <a:pt x="498600" y="0"/>
                </a:cubicBezTo>
                <a:moveTo>
                  <a:pt x="503490" y="28283"/>
                </a:moveTo>
                <a:lnTo>
                  <a:pt x="503490" y="71532"/>
                </a:lnTo>
                <a:cubicBezTo>
                  <a:pt x="503490" y="74930"/>
                  <a:pt x="503736" y="77192"/>
                  <a:pt x="504227" y="78319"/>
                </a:cubicBezTo>
                <a:cubicBezTo>
                  <a:pt x="504718" y="79445"/>
                  <a:pt x="505445" y="80284"/>
                  <a:pt x="506407" y="80838"/>
                </a:cubicBezTo>
                <a:cubicBezTo>
                  <a:pt x="507369" y="81390"/>
                  <a:pt x="509127" y="81667"/>
                  <a:pt x="511681" y="81667"/>
                </a:cubicBezTo>
                <a:lnTo>
                  <a:pt x="511681" y="83788"/>
                </a:lnTo>
                <a:lnTo>
                  <a:pt x="485460" y="83788"/>
                </a:lnTo>
                <a:lnTo>
                  <a:pt x="485460" y="81667"/>
                </a:lnTo>
                <a:cubicBezTo>
                  <a:pt x="488092" y="81667"/>
                  <a:pt x="489860" y="81410"/>
                  <a:pt x="490763" y="80897"/>
                </a:cubicBezTo>
                <a:cubicBezTo>
                  <a:pt x="491667" y="80383"/>
                  <a:pt x="492383" y="79533"/>
                  <a:pt x="492914" y="78349"/>
                </a:cubicBezTo>
                <a:cubicBezTo>
                  <a:pt x="493444" y="77163"/>
                  <a:pt x="493709" y="74891"/>
                  <a:pt x="493709" y="71532"/>
                </a:cubicBezTo>
                <a:lnTo>
                  <a:pt x="493709" y="50909"/>
                </a:lnTo>
                <a:cubicBezTo>
                  <a:pt x="493709" y="45032"/>
                  <a:pt x="493532" y="41225"/>
                  <a:pt x="493179" y="39489"/>
                </a:cubicBezTo>
                <a:cubicBezTo>
                  <a:pt x="492904" y="38226"/>
                  <a:pt x="492472" y="37349"/>
                  <a:pt x="491883" y="36858"/>
                </a:cubicBezTo>
                <a:cubicBezTo>
                  <a:pt x="491293" y="36366"/>
                  <a:pt x="490488" y="36120"/>
                  <a:pt x="489467" y="36120"/>
                </a:cubicBezTo>
                <a:cubicBezTo>
                  <a:pt x="488367" y="36120"/>
                  <a:pt x="487031" y="36414"/>
                  <a:pt x="485460" y="37003"/>
                </a:cubicBezTo>
                <a:lnTo>
                  <a:pt x="484635" y="34882"/>
                </a:lnTo>
                <a:lnTo>
                  <a:pt x="500898" y="28283"/>
                </a:lnTo>
                <a:lnTo>
                  <a:pt x="503490" y="28283"/>
                </a:lnTo>
                <a:close/>
                <a:moveTo>
                  <a:pt x="544795" y="28283"/>
                </a:moveTo>
                <a:cubicBezTo>
                  <a:pt x="552966" y="28283"/>
                  <a:pt x="559526" y="31383"/>
                  <a:pt x="564475" y="37583"/>
                </a:cubicBezTo>
                <a:cubicBezTo>
                  <a:pt x="568678" y="42880"/>
                  <a:pt x="570780" y="48963"/>
                  <a:pt x="570780" y="55831"/>
                </a:cubicBezTo>
                <a:cubicBezTo>
                  <a:pt x="570780" y="60658"/>
                  <a:pt x="569621" y="65543"/>
                  <a:pt x="567303" y="70488"/>
                </a:cubicBezTo>
                <a:cubicBezTo>
                  <a:pt x="564986" y="75431"/>
                  <a:pt x="561794" y="79159"/>
                  <a:pt x="557728" y="81670"/>
                </a:cubicBezTo>
                <a:cubicBezTo>
                  <a:pt x="553663" y="84182"/>
                  <a:pt x="549136" y="85438"/>
                  <a:pt x="544147" y="85438"/>
                </a:cubicBezTo>
                <a:cubicBezTo>
                  <a:pt x="536015" y="85438"/>
                  <a:pt x="529554" y="82200"/>
                  <a:pt x="524761" y="75725"/>
                </a:cubicBezTo>
                <a:cubicBezTo>
                  <a:pt x="520715" y="70271"/>
                  <a:pt x="518692" y="64149"/>
                  <a:pt x="518692" y="57361"/>
                </a:cubicBezTo>
                <a:cubicBezTo>
                  <a:pt x="518692" y="52417"/>
                  <a:pt x="519920" y="47501"/>
                  <a:pt x="522375" y="42616"/>
                </a:cubicBezTo>
                <a:cubicBezTo>
                  <a:pt x="524830" y="37730"/>
                  <a:pt x="528061" y="34120"/>
                  <a:pt x="532068" y="31785"/>
                </a:cubicBezTo>
                <a:cubicBezTo>
                  <a:pt x="536074" y="29450"/>
                  <a:pt x="540317" y="28283"/>
                  <a:pt x="544795" y="28283"/>
                </a:cubicBezTo>
                <a:moveTo>
                  <a:pt x="542968" y="32172"/>
                </a:moveTo>
                <a:cubicBezTo>
                  <a:pt x="540886" y="32172"/>
                  <a:pt x="538795" y="32789"/>
                  <a:pt x="536693" y="34022"/>
                </a:cubicBezTo>
                <a:cubicBezTo>
                  <a:pt x="534592" y="35255"/>
                  <a:pt x="532893" y="37417"/>
                  <a:pt x="531596" y="40509"/>
                </a:cubicBezTo>
                <a:cubicBezTo>
                  <a:pt x="530300" y="43601"/>
                  <a:pt x="529652" y="47574"/>
                  <a:pt x="529652" y="52426"/>
                </a:cubicBezTo>
                <a:cubicBezTo>
                  <a:pt x="529652" y="60254"/>
                  <a:pt x="531213" y="67007"/>
                  <a:pt x="534336" y="72683"/>
                </a:cubicBezTo>
                <a:cubicBezTo>
                  <a:pt x="537459" y="78358"/>
                  <a:pt x="541574" y="81195"/>
                  <a:pt x="546680" y="81195"/>
                </a:cubicBezTo>
                <a:cubicBezTo>
                  <a:pt x="550491" y="81195"/>
                  <a:pt x="553633" y="79630"/>
                  <a:pt x="556108" y="76498"/>
                </a:cubicBezTo>
                <a:cubicBezTo>
                  <a:pt x="558583" y="73367"/>
                  <a:pt x="559820" y="67985"/>
                  <a:pt x="559820" y="60353"/>
                </a:cubicBezTo>
                <a:cubicBezTo>
                  <a:pt x="559820" y="50803"/>
                  <a:pt x="557758" y="43288"/>
                  <a:pt x="553633" y="37808"/>
                </a:cubicBezTo>
                <a:cubicBezTo>
                  <a:pt x="550844" y="34050"/>
                  <a:pt x="547289" y="32172"/>
                  <a:pt x="542968" y="32172"/>
                </a:cubicBezTo>
                <a:close/>
                <a:moveTo>
                  <a:pt x="594466" y="39655"/>
                </a:moveTo>
                <a:cubicBezTo>
                  <a:pt x="600791" y="32074"/>
                  <a:pt x="606820" y="28283"/>
                  <a:pt x="612556" y="28283"/>
                </a:cubicBezTo>
                <a:cubicBezTo>
                  <a:pt x="615502" y="28283"/>
                  <a:pt x="618035" y="29018"/>
                  <a:pt x="620157" y="30487"/>
                </a:cubicBezTo>
                <a:cubicBezTo>
                  <a:pt x="622278" y="31955"/>
                  <a:pt x="623967" y="34374"/>
                  <a:pt x="625224" y="37744"/>
                </a:cubicBezTo>
                <a:cubicBezTo>
                  <a:pt x="626088" y="40094"/>
                  <a:pt x="626520" y="43698"/>
                  <a:pt x="626520" y="48556"/>
                </a:cubicBezTo>
                <a:lnTo>
                  <a:pt x="626520" y="71532"/>
                </a:lnTo>
                <a:cubicBezTo>
                  <a:pt x="626520" y="74969"/>
                  <a:pt x="626795" y="77300"/>
                  <a:pt x="627345" y="78525"/>
                </a:cubicBezTo>
                <a:cubicBezTo>
                  <a:pt x="627777" y="79514"/>
                  <a:pt x="628474" y="80284"/>
                  <a:pt x="629437" y="80838"/>
                </a:cubicBezTo>
                <a:cubicBezTo>
                  <a:pt x="630399" y="81390"/>
                  <a:pt x="632177" y="81667"/>
                  <a:pt x="634769" y="81667"/>
                </a:cubicBezTo>
                <a:lnTo>
                  <a:pt x="634769" y="83788"/>
                </a:lnTo>
                <a:lnTo>
                  <a:pt x="608077" y="83788"/>
                </a:lnTo>
                <a:lnTo>
                  <a:pt x="608077" y="81667"/>
                </a:lnTo>
                <a:lnTo>
                  <a:pt x="609197" y="81667"/>
                </a:lnTo>
                <a:cubicBezTo>
                  <a:pt x="611711" y="81667"/>
                  <a:pt x="613469" y="81282"/>
                  <a:pt x="614471" y="80512"/>
                </a:cubicBezTo>
                <a:cubicBezTo>
                  <a:pt x="615472" y="79741"/>
                  <a:pt x="616169" y="78605"/>
                  <a:pt x="616562" y="77104"/>
                </a:cubicBezTo>
                <a:cubicBezTo>
                  <a:pt x="616719" y="76511"/>
                  <a:pt x="616798" y="74654"/>
                  <a:pt x="616798" y="71532"/>
                </a:cubicBezTo>
                <a:lnTo>
                  <a:pt x="616798" y="49473"/>
                </a:lnTo>
                <a:cubicBezTo>
                  <a:pt x="616798" y="44570"/>
                  <a:pt x="616160" y="41011"/>
                  <a:pt x="614883" y="38795"/>
                </a:cubicBezTo>
                <a:cubicBezTo>
                  <a:pt x="613606" y="36579"/>
                  <a:pt x="611456" y="35471"/>
                  <a:pt x="608431" y="35471"/>
                </a:cubicBezTo>
                <a:cubicBezTo>
                  <a:pt x="603756" y="35471"/>
                  <a:pt x="599102" y="38025"/>
                  <a:pt x="594466" y="43131"/>
                </a:cubicBezTo>
                <a:lnTo>
                  <a:pt x="594466" y="71532"/>
                </a:lnTo>
                <a:cubicBezTo>
                  <a:pt x="594466" y="75206"/>
                  <a:pt x="594682" y="77478"/>
                  <a:pt x="595114" y="78349"/>
                </a:cubicBezTo>
                <a:cubicBezTo>
                  <a:pt x="595664" y="79494"/>
                  <a:pt x="596421" y="80334"/>
                  <a:pt x="597383" y="80868"/>
                </a:cubicBezTo>
                <a:cubicBezTo>
                  <a:pt x="598345" y="81400"/>
                  <a:pt x="600300" y="81667"/>
                  <a:pt x="603246" y="81667"/>
                </a:cubicBezTo>
                <a:lnTo>
                  <a:pt x="603246" y="83788"/>
                </a:lnTo>
                <a:lnTo>
                  <a:pt x="576554" y="83788"/>
                </a:lnTo>
                <a:lnTo>
                  <a:pt x="576554" y="81667"/>
                </a:lnTo>
                <a:lnTo>
                  <a:pt x="577732" y="81667"/>
                </a:lnTo>
                <a:cubicBezTo>
                  <a:pt x="580482" y="81667"/>
                  <a:pt x="582338" y="80966"/>
                  <a:pt x="583301" y="79564"/>
                </a:cubicBezTo>
                <a:cubicBezTo>
                  <a:pt x="584263" y="78161"/>
                  <a:pt x="584744" y="75483"/>
                  <a:pt x="584744" y="71532"/>
                </a:cubicBezTo>
                <a:lnTo>
                  <a:pt x="584744" y="51616"/>
                </a:lnTo>
                <a:cubicBezTo>
                  <a:pt x="584744" y="45135"/>
                  <a:pt x="584597" y="41187"/>
                  <a:pt x="584302" y="39773"/>
                </a:cubicBezTo>
                <a:cubicBezTo>
                  <a:pt x="584008" y="38359"/>
                  <a:pt x="583556" y="37396"/>
                  <a:pt x="582947" y="36886"/>
                </a:cubicBezTo>
                <a:cubicBezTo>
                  <a:pt x="582338" y="36375"/>
                  <a:pt x="581523" y="36120"/>
                  <a:pt x="580502" y="36120"/>
                </a:cubicBezTo>
                <a:cubicBezTo>
                  <a:pt x="579402" y="36120"/>
                  <a:pt x="578086" y="36414"/>
                  <a:pt x="576554" y="37003"/>
                </a:cubicBezTo>
                <a:lnTo>
                  <a:pt x="575670" y="34882"/>
                </a:lnTo>
                <a:lnTo>
                  <a:pt x="591933" y="28283"/>
                </a:lnTo>
                <a:lnTo>
                  <a:pt x="594466" y="28283"/>
                </a:lnTo>
                <a:lnTo>
                  <a:pt x="594466" y="39655"/>
                </a:lnTo>
                <a:close/>
                <a:moveTo>
                  <a:pt x="638010" y="2475"/>
                </a:moveTo>
                <a:lnTo>
                  <a:pt x="638010" y="0"/>
                </a:lnTo>
                <a:cubicBezTo>
                  <a:pt x="643980" y="2946"/>
                  <a:pt x="648949" y="6423"/>
                  <a:pt x="652917" y="10429"/>
                </a:cubicBezTo>
                <a:cubicBezTo>
                  <a:pt x="658534" y="16164"/>
                  <a:pt x="662875" y="22891"/>
                  <a:pt x="665939" y="30610"/>
                </a:cubicBezTo>
                <a:cubicBezTo>
                  <a:pt x="669003" y="38329"/>
                  <a:pt x="670535" y="46372"/>
                  <a:pt x="670535" y="54739"/>
                </a:cubicBezTo>
                <a:cubicBezTo>
                  <a:pt x="670535" y="66916"/>
                  <a:pt x="667540" y="78023"/>
                  <a:pt x="661549" y="88060"/>
                </a:cubicBezTo>
                <a:cubicBezTo>
                  <a:pt x="655559" y="98096"/>
                  <a:pt x="647712" y="105275"/>
                  <a:pt x="638010" y="109596"/>
                </a:cubicBezTo>
                <a:lnTo>
                  <a:pt x="638010" y="107357"/>
                </a:lnTo>
                <a:cubicBezTo>
                  <a:pt x="642841" y="104648"/>
                  <a:pt x="646818" y="100986"/>
                  <a:pt x="649941" y="96373"/>
                </a:cubicBezTo>
                <a:cubicBezTo>
                  <a:pt x="653064" y="91760"/>
                  <a:pt x="655382" y="85891"/>
                  <a:pt x="656894" y="78767"/>
                </a:cubicBezTo>
                <a:cubicBezTo>
                  <a:pt x="658407" y="71641"/>
                  <a:pt x="659163" y="64211"/>
                  <a:pt x="659163" y="56477"/>
                </a:cubicBezTo>
                <a:cubicBezTo>
                  <a:pt x="659163" y="48114"/>
                  <a:pt x="658515" y="40478"/>
                  <a:pt x="657218" y="33569"/>
                </a:cubicBezTo>
                <a:cubicBezTo>
                  <a:pt x="656236" y="28151"/>
                  <a:pt x="655009" y="23813"/>
                  <a:pt x="653536" y="20555"/>
                </a:cubicBezTo>
                <a:cubicBezTo>
                  <a:pt x="652063" y="17296"/>
                  <a:pt x="650108" y="14155"/>
                  <a:pt x="647673" y="11133"/>
                </a:cubicBezTo>
                <a:cubicBezTo>
                  <a:pt x="645237" y="8109"/>
                  <a:pt x="642016" y="5223"/>
                  <a:pt x="638010" y="2475"/>
                </a:cubicBezTo>
                <a:close/>
              </a:path>
            </a:pathLst>
          </a:custGeom>
          <a:solidFill xmlns:a="http://schemas.openxmlformats.org/drawingml/2006/main">
            <a:srgbClr val="000000">
              <a:alpha val="74534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0D950E-75C3-4A82-8C51-43913B70C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7648" y="1236723"/>
            <a:ext cx="763780" cy="237575"/>
          </a:xfrm>
          <a:custGeom xmlns:a="http://schemas.openxmlformats.org/drawingml/2006/main">
            <a:pathLst>
              <a:path w="763780" h="237575">
                <a:moveTo>
                  <a:pt x="0" y="237575"/>
                </a:moveTo>
                <a:lnTo>
                  <a:pt x="763780" y="237575"/>
                </a:lnTo>
                <a:lnTo>
                  <a:pt x="763780" y="0"/>
                </a:lnTo>
                <a:lnTo>
                  <a:pt x="0" y="0"/>
                </a:lnTo>
                <a:lnTo>
                  <a:pt x="0" y="237575"/>
                </a:lnTo>
                <a:close/>
              </a:path>
            </a:pathLst>
          </a:custGeom>
          <a:solidFill xmlns:a="http://schemas.openxmlformats.org/drawingml/2006/main">
            <a:srgbClr val="C1C1C1">
              <a:alpha val="36956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2" name="Text R">
            <a:extLst xmlns:a="http://schemas.openxmlformats.org/drawingml/2006/main">
              <a:ext uri="{FF2B5EF4-FFF2-40B4-BE49-F238E27FC236}">
                <a16:creationId xmlns:a16="http://schemas.microsoft.com/office/drawing/2014/main" id="{B338ADFF-74E0-4FE4-A0E1-0EFCB8156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2090" y="1302245"/>
            <a:ext cx="105982" cy="106532"/>
          </a:xfrm>
          <a:custGeom xmlns:a="http://schemas.openxmlformats.org/drawingml/2006/main">
            <a:pathLst>
              <a:path w="105982" h="106532">
                <a:moveTo>
                  <a:pt x="105982" y="106532"/>
                </a:moveTo>
                <a:lnTo>
                  <a:pt x="77542" y="106532"/>
                </a:lnTo>
                <a:lnTo>
                  <a:pt x="41481" y="56723"/>
                </a:lnTo>
                <a:cubicBezTo>
                  <a:pt x="38810" y="56828"/>
                  <a:pt x="36637" y="56880"/>
                  <a:pt x="34961" y="56880"/>
                </a:cubicBezTo>
                <a:cubicBezTo>
                  <a:pt x="34280" y="56880"/>
                  <a:pt x="33547" y="56867"/>
                  <a:pt x="32761" y="56841"/>
                </a:cubicBezTo>
                <a:cubicBezTo>
                  <a:pt x="31975" y="56814"/>
                  <a:pt x="31163" y="56775"/>
                  <a:pt x="30325" y="56723"/>
                </a:cubicBezTo>
                <a:lnTo>
                  <a:pt x="30325" y="87677"/>
                </a:lnTo>
                <a:cubicBezTo>
                  <a:pt x="30325" y="94348"/>
                  <a:pt x="31059" y="98491"/>
                  <a:pt x="32525" y="100107"/>
                </a:cubicBezTo>
                <a:cubicBezTo>
                  <a:pt x="34516" y="102400"/>
                  <a:pt x="37501" y="103547"/>
                  <a:pt x="41481" y="103547"/>
                </a:cubicBezTo>
                <a:lnTo>
                  <a:pt x="45645" y="103547"/>
                </a:lnTo>
                <a:lnTo>
                  <a:pt x="45645" y="106532"/>
                </a:lnTo>
                <a:lnTo>
                  <a:pt x="0" y="106532"/>
                </a:lnTo>
                <a:lnTo>
                  <a:pt x="0" y="103547"/>
                </a:lnTo>
                <a:lnTo>
                  <a:pt x="4007" y="103547"/>
                </a:lnTo>
                <a:cubicBezTo>
                  <a:pt x="8511" y="103547"/>
                  <a:pt x="11732" y="102087"/>
                  <a:pt x="13670" y="99169"/>
                </a:cubicBezTo>
                <a:cubicBezTo>
                  <a:pt x="14770" y="97554"/>
                  <a:pt x="15320" y="93723"/>
                  <a:pt x="15320" y="87677"/>
                </a:cubicBezTo>
                <a:lnTo>
                  <a:pt x="15320" y="18855"/>
                </a:lnTo>
                <a:cubicBezTo>
                  <a:pt x="15320" y="12184"/>
                  <a:pt x="14587" y="8040"/>
                  <a:pt x="13120" y="6425"/>
                </a:cubicBezTo>
                <a:cubicBezTo>
                  <a:pt x="11077" y="4132"/>
                  <a:pt x="8040" y="2985"/>
                  <a:pt x="4007" y="2985"/>
                </a:cubicBezTo>
                <a:lnTo>
                  <a:pt x="0" y="2985"/>
                </a:lnTo>
                <a:lnTo>
                  <a:pt x="0" y="0"/>
                </a:lnTo>
                <a:lnTo>
                  <a:pt x="38810" y="0"/>
                </a:lnTo>
                <a:cubicBezTo>
                  <a:pt x="50123" y="0"/>
                  <a:pt x="58464" y="824"/>
                  <a:pt x="63833" y="2472"/>
                </a:cubicBezTo>
                <a:cubicBezTo>
                  <a:pt x="69201" y="4120"/>
                  <a:pt x="73758" y="7156"/>
                  <a:pt x="77503" y="11578"/>
                </a:cubicBezTo>
                <a:cubicBezTo>
                  <a:pt x="81248" y="15999"/>
                  <a:pt x="83120" y="21270"/>
                  <a:pt x="83120" y="27392"/>
                </a:cubicBezTo>
                <a:cubicBezTo>
                  <a:pt x="83120" y="33934"/>
                  <a:pt x="80986" y="39612"/>
                  <a:pt x="76717" y="44425"/>
                </a:cubicBezTo>
                <a:cubicBezTo>
                  <a:pt x="72449" y="49239"/>
                  <a:pt x="65836" y="52640"/>
                  <a:pt x="56880" y="54629"/>
                </a:cubicBezTo>
                <a:lnTo>
                  <a:pt x="78878" y="85163"/>
                </a:lnTo>
                <a:cubicBezTo>
                  <a:pt x="83906" y="92181"/>
                  <a:pt x="88227" y="96842"/>
                  <a:pt x="91841" y="99147"/>
                </a:cubicBezTo>
                <a:cubicBezTo>
                  <a:pt x="95455" y="101452"/>
                  <a:pt x="100168" y="102918"/>
                  <a:pt x="105982" y="103547"/>
                </a:cubicBezTo>
                <a:lnTo>
                  <a:pt x="105982" y="106532"/>
                </a:lnTo>
                <a:moveTo>
                  <a:pt x="30325" y="51695"/>
                </a:moveTo>
                <a:cubicBezTo>
                  <a:pt x="31321" y="51695"/>
                  <a:pt x="32185" y="51708"/>
                  <a:pt x="32918" y="51734"/>
                </a:cubicBezTo>
                <a:cubicBezTo>
                  <a:pt x="33651" y="51760"/>
                  <a:pt x="34254" y="51773"/>
                  <a:pt x="34725" y="51773"/>
                </a:cubicBezTo>
                <a:cubicBezTo>
                  <a:pt x="44886" y="51773"/>
                  <a:pt x="52546" y="49578"/>
                  <a:pt x="57705" y="45186"/>
                </a:cubicBezTo>
                <a:cubicBezTo>
                  <a:pt x="62864" y="40793"/>
                  <a:pt x="65443" y="35198"/>
                  <a:pt x="65443" y="28401"/>
                </a:cubicBezTo>
                <a:cubicBezTo>
                  <a:pt x="65443" y="21760"/>
                  <a:pt x="63361" y="16362"/>
                  <a:pt x="59198" y="12207"/>
                </a:cubicBezTo>
                <a:cubicBezTo>
                  <a:pt x="55034" y="8049"/>
                  <a:pt x="49521" y="5971"/>
                  <a:pt x="42660" y="5971"/>
                </a:cubicBezTo>
                <a:cubicBezTo>
                  <a:pt x="39622" y="5971"/>
                  <a:pt x="35511" y="6495"/>
                  <a:pt x="30325" y="7542"/>
                </a:cubicBezTo>
                <a:lnTo>
                  <a:pt x="30325" y="51695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97758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3" name="Text TL-SDR">
            <a:extLst xmlns:a="http://schemas.openxmlformats.org/drawingml/2006/main">
              <a:ext uri="{FF2B5EF4-FFF2-40B4-BE49-F238E27FC236}">
                <a16:creationId xmlns:a16="http://schemas.microsoft.com/office/drawing/2014/main" id="{66530A24-6EFD-4ECE-8F72-E897DEE45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1869" y="1299888"/>
            <a:ext cx="559683" cy="111246"/>
          </a:xfrm>
          <a:custGeom xmlns:a="http://schemas.openxmlformats.org/drawingml/2006/main">
            <a:pathLst>
              <a:path w="559683" h="111246">
                <a:moveTo>
                  <a:pt x="88227" y="2357"/>
                </a:moveTo>
                <a:lnTo>
                  <a:pt x="89405" y="27419"/>
                </a:lnTo>
                <a:lnTo>
                  <a:pt x="86420" y="27419"/>
                </a:lnTo>
                <a:cubicBezTo>
                  <a:pt x="85844" y="23019"/>
                  <a:pt x="85058" y="19877"/>
                  <a:pt x="84063" y="17991"/>
                </a:cubicBezTo>
                <a:cubicBezTo>
                  <a:pt x="82439" y="14953"/>
                  <a:pt x="80279" y="12714"/>
                  <a:pt x="77581" y="11274"/>
                </a:cubicBezTo>
                <a:cubicBezTo>
                  <a:pt x="74884" y="9834"/>
                  <a:pt x="71336" y="9113"/>
                  <a:pt x="66936" y="9113"/>
                </a:cubicBezTo>
                <a:lnTo>
                  <a:pt x="51930" y="9113"/>
                </a:lnTo>
                <a:lnTo>
                  <a:pt x="51930" y="90348"/>
                </a:lnTo>
                <a:cubicBezTo>
                  <a:pt x="51930" y="96895"/>
                  <a:pt x="52637" y="100980"/>
                  <a:pt x="54052" y="102604"/>
                </a:cubicBezTo>
                <a:cubicBezTo>
                  <a:pt x="56042" y="104804"/>
                  <a:pt x="59106" y="105903"/>
                  <a:pt x="63244" y="105903"/>
                </a:cubicBezTo>
                <a:lnTo>
                  <a:pt x="66936" y="105903"/>
                </a:lnTo>
                <a:lnTo>
                  <a:pt x="66936" y="108889"/>
                </a:lnTo>
                <a:lnTo>
                  <a:pt x="21762" y="108889"/>
                </a:lnTo>
                <a:lnTo>
                  <a:pt x="21762" y="105903"/>
                </a:lnTo>
                <a:lnTo>
                  <a:pt x="25533" y="105903"/>
                </a:lnTo>
                <a:cubicBezTo>
                  <a:pt x="30037" y="105903"/>
                  <a:pt x="33232" y="104542"/>
                  <a:pt x="35118" y="101818"/>
                </a:cubicBezTo>
                <a:cubicBezTo>
                  <a:pt x="36270" y="100142"/>
                  <a:pt x="36846" y="96319"/>
                  <a:pt x="36846" y="90348"/>
                </a:cubicBezTo>
                <a:lnTo>
                  <a:pt x="36846" y="9113"/>
                </a:lnTo>
                <a:lnTo>
                  <a:pt x="24040" y="9113"/>
                </a:lnTo>
                <a:cubicBezTo>
                  <a:pt x="19065" y="9113"/>
                  <a:pt x="15529" y="9480"/>
                  <a:pt x="13434" y="10213"/>
                </a:cubicBezTo>
                <a:cubicBezTo>
                  <a:pt x="10711" y="11208"/>
                  <a:pt x="8380" y="13120"/>
                  <a:pt x="6442" y="15948"/>
                </a:cubicBezTo>
                <a:cubicBezTo>
                  <a:pt x="4504" y="18777"/>
                  <a:pt x="3352" y="22600"/>
                  <a:pt x="2985" y="27419"/>
                </a:cubicBezTo>
                <a:lnTo>
                  <a:pt x="0" y="27419"/>
                </a:lnTo>
                <a:lnTo>
                  <a:pt x="1257" y="2357"/>
                </a:lnTo>
                <a:lnTo>
                  <a:pt x="88227" y="2357"/>
                </a:lnTo>
                <a:close/>
                <a:moveTo>
                  <a:pt x="185645" y="79349"/>
                </a:moveTo>
                <a:lnTo>
                  <a:pt x="188237" y="79901"/>
                </a:lnTo>
                <a:lnTo>
                  <a:pt x="179124" y="108889"/>
                </a:lnTo>
                <a:lnTo>
                  <a:pt x="96632" y="108889"/>
                </a:lnTo>
                <a:lnTo>
                  <a:pt x="96632" y="105903"/>
                </a:lnTo>
                <a:lnTo>
                  <a:pt x="100639" y="105903"/>
                </a:lnTo>
                <a:cubicBezTo>
                  <a:pt x="105143" y="105903"/>
                  <a:pt x="108365" y="104452"/>
                  <a:pt x="110302" y="101548"/>
                </a:cubicBezTo>
                <a:cubicBezTo>
                  <a:pt x="111402" y="99888"/>
                  <a:pt x="111952" y="96050"/>
                  <a:pt x="111952" y="90034"/>
                </a:cubicBezTo>
                <a:lnTo>
                  <a:pt x="111952" y="21212"/>
                </a:lnTo>
                <a:cubicBezTo>
                  <a:pt x="111952" y="14593"/>
                  <a:pt x="111219" y="10450"/>
                  <a:pt x="109753" y="8782"/>
                </a:cubicBezTo>
                <a:cubicBezTo>
                  <a:pt x="107710" y="6489"/>
                  <a:pt x="104672" y="5342"/>
                  <a:pt x="100639" y="5342"/>
                </a:cubicBezTo>
                <a:lnTo>
                  <a:pt x="96632" y="5342"/>
                </a:lnTo>
                <a:lnTo>
                  <a:pt x="96632" y="2357"/>
                </a:lnTo>
                <a:lnTo>
                  <a:pt x="144870" y="2357"/>
                </a:lnTo>
                <a:lnTo>
                  <a:pt x="144870" y="5342"/>
                </a:lnTo>
                <a:cubicBezTo>
                  <a:pt x="139214" y="5290"/>
                  <a:pt x="135246" y="5809"/>
                  <a:pt x="132968" y="6899"/>
                </a:cubicBezTo>
                <a:cubicBezTo>
                  <a:pt x="130690" y="7989"/>
                  <a:pt x="129132" y="9365"/>
                  <a:pt x="128293" y="11026"/>
                </a:cubicBezTo>
                <a:cubicBezTo>
                  <a:pt x="127455" y="12687"/>
                  <a:pt x="127036" y="16659"/>
                  <a:pt x="127036" y="22941"/>
                </a:cubicBezTo>
                <a:lnTo>
                  <a:pt x="127036" y="89943"/>
                </a:lnTo>
                <a:cubicBezTo>
                  <a:pt x="127036" y="94295"/>
                  <a:pt x="127455" y="97284"/>
                  <a:pt x="128293" y="98909"/>
                </a:cubicBezTo>
                <a:cubicBezTo>
                  <a:pt x="128922" y="100009"/>
                  <a:pt x="129891" y="100821"/>
                  <a:pt x="131200" y="101347"/>
                </a:cubicBezTo>
                <a:cubicBezTo>
                  <a:pt x="132510" y="101871"/>
                  <a:pt x="136595" y="102132"/>
                  <a:pt x="143456" y="102132"/>
                </a:cubicBezTo>
                <a:lnTo>
                  <a:pt x="151234" y="102132"/>
                </a:lnTo>
                <a:cubicBezTo>
                  <a:pt x="159405" y="102132"/>
                  <a:pt x="165140" y="101528"/>
                  <a:pt x="168439" y="100321"/>
                </a:cubicBezTo>
                <a:cubicBezTo>
                  <a:pt x="171739" y="99111"/>
                  <a:pt x="174751" y="96969"/>
                  <a:pt x="177474" y="93896"/>
                </a:cubicBezTo>
                <a:cubicBezTo>
                  <a:pt x="180198" y="90820"/>
                  <a:pt x="182921" y="85971"/>
                  <a:pt x="185645" y="79349"/>
                </a:cubicBezTo>
                <a:close/>
                <a:moveTo>
                  <a:pt x="198214" y="66779"/>
                </a:moveTo>
                <a:lnTo>
                  <a:pt x="238832" y="66779"/>
                </a:lnTo>
                <a:lnTo>
                  <a:pt x="238832" y="78721"/>
                </a:lnTo>
                <a:lnTo>
                  <a:pt x="198214" y="78721"/>
                </a:lnTo>
                <a:lnTo>
                  <a:pt x="198214" y="66779"/>
                </a:lnTo>
                <a:close/>
                <a:moveTo>
                  <a:pt x="319044" y="0"/>
                </a:moveTo>
                <a:lnTo>
                  <a:pt x="319044" y="36925"/>
                </a:lnTo>
                <a:lnTo>
                  <a:pt x="316137" y="36925"/>
                </a:lnTo>
                <a:cubicBezTo>
                  <a:pt x="315194" y="29836"/>
                  <a:pt x="313505" y="24192"/>
                  <a:pt x="311070" y="19992"/>
                </a:cubicBezTo>
                <a:cubicBezTo>
                  <a:pt x="308634" y="15790"/>
                  <a:pt x="305164" y="12456"/>
                  <a:pt x="300660" y="9987"/>
                </a:cubicBezTo>
                <a:cubicBezTo>
                  <a:pt x="296156" y="7519"/>
                  <a:pt x="291494" y="6285"/>
                  <a:pt x="286676" y="6285"/>
                </a:cubicBezTo>
                <a:cubicBezTo>
                  <a:pt x="281229" y="6285"/>
                  <a:pt x="276724" y="7946"/>
                  <a:pt x="273163" y="11266"/>
                </a:cubicBezTo>
                <a:cubicBezTo>
                  <a:pt x="269601" y="14587"/>
                  <a:pt x="267821" y="18365"/>
                  <a:pt x="267821" y="22599"/>
                </a:cubicBezTo>
                <a:cubicBezTo>
                  <a:pt x="267821" y="25842"/>
                  <a:pt x="268947" y="28797"/>
                  <a:pt x="271199" y="31465"/>
                </a:cubicBezTo>
                <a:cubicBezTo>
                  <a:pt x="274446" y="35386"/>
                  <a:pt x="282172" y="40615"/>
                  <a:pt x="294375" y="47150"/>
                </a:cubicBezTo>
                <a:cubicBezTo>
                  <a:pt x="304326" y="52484"/>
                  <a:pt x="311122" y="56577"/>
                  <a:pt x="314762" y="59428"/>
                </a:cubicBezTo>
                <a:cubicBezTo>
                  <a:pt x="318402" y="62278"/>
                  <a:pt x="321204" y="65638"/>
                  <a:pt x="323169" y="69509"/>
                </a:cubicBezTo>
                <a:cubicBezTo>
                  <a:pt x="325133" y="73378"/>
                  <a:pt x="326115" y="77432"/>
                  <a:pt x="326115" y="81669"/>
                </a:cubicBezTo>
                <a:cubicBezTo>
                  <a:pt x="326115" y="89723"/>
                  <a:pt x="322985" y="96667"/>
                  <a:pt x="316726" y="102498"/>
                </a:cubicBezTo>
                <a:cubicBezTo>
                  <a:pt x="310467" y="108330"/>
                  <a:pt x="302415" y="111246"/>
                  <a:pt x="292568" y="111246"/>
                </a:cubicBezTo>
                <a:cubicBezTo>
                  <a:pt x="289478" y="111246"/>
                  <a:pt x="286571" y="111007"/>
                  <a:pt x="283848" y="110529"/>
                </a:cubicBezTo>
                <a:cubicBezTo>
                  <a:pt x="282224" y="110264"/>
                  <a:pt x="278859" y="109296"/>
                  <a:pt x="273752" y="107624"/>
                </a:cubicBezTo>
                <a:cubicBezTo>
                  <a:pt x="268646" y="105953"/>
                  <a:pt x="265411" y="105118"/>
                  <a:pt x="264050" y="105118"/>
                </a:cubicBezTo>
                <a:cubicBezTo>
                  <a:pt x="262740" y="105118"/>
                  <a:pt x="261706" y="105516"/>
                  <a:pt x="260946" y="106311"/>
                </a:cubicBezTo>
                <a:cubicBezTo>
                  <a:pt x="260187" y="107106"/>
                  <a:pt x="259624" y="108751"/>
                  <a:pt x="259257" y="111246"/>
                </a:cubicBezTo>
                <a:lnTo>
                  <a:pt x="256350" y="111246"/>
                </a:lnTo>
                <a:lnTo>
                  <a:pt x="256350" y="74635"/>
                </a:lnTo>
                <a:lnTo>
                  <a:pt x="259257" y="74635"/>
                </a:lnTo>
                <a:cubicBezTo>
                  <a:pt x="260619" y="82302"/>
                  <a:pt x="262452" y="88038"/>
                  <a:pt x="264757" y="91846"/>
                </a:cubicBezTo>
                <a:cubicBezTo>
                  <a:pt x="267061" y="95653"/>
                  <a:pt x="270583" y="98816"/>
                  <a:pt x="275323" y="101337"/>
                </a:cubicBezTo>
                <a:cubicBezTo>
                  <a:pt x="280063" y="103858"/>
                  <a:pt x="285262" y="105118"/>
                  <a:pt x="290918" y="105118"/>
                </a:cubicBezTo>
                <a:cubicBezTo>
                  <a:pt x="297465" y="105118"/>
                  <a:pt x="302637" y="103389"/>
                  <a:pt x="306435" y="99930"/>
                </a:cubicBezTo>
                <a:cubicBezTo>
                  <a:pt x="310232" y="96472"/>
                  <a:pt x="312130" y="92385"/>
                  <a:pt x="312130" y="87669"/>
                </a:cubicBezTo>
                <a:cubicBezTo>
                  <a:pt x="312130" y="85049"/>
                  <a:pt x="311410" y="82403"/>
                  <a:pt x="309970" y="79732"/>
                </a:cubicBezTo>
                <a:cubicBezTo>
                  <a:pt x="308530" y="77059"/>
                  <a:pt x="306290" y="74570"/>
                  <a:pt x="303253" y="72264"/>
                </a:cubicBezTo>
                <a:cubicBezTo>
                  <a:pt x="301210" y="70692"/>
                  <a:pt x="295632" y="67373"/>
                  <a:pt x="286519" y="62306"/>
                </a:cubicBezTo>
                <a:cubicBezTo>
                  <a:pt x="277405" y="57237"/>
                  <a:pt x="270924" y="53185"/>
                  <a:pt x="267074" y="50150"/>
                </a:cubicBezTo>
                <a:cubicBezTo>
                  <a:pt x="263225" y="47116"/>
                  <a:pt x="260305" y="43767"/>
                  <a:pt x="258314" y="40104"/>
                </a:cubicBezTo>
                <a:cubicBezTo>
                  <a:pt x="256324" y="36441"/>
                  <a:pt x="255329" y="32412"/>
                  <a:pt x="255329" y="28018"/>
                </a:cubicBezTo>
                <a:cubicBezTo>
                  <a:pt x="255329" y="20379"/>
                  <a:pt x="258262" y="13800"/>
                  <a:pt x="264128" y="8281"/>
                </a:cubicBezTo>
                <a:cubicBezTo>
                  <a:pt x="269994" y="2760"/>
                  <a:pt x="277458" y="0"/>
                  <a:pt x="286519" y="0"/>
                </a:cubicBezTo>
                <a:cubicBezTo>
                  <a:pt x="292175" y="0"/>
                  <a:pt x="298172" y="1388"/>
                  <a:pt x="304510" y="4164"/>
                </a:cubicBezTo>
                <a:cubicBezTo>
                  <a:pt x="307443" y="5473"/>
                  <a:pt x="309512" y="6128"/>
                  <a:pt x="310716" y="6128"/>
                </a:cubicBezTo>
                <a:cubicBezTo>
                  <a:pt x="312078" y="6128"/>
                  <a:pt x="313191" y="5722"/>
                  <a:pt x="314055" y="4910"/>
                </a:cubicBezTo>
                <a:cubicBezTo>
                  <a:pt x="314919" y="4098"/>
                  <a:pt x="315613" y="2462"/>
                  <a:pt x="316137" y="0"/>
                </a:cubicBezTo>
                <a:lnTo>
                  <a:pt x="319044" y="0"/>
                </a:lnTo>
                <a:close/>
                <a:moveTo>
                  <a:pt x="337507" y="108889"/>
                </a:moveTo>
                <a:lnTo>
                  <a:pt x="337507" y="105903"/>
                </a:lnTo>
                <a:lnTo>
                  <a:pt x="341514" y="105903"/>
                </a:lnTo>
                <a:cubicBezTo>
                  <a:pt x="346018" y="105903"/>
                  <a:pt x="349213" y="104470"/>
                  <a:pt x="351098" y="101605"/>
                </a:cubicBezTo>
                <a:cubicBezTo>
                  <a:pt x="352251" y="99884"/>
                  <a:pt x="352827" y="96027"/>
                  <a:pt x="352827" y="90034"/>
                </a:cubicBezTo>
                <a:lnTo>
                  <a:pt x="352827" y="21212"/>
                </a:lnTo>
                <a:cubicBezTo>
                  <a:pt x="352827" y="14593"/>
                  <a:pt x="352094" y="10450"/>
                  <a:pt x="350627" y="8782"/>
                </a:cubicBezTo>
                <a:cubicBezTo>
                  <a:pt x="348584" y="6489"/>
                  <a:pt x="345547" y="5342"/>
                  <a:pt x="341514" y="5342"/>
                </a:cubicBezTo>
                <a:lnTo>
                  <a:pt x="337507" y="5342"/>
                </a:lnTo>
                <a:lnTo>
                  <a:pt x="337507" y="2357"/>
                </a:lnTo>
                <a:lnTo>
                  <a:pt x="380874" y="2357"/>
                </a:lnTo>
                <a:cubicBezTo>
                  <a:pt x="396796" y="2357"/>
                  <a:pt x="408908" y="4164"/>
                  <a:pt x="417210" y="7778"/>
                </a:cubicBezTo>
                <a:cubicBezTo>
                  <a:pt x="425511" y="11392"/>
                  <a:pt x="432189" y="17415"/>
                  <a:pt x="437243" y="25847"/>
                </a:cubicBezTo>
                <a:cubicBezTo>
                  <a:pt x="442297" y="34280"/>
                  <a:pt x="444825" y="44022"/>
                  <a:pt x="444825" y="55073"/>
                </a:cubicBezTo>
                <a:cubicBezTo>
                  <a:pt x="444825" y="69895"/>
                  <a:pt x="440320" y="82282"/>
                  <a:pt x="431312" y="92233"/>
                </a:cubicBezTo>
                <a:cubicBezTo>
                  <a:pt x="421203" y="103337"/>
                  <a:pt x="405805" y="108889"/>
                  <a:pt x="385116" y="108889"/>
                </a:cubicBezTo>
                <a:lnTo>
                  <a:pt x="337507" y="108889"/>
                </a:lnTo>
                <a:moveTo>
                  <a:pt x="367911" y="101035"/>
                </a:moveTo>
                <a:cubicBezTo>
                  <a:pt x="374563" y="102500"/>
                  <a:pt x="380141" y="103232"/>
                  <a:pt x="384645" y="103232"/>
                </a:cubicBezTo>
                <a:cubicBezTo>
                  <a:pt x="396796" y="103232"/>
                  <a:pt x="406878" y="98971"/>
                  <a:pt x="414892" y="90449"/>
                </a:cubicBezTo>
                <a:cubicBezTo>
                  <a:pt x="422905" y="81924"/>
                  <a:pt x="426912" y="70368"/>
                  <a:pt x="426912" y="55780"/>
                </a:cubicBezTo>
                <a:cubicBezTo>
                  <a:pt x="426912" y="41087"/>
                  <a:pt x="422905" y="29505"/>
                  <a:pt x="414892" y="21035"/>
                </a:cubicBezTo>
                <a:cubicBezTo>
                  <a:pt x="406878" y="12564"/>
                  <a:pt x="396587" y="8328"/>
                  <a:pt x="384016" y="8328"/>
                </a:cubicBezTo>
                <a:cubicBezTo>
                  <a:pt x="379303" y="8328"/>
                  <a:pt x="373934" y="9086"/>
                  <a:pt x="367911" y="10601"/>
                </a:cubicBezTo>
                <a:lnTo>
                  <a:pt x="367911" y="101035"/>
                </a:lnTo>
                <a:close/>
                <a:moveTo>
                  <a:pt x="559683" y="108889"/>
                </a:moveTo>
                <a:lnTo>
                  <a:pt x="531243" y="108889"/>
                </a:lnTo>
                <a:lnTo>
                  <a:pt x="495182" y="59080"/>
                </a:lnTo>
                <a:cubicBezTo>
                  <a:pt x="492511" y="59184"/>
                  <a:pt x="490338" y="59237"/>
                  <a:pt x="488662" y="59237"/>
                </a:cubicBezTo>
                <a:cubicBezTo>
                  <a:pt x="487981" y="59237"/>
                  <a:pt x="487247" y="59224"/>
                  <a:pt x="486462" y="59198"/>
                </a:cubicBezTo>
                <a:cubicBezTo>
                  <a:pt x="485676" y="59171"/>
                  <a:pt x="484864" y="59132"/>
                  <a:pt x="484026" y="59080"/>
                </a:cubicBezTo>
                <a:lnTo>
                  <a:pt x="484026" y="90034"/>
                </a:lnTo>
                <a:cubicBezTo>
                  <a:pt x="484026" y="96705"/>
                  <a:pt x="484760" y="100848"/>
                  <a:pt x="486226" y="102464"/>
                </a:cubicBezTo>
                <a:cubicBezTo>
                  <a:pt x="488216" y="104757"/>
                  <a:pt x="491202" y="105903"/>
                  <a:pt x="495182" y="105903"/>
                </a:cubicBezTo>
                <a:lnTo>
                  <a:pt x="499346" y="105903"/>
                </a:lnTo>
                <a:lnTo>
                  <a:pt x="499346" y="108889"/>
                </a:lnTo>
                <a:lnTo>
                  <a:pt x="453701" y="108889"/>
                </a:lnTo>
                <a:lnTo>
                  <a:pt x="453701" y="105903"/>
                </a:lnTo>
                <a:lnTo>
                  <a:pt x="457708" y="105903"/>
                </a:lnTo>
                <a:cubicBezTo>
                  <a:pt x="462212" y="105903"/>
                  <a:pt x="465433" y="104444"/>
                  <a:pt x="467371" y="101526"/>
                </a:cubicBezTo>
                <a:cubicBezTo>
                  <a:pt x="468471" y="99911"/>
                  <a:pt x="469021" y="96080"/>
                  <a:pt x="469021" y="90034"/>
                </a:cubicBezTo>
                <a:lnTo>
                  <a:pt x="469021" y="21212"/>
                </a:lnTo>
                <a:cubicBezTo>
                  <a:pt x="469021" y="14541"/>
                  <a:pt x="468288" y="10397"/>
                  <a:pt x="466821" y="8782"/>
                </a:cubicBezTo>
                <a:cubicBezTo>
                  <a:pt x="464778" y="6489"/>
                  <a:pt x="461741" y="5342"/>
                  <a:pt x="457708" y="5342"/>
                </a:cubicBezTo>
                <a:lnTo>
                  <a:pt x="453701" y="5342"/>
                </a:lnTo>
                <a:lnTo>
                  <a:pt x="453701" y="2357"/>
                </a:lnTo>
                <a:lnTo>
                  <a:pt x="492511" y="2357"/>
                </a:lnTo>
                <a:cubicBezTo>
                  <a:pt x="503824" y="2357"/>
                  <a:pt x="512165" y="3181"/>
                  <a:pt x="517534" y="4829"/>
                </a:cubicBezTo>
                <a:cubicBezTo>
                  <a:pt x="522902" y="6477"/>
                  <a:pt x="527459" y="9513"/>
                  <a:pt x="531204" y="13935"/>
                </a:cubicBezTo>
                <a:cubicBezTo>
                  <a:pt x="534949" y="18356"/>
                  <a:pt x="536821" y="23627"/>
                  <a:pt x="536821" y="29749"/>
                </a:cubicBezTo>
                <a:cubicBezTo>
                  <a:pt x="536821" y="36291"/>
                  <a:pt x="534687" y="41968"/>
                  <a:pt x="530418" y="46782"/>
                </a:cubicBezTo>
                <a:cubicBezTo>
                  <a:pt x="526149" y="51596"/>
                  <a:pt x="519537" y="54997"/>
                  <a:pt x="510581" y="56985"/>
                </a:cubicBezTo>
                <a:lnTo>
                  <a:pt x="532579" y="87520"/>
                </a:lnTo>
                <a:cubicBezTo>
                  <a:pt x="537607" y="94538"/>
                  <a:pt x="541928" y="99199"/>
                  <a:pt x="545542" y="101504"/>
                </a:cubicBezTo>
                <a:cubicBezTo>
                  <a:pt x="549155" y="103808"/>
                  <a:pt x="553869" y="105275"/>
                  <a:pt x="559683" y="105903"/>
                </a:cubicBezTo>
                <a:lnTo>
                  <a:pt x="559683" y="108889"/>
                </a:lnTo>
                <a:moveTo>
                  <a:pt x="484026" y="54052"/>
                </a:moveTo>
                <a:cubicBezTo>
                  <a:pt x="485022" y="54052"/>
                  <a:pt x="485886" y="54065"/>
                  <a:pt x="486619" y="54091"/>
                </a:cubicBezTo>
                <a:cubicBezTo>
                  <a:pt x="487352" y="54117"/>
                  <a:pt x="487955" y="54130"/>
                  <a:pt x="488426" y="54130"/>
                </a:cubicBezTo>
                <a:cubicBezTo>
                  <a:pt x="498587" y="54130"/>
                  <a:pt x="506247" y="51934"/>
                  <a:pt x="511406" y="47543"/>
                </a:cubicBezTo>
                <a:cubicBezTo>
                  <a:pt x="516565" y="43150"/>
                  <a:pt x="519144" y="37555"/>
                  <a:pt x="519144" y="30758"/>
                </a:cubicBezTo>
                <a:cubicBezTo>
                  <a:pt x="519144" y="24117"/>
                  <a:pt x="517062" y="18719"/>
                  <a:pt x="512898" y="14564"/>
                </a:cubicBezTo>
                <a:cubicBezTo>
                  <a:pt x="508735" y="10406"/>
                  <a:pt x="503222" y="8328"/>
                  <a:pt x="496361" y="8328"/>
                </a:cubicBezTo>
                <a:cubicBezTo>
                  <a:pt x="493323" y="8328"/>
                  <a:pt x="489212" y="8851"/>
                  <a:pt x="484026" y="9899"/>
                </a:cubicBezTo>
                <a:lnTo>
                  <a:pt x="484026" y="54052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97758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FDBD8C-1D3E-4AD9-83DE-06B953C27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4647" y="2223319"/>
            <a:ext cx="877534" cy="237732"/>
          </a:xfrm>
          <a:custGeom xmlns:a="http://schemas.openxmlformats.org/drawingml/2006/main">
            <a:pathLst>
              <a:path w="877534" h="237732">
                <a:moveTo>
                  <a:pt x="0" y="237732"/>
                </a:moveTo>
                <a:lnTo>
                  <a:pt x="877534" y="237732"/>
                </a:lnTo>
                <a:lnTo>
                  <a:pt x="877534" y="0"/>
                </a:lnTo>
                <a:lnTo>
                  <a:pt x="0" y="0"/>
                </a:lnTo>
                <a:lnTo>
                  <a:pt x="0" y="237732"/>
                </a:lnTo>
                <a:close/>
              </a:path>
            </a:pathLst>
          </a:custGeom>
          <a:solidFill xmlns:a="http://schemas.openxmlformats.org/drawingml/2006/main">
            <a:srgbClr val="C1C1C1">
              <a:alpha val="36956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5" name="Text USRPB210">
            <a:extLst xmlns:a="http://schemas.openxmlformats.org/drawingml/2006/main">
              <a:ext uri="{FF2B5EF4-FFF2-40B4-BE49-F238E27FC236}">
                <a16:creationId xmlns:a16="http://schemas.microsoft.com/office/drawing/2014/main" id="{51BB9BB8-D2E7-4544-9713-76AA9E0B8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4003" y="2286524"/>
            <a:ext cx="778803" cy="111246"/>
          </a:xfrm>
          <a:custGeom xmlns:a="http://schemas.openxmlformats.org/drawingml/2006/main">
            <a:pathLst>
              <a:path w="778803" h="111246">
                <a:moveTo>
                  <a:pt x="75892" y="5342"/>
                </a:moveTo>
                <a:lnTo>
                  <a:pt x="75892" y="2357"/>
                </a:lnTo>
                <a:lnTo>
                  <a:pt x="113603" y="2357"/>
                </a:lnTo>
                <a:lnTo>
                  <a:pt x="113603" y="5342"/>
                </a:lnTo>
                <a:lnTo>
                  <a:pt x="109596" y="5342"/>
                </a:lnTo>
                <a:cubicBezTo>
                  <a:pt x="105406" y="5342"/>
                  <a:pt x="102185" y="7089"/>
                  <a:pt x="99933" y="10582"/>
                </a:cubicBezTo>
                <a:cubicBezTo>
                  <a:pt x="98833" y="12197"/>
                  <a:pt x="98283" y="15950"/>
                  <a:pt x="98283" y="21841"/>
                </a:cubicBezTo>
                <a:lnTo>
                  <a:pt x="98283" y="64974"/>
                </a:lnTo>
                <a:cubicBezTo>
                  <a:pt x="98283" y="75641"/>
                  <a:pt x="97222" y="83916"/>
                  <a:pt x="95101" y="89798"/>
                </a:cubicBezTo>
                <a:cubicBezTo>
                  <a:pt x="92980" y="95679"/>
                  <a:pt x="88816" y="100724"/>
                  <a:pt x="82609" y="104934"/>
                </a:cubicBezTo>
                <a:cubicBezTo>
                  <a:pt x="76403" y="109142"/>
                  <a:pt x="67957" y="111246"/>
                  <a:pt x="57273" y="111246"/>
                </a:cubicBezTo>
                <a:cubicBezTo>
                  <a:pt x="45645" y="111246"/>
                  <a:pt x="36820" y="109233"/>
                  <a:pt x="30797" y="105209"/>
                </a:cubicBezTo>
                <a:cubicBezTo>
                  <a:pt x="24774" y="101182"/>
                  <a:pt x="20505" y="95770"/>
                  <a:pt x="17991" y="88973"/>
                </a:cubicBezTo>
                <a:cubicBezTo>
                  <a:pt x="16315" y="84320"/>
                  <a:pt x="15477" y="75588"/>
                  <a:pt x="15477" y="62777"/>
                </a:cubicBezTo>
                <a:lnTo>
                  <a:pt x="15477" y="21212"/>
                </a:lnTo>
                <a:cubicBezTo>
                  <a:pt x="15477" y="14698"/>
                  <a:pt x="14574" y="10424"/>
                  <a:pt x="12767" y="8392"/>
                </a:cubicBezTo>
                <a:cubicBezTo>
                  <a:pt x="10960" y="6359"/>
                  <a:pt x="8040" y="5342"/>
                  <a:pt x="4007" y="5342"/>
                </a:cubicBezTo>
                <a:lnTo>
                  <a:pt x="0" y="5342"/>
                </a:lnTo>
                <a:lnTo>
                  <a:pt x="0" y="2357"/>
                </a:lnTo>
                <a:lnTo>
                  <a:pt x="46038" y="2357"/>
                </a:lnTo>
                <a:lnTo>
                  <a:pt x="46038" y="5342"/>
                </a:lnTo>
                <a:lnTo>
                  <a:pt x="41953" y="5342"/>
                </a:lnTo>
                <a:cubicBezTo>
                  <a:pt x="37553" y="5342"/>
                  <a:pt x="34411" y="6724"/>
                  <a:pt x="32525" y="9487"/>
                </a:cubicBezTo>
                <a:cubicBezTo>
                  <a:pt x="31216" y="11362"/>
                  <a:pt x="30561" y="15271"/>
                  <a:pt x="30561" y="21212"/>
                </a:cubicBezTo>
                <a:lnTo>
                  <a:pt x="30561" y="67555"/>
                </a:lnTo>
                <a:cubicBezTo>
                  <a:pt x="30561" y="71686"/>
                  <a:pt x="30941" y="76418"/>
                  <a:pt x="31700" y="81750"/>
                </a:cubicBezTo>
                <a:cubicBezTo>
                  <a:pt x="32460" y="87081"/>
                  <a:pt x="33835" y="91237"/>
                  <a:pt x="35825" y="94217"/>
                </a:cubicBezTo>
                <a:cubicBezTo>
                  <a:pt x="37815" y="97196"/>
                  <a:pt x="40683" y="99653"/>
                  <a:pt x="44428" y="101587"/>
                </a:cubicBezTo>
                <a:cubicBezTo>
                  <a:pt x="48172" y="103522"/>
                  <a:pt x="52768" y="104489"/>
                  <a:pt x="58215" y="104489"/>
                </a:cubicBezTo>
                <a:cubicBezTo>
                  <a:pt x="65181" y="104489"/>
                  <a:pt x="71414" y="102974"/>
                  <a:pt x="76914" y="99942"/>
                </a:cubicBezTo>
                <a:cubicBezTo>
                  <a:pt x="82413" y="96910"/>
                  <a:pt x="86171" y="93028"/>
                  <a:pt x="88187" y="88298"/>
                </a:cubicBezTo>
                <a:cubicBezTo>
                  <a:pt x="90204" y="83566"/>
                  <a:pt x="91212" y="75554"/>
                  <a:pt x="91212" y="64262"/>
                </a:cubicBezTo>
                <a:lnTo>
                  <a:pt x="91212" y="21212"/>
                </a:lnTo>
                <a:cubicBezTo>
                  <a:pt x="91212" y="14593"/>
                  <a:pt x="90479" y="10450"/>
                  <a:pt x="89012" y="8782"/>
                </a:cubicBezTo>
                <a:cubicBezTo>
                  <a:pt x="86970" y="6489"/>
                  <a:pt x="83932" y="5342"/>
                  <a:pt x="79899" y="5342"/>
                </a:cubicBezTo>
                <a:lnTo>
                  <a:pt x="75892" y="5342"/>
                </a:lnTo>
                <a:close/>
                <a:moveTo>
                  <a:pt x="189101" y="0"/>
                </a:moveTo>
                <a:lnTo>
                  <a:pt x="189101" y="36925"/>
                </a:lnTo>
                <a:lnTo>
                  <a:pt x="186194" y="36925"/>
                </a:lnTo>
                <a:cubicBezTo>
                  <a:pt x="185251" y="29836"/>
                  <a:pt x="183562" y="24192"/>
                  <a:pt x="181127" y="19992"/>
                </a:cubicBezTo>
                <a:cubicBezTo>
                  <a:pt x="178691" y="15790"/>
                  <a:pt x="175222" y="12456"/>
                  <a:pt x="170717" y="9987"/>
                </a:cubicBezTo>
                <a:cubicBezTo>
                  <a:pt x="166213" y="7519"/>
                  <a:pt x="161552" y="6285"/>
                  <a:pt x="156733" y="6285"/>
                </a:cubicBezTo>
                <a:cubicBezTo>
                  <a:pt x="151286" y="6285"/>
                  <a:pt x="146782" y="7946"/>
                  <a:pt x="143220" y="11266"/>
                </a:cubicBezTo>
                <a:cubicBezTo>
                  <a:pt x="139659" y="14587"/>
                  <a:pt x="137878" y="18365"/>
                  <a:pt x="137878" y="22599"/>
                </a:cubicBezTo>
                <a:cubicBezTo>
                  <a:pt x="137878" y="25842"/>
                  <a:pt x="139004" y="28797"/>
                  <a:pt x="141256" y="31465"/>
                </a:cubicBezTo>
                <a:cubicBezTo>
                  <a:pt x="144503" y="35386"/>
                  <a:pt x="152229" y="40615"/>
                  <a:pt x="164432" y="47150"/>
                </a:cubicBezTo>
                <a:cubicBezTo>
                  <a:pt x="174384" y="52484"/>
                  <a:pt x="181179" y="56577"/>
                  <a:pt x="184819" y="59428"/>
                </a:cubicBezTo>
                <a:cubicBezTo>
                  <a:pt x="188459" y="62278"/>
                  <a:pt x="191262" y="65638"/>
                  <a:pt x="193226" y="69509"/>
                </a:cubicBezTo>
                <a:cubicBezTo>
                  <a:pt x="195190" y="73378"/>
                  <a:pt x="196172" y="77432"/>
                  <a:pt x="196172" y="81669"/>
                </a:cubicBezTo>
                <a:cubicBezTo>
                  <a:pt x="196172" y="89723"/>
                  <a:pt x="193042" y="96667"/>
                  <a:pt x="186783" y="102498"/>
                </a:cubicBezTo>
                <a:cubicBezTo>
                  <a:pt x="180525" y="108330"/>
                  <a:pt x="172472" y="111246"/>
                  <a:pt x="162625" y="111246"/>
                </a:cubicBezTo>
                <a:cubicBezTo>
                  <a:pt x="159535" y="111246"/>
                  <a:pt x="156628" y="111007"/>
                  <a:pt x="153905" y="110529"/>
                </a:cubicBezTo>
                <a:cubicBezTo>
                  <a:pt x="152281" y="110264"/>
                  <a:pt x="148916" y="109296"/>
                  <a:pt x="143809" y="107624"/>
                </a:cubicBezTo>
                <a:cubicBezTo>
                  <a:pt x="138703" y="105953"/>
                  <a:pt x="135468" y="105118"/>
                  <a:pt x="134107" y="105118"/>
                </a:cubicBezTo>
                <a:cubicBezTo>
                  <a:pt x="132797" y="105118"/>
                  <a:pt x="131763" y="105516"/>
                  <a:pt x="131003" y="106311"/>
                </a:cubicBezTo>
                <a:cubicBezTo>
                  <a:pt x="130244" y="107106"/>
                  <a:pt x="129681" y="108751"/>
                  <a:pt x="129314" y="111246"/>
                </a:cubicBezTo>
                <a:lnTo>
                  <a:pt x="126407" y="111246"/>
                </a:lnTo>
                <a:lnTo>
                  <a:pt x="126407" y="74635"/>
                </a:lnTo>
                <a:lnTo>
                  <a:pt x="129314" y="74635"/>
                </a:lnTo>
                <a:cubicBezTo>
                  <a:pt x="130676" y="82302"/>
                  <a:pt x="132509" y="88038"/>
                  <a:pt x="134814" y="91846"/>
                </a:cubicBezTo>
                <a:cubicBezTo>
                  <a:pt x="137118" y="95653"/>
                  <a:pt x="140641" y="98816"/>
                  <a:pt x="145381" y="101337"/>
                </a:cubicBezTo>
                <a:cubicBezTo>
                  <a:pt x="150121" y="103858"/>
                  <a:pt x="155319" y="105118"/>
                  <a:pt x="160975" y="105118"/>
                </a:cubicBezTo>
                <a:cubicBezTo>
                  <a:pt x="167522" y="105118"/>
                  <a:pt x="172694" y="103389"/>
                  <a:pt x="176492" y="99930"/>
                </a:cubicBezTo>
                <a:cubicBezTo>
                  <a:pt x="180289" y="96472"/>
                  <a:pt x="182187" y="92385"/>
                  <a:pt x="182187" y="87669"/>
                </a:cubicBezTo>
                <a:cubicBezTo>
                  <a:pt x="182187" y="85049"/>
                  <a:pt x="181467" y="82403"/>
                  <a:pt x="180027" y="79732"/>
                </a:cubicBezTo>
                <a:cubicBezTo>
                  <a:pt x="178587" y="77059"/>
                  <a:pt x="176348" y="74570"/>
                  <a:pt x="173310" y="72264"/>
                </a:cubicBezTo>
                <a:cubicBezTo>
                  <a:pt x="171267" y="70692"/>
                  <a:pt x="165689" y="67373"/>
                  <a:pt x="156576" y="62306"/>
                </a:cubicBezTo>
                <a:cubicBezTo>
                  <a:pt x="147462" y="57237"/>
                  <a:pt x="140981" y="53185"/>
                  <a:pt x="137131" y="50150"/>
                </a:cubicBezTo>
                <a:cubicBezTo>
                  <a:pt x="133282" y="47116"/>
                  <a:pt x="130362" y="43767"/>
                  <a:pt x="128372" y="40104"/>
                </a:cubicBezTo>
                <a:cubicBezTo>
                  <a:pt x="126381" y="36441"/>
                  <a:pt x="125386" y="32412"/>
                  <a:pt x="125386" y="28018"/>
                </a:cubicBezTo>
                <a:cubicBezTo>
                  <a:pt x="125386" y="20379"/>
                  <a:pt x="128319" y="13800"/>
                  <a:pt x="134185" y="8281"/>
                </a:cubicBezTo>
                <a:cubicBezTo>
                  <a:pt x="140051" y="2760"/>
                  <a:pt x="147515" y="0"/>
                  <a:pt x="156576" y="0"/>
                </a:cubicBezTo>
                <a:cubicBezTo>
                  <a:pt x="162232" y="0"/>
                  <a:pt x="168229" y="1388"/>
                  <a:pt x="174567" y="4164"/>
                </a:cubicBezTo>
                <a:cubicBezTo>
                  <a:pt x="177500" y="5473"/>
                  <a:pt x="179569" y="6128"/>
                  <a:pt x="180773" y="6128"/>
                </a:cubicBezTo>
                <a:cubicBezTo>
                  <a:pt x="182135" y="6128"/>
                  <a:pt x="183248" y="5722"/>
                  <a:pt x="184112" y="4910"/>
                </a:cubicBezTo>
                <a:cubicBezTo>
                  <a:pt x="184976" y="4098"/>
                  <a:pt x="185670" y="2462"/>
                  <a:pt x="186194" y="0"/>
                </a:cubicBezTo>
                <a:lnTo>
                  <a:pt x="189101" y="0"/>
                </a:lnTo>
                <a:close/>
                <a:moveTo>
                  <a:pt x="313546" y="108889"/>
                </a:moveTo>
                <a:lnTo>
                  <a:pt x="285106" y="108889"/>
                </a:lnTo>
                <a:lnTo>
                  <a:pt x="249046" y="59080"/>
                </a:lnTo>
                <a:cubicBezTo>
                  <a:pt x="246374" y="59184"/>
                  <a:pt x="244201" y="59237"/>
                  <a:pt x="242525" y="59237"/>
                </a:cubicBezTo>
                <a:cubicBezTo>
                  <a:pt x="241844" y="59237"/>
                  <a:pt x="241111" y="59224"/>
                  <a:pt x="240325" y="59198"/>
                </a:cubicBezTo>
                <a:cubicBezTo>
                  <a:pt x="239539" y="59171"/>
                  <a:pt x="238728" y="59132"/>
                  <a:pt x="237890" y="59080"/>
                </a:cubicBezTo>
                <a:lnTo>
                  <a:pt x="237890" y="90034"/>
                </a:lnTo>
                <a:cubicBezTo>
                  <a:pt x="237890" y="96705"/>
                  <a:pt x="238623" y="100848"/>
                  <a:pt x="240089" y="102464"/>
                </a:cubicBezTo>
                <a:cubicBezTo>
                  <a:pt x="242080" y="104757"/>
                  <a:pt x="245065" y="105903"/>
                  <a:pt x="249046" y="105903"/>
                </a:cubicBezTo>
                <a:lnTo>
                  <a:pt x="253209" y="105903"/>
                </a:lnTo>
                <a:lnTo>
                  <a:pt x="253209" y="108889"/>
                </a:lnTo>
                <a:lnTo>
                  <a:pt x="207564" y="108889"/>
                </a:lnTo>
                <a:lnTo>
                  <a:pt x="207564" y="105903"/>
                </a:lnTo>
                <a:lnTo>
                  <a:pt x="211571" y="105903"/>
                </a:lnTo>
                <a:cubicBezTo>
                  <a:pt x="216075" y="105903"/>
                  <a:pt x="219296" y="104444"/>
                  <a:pt x="221234" y="101526"/>
                </a:cubicBezTo>
                <a:cubicBezTo>
                  <a:pt x="222334" y="99911"/>
                  <a:pt x="222884" y="96080"/>
                  <a:pt x="222884" y="90034"/>
                </a:cubicBezTo>
                <a:lnTo>
                  <a:pt x="222884" y="21212"/>
                </a:lnTo>
                <a:cubicBezTo>
                  <a:pt x="222884" y="14541"/>
                  <a:pt x="222151" y="10397"/>
                  <a:pt x="220684" y="8782"/>
                </a:cubicBezTo>
                <a:cubicBezTo>
                  <a:pt x="218642" y="6489"/>
                  <a:pt x="215604" y="5342"/>
                  <a:pt x="211571" y="5342"/>
                </a:cubicBezTo>
                <a:lnTo>
                  <a:pt x="207564" y="5342"/>
                </a:lnTo>
                <a:lnTo>
                  <a:pt x="207564" y="2357"/>
                </a:lnTo>
                <a:lnTo>
                  <a:pt x="246374" y="2357"/>
                </a:lnTo>
                <a:cubicBezTo>
                  <a:pt x="257688" y="2357"/>
                  <a:pt x="266028" y="3181"/>
                  <a:pt x="271397" y="4829"/>
                </a:cubicBezTo>
                <a:cubicBezTo>
                  <a:pt x="276765" y="6477"/>
                  <a:pt x="281322" y="9513"/>
                  <a:pt x="285067" y="13935"/>
                </a:cubicBezTo>
                <a:cubicBezTo>
                  <a:pt x="288812" y="18356"/>
                  <a:pt x="290684" y="23627"/>
                  <a:pt x="290684" y="29749"/>
                </a:cubicBezTo>
                <a:cubicBezTo>
                  <a:pt x="290684" y="36291"/>
                  <a:pt x="288550" y="41968"/>
                  <a:pt x="284281" y="46782"/>
                </a:cubicBezTo>
                <a:cubicBezTo>
                  <a:pt x="280013" y="51596"/>
                  <a:pt x="273400" y="54997"/>
                  <a:pt x="264444" y="56985"/>
                </a:cubicBezTo>
                <a:lnTo>
                  <a:pt x="286442" y="87520"/>
                </a:lnTo>
                <a:cubicBezTo>
                  <a:pt x="291470" y="94538"/>
                  <a:pt x="295791" y="99199"/>
                  <a:pt x="299405" y="101504"/>
                </a:cubicBezTo>
                <a:cubicBezTo>
                  <a:pt x="303019" y="103808"/>
                  <a:pt x="307732" y="105275"/>
                  <a:pt x="313546" y="105903"/>
                </a:cubicBezTo>
                <a:lnTo>
                  <a:pt x="313546" y="108889"/>
                </a:lnTo>
                <a:moveTo>
                  <a:pt x="237890" y="54052"/>
                </a:moveTo>
                <a:cubicBezTo>
                  <a:pt x="238885" y="54052"/>
                  <a:pt x="239749" y="54065"/>
                  <a:pt x="240482" y="54091"/>
                </a:cubicBezTo>
                <a:cubicBezTo>
                  <a:pt x="241215" y="54117"/>
                  <a:pt x="241818" y="54130"/>
                  <a:pt x="242289" y="54130"/>
                </a:cubicBezTo>
                <a:cubicBezTo>
                  <a:pt x="252450" y="54130"/>
                  <a:pt x="260110" y="51934"/>
                  <a:pt x="265269" y="47543"/>
                </a:cubicBezTo>
                <a:cubicBezTo>
                  <a:pt x="270428" y="43150"/>
                  <a:pt x="273007" y="37555"/>
                  <a:pt x="273007" y="30758"/>
                </a:cubicBezTo>
                <a:cubicBezTo>
                  <a:pt x="273007" y="24117"/>
                  <a:pt x="270925" y="18719"/>
                  <a:pt x="266762" y="14564"/>
                </a:cubicBezTo>
                <a:cubicBezTo>
                  <a:pt x="262598" y="10406"/>
                  <a:pt x="257085" y="8328"/>
                  <a:pt x="250224" y="8328"/>
                </a:cubicBezTo>
                <a:cubicBezTo>
                  <a:pt x="247186" y="8328"/>
                  <a:pt x="243075" y="8851"/>
                  <a:pt x="237890" y="9899"/>
                </a:cubicBezTo>
                <a:lnTo>
                  <a:pt x="237890" y="54052"/>
                </a:lnTo>
                <a:close/>
                <a:moveTo>
                  <a:pt x="345130" y="59045"/>
                </a:moveTo>
                <a:lnTo>
                  <a:pt x="345130" y="90034"/>
                </a:lnTo>
                <a:cubicBezTo>
                  <a:pt x="345130" y="96705"/>
                  <a:pt x="345863" y="100848"/>
                  <a:pt x="347329" y="102464"/>
                </a:cubicBezTo>
                <a:cubicBezTo>
                  <a:pt x="349320" y="104757"/>
                  <a:pt x="352331" y="105903"/>
                  <a:pt x="356364" y="105903"/>
                </a:cubicBezTo>
                <a:lnTo>
                  <a:pt x="360449" y="105903"/>
                </a:lnTo>
                <a:lnTo>
                  <a:pt x="360449" y="108889"/>
                </a:lnTo>
                <a:lnTo>
                  <a:pt x="314804" y="108889"/>
                </a:lnTo>
                <a:lnTo>
                  <a:pt x="314804" y="105903"/>
                </a:lnTo>
                <a:lnTo>
                  <a:pt x="318811" y="105903"/>
                </a:lnTo>
                <a:cubicBezTo>
                  <a:pt x="323315" y="105903"/>
                  <a:pt x="326536" y="104444"/>
                  <a:pt x="328474" y="101526"/>
                </a:cubicBezTo>
                <a:cubicBezTo>
                  <a:pt x="329522" y="99911"/>
                  <a:pt x="330045" y="96080"/>
                  <a:pt x="330045" y="90034"/>
                </a:cubicBezTo>
                <a:lnTo>
                  <a:pt x="330045" y="21212"/>
                </a:lnTo>
                <a:cubicBezTo>
                  <a:pt x="330045" y="14541"/>
                  <a:pt x="329338" y="10397"/>
                  <a:pt x="327924" y="8782"/>
                </a:cubicBezTo>
                <a:cubicBezTo>
                  <a:pt x="325882" y="6489"/>
                  <a:pt x="322844" y="5342"/>
                  <a:pt x="318811" y="5342"/>
                </a:cubicBezTo>
                <a:lnTo>
                  <a:pt x="314804" y="5342"/>
                </a:lnTo>
                <a:lnTo>
                  <a:pt x="314804" y="2357"/>
                </a:lnTo>
                <a:lnTo>
                  <a:pt x="353850" y="2357"/>
                </a:lnTo>
                <a:cubicBezTo>
                  <a:pt x="363382" y="2357"/>
                  <a:pt x="370898" y="3341"/>
                  <a:pt x="376398" y="5308"/>
                </a:cubicBezTo>
                <a:cubicBezTo>
                  <a:pt x="381897" y="7274"/>
                  <a:pt x="386532" y="10591"/>
                  <a:pt x="390303" y="15258"/>
                </a:cubicBezTo>
                <a:cubicBezTo>
                  <a:pt x="394075" y="19926"/>
                  <a:pt x="395960" y="25459"/>
                  <a:pt x="395960" y="31857"/>
                </a:cubicBezTo>
                <a:cubicBezTo>
                  <a:pt x="395960" y="40563"/>
                  <a:pt x="393092" y="47644"/>
                  <a:pt x="387357" y="53099"/>
                </a:cubicBezTo>
                <a:cubicBezTo>
                  <a:pt x="381622" y="58553"/>
                  <a:pt x="373517" y="61279"/>
                  <a:pt x="363042" y="61279"/>
                </a:cubicBezTo>
                <a:cubicBezTo>
                  <a:pt x="360476" y="61279"/>
                  <a:pt x="357700" y="61094"/>
                  <a:pt x="354714" y="60722"/>
                </a:cubicBezTo>
                <a:cubicBezTo>
                  <a:pt x="351729" y="60349"/>
                  <a:pt x="348534" y="59790"/>
                  <a:pt x="345130" y="59045"/>
                </a:cubicBezTo>
                <a:moveTo>
                  <a:pt x="345130" y="54525"/>
                </a:moveTo>
                <a:cubicBezTo>
                  <a:pt x="347905" y="55049"/>
                  <a:pt x="350367" y="55442"/>
                  <a:pt x="352515" y="55704"/>
                </a:cubicBezTo>
                <a:cubicBezTo>
                  <a:pt x="354662" y="55964"/>
                  <a:pt x="356495" y="56094"/>
                  <a:pt x="358014" y="56094"/>
                </a:cubicBezTo>
                <a:cubicBezTo>
                  <a:pt x="363461" y="56094"/>
                  <a:pt x="368162" y="53990"/>
                  <a:pt x="372116" y="49782"/>
                </a:cubicBezTo>
                <a:cubicBezTo>
                  <a:pt x="376070" y="45572"/>
                  <a:pt x="378048" y="40121"/>
                  <a:pt x="378048" y="33426"/>
                </a:cubicBezTo>
                <a:cubicBezTo>
                  <a:pt x="378048" y="28825"/>
                  <a:pt x="377105" y="24551"/>
                  <a:pt x="375219" y="20603"/>
                </a:cubicBezTo>
                <a:cubicBezTo>
                  <a:pt x="373334" y="16655"/>
                  <a:pt x="370663" y="13701"/>
                  <a:pt x="367206" y="11740"/>
                </a:cubicBezTo>
                <a:cubicBezTo>
                  <a:pt x="363749" y="9779"/>
                  <a:pt x="359821" y="8799"/>
                  <a:pt x="355421" y="8799"/>
                </a:cubicBezTo>
                <a:cubicBezTo>
                  <a:pt x="352750" y="8799"/>
                  <a:pt x="349320" y="9296"/>
                  <a:pt x="345130" y="10289"/>
                </a:cubicBezTo>
                <a:lnTo>
                  <a:pt x="345130" y="54525"/>
                </a:lnTo>
                <a:close/>
                <a:moveTo>
                  <a:pt x="510194" y="54346"/>
                </a:moveTo>
                <a:cubicBezTo>
                  <a:pt x="517579" y="55922"/>
                  <a:pt x="523104" y="58445"/>
                  <a:pt x="526771" y="61913"/>
                </a:cubicBezTo>
                <a:cubicBezTo>
                  <a:pt x="531851" y="66748"/>
                  <a:pt x="534391" y="72659"/>
                  <a:pt x="534391" y="79646"/>
                </a:cubicBezTo>
                <a:cubicBezTo>
                  <a:pt x="534391" y="84954"/>
                  <a:pt x="532715" y="90039"/>
                  <a:pt x="529363" y="94900"/>
                </a:cubicBezTo>
                <a:cubicBezTo>
                  <a:pt x="526011" y="99759"/>
                  <a:pt x="521415" y="103306"/>
                  <a:pt x="515575" y="105540"/>
                </a:cubicBezTo>
                <a:cubicBezTo>
                  <a:pt x="509735" y="107773"/>
                  <a:pt x="500818" y="108889"/>
                  <a:pt x="488824" y="108889"/>
                </a:cubicBezTo>
                <a:lnTo>
                  <a:pt x="438544" y="108889"/>
                </a:lnTo>
                <a:lnTo>
                  <a:pt x="438544" y="105903"/>
                </a:lnTo>
                <a:lnTo>
                  <a:pt x="442551" y="105903"/>
                </a:lnTo>
                <a:cubicBezTo>
                  <a:pt x="447002" y="105903"/>
                  <a:pt x="450197" y="104497"/>
                  <a:pt x="452135" y="101683"/>
                </a:cubicBezTo>
                <a:cubicBezTo>
                  <a:pt x="453340" y="99858"/>
                  <a:pt x="453942" y="95975"/>
                  <a:pt x="453942" y="90034"/>
                </a:cubicBezTo>
                <a:lnTo>
                  <a:pt x="453942" y="21212"/>
                </a:lnTo>
                <a:cubicBezTo>
                  <a:pt x="453942" y="14646"/>
                  <a:pt x="453183" y="10502"/>
                  <a:pt x="451664" y="8782"/>
                </a:cubicBezTo>
                <a:cubicBezTo>
                  <a:pt x="449621" y="6489"/>
                  <a:pt x="446583" y="5342"/>
                  <a:pt x="442551" y="5342"/>
                </a:cubicBezTo>
                <a:lnTo>
                  <a:pt x="438544" y="5342"/>
                </a:lnTo>
                <a:lnTo>
                  <a:pt x="438544" y="2357"/>
                </a:lnTo>
                <a:lnTo>
                  <a:pt x="484582" y="2357"/>
                </a:lnTo>
                <a:cubicBezTo>
                  <a:pt x="493172" y="2357"/>
                  <a:pt x="500059" y="2983"/>
                  <a:pt x="505244" y="4235"/>
                </a:cubicBezTo>
                <a:cubicBezTo>
                  <a:pt x="513100" y="6114"/>
                  <a:pt x="519097" y="9442"/>
                  <a:pt x="523235" y="14220"/>
                </a:cubicBezTo>
                <a:cubicBezTo>
                  <a:pt x="527373" y="18996"/>
                  <a:pt x="529442" y="24490"/>
                  <a:pt x="529442" y="30701"/>
                </a:cubicBezTo>
                <a:cubicBezTo>
                  <a:pt x="529442" y="36025"/>
                  <a:pt x="527818" y="40788"/>
                  <a:pt x="524571" y="44990"/>
                </a:cubicBezTo>
                <a:cubicBezTo>
                  <a:pt x="521323" y="49191"/>
                  <a:pt x="516531" y="52310"/>
                  <a:pt x="510194" y="54346"/>
                </a:cubicBezTo>
                <a:moveTo>
                  <a:pt x="469026" y="49976"/>
                </a:moveTo>
                <a:cubicBezTo>
                  <a:pt x="470964" y="50339"/>
                  <a:pt x="473177" y="50612"/>
                  <a:pt x="475665" y="50794"/>
                </a:cubicBezTo>
                <a:cubicBezTo>
                  <a:pt x="478153" y="50975"/>
                  <a:pt x="480889" y="51066"/>
                  <a:pt x="483875" y="51066"/>
                </a:cubicBezTo>
                <a:cubicBezTo>
                  <a:pt x="491522" y="51066"/>
                  <a:pt x="497270" y="50249"/>
                  <a:pt x="501120" y="48614"/>
                </a:cubicBezTo>
                <a:cubicBezTo>
                  <a:pt x="504969" y="46978"/>
                  <a:pt x="507915" y="44474"/>
                  <a:pt x="509958" y="41101"/>
                </a:cubicBezTo>
                <a:cubicBezTo>
                  <a:pt x="512001" y="37726"/>
                  <a:pt x="513022" y="34041"/>
                  <a:pt x="513022" y="30046"/>
                </a:cubicBezTo>
                <a:cubicBezTo>
                  <a:pt x="513022" y="23869"/>
                  <a:pt x="510482" y="18600"/>
                  <a:pt x="505401" y="14240"/>
                </a:cubicBezTo>
                <a:cubicBezTo>
                  <a:pt x="500321" y="9879"/>
                  <a:pt x="492910" y="7699"/>
                  <a:pt x="483168" y="7699"/>
                </a:cubicBezTo>
                <a:cubicBezTo>
                  <a:pt x="477930" y="7699"/>
                  <a:pt x="473216" y="8270"/>
                  <a:pt x="469026" y="9413"/>
                </a:cubicBezTo>
                <a:lnTo>
                  <a:pt x="469026" y="49976"/>
                </a:lnTo>
                <a:moveTo>
                  <a:pt x="469026" y="101111"/>
                </a:moveTo>
                <a:cubicBezTo>
                  <a:pt x="475102" y="102525"/>
                  <a:pt x="481099" y="103232"/>
                  <a:pt x="487017" y="103232"/>
                </a:cubicBezTo>
                <a:cubicBezTo>
                  <a:pt x="496497" y="103232"/>
                  <a:pt x="503725" y="101098"/>
                  <a:pt x="508701" y="96829"/>
                </a:cubicBezTo>
                <a:cubicBezTo>
                  <a:pt x="513677" y="92561"/>
                  <a:pt x="516164" y="87284"/>
                  <a:pt x="516164" y="80999"/>
                </a:cubicBezTo>
                <a:cubicBezTo>
                  <a:pt x="516164" y="76861"/>
                  <a:pt x="515038" y="72881"/>
                  <a:pt x="512786" y="69057"/>
                </a:cubicBezTo>
                <a:cubicBezTo>
                  <a:pt x="510534" y="65234"/>
                  <a:pt x="506868" y="62222"/>
                  <a:pt x="501787" y="60022"/>
                </a:cubicBezTo>
                <a:cubicBezTo>
                  <a:pt x="496707" y="57823"/>
                  <a:pt x="490422" y="56723"/>
                  <a:pt x="482932" y="56723"/>
                </a:cubicBezTo>
                <a:cubicBezTo>
                  <a:pt x="479685" y="56723"/>
                  <a:pt x="476909" y="56775"/>
                  <a:pt x="474604" y="56880"/>
                </a:cubicBezTo>
                <a:cubicBezTo>
                  <a:pt x="472300" y="56985"/>
                  <a:pt x="470441" y="57168"/>
                  <a:pt x="469026" y="57430"/>
                </a:cubicBezTo>
                <a:lnTo>
                  <a:pt x="469026" y="101111"/>
                </a:lnTo>
                <a:close/>
                <a:moveTo>
                  <a:pt x="616962" y="88148"/>
                </a:moveTo>
                <a:lnTo>
                  <a:pt x="609499" y="108889"/>
                </a:lnTo>
                <a:lnTo>
                  <a:pt x="546648" y="108889"/>
                </a:lnTo>
                <a:lnTo>
                  <a:pt x="546648" y="105923"/>
                </a:lnTo>
                <a:cubicBezTo>
                  <a:pt x="565137" y="89076"/>
                  <a:pt x="578152" y="75316"/>
                  <a:pt x="585694" y="64643"/>
                </a:cubicBezTo>
                <a:cubicBezTo>
                  <a:pt x="593236" y="53968"/>
                  <a:pt x="597007" y="44205"/>
                  <a:pt x="597007" y="35354"/>
                </a:cubicBezTo>
                <a:cubicBezTo>
                  <a:pt x="597007" y="28620"/>
                  <a:pt x="594938" y="23087"/>
                  <a:pt x="590801" y="18755"/>
                </a:cubicBezTo>
                <a:cubicBezTo>
                  <a:pt x="586663" y="14422"/>
                  <a:pt x="581713" y="12256"/>
                  <a:pt x="575952" y="12256"/>
                </a:cubicBezTo>
                <a:cubicBezTo>
                  <a:pt x="570715" y="12256"/>
                  <a:pt x="566014" y="13775"/>
                  <a:pt x="561850" y="16813"/>
                </a:cubicBezTo>
                <a:cubicBezTo>
                  <a:pt x="557686" y="19849"/>
                  <a:pt x="554609" y="24301"/>
                  <a:pt x="552619" y="30168"/>
                </a:cubicBezTo>
                <a:lnTo>
                  <a:pt x="549712" y="30168"/>
                </a:lnTo>
                <a:cubicBezTo>
                  <a:pt x="551021" y="20503"/>
                  <a:pt x="554387" y="13086"/>
                  <a:pt x="559807" y="7915"/>
                </a:cubicBezTo>
                <a:cubicBezTo>
                  <a:pt x="565228" y="2743"/>
                  <a:pt x="571998" y="157"/>
                  <a:pt x="580116" y="157"/>
                </a:cubicBezTo>
                <a:cubicBezTo>
                  <a:pt x="588758" y="157"/>
                  <a:pt x="595973" y="2933"/>
                  <a:pt x="601760" y="8485"/>
                </a:cubicBezTo>
                <a:cubicBezTo>
                  <a:pt x="607548" y="14037"/>
                  <a:pt x="610441" y="20584"/>
                  <a:pt x="610441" y="28126"/>
                </a:cubicBezTo>
                <a:cubicBezTo>
                  <a:pt x="610441" y="33520"/>
                  <a:pt x="609184" y="38915"/>
                  <a:pt x="606670" y="44310"/>
                </a:cubicBezTo>
                <a:cubicBezTo>
                  <a:pt x="602795" y="52795"/>
                  <a:pt x="596510" y="61777"/>
                  <a:pt x="587815" y="71257"/>
                </a:cubicBezTo>
                <a:cubicBezTo>
                  <a:pt x="574774" y="85474"/>
                  <a:pt x="566629" y="93985"/>
                  <a:pt x="563382" y="96790"/>
                </a:cubicBezTo>
                <a:lnTo>
                  <a:pt x="591193" y="96790"/>
                </a:lnTo>
                <a:cubicBezTo>
                  <a:pt x="596850" y="96790"/>
                  <a:pt x="600817" y="96581"/>
                  <a:pt x="603096" y="96162"/>
                </a:cubicBezTo>
                <a:cubicBezTo>
                  <a:pt x="605374" y="95743"/>
                  <a:pt x="607430" y="94891"/>
                  <a:pt x="609263" y="93608"/>
                </a:cubicBezTo>
                <a:cubicBezTo>
                  <a:pt x="611096" y="92325"/>
                  <a:pt x="612694" y="90505"/>
                  <a:pt x="614055" y="88148"/>
                </a:cubicBezTo>
                <a:lnTo>
                  <a:pt x="616962" y="88148"/>
                </a:lnTo>
                <a:close/>
                <a:moveTo>
                  <a:pt x="642495" y="12727"/>
                </a:moveTo>
                <a:lnTo>
                  <a:pt x="668421" y="157"/>
                </a:lnTo>
                <a:lnTo>
                  <a:pt x="671013" y="157"/>
                </a:lnTo>
                <a:lnTo>
                  <a:pt x="671013" y="90034"/>
                </a:lnTo>
                <a:cubicBezTo>
                  <a:pt x="671013" y="96004"/>
                  <a:pt x="671262" y="99723"/>
                  <a:pt x="671760" y="101190"/>
                </a:cubicBezTo>
                <a:cubicBezTo>
                  <a:pt x="672257" y="102656"/>
                  <a:pt x="673292" y="103782"/>
                  <a:pt x="674863" y="104568"/>
                </a:cubicBezTo>
                <a:cubicBezTo>
                  <a:pt x="676434" y="105354"/>
                  <a:pt x="679629" y="105799"/>
                  <a:pt x="684448" y="105903"/>
                </a:cubicBezTo>
                <a:lnTo>
                  <a:pt x="684448" y="108889"/>
                </a:lnTo>
                <a:lnTo>
                  <a:pt x="644380" y="108889"/>
                </a:lnTo>
                <a:lnTo>
                  <a:pt x="644380" y="105903"/>
                </a:lnTo>
                <a:cubicBezTo>
                  <a:pt x="649408" y="105799"/>
                  <a:pt x="652656" y="105367"/>
                  <a:pt x="654122" y="104607"/>
                </a:cubicBezTo>
                <a:cubicBezTo>
                  <a:pt x="655589" y="103848"/>
                  <a:pt x="656610" y="102826"/>
                  <a:pt x="657186" y="101543"/>
                </a:cubicBezTo>
                <a:cubicBezTo>
                  <a:pt x="657762" y="100260"/>
                  <a:pt x="658050" y="96423"/>
                  <a:pt x="658050" y="90034"/>
                </a:cubicBezTo>
                <a:lnTo>
                  <a:pt x="658050" y="32525"/>
                </a:lnTo>
                <a:cubicBezTo>
                  <a:pt x="658050" y="24808"/>
                  <a:pt x="657788" y="19855"/>
                  <a:pt x="657265" y="17667"/>
                </a:cubicBezTo>
                <a:cubicBezTo>
                  <a:pt x="656898" y="15997"/>
                  <a:pt x="656230" y="14770"/>
                  <a:pt x="655261" y="13984"/>
                </a:cubicBezTo>
                <a:cubicBezTo>
                  <a:pt x="654292" y="13199"/>
                  <a:pt x="653127" y="12806"/>
                  <a:pt x="651765" y="12806"/>
                </a:cubicBezTo>
                <a:cubicBezTo>
                  <a:pt x="649827" y="12806"/>
                  <a:pt x="647130" y="13618"/>
                  <a:pt x="643673" y="15241"/>
                </a:cubicBezTo>
                <a:lnTo>
                  <a:pt x="642495" y="12727"/>
                </a:lnTo>
                <a:close/>
                <a:moveTo>
                  <a:pt x="709903" y="56251"/>
                </a:moveTo>
                <a:cubicBezTo>
                  <a:pt x="709903" y="44100"/>
                  <a:pt x="711736" y="33638"/>
                  <a:pt x="715402" y="24865"/>
                </a:cubicBezTo>
                <a:cubicBezTo>
                  <a:pt x="719069" y="16092"/>
                  <a:pt x="723940" y="9559"/>
                  <a:pt x="730015" y="5264"/>
                </a:cubicBezTo>
                <a:cubicBezTo>
                  <a:pt x="734729" y="1859"/>
                  <a:pt x="739600" y="157"/>
                  <a:pt x="744628" y="157"/>
                </a:cubicBezTo>
                <a:cubicBezTo>
                  <a:pt x="752799" y="157"/>
                  <a:pt x="760131" y="4321"/>
                  <a:pt x="766626" y="12649"/>
                </a:cubicBezTo>
                <a:cubicBezTo>
                  <a:pt x="774744" y="22967"/>
                  <a:pt x="778803" y="36951"/>
                  <a:pt x="778803" y="54602"/>
                </a:cubicBezTo>
                <a:cubicBezTo>
                  <a:pt x="778803" y="66962"/>
                  <a:pt x="777022" y="77464"/>
                  <a:pt x="773461" y="86105"/>
                </a:cubicBezTo>
                <a:cubicBezTo>
                  <a:pt x="769899" y="94747"/>
                  <a:pt x="765356" y="101019"/>
                  <a:pt x="759830" y="104921"/>
                </a:cubicBezTo>
                <a:cubicBezTo>
                  <a:pt x="754304" y="108823"/>
                  <a:pt x="748975" y="110774"/>
                  <a:pt x="743842" y="110774"/>
                </a:cubicBezTo>
                <a:cubicBezTo>
                  <a:pt x="733682" y="110774"/>
                  <a:pt x="725223" y="104777"/>
                  <a:pt x="718466" y="92783"/>
                </a:cubicBezTo>
                <a:cubicBezTo>
                  <a:pt x="712758" y="82675"/>
                  <a:pt x="709903" y="70498"/>
                  <a:pt x="709903" y="56251"/>
                </a:cubicBezTo>
                <a:moveTo>
                  <a:pt x="725301" y="58174"/>
                </a:moveTo>
                <a:cubicBezTo>
                  <a:pt x="725301" y="72827"/>
                  <a:pt x="727108" y="84786"/>
                  <a:pt x="730722" y="94050"/>
                </a:cubicBezTo>
                <a:cubicBezTo>
                  <a:pt x="733708" y="101848"/>
                  <a:pt x="738160" y="105746"/>
                  <a:pt x="744078" y="105746"/>
                </a:cubicBezTo>
                <a:cubicBezTo>
                  <a:pt x="746906" y="105746"/>
                  <a:pt x="749839" y="104477"/>
                  <a:pt x="752877" y="101938"/>
                </a:cubicBezTo>
                <a:cubicBezTo>
                  <a:pt x="755915" y="99400"/>
                  <a:pt x="758220" y="95148"/>
                  <a:pt x="759791" y="89182"/>
                </a:cubicBezTo>
                <a:cubicBezTo>
                  <a:pt x="762200" y="80181"/>
                  <a:pt x="763405" y="67490"/>
                  <a:pt x="763405" y="51108"/>
                </a:cubicBezTo>
                <a:cubicBezTo>
                  <a:pt x="763405" y="38967"/>
                  <a:pt x="762148" y="28840"/>
                  <a:pt x="759634" y="20728"/>
                </a:cubicBezTo>
                <a:cubicBezTo>
                  <a:pt x="757748" y="14710"/>
                  <a:pt x="755313" y="10445"/>
                  <a:pt x="752327" y="7932"/>
                </a:cubicBezTo>
                <a:cubicBezTo>
                  <a:pt x="750180" y="6206"/>
                  <a:pt x="747587" y="5342"/>
                  <a:pt x="744549" y="5342"/>
                </a:cubicBezTo>
                <a:cubicBezTo>
                  <a:pt x="740988" y="5342"/>
                  <a:pt x="737819" y="6938"/>
                  <a:pt x="735043" y="10130"/>
                </a:cubicBezTo>
                <a:cubicBezTo>
                  <a:pt x="731272" y="14474"/>
                  <a:pt x="728706" y="21304"/>
                  <a:pt x="727344" y="30620"/>
                </a:cubicBezTo>
                <a:cubicBezTo>
                  <a:pt x="725982" y="39935"/>
                  <a:pt x="725301" y="49119"/>
                  <a:pt x="725301" y="58174"/>
                </a:cubicBezTo>
                <a:close/>
              </a:path>
            </a:pathLst>
          </a:custGeom>
          <a:solidFill xmlns:a="http://schemas.openxmlformats.org/drawingml/2006/main">
            <a:srgbClr val="000000">
              <a:alpha val="97758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CE712F-4E8E-410C-ADBD-115C67C28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9893" y="2840381"/>
            <a:ext cx="1313736" cy="237718"/>
          </a:xfrm>
          <a:custGeom xmlns:a="http://schemas.openxmlformats.org/drawingml/2006/main">
            <a:pathLst>
              <a:path w="1313736" h="237718">
                <a:moveTo>
                  <a:pt x="0" y="237718"/>
                </a:moveTo>
                <a:lnTo>
                  <a:pt x="1313736" y="237718"/>
                </a:lnTo>
                <a:lnTo>
                  <a:pt x="1313736" y="0"/>
                </a:lnTo>
                <a:lnTo>
                  <a:pt x="0" y="0"/>
                </a:lnTo>
                <a:lnTo>
                  <a:pt x="0" y="237718"/>
                </a:lnTo>
                <a:close/>
              </a:path>
            </a:pathLst>
          </a:custGeom>
          <a:solidFill xmlns:a="http://schemas.openxmlformats.org/drawingml/2006/main">
            <a:srgbClr val="C1C1C1">
              <a:alpha val="36956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7" name="Text AttackerMsgFlow">
            <a:extLst xmlns:a="http://schemas.openxmlformats.org/drawingml/2006/main">
              <a:ext uri="{FF2B5EF4-FFF2-40B4-BE49-F238E27FC236}">
                <a16:creationId xmlns:a16="http://schemas.microsoft.com/office/drawing/2014/main" id="{22CB3E51-D81A-4210-AF57-3CB57ED2D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2554" y="2886000"/>
            <a:ext cx="1248527" cy="146442"/>
          </a:xfrm>
          <a:custGeom xmlns:a="http://schemas.openxmlformats.org/drawingml/2006/main">
            <a:pathLst>
              <a:path w="1248527" h="146442">
                <a:moveTo>
                  <a:pt x="72357" y="76049"/>
                </a:moveTo>
                <a:lnTo>
                  <a:pt x="31111" y="76049"/>
                </a:lnTo>
                <a:lnTo>
                  <a:pt x="23883" y="92862"/>
                </a:lnTo>
                <a:cubicBezTo>
                  <a:pt x="22103" y="96980"/>
                  <a:pt x="21212" y="100055"/>
                  <a:pt x="21212" y="102086"/>
                </a:cubicBezTo>
                <a:cubicBezTo>
                  <a:pt x="21212" y="103703"/>
                  <a:pt x="21985" y="105124"/>
                  <a:pt x="23530" y="106348"/>
                </a:cubicBezTo>
                <a:cubicBezTo>
                  <a:pt x="25075" y="107572"/>
                  <a:pt x="28414" y="108367"/>
                  <a:pt x="33547" y="108732"/>
                </a:cubicBezTo>
                <a:lnTo>
                  <a:pt x="33547" y="111717"/>
                </a:lnTo>
                <a:lnTo>
                  <a:pt x="0" y="111717"/>
                </a:lnTo>
                <a:lnTo>
                  <a:pt x="0" y="108732"/>
                </a:lnTo>
                <a:cubicBezTo>
                  <a:pt x="4452" y="107948"/>
                  <a:pt x="7333" y="106929"/>
                  <a:pt x="8642" y="105675"/>
                </a:cubicBezTo>
                <a:cubicBezTo>
                  <a:pt x="11313" y="103166"/>
                  <a:pt x="14272" y="98071"/>
                  <a:pt x="17520" y="90390"/>
                </a:cubicBezTo>
                <a:lnTo>
                  <a:pt x="54994" y="2828"/>
                </a:lnTo>
                <a:lnTo>
                  <a:pt x="57744" y="2828"/>
                </a:lnTo>
                <a:lnTo>
                  <a:pt x="94826" y="91369"/>
                </a:lnTo>
                <a:cubicBezTo>
                  <a:pt x="97811" y="98460"/>
                  <a:pt x="100522" y="103061"/>
                  <a:pt x="102957" y="105174"/>
                </a:cubicBezTo>
                <a:cubicBezTo>
                  <a:pt x="105393" y="107286"/>
                  <a:pt x="108784" y="108471"/>
                  <a:pt x="113131" y="108732"/>
                </a:cubicBezTo>
                <a:lnTo>
                  <a:pt x="113131" y="111717"/>
                </a:lnTo>
                <a:lnTo>
                  <a:pt x="71100" y="111717"/>
                </a:lnTo>
                <a:lnTo>
                  <a:pt x="71100" y="108732"/>
                </a:lnTo>
                <a:cubicBezTo>
                  <a:pt x="75342" y="108524"/>
                  <a:pt x="78210" y="107820"/>
                  <a:pt x="79703" y="106620"/>
                </a:cubicBezTo>
                <a:cubicBezTo>
                  <a:pt x="81195" y="105421"/>
                  <a:pt x="81942" y="103961"/>
                  <a:pt x="81942" y="102240"/>
                </a:cubicBezTo>
                <a:cubicBezTo>
                  <a:pt x="81942" y="99946"/>
                  <a:pt x="80894" y="96322"/>
                  <a:pt x="78799" y="91369"/>
                </a:cubicBezTo>
                <a:lnTo>
                  <a:pt x="72357" y="76049"/>
                </a:lnTo>
                <a:moveTo>
                  <a:pt x="70157" y="70236"/>
                </a:moveTo>
                <a:lnTo>
                  <a:pt x="52088" y="27183"/>
                </a:lnTo>
                <a:lnTo>
                  <a:pt x="33547" y="70236"/>
                </a:lnTo>
                <a:lnTo>
                  <a:pt x="70157" y="70236"/>
                </a:lnTo>
                <a:close/>
                <a:moveTo>
                  <a:pt x="140863" y="16027"/>
                </a:moveTo>
                <a:lnTo>
                  <a:pt x="140863" y="39753"/>
                </a:lnTo>
                <a:lnTo>
                  <a:pt x="157675" y="39753"/>
                </a:lnTo>
                <a:lnTo>
                  <a:pt x="157675" y="45095"/>
                </a:lnTo>
                <a:lnTo>
                  <a:pt x="140863" y="45253"/>
                </a:lnTo>
                <a:lnTo>
                  <a:pt x="140863" y="91983"/>
                </a:lnTo>
                <a:cubicBezTo>
                  <a:pt x="140863" y="96649"/>
                  <a:pt x="141531" y="99796"/>
                  <a:pt x="142866" y="101423"/>
                </a:cubicBezTo>
                <a:cubicBezTo>
                  <a:pt x="144202" y="103048"/>
                  <a:pt x="145917" y="103861"/>
                  <a:pt x="148012" y="103861"/>
                </a:cubicBezTo>
                <a:cubicBezTo>
                  <a:pt x="149741" y="103861"/>
                  <a:pt x="151417" y="103317"/>
                  <a:pt x="153040" y="102231"/>
                </a:cubicBezTo>
                <a:cubicBezTo>
                  <a:pt x="154664" y="101144"/>
                  <a:pt x="155921" y="99540"/>
                  <a:pt x="156811" y="97419"/>
                </a:cubicBezTo>
                <a:lnTo>
                  <a:pt x="159875" y="97419"/>
                </a:lnTo>
                <a:cubicBezTo>
                  <a:pt x="158042" y="102578"/>
                  <a:pt x="155449" y="106460"/>
                  <a:pt x="152097" y="109066"/>
                </a:cubicBezTo>
                <a:cubicBezTo>
                  <a:pt x="148745" y="111671"/>
                  <a:pt x="145289" y="112974"/>
                  <a:pt x="141727" y="112974"/>
                </a:cubicBezTo>
                <a:cubicBezTo>
                  <a:pt x="139318" y="112974"/>
                  <a:pt x="136961" y="112304"/>
                  <a:pt x="134656" y="110963"/>
                </a:cubicBezTo>
                <a:cubicBezTo>
                  <a:pt x="132352" y="109623"/>
                  <a:pt x="130650" y="107705"/>
                  <a:pt x="129550" y="105209"/>
                </a:cubicBezTo>
                <a:cubicBezTo>
                  <a:pt x="128450" y="102713"/>
                  <a:pt x="127900" y="98863"/>
                  <a:pt x="127900" y="93660"/>
                </a:cubicBezTo>
                <a:lnTo>
                  <a:pt x="127900" y="45095"/>
                </a:lnTo>
                <a:lnTo>
                  <a:pt x="116508" y="45095"/>
                </a:lnTo>
                <a:lnTo>
                  <a:pt x="116508" y="42576"/>
                </a:lnTo>
                <a:cubicBezTo>
                  <a:pt x="119389" y="41431"/>
                  <a:pt x="122335" y="39491"/>
                  <a:pt x="125347" y="36758"/>
                </a:cubicBezTo>
                <a:cubicBezTo>
                  <a:pt x="128358" y="34024"/>
                  <a:pt x="131042" y="30767"/>
                  <a:pt x="133399" y="26984"/>
                </a:cubicBezTo>
                <a:cubicBezTo>
                  <a:pt x="134604" y="24987"/>
                  <a:pt x="136280" y="21335"/>
                  <a:pt x="138427" y="16027"/>
                </a:cubicBezTo>
                <a:lnTo>
                  <a:pt x="140863" y="16027"/>
                </a:lnTo>
                <a:close/>
                <a:moveTo>
                  <a:pt x="185566" y="16027"/>
                </a:moveTo>
                <a:lnTo>
                  <a:pt x="185566" y="39753"/>
                </a:lnTo>
                <a:lnTo>
                  <a:pt x="202379" y="39753"/>
                </a:lnTo>
                <a:lnTo>
                  <a:pt x="202379" y="45095"/>
                </a:lnTo>
                <a:lnTo>
                  <a:pt x="185566" y="45253"/>
                </a:lnTo>
                <a:lnTo>
                  <a:pt x="185566" y="91983"/>
                </a:lnTo>
                <a:cubicBezTo>
                  <a:pt x="185566" y="96649"/>
                  <a:pt x="186234" y="99796"/>
                  <a:pt x="187570" y="101423"/>
                </a:cubicBezTo>
                <a:cubicBezTo>
                  <a:pt x="188905" y="103048"/>
                  <a:pt x="190620" y="103861"/>
                  <a:pt x="192715" y="103861"/>
                </a:cubicBezTo>
                <a:cubicBezTo>
                  <a:pt x="194444" y="103861"/>
                  <a:pt x="196120" y="103317"/>
                  <a:pt x="197743" y="102231"/>
                </a:cubicBezTo>
                <a:cubicBezTo>
                  <a:pt x="199367" y="101144"/>
                  <a:pt x="200624" y="99540"/>
                  <a:pt x="201515" y="97419"/>
                </a:cubicBezTo>
                <a:lnTo>
                  <a:pt x="204578" y="97419"/>
                </a:lnTo>
                <a:cubicBezTo>
                  <a:pt x="202745" y="102578"/>
                  <a:pt x="200153" y="106460"/>
                  <a:pt x="196801" y="109066"/>
                </a:cubicBezTo>
                <a:cubicBezTo>
                  <a:pt x="193449" y="111671"/>
                  <a:pt x="189992" y="112974"/>
                  <a:pt x="186430" y="112974"/>
                </a:cubicBezTo>
                <a:cubicBezTo>
                  <a:pt x="184021" y="112974"/>
                  <a:pt x="181664" y="112304"/>
                  <a:pt x="179360" y="110963"/>
                </a:cubicBezTo>
                <a:cubicBezTo>
                  <a:pt x="177055" y="109623"/>
                  <a:pt x="175353" y="107705"/>
                  <a:pt x="174253" y="105209"/>
                </a:cubicBezTo>
                <a:cubicBezTo>
                  <a:pt x="173153" y="102713"/>
                  <a:pt x="172603" y="98863"/>
                  <a:pt x="172603" y="93660"/>
                </a:cubicBezTo>
                <a:lnTo>
                  <a:pt x="172603" y="45095"/>
                </a:lnTo>
                <a:lnTo>
                  <a:pt x="161212" y="45095"/>
                </a:lnTo>
                <a:lnTo>
                  <a:pt x="161212" y="42576"/>
                </a:lnTo>
                <a:cubicBezTo>
                  <a:pt x="164092" y="41431"/>
                  <a:pt x="167038" y="39491"/>
                  <a:pt x="170050" y="36758"/>
                </a:cubicBezTo>
                <a:cubicBezTo>
                  <a:pt x="173061" y="34024"/>
                  <a:pt x="175746" y="30767"/>
                  <a:pt x="178103" y="26984"/>
                </a:cubicBezTo>
                <a:cubicBezTo>
                  <a:pt x="179307" y="24987"/>
                  <a:pt x="180983" y="21335"/>
                  <a:pt x="183131" y="16027"/>
                </a:cubicBezTo>
                <a:lnTo>
                  <a:pt x="185566" y="16027"/>
                </a:lnTo>
                <a:close/>
                <a:moveTo>
                  <a:pt x="250146" y="101430"/>
                </a:moveTo>
                <a:cubicBezTo>
                  <a:pt x="242761" y="107138"/>
                  <a:pt x="238126" y="110436"/>
                  <a:pt x="236241" y="111324"/>
                </a:cubicBezTo>
                <a:cubicBezTo>
                  <a:pt x="233412" y="112634"/>
                  <a:pt x="230401" y="113288"/>
                  <a:pt x="227206" y="113288"/>
                </a:cubicBezTo>
                <a:cubicBezTo>
                  <a:pt x="222230" y="113288"/>
                  <a:pt x="218132" y="111586"/>
                  <a:pt x="214911" y="108182"/>
                </a:cubicBezTo>
                <a:cubicBezTo>
                  <a:pt x="211690" y="104777"/>
                  <a:pt x="210079" y="100299"/>
                  <a:pt x="210079" y="94747"/>
                </a:cubicBezTo>
                <a:cubicBezTo>
                  <a:pt x="210079" y="91238"/>
                  <a:pt x="210865" y="88201"/>
                  <a:pt x="212436" y="85634"/>
                </a:cubicBezTo>
                <a:cubicBezTo>
                  <a:pt x="214583" y="82073"/>
                  <a:pt x="218315" y="78721"/>
                  <a:pt x="223631" y="75578"/>
                </a:cubicBezTo>
                <a:cubicBezTo>
                  <a:pt x="228947" y="72435"/>
                  <a:pt x="237786" y="68612"/>
                  <a:pt x="250146" y="64108"/>
                </a:cubicBezTo>
                <a:lnTo>
                  <a:pt x="250146" y="61289"/>
                </a:lnTo>
                <a:cubicBezTo>
                  <a:pt x="250146" y="54140"/>
                  <a:pt x="249007" y="49235"/>
                  <a:pt x="246729" y="46573"/>
                </a:cubicBezTo>
                <a:cubicBezTo>
                  <a:pt x="244450" y="43912"/>
                  <a:pt x="241138" y="42581"/>
                  <a:pt x="236791" y="42581"/>
                </a:cubicBezTo>
                <a:cubicBezTo>
                  <a:pt x="233491" y="42581"/>
                  <a:pt x="230872" y="43472"/>
                  <a:pt x="228934" y="45253"/>
                </a:cubicBezTo>
                <a:cubicBezTo>
                  <a:pt x="226944" y="47033"/>
                  <a:pt x="225949" y="49076"/>
                  <a:pt x="225949" y="51380"/>
                </a:cubicBezTo>
                <a:lnTo>
                  <a:pt x="226106" y="55937"/>
                </a:lnTo>
                <a:cubicBezTo>
                  <a:pt x="226106" y="58346"/>
                  <a:pt x="225490" y="60206"/>
                  <a:pt x="224260" y="61515"/>
                </a:cubicBezTo>
                <a:cubicBezTo>
                  <a:pt x="223029" y="62825"/>
                  <a:pt x="221418" y="63479"/>
                  <a:pt x="219428" y="63479"/>
                </a:cubicBezTo>
                <a:cubicBezTo>
                  <a:pt x="217490" y="63479"/>
                  <a:pt x="215906" y="62797"/>
                  <a:pt x="214675" y="61432"/>
                </a:cubicBezTo>
                <a:cubicBezTo>
                  <a:pt x="213444" y="60065"/>
                  <a:pt x="212829" y="58200"/>
                  <a:pt x="212829" y="55836"/>
                </a:cubicBezTo>
                <a:cubicBezTo>
                  <a:pt x="212829" y="51317"/>
                  <a:pt x="215133" y="47167"/>
                  <a:pt x="219742" y="43384"/>
                </a:cubicBezTo>
                <a:cubicBezTo>
                  <a:pt x="224351" y="39602"/>
                  <a:pt x="230820" y="37710"/>
                  <a:pt x="239147" y="37710"/>
                </a:cubicBezTo>
                <a:cubicBezTo>
                  <a:pt x="245537" y="37710"/>
                  <a:pt x="250775" y="38782"/>
                  <a:pt x="254860" y="40927"/>
                </a:cubicBezTo>
                <a:cubicBezTo>
                  <a:pt x="257950" y="42549"/>
                  <a:pt x="260229" y="45086"/>
                  <a:pt x="261695" y="48540"/>
                </a:cubicBezTo>
                <a:cubicBezTo>
                  <a:pt x="262638" y="50789"/>
                  <a:pt x="263109" y="55392"/>
                  <a:pt x="263109" y="62350"/>
                </a:cubicBezTo>
                <a:lnTo>
                  <a:pt x="263109" y="86754"/>
                </a:lnTo>
                <a:cubicBezTo>
                  <a:pt x="263109" y="93607"/>
                  <a:pt x="263240" y="97805"/>
                  <a:pt x="263502" y="99348"/>
                </a:cubicBezTo>
                <a:cubicBezTo>
                  <a:pt x="263764" y="100892"/>
                  <a:pt x="264196" y="101925"/>
                  <a:pt x="264798" y="102449"/>
                </a:cubicBezTo>
                <a:cubicBezTo>
                  <a:pt x="265401" y="102971"/>
                  <a:pt x="266095" y="103232"/>
                  <a:pt x="266880" y="103232"/>
                </a:cubicBezTo>
                <a:cubicBezTo>
                  <a:pt x="267718" y="103232"/>
                  <a:pt x="268452" y="103049"/>
                  <a:pt x="269080" y="102682"/>
                </a:cubicBezTo>
                <a:cubicBezTo>
                  <a:pt x="270180" y="102001"/>
                  <a:pt x="272301" y="100090"/>
                  <a:pt x="275444" y="96947"/>
                </a:cubicBezTo>
                <a:lnTo>
                  <a:pt x="275444" y="101347"/>
                </a:lnTo>
                <a:cubicBezTo>
                  <a:pt x="269578" y="109203"/>
                  <a:pt x="263973" y="113131"/>
                  <a:pt x="258631" y="113131"/>
                </a:cubicBezTo>
                <a:cubicBezTo>
                  <a:pt x="256065" y="113131"/>
                  <a:pt x="254022" y="112247"/>
                  <a:pt x="252503" y="110480"/>
                </a:cubicBezTo>
                <a:cubicBezTo>
                  <a:pt x="250984" y="108710"/>
                  <a:pt x="250199" y="105694"/>
                  <a:pt x="250146" y="101430"/>
                </a:cubicBezTo>
                <a:moveTo>
                  <a:pt x="250146" y="96336"/>
                </a:moveTo>
                <a:lnTo>
                  <a:pt x="250146" y="68979"/>
                </a:lnTo>
                <a:cubicBezTo>
                  <a:pt x="242238" y="72115"/>
                  <a:pt x="237131" y="74336"/>
                  <a:pt x="234826" y="75642"/>
                </a:cubicBezTo>
                <a:cubicBezTo>
                  <a:pt x="230689" y="77941"/>
                  <a:pt x="227730" y="80346"/>
                  <a:pt x="225949" y="82855"/>
                </a:cubicBezTo>
                <a:cubicBezTo>
                  <a:pt x="224168" y="85362"/>
                  <a:pt x="223278" y="88106"/>
                  <a:pt x="223278" y="91084"/>
                </a:cubicBezTo>
                <a:cubicBezTo>
                  <a:pt x="223278" y="94847"/>
                  <a:pt x="224404" y="97970"/>
                  <a:pt x="226656" y="100453"/>
                </a:cubicBezTo>
                <a:cubicBezTo>
                  <a:pt x="228908" y="102934"/>
                  <a:pt x="231501" y="104175"/>
                  <a:pt x="234434" y="104175"/>
                </a:cubicBezTo>
                <a:cubicBezTo>
                  <a:pt x="238414" y="104175"/>
                  <a:pt x="243652" y="101562"/>
                  <a:pt x="250146" y="96336"/>
                </a:cubicBezTo>
                <a:close/>
                <a:moveTo>
                  <a:pt x="341907" y="84377"/>
                </a:moveTo>
                <a:cubicBezTo>
                  <a:pt x="339969" y="93857"/>
                  <a:pt x="336172" y="101150"/>
                  <a:pt x="330515" y="106257"/>
                </a:cubicBezTo>
                <a:cubicBezTo>
                  <a:pt x="324859" y="111364"/>
                  <a:pt x="318600" y="113917"/>
                  <a:pt x="311739" y="113917"/>
                </a:cubicBezTo>
                <a:cubicBezTo>
                  <a:pt x="303568" y="113917"/>
                  <a:pt x="296445" y="110490"/>
                  <a:pt x="290370" y="103637"/>
                </a:cubicBezTo>
                <a:cubicBezTo>
                  <a:pt x="284294" y="96783"/>
                  <a:pt x="281256" y="87521"/>
                  <a:pt x="281256" y="75853"/>
                </a:cubicBezTo>
                <a:cubicBezTo>
                  <a:pt x="281256" y="64551"/>
                  <a:pt x="284621" y="55369"/>
                  <a:pt x="291352" y="48307"/>
                </a:cubicBezTo>
                <a:cubicBezTo>
                  <a:pt x="298082" y="41243"/>
                  <a:pt x="306161" y="37710"/>
                  <a:pt x="315588" y="37710"/>
                </a:cubicBezTo>
                <a:cubicBezTo>
                  <a:pt x="322659" y="37710"/>
                  <a:pt x="328473" y="39589"/>
                  <a:pt x="333029" y="43347"/>
                </a:cubicBezTo>
                <a:cubicBezTo>
                  <a:pt x="337586" y="47104"/>
                  <a:pt x="339864" y="51005"/>
                  <a:pt x="339864" y="55051"/>
                </a:cubicBezTo>
                <a:cubicBezTo>
                  <a:pt x="339864" y="57048"/>
                  <a:pt x="339223" y="58664"/>
                  <a:pt x="337940" y="59900"/>
                </a:cubicBezTo>
                <a:cubicBezTo>
                  <a:pt x="336656" y="61134"/>
                  <a:pt x="334863" y="61751"/>
                  <a:pt x="332558" y="61751"/>
                </a:cubicBezTo>
                <a:cubicBezTo>
                  <a:pt x="329468" y="61751"/>
                  <a:pt x="327137" y="60748"/>
                  <a:pt x="325566" y="58741"/>
                </a:cubicBezTo>
                <a:cubicBezTo>
                  <a:pt x="324676" y="57631"/>
                  <a:pt x="324086" y="55518"/>
                  <a:pt x="323798" y="52402"/>
                </a:cubicBezTo>
                <a:cubicBezTo>
                  <a:pt x="323510" y="49285"/>
                  <a:pt x="322450" y="46909"/>
                  <a:pt x="320616" y="45272"/>
                </a:cubicBezTo>
                <a:cubicBezTo>
                  <a:pt x="318783" y="43688"/>
                  <a:pt x="316243" y="42896"/>
                  <a:pt x="312996" y="42896"/>
                </a:cubicBezTo>
                <a:cubicBezTo>
                  <a:pt x="307758" y="42896"/>
                  <a:pt x="303542" y="44834"/>
                  <a:pt x="300347" y="48709"/>
                </a:cubicBezTo>
                <a:cubicBezTo>
                  <a:pt x="296105" y="53842"/>
                  <a:pt x="293983" y="60625"/>
                  <a:pt x="293983" y="69057"/>
                </a:cubicBezTo>
                <a:cubicBezTo>
                  <a:pt x="293983" y="77647"/>
                  <a:pt x="296092" y="85228"/>
                  <a:pt x="300308" y="91801"/>
                </a:cubicBezTo>
                <a:cubicBezTo>
                  <a:pt x="304524" y="98374"/>
                  <a:pt x="310220" y="101661"/>
                  <a:pt x="317395" y="101661"/>
                </a:cubicBezTo>
                <a:cubicBezTo>
                  <a:pt x="322528" y="101661"/>
                  <a:pt x="327137" y="99906"/>
                  <a:pt x="331223" y="96397"/>
                </a:cubicBezTo>
                <a:cubicBezTo>
                  <a:pt x="334103" y="93988"/>
                  <a:pt x="336905" y="89615"/>
                  <a:pt x="339629" y="83277"/>
                </a:cubicBezTo>
                <a:lnTo>
                  <a:pt x="341907" y="84377"/>
                </a:lnTo>
                <a:close/>
                <a:moveTo>
                  <a:pt x="373488" y="0"/>
                </a:moveTo>
                <a:lnTo>
                  <a:pt x="373488" y="71579"/>
                </a:lnTo>
                <a:lnTo>
                  <a:pt x="391793" y="54874"/>
                </a:lnTo>
                <a:cubicBezTo>
                  <a:pt x="395669" y="51324"/>
                  <a:pt x="397921" y="49079"/>
                  <a:pt x="398550" y="48140"/>
                </a:cubicBezTo>
                <a:cubicBezTo>
                  <a:pt x="398969" y="47513"/>
                  <a:pt x="399178" y="46887"/>
                  <a:pt x="399178" y="46262"/>
                </a:cubicBezTo>
                <a:cubicBezTo>
                  <a:pt x="399178" y="45217"/>
                  <a:pt x="398746" y="44317"/>
                  <a:pt x="397882" y="43561"/>
                </a:cubicBezTo>
                <a:cubicBezTo>
                  <a:pt x="397018" y="42803"/>
                  <a:pt x="395591" y="42372"/>
                  <a:pt x="393600" y="42267"/>
                </a:cubicBezTo>
                <a:lnTo>
                  <a:pt x="393600" y="39753"/>
                </a:lnTo>
                <a:lnTo>
                  <a:pt x="424869" y="39753"/>
                </a:lnTo>
                <a:lnTo>
                  <a:pt x="424869" y="42267"/>
                </a:lnTo>
                <a:cubicBezTo>
                  <a:pt x="420574" y="42372"/>
                  <a:pt x="416999" y="43022"/>
                  <a:pt x="414145" y="44219"/>
                </a:cubicBezTo>
                <a:cubicBezTo>
                  <a:pt x="411290" y="45414"/>
                  <a:pt x="408161" y="47546"/>
                  <a:pt x="404756" y="50614"/>
                </a:cubicBezTo>
                <a:lnTo>
                  <a:pt x="386294" y="67655"/>
                </a:lnTo>
                <a:lnTo>
                  <a:pt x="404756" y="91023"/>
                </a:lnTo>
                <a:cubicBezTo>
                  <a:pt x="409889" y="97491"/>
                  <a:pt x="413346" y="101581"/>
                  <a:pt x="415127" y="103291"/>
                </a:cubicBezTo>
                <a:cubicBezTo>
                  <a:pt x="417641" y="105761"/>
                  <a:pt x="419841" y="107364"/>
                  <a:pt x="421726" y="108101"/>
                </a:cubicBezTo>
                <a:cubicBezTo>
                  <a:pt x="423035" y="108626"/>
                  <a:pt x="425314" y="108889"/>
                  <a:pt x="428561" y="108889"/>
                </a:cubicBezTo>
                <a:lnTo>
                  <a:pt x="428561" y="111717"/>
                </a:lnTo>
                <a:lnTo>
                  <a:pt x="393600" y="111717"/>
                </a:lnTo>
                <a:lnTo>
                  <a:pt x="393600" y="108889"/>
                </a:lnTo>
                <a:cubicBezTo>
                  <a:pt x="395591" y="108836"/>
                  <a:pt x="396939" y="108535"/>
                  <a:pt x="397646" y="107983"/>
                </a:cubicBezTo>
                <a:cubicBezTo>
                  <a:pt x="398353" y="107431"/>
                  <a:pt x="398707" y="106657"/>
                  <a:pt x="398707" y="105660"/>
                </a:cubicBezTo>
                <a:cubicBezTo>
                  <a:pt x="398707" y="104452"/>
                  <a:pt x="397659" y="102510"/>
                  <a:pt x="395564" y="99832"/>
                </a:cubicBezTo>
                <a:lnTo>
                  <a:pt x="373488" y="71579"/>
                </a:lnTo>
                <a:lnTo>
                  <a:pt x="373488" y="95376"/>
                </a:lnTo>
                <a:cubicBezTo>
                  <a:pt x="373488" y="100093"/>
                  <a:pt x="373815" y="103194"/>
                  <a:pt x="374470" y="104678"/>
                </a:cubicBezTo>
                <a:cubicBezTo>
                  <a:pt x="375125" y="106161"/>
                  <a:pt x="376055" y="107221"/>
                  <a:pt x="377259" y="107858"/>
                </a:cubicBezTo>
                <a:cubicBezTo>
                  <a:pt x="378464" y="108493"/>
                  <a:pt x="381083" y="108836"/>
                  <a:pt x="385116" y="108889"/>
                </a:cubicBezTo>
                <a:lnTo>
                  <a:pt x="385116" y="111717"/>
                </a:lnTo>
                <a:lnTo>
                  <a:pt x="348505" y="111717"/>
                </a:lnTo>
                <a:lnTo>
                  <a:pt x="348505" y="108889"/>
                </a:lnTo>
                <a:cubicBezTo>
                  <a:pt x="352171" y="108889"/>
                  <a:pt x="354921" y="108441"/>
                  <a:pt x="356754" y="107546"/>
                </a:cubicBezTo>
                <a:cubicBezTo>
                  <a:pt x="357854" y="106967"/>
                  <a:pt x="358692" y="106070"/>
                  <a:pt x="359268" y="104858"/>
                </a:cubicBezTo>
                <a:cubicBezTo>
                  <a:pt x="360054" y="103119"/>
                  <a:pt x="360447" y="100116"/>
                  <a:pt x="360447" y="95847"/>
                </a:cubicBezTo>
                <a:lnTo>
                  <a:pt x="360447" y="30325"/>
                </a:lnTo>
                <a:cubicBezTo>
                  <a:pt x="360447" y="22066"/>
                  <a:pt x="360263" y="17016"/>
                  <a:pt x="359897" y="15173"/>
                </a:cubicBezTo>
                <a:cubicBezTo>
                  <a:pt x="359530" y="13328"/>
                  <a:pt x="358928" y="12054"/>
                  <a:pt x="358090" y="11350"/>
                </a:cubicBezTo>
                <a:cubicBezTo>
                  <a:pt x="357252" y="10645"/>
                  <a:pt x="356152" y="10292"/>
                  <a:pt x="354790" y="10292"/>
                </a:cubicBezTo>
                <a:cubicBezTo>
                  <a:pt x="353690" y="10292"/>
                  <a:pt x="352040" y="10737"/>
                  <a:pt x="349841" y="11627"/>
                </a:cubicBezTo>
                <a:lnTo>
                  <a:pt x="348505" y="8799"/>
                </a:lnTo>
                <a:lnTo>
                  <a:pt x="369874" y="0"/>
                </a:lnTo>
                <a:lnTo>
                  <a:pt x="373488" y="0"/>
                </a:lnTo>
                <a:close/>
                <a:moveTo>
                  <a:pt x="444746" y="66936"/>
                </a:moveTo>
                <a:cubicBezTo>
                  <a:pt x="444694" y="77572"/>
                  <a:pt x="447286" y="85913"/>
                  <a:pt x="452524" y="91961"/>
                </a:cubicBezTo>
                <a:cubicBezTo>
                  <a:pt x="457761" y="98009"/>
                  <a:pt x="463915" y="101033"/>
                  <a:pt x="470986" y="101033"/>
                </a:cubicBezTo>
                <a:cubicBezTo>
                  <a:pt x="475700" y="101033"/>
                  <a:pt x="479798" y="99730"/>
                  <a:pt x="483281" y="97126"/>
                </a:cubicBezTo>
                <a:cubicBezTo>
                  <a:pt x="486764" y="94522"/>
                  <a:pt x="489684" y="90063"/>
                  <a:pt x="492041" y="83749"/>
                </a:cubicBezTo>
                <a:lnTo>
                  <a:pt x="494477" y="85327"/>
                </a:lnTo>
                <a:cubicBezTo>
                  <a:pt x="493377" y="92540"/>
                  <a:pt x="490182" y="99109"/>
                  <a:pt x="484892" y="105032"/>
                </a:cubicBezTo>
                <a:cubicBezTo>
                  <a:pt x="479602" y="110955"/>
                  <a:pt x="472976" y="113917"/>
                  <a:pt x="465015" y="113917"/>
                </a:cubicBezTo>
                <a:cubicBezTo>
                  <a:pt x="456373" y="113917"/>
                  <a:pt x="448975" y="110559"/>
                  <a:pt x="442821" y="103844"/>
                </a:cubicBezTo>
                <a:cubicBezTo>
                  <a:pt x="436667" y="97126"/>
                  <a:pt x="433590" y="88097"/>
                  <a:pt x="433590" y="76754"/>
                </a:cubicBezTo>
                <a:cubicBezTo>
                  <a:pt x="433590" y="64472"/>
                  <a:pt x="436746" y="54895"/>
                  <a:pt x="443057" y="48022"/>
                </a:cubicBezTo>
                <a:cubicBezTo>
                  <a:pt x="449368" y="41148"/>
                  <a:pt x="457290" y="37710"/>
                  <a:pt x="466822" y="37710"/>
                </a:cubicBezTo>
                <a:cubicBezTo>
                  <a:pt x="474888" y="37710"/>
                  <a:pt x="481514" y="40362"/>
                  <a:pt x="486699" y="45665"/>
                </a:cubicBezTo>
                <a:cubicBezTo>
                  <a:pt x="491884" y="50966"/>
                  <a:pt x="494477" y="58057"/>
                  <a:pt x="494477" y="66936"/>
                </a:cubicBezTo>
                <a:lnTo>
                  <a:pt x="444746" y="66936"/>
                </a:lnTo>
                <a:moveTo>
                  <a:pt x="444746" y="62379"/>
                </a:moveTo>
                <a:lnTo>
                  <a:pt x="478057" y="62379"/>
                </a:lnTo>
                <a:cubicBezTo>
                  <a:pt x="477795" y="57808"/>
                  <a:pt x="477245" y="54588"/>
                  <a:pt x="476407" y="52718"/>
                </a:cubicBezTo>
                <a:cubicBezTo>
                  <a:pt x="475098" y="49808"/>
                  <a:pt x="473147" y="47523"/>
                  <a:pt x="470554" y="45861"/>
                </a:cubicBezTo>
                <a:cubicBezTo>
                  <a:pt x="467961" y="44198"/>
                  <a:pt x="465251" y="43367"/>
                  <a:pt x="462423" y="43367"/>
                </a:cubicBezTo>
                <a:cubicBezTo>
                  <a:pt x="458076" y="43367"/>
                  <a:pt x="454187" y="45042"/>
                  <a:pt x="450756" y="48393"/>
                </a:cubicBezTo>
                <a:cubicBezTo>
                  <a:pt x="447325" y="51743"/>
                  <a:pt x="445322" y="56405"/>
                  <a:pt x="444746" y="62379"/>
                </a:cubicBezTo>
                <a:close/>
                <a:moveTo>
                  <a:pt x="525115" y="37710"/>
                </a:moveTo>
                <a:lnTo>
                  <a:pt x="525115" y="53894"/>
                </a:lnTo>
                <a:cubicBezTo>
                  <a:pt x="531138" y="43105"/>
                  <a:pt x="537319" y="37710"/>
                  <a:pt x="543656" y="37710"/>
                </a:cubicBezTo>
                <a:cubicBezTo>
                  <a:pt x="546537" y="37710"/>
                  <a:pt x="548920" y="38588"/>
                  <a:pt x="550805" y="40342"/>
                </a:cubicBezTo>
                <a:cubicBezTo>
                  <a:pt x="552691" y="42097"/>
                  <a:pt x="553634" y="44126"/>
                  <a:pt x="553634" y="46431"/>
                </a:cubicBezTo>
                <a:cubicBezTo>
                  <a:pt x="553634" y="48474"/>
                  <a:pt x="552953" y="50202"/>
                  <a:pt x="551591" y="51616"/>
                </a:cubicBezTo>
                <a:cubicBezTo>
                  <a:pt x="550229" y="53030"/>
                  <a:pt x="548606" y="53737"/>
                  <a:pt x="546720" y="53737"/>
                </a:cubicBezTo>
                <a:cubicBezTo>
                  <a:pt x="544887" y="53737"/>
                  <a:pt x="542831" y="52847"/>
                  <a:pt x="540553" y="51066"/>
                </a:cubicBezTo>
                <a:cubicBezTo>
                  <a:pt x="538275" y="49285"/>
                  <a:pt x="536585" y="48395"/>
                  <a:pt x="535485" y="48395"/>
                </a:cubicBezTo>
                <a:cubicBezTo>
                  <a:pt x="534543" y="48395"/>
                  <a:pt x="533521" y="48915"/>
                  <a:pt x="532422" y="49954"/>
                </a:cubicBezTo>
                <a:cubicBezTo>
                  <a:pt x="530065" y="52087"/>
                  <a:pt x="527629" y="55597"/>
                  <a:pt x="525115" y="60484"/>
                </a:cubicBezTo>
                <a:lnTo>
                  <a:pt x="525115" y="94905"/>
                </a:lnTo>
                <a:cubicBezTo>
                  <a:pt x="525115" y="98888"/>
                  <a:pt x="525613" y="101902"/>
                  <a:pt x="526608" y="103944"/>
                </a:cubicBezTo>
                <a:cubicBezTo>
                  <a:pt x="527289" y="105360"/>
                  <a:pt x="528493" y="106539"/>
                  <a:pt x="530222" y="107480"/>
                </a:cubicBezTo>
                <a:cubicBezTo>
                  <a:pt x="531950" y="108419"/>
                  <a:pt x="534438" y="108889"/>
                  <a:pt x="537685" y="108889"/>
                </a:cubicBezTo>
                <a:lnTo>
                  <a:pt x="537685" y="111717"/>
                </a:lnTo>
                <a:lnTo>
                  <a:pt x="500839" y="111717"/>
                </a:lnTo>
                <a:lnTo>
                  <a:pt x="500839" y="108889"/>
                </a:lnTo>
                <a:cubicBezTo>
                  <a:pt x="504505" y="108889"/>
                  <a:pt x="507229" y="108306"/>
                  <a:pt x="509010" y="107141"/>
                </a:cubicBezTo>
                <a:cubicBezTo>
                  <a:pt x="510319" y="106293"/>
                  <a:pt x="511236" y="104942"/>
                  <a:pt x="511759" y="103087"/>
                </a:cubicBezTo>
                <a:cubicBezTo>
                  <a:pt x="512021" y="102186"/>
                  <a:pt x="512152" y="99615"/>
                  <a:pt x="512152" y="95376"/>
                </a:cubicBezTo>
                <a:lnTo>
                  <a:pt x="512152" y="67722"/>
                </a:lnTo>
                <a:cubicBezTo>
                  <a:pt x="512152" y="59342"/>
                  <a:pt x="511982" y="54353"/>
                  <a:pt x="511642" y="52755"/>
                </a:cubicBezTo>
                <a:cubicBezTo>
                  <a:pt x="511301" y="51158"/>
                  <a:pt x="510673" y="49993"/>
                  <a:pt x="509756" y="49259"/>
                </a:cubicBezTo>
                <a:cubicBezTo>
                  <a:pt x="508839" y="48526"/>
                  <a:pt x="507700" y="48159"/>
                  <a:pt x="506338" y="48159"/>
                </a:cubicBezTo>
                <a:cubicBezTo>
                  <a:pt x="504715" y="48159"/>
                  <a:pt x="502882" y="48552"/>
                  <a:pt x="500839" y="49338"/>
                </a:cubicBezTo>
                <a:lnTo>
                  <a:pt x="500053" y="46510"/>
                </a:lnTo>
                <a:lnTo>
                  <a:pt x="521815" y="37710"/>
                </a:lnTo>
                <a:lnTo>
                  <a:pt x="525115" y="37710"/>
                </a:lnTo>
                <a:close/>
                <a:moveTo>
                  <a:pt x="658672" y="111717"/>
                </a:moveTo>
                <a:lnTo>
                  <a:pt x="617505" y="22076"/>
                </a:lnTo>
                <a:lnTo>
                  <a:pt x="617505" y="93176"/>
                </a:lnTo>
                <a:cubicBezTo>
                  <a:pt x="617505" y="99723"/>
                  <a:pt x="618212" y="103808"/>
                  <a:pt x="619626" y="105432"/>
                </a:cubicBezTo>
                <a:cubicBezTo>
                  <a:pt x="621564" y="107632"/>
                  <a:pt x="624628" y="108732"/>
                  <a:pt x="628818" y="108732"/>
                </a:cubicBezTo>
                <a:lnTo>
                  <a:pt x="632589" y="108732"/>
                </a:lnTo>
                <a:lnTo>
                  <a:pt x="632589" y="111717"/>
                </a:lnTo>
                <a:lnTo>
                  <a:pt x="595507" y="111717"/>
                </a:lnTo>
                <a:lnTo>
                  <a:pt x="595507" y="108732"/>
                </a:lnTo>
                <a:lnTo>
                  <a:pt x="599278" y="108732"/>
                </a:lnTo>
                <a:cubicBezTo>
                  <a:pt x="603782" y="108732"/>
                  <a:pt x="606977" y="107370"/>
                  <a:pt x="608863" y="104646"/>
                </a:cubicBezTo>
                <a:cubicBezTo>
                  <a:pt x="610015" y="102970"/>
                  <a:pt x="610591" y="99147"/>
                  <a:pt x="610591" y="93176"/>
                </a:cubicBezTo>
                <a:lnTo>
                  <a:pt x="610591" y="23726"/>
                </a:lnTo>
                <a:cubicBezTo>
                  <a:pt x="610591" y="19012"/>
                  <a:pt x="610067" y="15608"/>
                  <a:pt x="609020" y="13513"/>
                </a:cubicBezTo>
                <a:cubicBezTo>
                  <a:pt x="608287" y="11994"/>
                  <a:pt x="606938" y="10724"/>
                  <a:pt x="604974" y="9703"/>
                </a:cubicBezTo>
                <a:cubicBezTo>
                  <a:pt x="603010" y="8681"/>
                  <a:pt x="599854" y="8171"/>
                  <a:pt x="595507" y="8171"/>
                </a:cubicBezTo>
                <a:lnTo>
                  <a:pt x="595507" y="5185"/>
                </a:lnTo>
                <a:lnTo>
                  <a:pt x="625675" y="5185"/>
                </a:lnTo>
                <a:lnTo>
                  <a:pt x="664328" y="88524"/>
                </a:lnTo>
                <a:lnTo>
                  <a:pt x="702353" y="5185"/>
                </a:lnTo>
                <a:lnTo>
                  <a:pt x="732522" y="5185"/>
                </a:lnTo>
                <a:lnTo>
                  <a:pt x="732522" y="8171"/>
                </a:lnTo>
                <a:lnTo>
                  <a:pt x="728829" y="8171"/>
                </a:lnTo>
                <a:cubicBezTo>
                  <a:pt x="724272" y="8171"/>
                  <a:pt x="721051" y="9532"/>
                  <a:pt x="719166" y="12256"/>
                </a:cubicBezTo>
                <a:cubicBezTo>
                  <a:pt x="718013" y="13932"/>
                  <a:pt x="717437" y="17755"/>
                  <a:pt x="717437" y="23726"/>
                </a:cubicBezTo>
                <a:lnTo>
                  <a:pt x="717437" y="93176"/>
                </a:lnTo>
                <a:cubicBezTo>
                  <a:pt x="717437" y="99723"/>
                  <a:pt x="718171" y="103808"/>
                  <a:pt x="719637" y="105432"/>
                </a:cubicBezTo>
                <a:cubicBezTo>
                  <a:pt x="721575" y="107632"/>
                  <a:pt x="724639" y="108732"/>
                  <a:pt x="728829" y="108732"/>
                </a:cubicBezTo>
                <a:lnTo>
                  <a:pt x="732522" y="108732"/>
                </a:lnTo>
                <a:lnTo>
                  <a:pt x="732522" y="111717"/>
                </a:lnTo>
                <a:lnTo>
                  <a:pt x="687269" y="111717"/>
                </a:lnTo>
                <a:lnTo>
                  <a:pt x="687269" y="108732"/>
                </a:lnTo>
                <a:lnTo>
                  <a:pt x="691040" y="108732"/>
                </a:lnTo>
                <a:cubicBezTo>
                  <a:pt x="695597" y="108732"/>
                  <a:pt x="698792" y="107370"/>
                  <a:pt x="700625" y="104646"/>
                </a:cubicBezTo>
                <a:cubicBezTo>
                  <a:pt x="701777" y="102970"/>
                  <a:pt x="702353" y="99147"/>
                  <a:pt x="702353" y="93176"/>
                </a:cubicBezTo>
                <a:lnTo>
                  <a:pt x="702353" y="22076"/>
                </a:lnTo>
                <a:lnTo>
                  <a:pt x="661265" y="111717"/>
                </a:lnTo>
                <a:lnTo>
                  <a:pt x="658672" y="111717"/>
                </a:lnTo>
                <a:close/>
                <a:moveTo>
                  <a:pt x="787436" y="37710"/>
                </a:moveTo>
                <a:lnTo>
                  <a:pt x="787436" y="62222"/>
                </a:lnTo>
                <a:lnTo>
                  <a:pt x="784843" y="62222"/>
                </a:lnTo>
                <a:cubicBezTo>
                  <a:pt x="782853" y="54554"/>
                  <a:pt x="780299" y="49338"/>
                  <a:pt x="777183" y="46573"/>
                </a:cubicBezTo>
                <a:cubicBezTo>
                  <a:pt x="774067" y="43807"/>
                  <a:pt x="770099" y="42424"/>
                  <a:pt x="765281" y="42424"/>
                </a:cubicBezTo>
                <a:cubicBezTo>
                  <a:pt x="761614" y="42424"/>
                  <a:pt x="758655" y="43390"/>
                  <a:pt x="756403" y="45321"/>
                </a:cubicBezTo>
                <a:cubicBezTo>
                  <a:pt x="754151" y="47253"/>
                  <a:pt x="753025" y="49393"/>
                  <a:pt x="753025" y="51741"/>
                </a:cubicBezTo>
                <a:cubicBezTo>
                  <a:pt x="753025" y="54663"/>
                  <a:pt x="753863" y="57168"/>
                  <a:pt x="755539" y="59256"/>
                </a:cubicBezTo>
                <a:cubicBezTo>
                  <a:pt x="757162" y="61396"/>
                  <a:pt x="760462" y="63666"/>
                  <a:pt x="765438" y="66067"/>
                </a:cubicBezTo>
                <a:lnTo>
                  <a:pt x="776908" y="71625"/>
                </a:lnTo>
                <a:cubicBezTo>
                  <a:pt x="787540" y="76804"/>
                  <a:pt x="792856" y="83630"/>
                  <a:pt x="792856" y="92103"/>
                </a:cubicBezTo>
                <a:cubicBezTo>
                  <a:pt x="792856" y="98642"/>
                  <a:pt x="790382" y="103912"/>
                  <a:pt x="785432" y="107914"/>
                </a:cubicBezTo>
                <a:cubicBezTo>
                  <a:pt x="780483" y="111916"/>
                  <a:pt x="774944" y="113917"/>
                  <a:pt x="768816" y="113917"/>
                </a:cubicBezTo>
                <a:cubicBezTo>
                  <a:pt x="764416" y="113917"/>
                  <a:pt x="759388" y="113171"/>
                  <a:pt x="753732" y="111678"/>
                </a:cubicBezTo>
                <a:cubicBezTo>
                  <a:pt x="752003" y="111180"/>
                  <a:pt x="750589" y="110932"/>
                  <a:pt x="749489" y="110932"/>
                </a:cubicBezTo>
                <a:cubicBezTo>
                  <a:pt x="748285" y="110932"/>
                  <a:pt x="747342" y="111560"/>
                  <a:pt x="746661" y="112817"/>
                </a:cubicBezTo>
                <a:lnTo>
                  <a:pt x="744069" y="112817"/>
                </a:lnTo>
                <a:lnTo>
                  <a:pt x="744069" y="87048"/>
                </a:lnTo>
                <a:lnTo>
                  <a:pt x="746661" y="87048"/>
                </a:lnTo>
                <a:cubicBezTo>
                  <a:pt x="748128" y="94381"/>
                  <a:pt x="750930" y="99906"/>
                  <a:pt x="755067" y="103625"/>
                </a:cubicBezTo>
                <a:cubicBezTo>
                  <a:pt x="759205" y="107344"/>
                  <a:pt x="763840" y="109203"/>
                  <a:pt x="768973" y="109203"/>
                </a:cubicBezTo>
                <a:cubicBezTo>
                  <a:pt x="772587" y="109203"/>
                  <a:pt x="775533" y="108148"/>
                  <a:pt x="777812" y="106038"/>
                </a:cubicBezTo>
                <a:cubicBezTo>
                  <a:pt x="780090" y="103927"/>
                  <a:pt x="781229" y="101386"/>
                  <a:pt x="781229" y="98415"/>
                </a:cubicBezTo>
                <a:cubicBezTo>
                  <a:pt x="781229" y="94819"/>
                  <a:pt x="779959" y="91797"/>
                  <a:pt x="777419" y="89349"/>
                </a:cubicBezTo>
                <a:cubicBezTo>
                  <a:pt x="774879" y="86898"/>
                  <a:pt x="769811" y="83804"/>
                  <a:pt x="762217" y="80066"/>
                </a:cubicBezTo>
                <a:cubicBezTo>
                  <a:pt x="754622" y="76326"/>
                  <a:pt x="749647" y="72935"/>
                  <a:pt x="747290" y="69892"/>
                </a:cubicBezTo>
                <a:cubicBezTo>
                  <a:pt x="744933" y="66902"/>
                  <a:pt x="743754" y="63125"/>
                  <a:pt x="743754" y="58562"/>
                </a:cubicBezTo>
                <a:cubicBezTo>
                  <a:pt x="743754" y="52633"/>
                  <a:pt x="745784" y="47677"/>
                  <a:pt x="749843" y="43691"/>
                </a:cubicBezTo>
                <a:cubicBezTo>
                  <a:pt x="753902" y="39704"/>
                  <a:pt x="759153" y="37710"/>
                  <a:pt x="765595" y="37710"/>
                </a:cubicBezTo>
                <a:cubicBezTo>
                  <a:pt x="768423" y="37710"/>
                  <a:pt x="771854" y="38313"/>
                  <a:pt x="775887" y="39517"/>
                </a:cubicBezTo>
                <a:cubicBezTo>
                  <a:pt x="778558" y="40303"/>
                  <a:pt x="780339" y="40696"/>
                  <a:pt x="781229" y="40696"/>
                </a:cubicBezTo>
                <a:cubicBezTo>
                  <a:pt x="782067" y="40696"/>
                  <a:pt x="782722" y="40513"/>
                  <a:pt x="783193" y="40146"/>
                </a:cubicBezTo>
                <a:cubicBezTo>
                  <a:pt x="783665" y="39779"/>
                  <a:pt x="784214" y="38967"/>
                  <a:pt x="784843" y="37710"/>
                </a:cubicBezTo>
                <a:lnTo>
                  <a:pt x="787436" y="37710"/>
                </a:lnTo>
                <a:close/>
                <a:moveTo>
                  <a:pt x="822790" y="85494"/>
                </a:moveTo>
                <a:cubicBezTo>
                  <a:pt x="818391" y="83350"/>
                  <a:pt x="815012" y="80356"/>
                  <a:pt x="812655" y="76511"/>
                </a:cubicBezTo>
                <a:cubicBezTo>
                  <a:pt x="810299" y="72666"/>
                  <a:pt x="809120" y="68416"/>
                  <a:pt x="809120" y="63759"/>
                </a:cubicBezTo>
                <a:cubicBezTo>
                  <a:pt x="809120" y="56646"/>
                  <a:pt x="811804" y="50526"/>
                  <a:pt x="817173" y="45400"/>
                </a:cubicBezTo>
                <a:cubicBezTo>
                  <a:pt x="822541" y="40274"/>
                  <a:pt x="829416" y="37710"/>
                  <a:pt x="837796" y="37710"/>
                </a:cubicBezTo>
                <a:cubicBezTo>
                  <a:pt x="844657" y="37710"/>
                  <a:pt x="850602" y="39386"/>
                  <a:pt x="855630" y="42738"/>
                </a:cubicBezTo>
                <a:lnTo>
                  <a:pt x="870871" y="42738"/>
                </a:lnTo>
                <a:cubicBezTo>
                  <a:pt x="873123" y="42738"/>
                  <a:pt x="874433" y="42804"/>
                  <a:pt x="874799" y="42935"/>
                </a:cubicBezTo>
                <a:cubicBezTo>
                  <a:pt x="875166" y="43066"/>
                  <a:pt x="875428" y="43288"/>
                  <a:pt x="875585" y="43603"/>
                </a:cubicBezTo>
                <a:cubicBezTo>
                  <a:pt x="875899" y="44074"/>
                  <a:pt x="876056" y="44912"/>
                  <a:pt x="876056" y="46117"/>
                </a:cubicBezTo>
                <a:cubicBezTo>
                  <a:pt x="876056" y="47478"/>
                  <a:pt x="875925" y="48421"/>
                  <a:pt x="875663" y="48945"/>
                </a:cubicBezTo>
                <a:cubicBezTo>
                  <a:pt x="875506" y="49207"/>
                  <a:pt x="875231" y="49416"/>
                  <a:pt x="874838" y="49574"/>
                </a:cubicBezTo>
                <a:cubicBezTo>
                  <a:pt x="874446" y="49731"/>
                  <a:pt x="873123" y="49809"/>
                  <a:pt x="870871" y="49809"/>
                </a:cubicBezTo>
                <a:lnTo>
                  <a:pt x="861522" y="49809"/>
                </a:lnTo>
                <a:cubicBezTo>
                  <a:pt x="864455" y="53580"/>
                  <a:pt x="865921" y="58399"/>
                  <a:pt x="865921" y="64265"/>
                </a:cubicBezTo>
                <a:cubicBezTo>
                  <a:pt x="865921" y="70969"/>
                  <a:pt x="863355" y="76704"/>
                  <a:pt x="858222" y="81470"/>
                </a:cubicBezTo>
                <a:cubicBezTo>
                  <a:pt x="853089" y="86236"/>
                  <a:pt x="846202" y="88620"/>
                  <a:pt x="837560" y="88620"/>
                </a:cubicBezTo>
                <a:cubicBezTo>
                  <a:pt x="833999" y="88620"/>
                  <a:pt x="830358" y="88085"/>
                  <a:pt x="826640" y="87016"/>
                </a:cubicBezTo>
                <a:cubicBezTo>
                  <a:pt x="824335" y="88977"/>
                  <a:pt x="822777" y="90692"/>
                  <a:pt x="821965" y="92162"/>
                </a:cubicBezTo>
                <a:cubicBezTo>
                  <a:pt x="821153" y="93632"/>
                  <a:pt x="820748" y="94882"/>
                  <a:pt x="820748" y="95914"/>
                </a:cubicBezTo>
                <a:cubicBezTo>
                  <a:pt x="820748" y="96791"/>
                  <a:pt x="821180" y="97642"/>
                  <a:pt x="822044" y="98467"/>
                </a:cubicBezTo>
                <a:cubicBezTo>
                  <a:pt x="822908" y="99292"/>
                  <a:pt x="824597" y="99885"/>
                  <a:pt x="827111" y="100247"/>
                </a:cubicBezTo>
                <a:cubicBezTo>
                  <a:pt x="828578" y="100486"/>
                  <a:pt x="832244" y="100695"/>
                  <a:pt x="838110" y="100875"/>
                </a:cubicBezTo>
                <a:cubicBezTo>
                  <a:pt x="848899" y="101175"/>
                  <a:pt x="855892" y="101594"/>
                  <a:pt x="859086" y="102132"/>
                </a:cubicBezTo>
                <a:cubicBezTo>
                  <a:pt x="863957" y="102812"/>
                  <a:pt x="867846" y="104615"/>
                  <a:pt x="870753" y="107543"/>
                </a:cubicBezTo>
                <a:cubicBezTo>
                  <a:pt x="873660" y="110472"/>
                  <a:pt x="875113" y="114079"/>
                  <a:pt x="875113" y="118366"/>
                </a:cubicBezTo>
                <a:cubicBezTo>
                  <a:pt x="875113" y="124274"/>
                  <a:pt x="872337" y="129816"/>
                  <a:pt x="866786" y="134992"/>
                </a:cubicBezTo>
                <a:cubicBezTo>
                  <a:pt x="858615" y="142625"/>
                  <a:pt x="847957" y="146442"/>
                  <a:pt x="834810" y="146442"/>
                </a:cubicBezTo>
                <a:cubicBezTo>
                  <a:pt x="824702" y="146442"/>
                  <a:pt x="816165" y="144163"/>
                  <a:pt x="809199" y="139605"/>
                </a:cubicBezTo>
                <a:cubicBezTo>
                  <a:pt x="805271" y="136986"/>
                  <a:pt x="803306" y="134262"/>
                  <a:pt x="803306" y="131432"/>
                </a:cubicBezTo>
                <a:cubicBezTo>
                  <a:pt x="803306" y="130175"/>
                  <a:pt x="803595" y="128918"/>
                  <a:pt x="804171" y="127661"/>
                </a:cubicBezTo>
                <a:cubicBezTo>
                  <a:pt x="805061" y="125723"/>
                  <a:pt x="806894" y="123025"/>
                  <a:pt x="809670" y="119566"/>
                </a:cubicBezTo>
                <a:cubicBezTo>
                  <a:pt x="810037" y="119095"/>
                  <a:pt x="812708" y="116266"/>
                  <a:pt x="817684" y="111079"/>
                </a:cubicBezTo>
                <a:cubicBezTo>
                  <a:pt x="814960" y="109457"/>
                  <a:pt x="813035" y="108005"/>
                  <a:pt x="811909" y="106723"/>
                </a:cubicBezTo>
                <a:cubicBezTo>
                  <a:pt x="810783" y="105442"/>
                  <a:pt x="810220" y="103990"/>
                  <a:pt x="810220" y="102368"/>
                </a:cubicBezTo>
                <a:cubicBezTo>
                  <a:pt x="810220" y="100537"/>
                  <a:pt x="810966" y="98392"/>
                  <a:pt x="812459" y="95933"/>
                </a:cubicBezTo>
                <a:cubicBezTo>
                  <a:pt x="813952" y="93473"/>
                  <a:pt x="817395" y="89994"/>
                  <a:pt x="822790" y="85494"/>
                </a:cubicBezTo>
                <a:moveTo>
                  <a:pt x="836460" y="41639"/>
                </a:moveTo>
                <a:cubicBezTo>
                  <a:pt x="832584" y="41639"/>
                  <a:pt x="829337" y="43175"/>
                  <a:pt x="826718" y="46249"/>
                </a:cubicBezTo>
                <a:cubicBezTo>
                  <a:pt x="824100" y="49321"/>
                  <a:pt x="822790" y="54035"/>
                  <a:pt x="822790" y="60391"/>
                </a:cubicBezTo>
                <a:cubicBezTo>
                  <a:pt x="822790" y="68622"/>
                  <a:pt x="824571" y="75003"/>
                  <a:pt x="828132" y="79533"/>
                </a:cubicBezTo>
                <a:cubicBezTo>
                  <a:pt x="830856" y="82972"/>
                  <a:pt x="834313" y="84691"/>
                  <a:pt x="838503" y="84691"/>
                </a:cubicBezTo>
                <a:cubicBezTo>
                  <a:pt x="842483" y="84691"/>
                  <a:pt x="845757" y="83207"/>
                  <a:pt x="848323" y="80238"/>
                </a:cubicBezTo>
                <a:cubicBezTo>
                  <a:pt x="850890" y="77269"/>
                  <a:pt x="852173" y="72606"/>
                  <a:pt x="852173" y="66251"/>
                </a:cubicBezTo>
                <a:cubicBezTo>
                  <a:pt x="852173" y="57969"/>
                  <a:pt x="850366" y="51484"/>
                  <a:pt x="846752" y="46794"/>
                </a:cubicBezTo>
                <a:cubicBezTo>
                  <a:pt x="844081" y="43357"/>
                  <a:pt x="840650" y="41639"/>
                  <a:pt x="836460" y="41639"/>
                </a:cubicBezTo>
                <a:moveTo>
                  <a:pt x="822005" y="111717"/>
                </a:moveTo>
                <a:cubicBezTo>
                  <a:pt x="819543" y="114372"/>
                  <a:pt x="817684" y="116844"/>
                  <a:pt x="816427" y="119134"/>
                </a:cubicBezTo>
                <a:cubicBezTo>
                  <a:pt x="815170" y="121424"/>
                  <a:pt x="814541" y="123532"/>
                  <a:pt x="814541" y="125458"/>
                </a:cubicBezTo>
                <a:cubicBezTo>
                  <a:pt x="814541" y="127956"/>
                  <a:pt x="816060" y="130142"/>
                  <a:pt x="819098" y="132016"/>
                </a:cubicBezTo>
                <a:cubicBezTo>
                  <a:pt x="824335" y="135244"/>
                  <a:pt x="831904" y="136857"/>
                  <a:pt x="841803" y="136857"/>
                </a:cubicBezTo>
                <a:cubicBezTo>
                  <a:pt x="851230" y="136857"/>
                  <a:pt x="858183" y="135211"/>
                  <a:pt x="862661" y="131918"/>
                </a:cubicBezTo>
                <a:cubicBezTo>
                  <a:pt x="867139" y="128626"/>
                  <a:pt x="869378" y="125114"/>
                  <a:pt x="869378" y="121380"/>
                </a:cubicBezTo>
                <a:cubicBezTo>
                  <a:pt x="869378" y="118685"/>
                  <a:pt x="868043" y="116766"/>
                  <a:pt x="865372" y="115626"/>
                </a:cubicBezTo>
                <a:cubicBezTo>
                  <a:pt x="862648" y="114485"/>
                  <a:pt x="857253" y="113811"/>
                  <a:pt x="849187" y="113603"/>
                </a:cubicBezTo>
                <a:cubicBezTo>
                  <a:pt x="837403" y="113275"/>
                  <a:pt x="828342" y="112647"/>
                  <a:pt x="822005" y="111717"/>
                </a:cubicBezTo>
                <a:close/>
                <a:moveTo>
                  <a:pt x="952105" y="10999"/>
                </a:moveTo>
                <a:lnTo>
                  <a:pt x="952105" y="52795"/>
                </a:lnTo>
                <a:lnTo>
                  <a:pt x="971510" y="52795"/>
                </a:lnTo>
                <a:cubicBezTo>
                  <a:pt x="975962" y="52795"/>
                  <a:pt x="979222" y="51818"/>
                  <a:pt x="981291" y="49866"/>
                </a:cubicBezTo>
                <a:cubicBezTo>
                  <a:pt x="983360" y="47911"/>
                  <a:pt x="984735" y="44017"/>
                  <a:pt x="985416" y="38182"/>
                </a:cubicBezTo>
                <a:lnTo>
                  <a:pt x="988322" y="38182"/>
                </a:lnTo>
                <a:lnTo>
                  <a:pt x="988322" y="74321"/>
                </a:lnTo>
                <a:lnTo>
                  <a:pt x="985416" y="74321"/>
                </a:lnTo>
                <a:cubicBezTo>
                  <a:pt x="985363" y="70183"/>
                  <a:pt x="984826" y="67146"/>
                  <a:pt x="983805" y="65208"/>
                </a:cubicBezTo>
                <a:cubicBezTo>
                  <a:pt x="982784" y="63270"/>
                  <a:pt x="981370" y="61816"/>
                  <a:pt x="979563" y="60847"/>
                </a:cubicBezTo>
                <a:cubicBezTo>
                  <a:pt x="977756" y="59878"/>
                  <a:pt x="975071" y="59394"/>
                  <a:pt x="971510" y="59394"/>
                </a:cubicBezTo>
                <a:lnTo>
                  <a:pt x="952105" y="59394"/>
                </a:lnTo>
                <a:lnTo>
                  <a:pt x="952105" y="92862"/>
                </a:lnTo>
                <a:cubicBezTo>
                  <a:pt x="952105" y="98230"/>
                  <a:pt x="952445" y="101775"/>
                  <a:pt x="953126" y="103495"/>
                </a:cubicBezTo>
                <a:cubicBezTo>
                  <a:pt x="953650" y="104798"/>
                  <a:pt x="954750" y="105918"/>
                  <a:pt x="956426" y="106856"/>
                </a:cubicBezTo>
                <a:cubicBezTo>
                  <a:pt x="958730" y="108107"/>
                  <a:pt x="961139" y="108732"/>
                  <a:pt x="963653" y="108732"/>
                </a:cubicBezTo>
                <a:lnTo>
                  <a:pt x="967503" y="108732"/>
                </a:lnTo>
                <a:lnTo>
                  <a:pt x="967503" y="111717"/>
                </a:lnTo>
                <a:lnTo>
                  <a:pt x="921779" y="111717"/>
                </a:lnTo>
                <a:lnTo>
                  <a:pt x="921779" y="108732"/>
                </a:lnTo>
                <a:lnTo>
                  <a:pt x="925550" y="108732"/>
                </a:lnTo>
                <a:cubicBezTo>
                  <a:pt x="929950" y="108732"/>
                  <a:pt x="933145" y="107455"/>
                  <a:pt x="935135" y="104902"/>
                </a:cubicBezTo>
                <a:cubicBezTo>
                  <a:pt x="936392" y="103234"/>
                  <a:pt x="937020" y="99221"/>
                  <a:pt x="937020" y="92862"/>
                </a:cubicBezTo>
                <a:lnTo>
                  <a:pt x="937020" y="24040"/>
                </a:lnTo>
                <a:cubicBezTo>
                  <a:pt x="937020" y="18672"/>
                  <a:pt x="936680" y="15128"/>
                  <a:pt x="935999" y="13407"/>
                </a:cubicBezTo>
                <a:cubicBezTo>
                  <a:pt x="935475" y="12104"/>
                  <a:pt x="934402" y="10984"/>
                  <a:pt x="932778" y="10046"/>
                </a:cubicBezTo>
                <a:cubicBezTo>
                  <a:pt x="930526" y="8796"/>
                  <a:pt x="928117" y="8171"/>
                  <a:pt x="925550" y="8171"/>
                </a:cubicBezTo>
                <a:lnTo>
                  <a:pt x="921779" y="8171"/>
                </a:lnTo>
                <a:lnTo>
                  <a:pt x="921779" y="5185"/>
                </a:lnTo>
                <a:lnTo>
                  <a:pt x="1001050" y="5185"/>
                </a:lnTo>
                <a:lnTo>
                  <a:pt x="1002071" y="28597"/>
                </a:lnTo>
                <a:lnTo>
                  <a:pt x="999321" y="28597"/>
                </a:lnTo>
                <a:cubicBezTo>
                  <a:pt x="997959" y="23621"/>
                  <a:pt x="996375" y="19968"/>
                  <a:pt x="994568" y="17637"/>
                </a:cubicBezTo>
                <a:cubicBezTo>
                  <a:pt x="992761" y="15307"/>
                  <a:pt x="990535" y="13618"/>
                  <a:pt x="987890" y="12570"/>
                </a:cubicBezTo>
                <a:cubicBezTo>
                  <a:pt x="985245" y="11523"/>
                  <a:pt x="981147" y="10999"/>
                  <a:pt x="975595" y="10999"/>
                </a:cubicBezTo>
                <a:lnTo>
                  <a:pt x="952105" y="10999"/>
                </a:lnTo>
                <a:close/>
                <a:moveTo>
                  <a:pt x="1038446" y="0"/>
                </a:moveTo>
                <a:lnTo>
                  <a:pt x="1038446" y="95376"/>
                </a:lnTo>
                <a:cubicBezTo>
                  <a:pt x="1038446" y="99906"/>
                  <a:pt x="1038774" y="102910"/>
                  <a:pt x="1039428" y="104386"/>
                </a:cubicBezTo>
                <a:cubicBezTo>
                  <a:pt x="1040083" y="105861"/>
                  <a:pt x="1041091" y="106980"/>
                  <a:pt x="1042453" y="107745"/>
                </a:cubicBezTo>
                <a:cubicBezTo>
                  <a:pt x="1043815" y="108508"/>
                  <a:pt x="1046355" y="108889"/>
                  <a:pt x="1050074" y="108889"/>
                </a:cubicBezTo>
                <a:lnTo>
                  <a:pt x="1050074" y="111717"/>
                </a:lnTo>
                <a:lnTo>
                  <a:pt x="1014799" y="111717"/>
                </a:lnTo>
                <a:lnTo>
                  <a:pt x="1014799" y="108889"/>
                </a:lnTo>
                <a:cubicBezTo>
                  <a:pt x="1018098" y="108889"/>
                  <a:pt x="1020350" y="108547"/>
                  <a:pt x="1021555" y="107863"/>
                </a:cubicBezTo>
                <a:cubicBezTo>
                  <a:pt x="1022760" y="107177"/>
                  <a:pt x="1023702" y="106044"/>
                  <a:pt x="1024383" y="104465"/>
                </a:cubicBezTo>
                <a:cubicBezTo>
                  <a:pt x="1025064" y="102884"/>
                  <a:pt x="1025405" y="99854"/>
                  <a:pt x="1025405" y="95376"/>
                </a:cubicBezTo>
                <a:lnTo>
                  <a:pt x="1025405" y="30168"/>
                </a:lnTo>
                <a:cubicBezTo>
                  <a:pt x="1025405" y="22050"/>
                  <a:pt x="1025221" y="17061"/>
                  <a:pt x="1024855" y="15202"/>
                </a:cubicBezTo>
                <a:cubicBezTo>
                  <a:pt x="1024488" y="13343"/>
                  <a:pt x="1023899" y="12073"/>
                  <a:pt x="1023087" y="11392"/>
                </a:cubicBezTo>
                <a:cubicBezTo>
                  <a:pt x="1022275" y="10711"/>
                  <a:pt x="1021241" y="10370"/>
                  <a:pt x="1019984" y="10370"/>
                </a:cubicBezTo>
                <a:cubicBezTo>
                  <a:pt x="1018622" y="10370"/>
                  <a:pt x="1016894" y="10789"/>
                  <a:pt x="1014799" y="11627"/>
                </a:cubicBezTo>
                <a:lnTo>
                  <a:pt x="1013463" y="8799"/>
                </a:lnTo>
                <a:lnTo>
                  <a:pt x="1034911" y="0"/>
                </a:lnTo>
                <a:lnTo>
                  <a:pt x="1038446" y="0"/>
                </a:lnTo>
                <a:close/>
                <a:moveTo>
                  <a:pt x="1093599" y="37710"/>
                </a:moveTo>
                <a:cubicBezTo>
                  <a:pt x="1104493" y="37710"/>
                  <a:pt x="1113240" y="41844"/>
                  <a:pt x="1119839" y="50111"/>
                </a:cubicBezTo>
                <a:cubicBezTo>
                  <a:pt x="1125444" y="57174"/>
                  <a:pt x="1128246" y="65284"/>
                  <a:pt x="1128246" y="74441"/>
                </a:cubicBezTo>
                <a:cubicBezTo>
                  <a:pt x="1128246" y="80877"/>
                  <a:pt x="1126701" y="87391"/>
                  <a:pt x="1123610" y="93984"/>
                </a:cubicBezTo>
                <a:cubicBezTo>
                  <a:pt x="1120520" y="100575"/>
                  <a:pt x="1116265" y="105545"/>
                  <a:pt x="1110844" y="108894"/>
                </a:cubicBezTo>
                <a:cubicBezTo>
                  <a:pt x="1105423" y="112243"/>
                  <a:pt x="1099387" y="113917"/>
                  <a:pt x="1092735" y="113917"/>
                </a:cubicBezTo>
                <a:cubicBezTo>
                  <a:pt x="1081893" y="113917"/>
                  <a:pt x="1073278" y="109600"/>
                  <a:pt x="1066888" y="100966"/>
                </a:cubicBezTo>
                <a:cubicBezTo>
                  <a:pt x="1061493" y="93694"/>
                  <a:pt x="1058796" y="85533"/>
                  <a:pt x="1058796" y="76481"/>
                </a:cubicBezTo>
                <a:cubicBezTo>
                  <a:pt x="1058796" y="69889"/>
                  <a:pt x="1060432" y="63335"/>
                  <a:pt x="1063706" y="56821"/>
                </a:cubicBezTo>
                <a:cubicBezTo>
                  <a:pt x="1066979" y="50307"/>
                  <a:pt x="1071287" y="45493"/>
                  <a:pt x="1076630" y="42380"/>
                </a:cubicBezTo>
                <a:cubicBezTo>
                  <a:pt x="1081972" y="39267"/>
                  <a:pt x="1087628" y="37710"/>
                  <a:pt x="1093599" y="37710"/>
                </a:cubicBezTo>
                <a:moveTo>
                  <a:pt x="1091164" y="42896"/>
                </a:moveTo>
                <a:cubicBezTo>
                  <a:pt x="1088388" y="42896"/>
                  <a:pt x="1085599" y="43718"/>
                  <a:pt x="1082797" y="45363"/>
                </a:cubicBezTo>
                <a:cubicBezTo>
                  <a:pt x="1079995" y="47006"/>
                  <a:pt x="1077729" y="49889"/>
                  <a:pt x="1076001" y="54012"/>
                </a:cubicBezTo>
                <a:cubicBezTo>
                  <a:pt x="1074273" y="58135"/>
                  <a:pt x="1073408" y="63432"/>
                  <a:pt x="1073408" y="69902"/>
                </a:cubicBezTo>
                <a:cubicBezTo>
                  <a:pt x="1073408" y="80339"/>
                  <a:pt x="1075490" y="89342"/>
                  <a:pt x="1079654" y="96910"/>
                </a:cubicBezTo>
                <a:cubicBezTo>
                  <a:pt x="1083818" y="104477"/>
                  <a:pt x="1089304" y="108260"/>
                  <a:pt x="1096113" y="108260"/>
                </a:cubicBezTo>
                <a:cubicBezTo>
                  <a:pt x="1101194" y="108260"/>
                  <a:pt x="1105384" y="106173"/>
                  <a:pt x="1108683" y="101997"/>
                </a:cubicBezTo>
                <a:cubicBezTo>
                  <a:pt x="1111983" y="97822"/>
                  <a:pt x="1113633" y="90647"/>
                  <a:pt x="1113633" y="80471"/>
                </a:cubicBezTo>
                <a:cubicBezTo>
                  <a:pt x="1113633" y="67737"/>
                  <a:pt x="1110883" y="57717"/>
                  <a:pt x="1105384" y="50411"/>
                </a:cubicBezTo>
                <a:cubicBezTo>
                  <a:pt x="1101665" y="45401"/>
                  <a:pt x="1096925" y="42896"/>
                  <a:pt x="1091164" y="42896"/>
                </a:cubicBezTo>
                <a:close/>
                <a:moveTo>
                  <a:pt x="1134845" y="39753"/>
                </a:moveTo>
                <a:lnTo>
                  <a:pt x="1165014" y="39753"/>
                </a:lnTo>
                <a:lnTo>
                  <a:pt x="1165014" y="42581"/>
                </a:lnTo>
                <a:cubicBezTo>
                  <a:pt x="1162238" y="42792"/>
                  <a:pt x="1160418" y="43294"/>
                  <a:pt x="1159554" y="44086"/>
                </a:cubicBezTo>
                <a:cubicBezTo>
                  <a:pt x="1158689" y="44877"/>
                  <a:pt x="1158257" y="46010"/>
                  <a:pt x="1158257" y="47487"/>
                </a:cubicBezTo>
                <a:cubicBezTo>
                  <a:pt x="1158257" y="49123"/>
                  <a:pt x="1158702" y="51102"/>
                  <a:pt x="1159593" y="53423"/>
                </a:cubicBezTo>
                <a:lnTo>
                  <a:pt x="1174991" y="94738"/>
                </a:lnTo>
                <a:lnTo>
                  <a:pt x="1190468" y="61039"/>
                </a:lnTo>
                <a:lnTo>
                  <a:pt x="1186383" y="50516"/>
                </a:lnTo>
                <a:cubicBezTo>
                  <a:pt x="1185126" y="47343"/>
                  <a:pt x="1183476" y="45147"/>
                  <a:pt x="1181433" y="43929"/>
                </a:cubicBezTo>
                <a:cubicBezTo>
                  <a:pt x="1180281" y="43189"/>
                  <a:pt x="1178134" y="42740"/>
                  <a:pt x="1174991" y="42581"/>
                </a:cubicBezTo>
                <a:lnTo>
                  <a:pt x="1174991" y="39753"/>
                </a:lnTo>
                <a:lnTo>
                  <a:pt x="1209245" y="39753"/>
                </a:lnTo>
                <a:lnTo>
                  <a:pt x="1209245" y="42581"/>
                </a:lnTo>
                <a:cubicBezTo>
                  <a:pt x="1205474" y="42740"/>
                  <a:pt x="1202803" y="43429"/>
                  <a:pt x="1201231" y="44649"/>
                </a:cubicBezTo>
                <a:cubicBezTo>
                  <a:pt x="1200184" y="45498"/>
                  <a:pt x="1199660" y="46851"/>
                  <a:pt x="1199660" y="48707"/>
                </a:cubicBezTo>
                <a:cubicBezTo>
                  <a:pt x="1199660" y="49754"/>
                  <a:pt x="1199870" y="50829"/>
                  <a:pt x="1200289" y="51930"/>
                </a:cubicBezTo>
                <a:lnTo>
                  <a:pt x="1216630" y="93299"/>
                </a:lnTo>
                <a:lnTo>
                  <a:pt x="1231793" y="53423"/>
                </a:lnTo>
                <a:cubicBezTo>
                  <a:pt x="1232840" y="50574"/>
                  <a:pt x="1233364" y="48305"/>
                  <a:pt x="1233364" y="46618"/>
                </a:cubicBezTo>
                <a:cubicBezTo>
                  <a:pt x="1233364" y="45614"/>
                  <a:pt x="1232853" y="44717"/>
                  <a:pt x="1231832" y="43927"/>
                </a:cubicBezTo>
                <a:cubicBezTo>
                  <a:pt x="1230811" y="43135"/>
                  <a:pt x="1228807" y="42686"/>
                  <a:pt x="1225822" y="42581"/>
                </a:cubicBezTo>
                <a:lnTo>
                  <a:pt x="1225822" y="39753"/>
                </a:lnTo>
                <a:lnTo>
                  <a:pt x="1248527" y="39753"/>
                </a:lnTo>
                <a:lnTo>
                  <a:pt x="1248527" y="42581"/>
                </a:lnTo>
                <a:cubicBezTo>
                  <a:pt x="1243970" y="43266"/>
                  <a:pt x="1240618" y="46370"/>
                  <a:pt x="1238470" y="51894"/>
                </a:cubicBezTo>
                <a:lnTo>
                  <a:pt x="1214430" y="113917"/>
                </a:lnTo>
                <a:lnTo>
                  <a:pt x="1211209" y="113917"/>
                </a:lnTo>
                <a:lnTo>
                  <a:pt x="1193218" y="68041"/>
                </a:lnTo>
                <a:lnTo>
                  <a:pt x="1172241" y="113917"/>
                </a:lnTo>
                <a:lnTo>
                  <a:pt x="1169335" y="113917"/>
                </a:lnTo>
                <a:lnTo>
                  <a:pt x="1146237" y="53423"/>
                </a:lnTo>
                <a:cubicBezTo>
                  <a:pt x="1144718" y="49572"/>
                  <a:pt x="1143225" y="46974"/>
                  <a:pt x="1141759" y="45628"/>
                </a:cubicBezTo>
                <a:cubicBezTo>
                  <a:pt x="1140292" y="44283"/>
                  <a:pt x="1137988" y="43267"/>
                  <a:pt x="1134845" y="42581"/>
                </a:cubicBezTo>
                <a:lnTo>
                  <a:pt x="1134845" y="39753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97758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9942D2-D25B-4BE0-A0E1-9F8B10D4E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9893" y="3087538"/>
            <a:ext cx="1456565" cy="237563"/>
          </a:xfrm>
          <a:custGeom xmlns:a="http://schemas.openxmlformats.org/drawingml/2006/main">
            <a:pathLst>
              <a:path w="1456565" h="237563">
                <a:moveTo>
                  <a:pt x="0" y="237563"/>
                </a:moveTo>
                <a:lnTo>
                  <a:pt x="1456565" y="237563"/>
                </a:lnTo>
                <a:lnTo>
                  <a:pt x="1456565" y="0"/>
                </a:lnTo>
                <a:lnTo>
                  <a:pt x="0" y="0"/>
                </a:lnTo>
                <a:lnTo>
                  <a:pt x="0" y="237563"/>
                </a:lnTo>
                <a:close/>
              </a:path>
            </a:pathLst>
          </a:custGeom>
          <a:solidFill xmlns:a="http://schemas.openxmlformats.org/drawingml/2006/main">
            <a:srgbClr val="C1C1C1">
              <a:alpha val="36956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9" name="Text Real-worldMsgFlow">
            <a:extLst xmlns:a="http://schemas.openxmlformats.org/drawingml/2006/main">
              <a:ext uri="{FF2B5EF4-FFF2-40B4-BE49-F238E27FC236}">
                <a16:creationId xmlns:a16="http://schemas.microsoft.com/office/drawing/2014/main" id="{C6EEA9CD-DD4F-4D94-AEC3-84E2AC57E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40474" y="3133089"/>
            <a:ext cx="1416967" cy="146442"/>
          </a:xfrm>
          <a:custGeom xmlns:a="http://schemas.openxmlformats.org/drawingml/2006/main">
            <a:pathLst>
              <a:path w="1416967" h="146442">
                <a:moveTo>
                  <a:pt x="105982" y="111717"/>
                </a:moveTo>
                <a:lnTo>
                  <a:pt x="77542" y="111717"/>
                </a:lnTo>
                <a:lnTo>
                  <a:pt x="41481" y="61908"/>
                </a:lnTo>
                <a:cubicBezTo>
                  <a:pt x="38810" y="62013"/>
                  <a:pt x="36637" y="62065"/>
                  <a:pt x="34961" y="62065"/>
                </a:cubicBezTo>
                <a:cubicBezTo>
                  <a:pt x="34280" y="62065"/>
                  <a:pt x="33547" y="62052"/>
                  <a:pt x="32761" y="62026"/>
                </a:cubicBezTo>
                <a:cubicBezTo>
                  <a:pt x="31975" y="62000"/>
                  <a:pt x="31163" y="61960"/>
                  <a:pt x="30325" y="61908"/>
                </a:cubicBezTo>
                <a:lnTo>
                  <a:pt x="30325" y="92862"/>
                </a:lnTo>
                <a:cubicBezTo>
                  <a:pt x="30325" y="99533"/>
                  <a:pt x="31059" y="103677"/>
                  <a:pt x="32525" y="105292"/>
                </a:cubicBezTo>
                <a:cubicBezTo>
                  <a:pt x="34516" y="107585"/>
                  <a:pt x="37501" y="108732"/>
                  <a:pt x="41481" y="108732"/>
                </a:cubicBezTo>
                <a:lnTo>
                  <a:pt x="45645" y="108732"/>
                </a:lnTo>
                <a:lnTo>
                  <a:pt x="45645" y="111717"/>
                </a:lnTo>
                <a:lnTo>
                  <a:pt x="0" y="111717"/>
                </a:lnTo>
                <a:lnTo>
                  <a:pt x="0" y="108732"/>
                </a:lnTo>
                <a:lnTo>
                  <a:pt x="4007" y="108732"/>
                </a:lnTo>
                <a:cubicBezTo>
                  <a:pt x="8511" y="108732"/>
                  <a:pt x="11732" y="107273"/>
                  <a:pt x="13670" y="104354"/>
                </a:cubicBezTo>
                <a:cubicBezTo>
                  <a:pt x="14770" y="102739"/>
                  <a:pt x="15320" y="98908"/>
                  <a:pt x="15320" y="92862"/>
                </a:cubicBezTo>
                <a:lnTo>
                  <a:pt x="15320" y="24040"/>
                </a:lnTo>
                <a:cubicBezTo>
                  <a:pt x="15320" y="17369"/>
                  <a:pt x="14587" y="13226"/>
                  <a:pt x="13120" y="11610"/>
                </a:cubicBezTo>
                <a:cubicBezTo>
                  <a:pt x="11077" y="9317"/>
                  <a:pt x="8040" y="8171"/>
                  <a:pt x="4007" y="8171"/>
                </a:cubicBezTo>
                <a:lnTo>
                  <a:pt x="0" y="8171"/>
                </a:lnTo>
                <a:lnTo>
                  <a:pt x="0" y="5185"/>
                </a:lnTo>
                <a:lnTo>
                  <a:pt x="38810" y="5185"/>
                </a:lnTo>
                <a:cubicBezTo>
                  <a:pt x="50123" y="5185"/>
                  <a:pt x="58464" y="6009"/>
                  <a:pt x="63833" y="7657"/>
                </a:cubicBezTo>
                <a:cubicBezTo>
                  <a:pt x="69201" y="9306"/>
                  <a:pt x="73758" y="12341"/>
                  <a:pt x="77503" y="16763"/>
                </a:cubicBezTo>
                <a:cubicBezTo>
                  <a:pt x="81248" y="21184"/>
                  <a:pt x="83120" y="26455"/>
                  <a:pt x="83120" y="32577"/>
                </a:cubicBezTo>
                <a:cubicBezTo>
                  <a:pt x="83120" y="39119"/>
                  <a:pt x="80986" y="44797"/>
                  <a:pt x="76717" y="49610"/>
                </a:cubicBezTo>
                <a:cubicBezTo>
                  <a:pt x="72449" y="54424"/>
                  <a:pt x="65836" y="57825"/>
                  <a:pt x="56880" y="59814"/>
                </a:cubicBezTo>
                <a:lnTo>
                  <a:pt x="78878" y="90348"/>
                </a:lnTo>
                <a:cubicBezTo>
                  <a:pt x="83906" y="97366"/>
                  <a:pt x="88227" y="102028"/>
                  <a:pt x="91841" y="104332"/>
                </a:cubicBezTo>
                <a:cubicBezTo>
                  <a:pt x="95455" y="106637"/>
                  <a:pt x="100168" y="108103"/>
                  <a:pt x="105982" y="108732"/>
                </a:cubicBezTo>
                <a:lnTo>
                  <a:pt x="105982" y="111717"/>
                </a:lnTo>
                <a:moveTo>
                  <a:pt x="30325" y="56880"/>
                </a:moveTo>
                <a:cubicBezTo>
                  <a:pt x="31321" y="56880"/>
                  <a:pt x="32185" y="56893"/>
                  <a:pt x="32918" y="56919"/>
                </a:cubicBezTo>
                <a:cubicBezTo>
                  <a:pt x="33651" y="56945"/>
                  <a:pt x="34254" y="56958"/>
                  <a:pt x="34725" y="56958"/>
                </a:cubicBezTo>
                <a:cubicBezTo>
                  <a:pt x="44886" y="56958"/>
                  <a:pt x="52546" y="54763"/>
                  <a:pt x="57705" y="50371"/>
                </a:cubicBezTo>
                <a:cubicBezTo>
                  <a:pt x="62864" y="45978"/>
                  <a:pt x="65443" y="40383"/>
                  <a:pt x="65443" y="33586"/>
                </a:cubicBezTo>
                <a:cubicBezTo>
                  <a:pt x="65443" y="26946"/>
                  <a:pt x="63361" y="21548"/>
                  <a:pt x="59198" y="17392"/>
                </a:cubicBezTo>
                <a:cubicBezTo>
                  <a:pt x="55034" y="13235"/>
                  <a:pt x="49521" y="11156"/>
                  <a:pt x="42660" y="11156"/>
                </a:cubicBezTo>
                <a:cubicBezTo>
                  <a:pt x="39622" y="11156"/>
                  <a:pt x="35511" y="11680"/>
                  <a:pt x="30325" y="12727"/>
                </a:cubicBezTo>
                <a:lnTo>
                  <a:pt x="30325" y="56880"/>
                </a:lnTo>
                <a:close/>
                <a:moveTo>
                  <a:pt x="121696" y="66936"/>
                </a:moveTo>
                <a:cubicBezTo>
                  <a:pt x="121644" y="77572"/>
                  <a:pt x="124236" y="85913"/>
                  <a:pt x="129474" y="91961"/>
                </a:cubicBezTo>
                <a:cubicBezTo>
                  <a:pt x="134712" y="98009"/>
                  <a:pt x="140866" y="101033"/>
                  <a:pt x="147936" y="101033"/>
                </a:cubicBezTo>
                <a:cubicBezTo>
                  <a:pt x="152650" y="101033"/>
                  <a:pt x="156749" y="99730"/>
                  <a:pt x="160232" y="97126"/>
                </a:cubicBezTo>
                <a:cubicBezTo>
                  <a:pt x="163715" y="94522"/>
                  <a:pt x="166634" y="90063"/>
                  <a:pt x="168991" y="83749"/>
                </a:cubicBezTo>
                <a:lnTo>
                  <a:pt x="171427" y="85327"/>
                </a:lnTo>
                <a:cubicBezTo>
                  <a:pt x="170327" y="92540"/>
                  <a:pt x="167132" y="99109"/>
                  <a:pt x="161842" y="105032"/>
                </a:cubicBezTo>
                <a:cubicBezTo>
                  <a:pt x="156552" y="110955"/>
                  <a:pt x="149927" y="113917"/>
                  <a:pt x="141966" y="113917"/>
                </a:cubicBezTo>
                <a:cubicBezTo>
                  <a:pt x="133324" y="113917"/>
                  <a:pt x="125926" y="110559"/>
                  <a:pt x="119771" y="103844"/>
                </a:cubicBezTo>
                <a:cubicBezTo>
                  <a:pt x="113617" y="97126"/>
                  <a:pt x="110540" y="88097"/>
                  <a:pt x="110540" y="76754"/>
                </a:cubicBezTo>
                <a:cubicBezTo>
                  <a:pt x="110540" y="64472"/>
                  <a:pt x="113696" y="54895"/>
                  <a:pt x="120007" y="48022"/>
                </a:cubicBezTo>
                <a:cubicBezTo>
                  <a:pt x="126318" y="41148"/>
                  <a:pt x="134240" y="37710"/>
                  <a:pt x="143773" y="37710"/>
                </a:cubicBezTo>
                <a:cubicBezTo>
                  <a:pt x="151838" y="37710"/>
                  <a:pt x="158464" y="40362"/>
                  <a:pt x="163649" y="45665"/>
                </a:cubicBezTo>
                <a:cubicBezTo>
                  <a:pt x="168834" y="50966"/>
                  <a:pt x="171427" y="58057"/>
                  <a:pt x="171427" y="66936"/>
                </a:cubicBezTo>
                <a:lnTo>
                  <a:pt x="121696" y="66936"/>
                </a:lnTo>
                <a:moveTo>
                  <a:pt x="121696" y="62379"/>
                </a:moveTo>
                <a:lnTo>
                  <a:pt x="155007" y="62379"/>
                </a:lnTo>
                <a:cubicBezTo>
                  <a:pt x="154745" y="57808"/>
                  <a:pt x="154195" y="54588"/>
                  <a:pt x="153357" y="52718"/>
                </a:cubicBezTo>
                <a:cubicBezTo>
                  <a:pt x="152048" y="49808"/>
                  <a:pt x="150097" y="47523"/>
                  <a:pt x="147504" y="45861"/>
                </a:cubicBezTo>
                <a:cubicBezTo>
                  <a:pt x="144912" y="44198"/>
                  <a:pt x="142201" y="43367"/>
                  <a:pt x="139373" y="43367"/>
                </a:cubicBezTo>
                <a:cubicBezTo>
                  <a:pt x="135026" y="43367"/>
                  <a:pt x="131137" y="45042"/>
                  <a:pt x="127706" y="48393"/>
                </a:cubicBezTo>
                <a:cubicBezTo>
                  <a:pt x="124276" y="51743"/>
                  <a:pt x="122272" y="56405"/>
                  <a:pt x="121696" y="62379"/>
                </a:cubicBezTo>
                <a:close/>
                <a:moveTo>
                  <a:pt x="221785" y="101430"/>
                </a:moveTo>
                <a:cubicBezTo>
                  <a:pt x="214400" y="107138"/>
                  <a:pt x="209765" y="110436"/>
                  <a:pt x="207879" y="111324"/>
                </a:cubicBezTo>
                <a:cubicBezTo>
                  <a:pt x="205051" y="112634"/>
                  <a:pt x="202039" y="113288"/>
                  <a:pt x="198844" y="113288"/>
                </a:cubicBezTo>
                <a:cubicBezTo>
                  <a:pt x="193869" y="113288"/>
                  <a:pt x="189770" y="111586"/>
                  <a:pt x="186549" y="108182"/>
                </a:cubicBezTo>
                <a:cubicBezTo>
                  <a:pt x="183328" y="104777"/>
                  <a:pt x="181717" y="100299"/>
                  <a:pt x="181717" y="94747"/>
                </a:cubicBezTo>
                <a:cubicBezTo>
                  <a:pt x="181717" y="91238"/>
                  <a:pt x="182503" y="88201"/>
                  <a:pt x="184074" y="85634"/>
                </a:cubicBezTo>
                <a:cubicBezTo>
                  <a:pt x="186222" y="82073"/>
                  <a:pt x="189954" y="78721"/>
                  <a:pt x="195270" y="75578"/>
                </a:cubicBezTo>
                <a:cubicBezTo>
                  <a:pt x="200586" y="72435"/>
                  <a:pt x="209424" y="68612"/>
                  <a:pt x="221785" y="64108"/>
                </a:cubicBezTo>
                <a:lnTo>
                  <a:pt x="221785" y="61289"/>
                </a:lnTo>
                <a:cubicBezTo>
                  <a:pt x="221785" y="54140"/>
                  <a:pt x="220646" y="49235"/>
                  <a:pt x="218367" y="46573"/>
                </a:cubicBezTo>
                <a:cubicBezTo>
                  <a:pt x="216089" y="43912"/>
                  <a:pt x="212776" y="42581"/>
                  <a:pt x="208429" y="42581"/>
                </a:cubicBezTo>
                <a:cubicBezTo>
                  <a:pt x="205129" y="42581"/>
                  <a:pt x="202511" y="43472"/>
                  <a:pt x="200573" y="45253"/>
                </a:cubicBezTo>
                <a:cubicBezTo>
                  <a:pt x="198582" y="47033"/>
                  <a:pt x="197587" y="49076"/>
                  <a:pt x="197587" y="51380"/>
                </a:cubicBezTo>
                <a:lnTo>
                  <a:pt x="197744" y="55937"/>
                </a:lnTo>
                <a:cubicBezTo>
                  <a:pt x="197744" y="58346"/>
                  <a:pt x="197129" y="60206"/>
                  <a:pt x="195898" y="61515"/>
                </a:cubicBezTo>
                <a:cubicBezTo>
                  <a:pt x="194667" y="62825"/>
                  <a:pt x="193057" y="63479"/>
                  <a:pt x="191067" y="63479"/>
                </a:cubicBezTo>
                <a:cubicBezTo>
                  <a:pt x="189129" y="63479"/>
                  <a:pt x="187544" y="62797"/>
                  <a:pt x="186313" y="61432"/>
                </a:cubicBezTo>
                <a:cubicBezTo>
                  <a:pt x="185083" y="60065"/>
                  <a:pt x="184467" y="58200"/>
                  <a:pt x="184467" y="55836"/>
                </a:cubicBezTo>
                <a:cubicBezTo>
                  <a:pt x="184467" y="51317"/>
                  <a:pt x="186772" y="47167"/>
                  <a:pt x="191381" y="43384"/>
                </a:cubicBezTo>
                <a:cubicBezTo>
                  <a:pt x="195990" y="39602"/>
                  <a:pt x="202458" y="37710"/>
                  <a:pt x="210786" y="37710"/>
                </a:cubicBezTo>
                <a:cubicBezTo>
                  <a:pt x="217176" y="37710"/>
                  <a:pt x="222413" y="38782"/>
                  <a:pt x="226499" y="40927"/>
                </a:cubicBezTo>
                <a:cubicBezTo>
                  <a:pt x="229589" y="42549"/>
                  <a:pt x="231867" y="45086"/>
                  <a:pt x="233334" y="48540"/>
                </a:cubicBezTo>
                <a:cubicBezTo>
                  <a:pt x="234276" y="50789"/>
                  <a:pt x="234748" y="55392"/>
                  <a:pt x="234748" y="62350"/>
                </a:cubicBezTo>
                <a:lnTo>
                  <a:pt x="234748" y="86754"/>
                </a:lnTo>
                <a:cubicBezTo>
                  <a:pt x="234748" y="93607"/>
                  <a:pt x="234879" y="97805"/>
                  <a:pt x="235141" y="99348"/>
                </a:cubicBezTo>
                <a:cubicBezTo>
                  <a:pt x="235402" y="100892"/>
                  <a:pt x="235835" y="101925"/>
                  <a:pt x="236437" y="102449"/>
                </a:cubicBezTo>
                <a:cubicBezTo>
                  <a:pt x="237039" y="102971"/>
                  <a:pt x="237733" y="103232"/>
                  <a:pt x="238519" y="103232"/>
                </a:cubicBezTo>
                <a:cubicBezTo>
                  <a:pt x="239357" y="103232"/>
                  <a:pt x="240090" y="103049"/>
                  <a:pt x="240719" y="102682"/>
                </a:cubicBezTo>
                <a:cubicBezTo>
                  <a:pt x="241818" y="102001"/>
                  <a:pt x="243940" y="100090"/>
                  <a:pt x="247082" y="96947"/>
                </a:cubicBezTo>
                <a:lnTo>
                  <a:pt x="247082" y="101347"/>
                </a:lnTo>
                <a:cubicBezTo>
                  <a:pt x="241216" y="109203"/>
                  <a:pt x="235612" y="113131"/>
                  <a:pt x="230270" y="113131"/>
                </a:cubicBezTo>
                <a:cubicBezTo>
                  <a:pt x="227703" y="113131"/>
                  <a:pt x="225661" y="112247"/>
                  <a:pt x="224142" y="110480"/>
                </a:cubicBezTo>
                <a:cubicBezTo>
                  <a:pt x="222623" y="108710"/>
                  <a:pt x="221837" y="105694"/>
                  <a:pt x="221785" y="101430"/>
                </a:cubicBezTo>
                <a:moveTo>
                  <a:pt x="221785" y="96336"/>
                </a:moveTo>
                <a:lnTo>
                  <a:pt x="221785" y="68979"/>
                </a:lnTo>
                <a:cubicBezTo>
                  <a:pt x="213876" y="72115"/>
                  <a:pt x="208769" y="74336"/>
                  <a:pt x="206465" y="75642"/>
                </a:cubicBezTo>
                <a:cubicBezTo>
                  <a:pt x="202327" y="77941"/>
                  <a:pt x="199368" y="80346"/>
                  <a:pt x="197587" y="82855"/>
                </a:cubicBezTo>
                <a:cubicBezTo>
                  <a:pt x="195806" y="85362"/>
                  <a:pt x="194916" y="88106"/>
                  <a:pt x="194916" y="91084"/>
                </a:cubicBezTo>
                <a:cubicBezTo>
                  <a:pt x="194916" y="94847"/>
                  <a:pt x="196042" y="97970"/>
                  <a:pt x="198294" y="100453"/>
                </a:cubicBezTo>
                <a:cubicBezTo>
                  <a:pt x="200546" y="102934"/>
                  <a:pt x="203139" y="104175"/>
                  <a:pt x="206072" y="104175"/>
                </a:cubicBezTo>
                <a:cubicBezTo>
                  <a:pt x="210053" y="104175"/>
                  <a:pt x="215290" y="101562"/>
                  <a:pt x="221785" y="96336"/>
                </a:cubicBezTo>
                <a:close/>
                <a:moveTo>
                  <a:pt x="277171" y="0"/>
                </a:moveTo>
                <a:lnTo>
                  <a:pt x="277171" y="95376"/>
                </a:lnTo>
                <a:cubicBezTo>
                  <a:pt x="277171" y="99906"/>
                  <a:pt x="277498" y="102910"/>
                  <a:pt x="278153" y="104386"/>
                </a:cubicBezTo>
                <a:cubicBezTo>
                  <a:pt x="278808" y="105861"/>
                  <a:pt x="279816" y="106980"/>
                  <a:pt x="281178" y="107745"/>
                </a:cubicBezTo>
                <a:cubicBezTo>
                  <a:pt x="282540" y="108508"/>
                  <a:pt x="285080" y="108889"/>
                  <a:pt x="288798" y="108889"/>
                </a:cubicBezTo>
                <a:lnTo>
                  <a:pt x="288798" y="111717"/>
                </a:lnTo>
                <a:lnTo>
                  <a:pt x="253523" y="111717"/>
                </a:lnTo>
                <a:lnTo>
                  <a:pt x="253523" y="108889"/>
                </a:lnTo>
                <a:cubicBezTo>
                  <a:pt x="256823" y="108889"/>
                  <a:pt x="259075" y="108547"/>
                  <a:pt x="260280" y="107863"/>
                </a:cubicBezTo>
                <a:cubicBezTo>
                  <a:pt x="261485" y="107177"/>
                  <a:pt x="262427" y="106044"/>
                  <a:pt x="263108" y="104465"/>
                </a:cubicBezTo>
                <a:cubicBezTo>
                  <a:pt x="263789" y="102884"/>
                  <a:pt x="264130" y="99854"/>
                  <a:pt x="264130" y="95376"/>
                </a:cubicBezTo>
                <a:lnTo>
                  <a:pt x="264130" y="30168"/>
                </a:lnTo>
                <a:cubicBezTo>
                  <a:pt x="264130" y="22050"/>
                  <a:pt x="263946" y="17061"/>
                  <a:pt x="263580" y="15202"/>
                </a:cubicBezTo>
                <a:cubicBezTo>
                  <a:pt x="263213" y="13343"/>
                  <a:pt x="262624" y="12073"/>
                  <a:pt x="261812" y="11392"/>
                </a:cubicBezTo>
                <a:cubicBezTo>
                  <a:pt x="261000" y="10711"/>
                  <a:pt x="259966" y="10370"/>
                  <a:pt x="258709" y="10370"/>
                </a:cubicBezTo>
                <a:cubicBezTo>
                  <a:pt x="257347" y="10370"/>
                  <a:pt x="255619" y="10789"/>
                  <a:pt x="253523" y="11627"/>
                </a:cubicBezTo>
                <a:lnTo>
                  <a:pt x="252188" y="8799"/>
                </a:lnTo>
                <a:lnTo>
                  <a:pt x="273636" y="0"/>
                </a:lnTo>
                <a:lnTo>
                  <a:pt x="277171" y="0"/>
                </a:lnTo>
                <a:close/>
                <a:moveTo>
                  <a:pt x="298619" y="69607"/>
                </a:moveTo>
                <a:lnTo>
                  <a:pt x="339237" y="69607"/>
                </a:lnTo>
                <a:lnTo>
                  <a:pt x="339237" y="81549"/>
                </a:lnTo>
                <a:lnTo>
                  <a:pt x="298619" y="81549"/>
                </a:lnTo>
                <a:lnTo>
                  <a:pt x="298619" y="69607"/>
                </a:lnTo>
                <a:close/>
                <a:moveTo>
                  <a:pt x="346699" y="39753"/>
                </a:moveTo>
                <a:lnTo>
                  <a:pt x="376867" y="39753"/>
                </a:lnTo>
                <a:lnTo>
                  <a:pt x="376867" y="42581"/>
                </a:lnTo>
                <a:cubicBezTo>
                  <a:pt x="374092" y="42792"/>
                  <a:pt x="372272" y="43294"/>
                  <a:pt x="371407" y="44086"/>
                </a:cubicBezTo>
                <a:cubicBezTo>
                  <a:pt x="370543" y="44877"/>
                  <a:pt x="370111" y="46010"/>
                  <a:pt x="370111" y="47487"/>
                </a:cubicBezTo>
                <a:cubicBezTo>
                  <a:pt x="370111" y="49123"/>
                  <a:pt x="370556" y="51102"/>
                  <a:pt x="371447" y="53423"/>
                </a:cubicBezTo>
                <a:lnTo>
                  <a:pt x="386845" y="94738"/>
                </a:lnTo>
                <a:lnTo>
                  <a:pt x="402322" y="61039"/>
                </a:lnTo>
                <a:lnTo>
                  <a:pt x="398237" y="50516"/>
                </a:lnTo>
                <a:cubicBezTo>
                  <a:pt x="396980" y="47343"/>
                  <a:pt x="395330" y="45147"/>
                  <a:pt x="393287" y="43929"/>
                </a:cubicBezTo>
                <a:cubicBezTo>
                  <a:pt x="392135" y="43189"/>
                  <a:pt x="389988" y="42740"/>
                  <a:pt x="386845" y="42581"/>
                </a:cubicBezTo>
                <a:lnTo>
                  <a:pt x="386845" y="39753"/>
                </a:lnTo>
                <a:lnTo>
                  <a:pt x="421099" y="39753"/>
                </a:lnTo>
                <a:lnTo>
                  <a:pt x="421099" y="42581"/>
                </a:lnTo>
                <a:cubicBezTo>
                  <a:pt x="417328" y="42740"/>
                  <a:pt x="414656" y="43429"/>
                  <a:pt x="413085" y="44649"/>
                </a:cubicBezTo>
                <a:cubicBezTo>
                  <a:pt x="412038" y="45498"/>
                  <a:pt x="411514" y="46851"/>
                  <a:pt x="411514" y="48707"/>
                </a:cubicBezTo>
                <a:cubicBezTo>
                  <a:pt x="411514" y="49754"/>
                  <a:pt x="411723" y="50829"/>
                  <a:pt x="412142" y="51930"/>
                </a:cubicBezTo>
                <a:lnTo>
                  <a:pt x="428484" y="93299"/>
                </a:lnTo>
                <a:lnTo>
                  <a:pt x="443646" y="53423"/>
                </a:lnTo>
                <a:cubicBezTo>
                  <a:pt x="444694" y="50574"/>
                  <a:pt x="445218" y="48305"/>
                  <a:pt x="445218" y="46618"/>
                </a:cubicBezTo>
                <a:cubicBezTo>
                  <a:pt x="445218" y="45614"/>
                  <a:pt x="444707" y="44717"/>
                  <a:pt x="443686" y="43927"/>
                </a:cubicBezTo>
                <a:cubicBezTo>
                  <a:pt x="442664" y="43135"/>
                  <a:pt x="440661" y="42686"/>
                  <a:pt x="437676" y="42581"/>
                </a:cubicBezTo>
                <a:lnTo>
                  <a:pt x="437676" y="39753"/>
                </a:lnTo>
                <a:lnTo>
                  <a:pt x="460380" y="39753"/>
                </a:lnTo>
                <a:lnTo>
                  <a:pt x="460380" y="42581"/>
                </a:lnTo>
                <a:cubicBezTo>
                  <a:pt x="455824" y="43266"/>
                  <a:pt x="452472" y="46370"/>
                  <a:pt x="450324" y="51894"/>
                </a:cubicBezTo>
                <a:lnTo>
                  <a:pt x="426284" y="113917"/>
                </a:lnTo>
                <a:lnTo>
                  <a:pt x="423063" y="113917"/>
                </a:lnTo>
                <a:lnTo>
                  <a:pt x="405072" y="68041"/>
                </a:lnTo>
                <a:lnTo>
                  <a:pt x="384095" y="113917"/>
                </a:lnTo>
                <a:lnTo>
                  <a:pt x="381188" y="113917"/>
                </a:lnTo>
                <a:lnTo>
                  <a:pt x="358091" y="53423"/>
                </a:lnTo>
                <a:cubicBezTo>
                  <a:pt x="356572" y="49572"/>
                  <a:pt x="355079" y="46974"/>
                  <a:pt x="353613" y="45628"/>
                </a:cubicBezTo>
                <a:cubicBezTo>
                  <a:pt x="352146" y="44283"/>
                  <a:pt x="349842" y="43267"/>
                  <a:pt x="346699" y="42581"/>
                </a:cubicBezTo>
                <a:lnTo>
                  <a:pt x="346699" y="39753"/>
                </a:lnTo>
                <a:close/>
                <a:moveTo>
                  <a:pt x="502097" y="37710"/>
                </a:moveTo>
                <a:cubicBezTo>
                  <a:pt x="512991" y="37710"/>
                  <a:pt x="521737" y="41844"/>
                  <a:pt x="528337" y="50111"/>
                </a:cubicBezTo>
                <a:cubicBezTo>
                  <a:pt x="533941" y="57174"/>
                  <a:pt x="536743" y="65284"/>
                  <a:pt x="536743" y="74441"/>
                </a:cubicBezTo>
                <a:cubicBezTo>
                  <a:pt x="536743" y="80877"/>
                  <a:pt x="535198" y="87391"/>
                  <a:pt x="532108" y="93984"/>
                </a:cubicBezTo>
                <a:cubicBezTo>
                  <a:pt x="529018" y="100575"/>
                  <a:pt x="524762" y="105545"/>
                  <a:pt x="519341" y="108894"/>
                </a:cubicBezTo>
                <a:cubicBezTo>
                  <a:pt x="513920" y="112243"/>
                  <a:pt x="507884" y="113917"/>
                  <a:pt x="501232" y="113917"/>
                </a:cubicBezTo>
                <a:cubicBezTo>
                  <a:pt x="490391" y="113917"/>
                  <a:pt x="481775" y="109600"/>
                  <a:pt x="475385" y="100966"/>
                </a:cubicBezTo>
                <a:cubicBezTo>
                  <a:pt x="469990" y="93694"/>
                  <a:pt x="467293" y="85533"/>
                  <a:pt x="467293" y="76481"/>
                </a:cubicBezTo>
                <a:cubicBezTo>
                  <a:pt x="467293" y="69889"/>
                  <a:pt x="468930" y="63335"/>
                  <a:pt x="472203" y="56821"/>
                </a:cubicBezTo>
                <a:cubicBezTo>
                  <a:pt x="475477" y="50307"/>
                  <a:pt x="479785" y="45493"/>
                  <a:pt x="485127" y="42380"/>
                </a:cubicBezTo>
                <a:cubicBezTo>
                  <a:pt x="490469" y="39267"/>
                  <a:pt x="496126" y="37710"/>
                  <a:pt x="502097" y="37710"/>
                </a:cubicBezTo>
                <a:moveTo>
                  <a:pt x="499661" y="42896"/>
                </a:moveTo>
                <a:cubicBezTo>
                  <a:pt x="496885" y="42896"/>
                  <a:pt x="494096" y="43718"/>
                  <a:pt x="491294" y="45363"/>
                </a:cubicBezTo>
                <a:cubicBezTo>
                  <a:pt x="488492" y="47006"/>
                  <a:pt x="486227" y="49889"/>
                  <a:pt x="484498" y="54012"/>
                </a:cubicBezTo>
                <a:cubicBezTo>
                  <a:pt x="482770" y="58135"/>
                  <a:pt x="481906" y="63432"/>
                  <a:pt x="481906" y="69902"/>
                </a:cubicBezTo>
                <a:cubicBezTo>
                  <a:pt x="481906" y="80339"/>
                  <a:pt x="483988" y="89342"/>
                  <a:pt x="488152" y="96910"/>
                </a:cubicBezTo>
                <a:cubicBezTo>
                  <a:pt x="492315" y="104477"/>
                  <a:pt x="497802" y="108260"/>
                  <a:pt x="504611" y="108260"/>
                </a:cubicBezTo>
                <a:cubicBezTo>
                  <a:pt x="509691" y="108260"/>
                  <a:pt x="513881" y="106173"/>
                  <a:pt x="517181" y="101997"/>
                </a:cubicBezTo>
                <a:cubicBezTo>
                  <a:pt x="520480" y="97822"/>
                  <a:pt x="522130" y="90647"/>
                  <a:pt x="522130" y="80471"/>
                </a:cubicBezTo>
                <a:cubicBezTo>
                  <a:pt x="522130" y="67737"/>
                  <a:pt x="519380" y="57717"/>
                  <a:pt x="513881" y="50411"/>
                </a:cubicBezTo>
                <a:cubicBezTo>
                  <a:pt x="510162" y="45401"/>
                  <a:pt x="505422" y="42896"/>
                  <a:pt x="499661" y="42896"/>
                </a:cubicBezTo>
                <a:close/>
                <a:moveTo>
                  <a:pt x="568404" y="37710"/>
                </a:moveTo>
                <a:lnTo>
                  <a:pt x="568404" y="53894"/>
                </a:lnTo>
                <a:cubicBezTo>
                  <a:pt x="574428" y="43105"/>
                  <a:pt x="580608" y="37710"/>
                  <a:pt x="586945" y="37710"/>
                </a:cubicBezTo>
                <a:cubicBezTo>
                  <a:pt x="589826" y="37710"/>
                  <a:pt x="592209" y="38588"/>
                  <a:pt x="594095" y="40342"/>
                </a:cubicBezTo>
                <a:cubicBezTo>
                  <a:pt x="595980" y="42097"/>
                  <a:pt x="596923" y="44126"/>
                  <a:pt x="596923" y="46431"/>
                </a:cubicBezTo>
                <a:cubicBezTo>
                  <a:pt x="596923" y="48474"/>
                  <a:pt x="596242" y="50202"/>
                  <a:pt x="594880" y="51616"/>
                </a:cubicBezTo>
                <a:cubicBezTo>
                  <a:pt x="593518" y="53030"/>
                  <a:pt x="591895" y="53737"/>
                  <a:pt x="590009" y="53737"/>
                </a:cubicBezTo>
                <a:cubicBezTo>
                  <a:pt x="588176" y="53737"/>
                  <a:pt x="586120" y="52847"/>
                  <a:pt x="583842" y="51066"/>
                </a:cubicBezTo>
                <a:cubicBezTo>
                  <a:pt x="581564" y="49285"/>
                  <a:pt x="579875" y="48395"/>
                  <a:pt x="578775" y="48395"/>
                </a:cubicBezTo>
                <a:cubicBezTo>
                  <a:pt x="577832" y="48395"/>
                  <a:pt x="576811" y="48915"/>
                  <a:pt x="575711" y="49954"/>
                </a:cubicBezTo>
                <a:cubicBezTo>
                  <a:pt x="573354" y="52087"/>
                  <a:pt x="570918" y="55597"/>
                  <a:pt x="568404" y="60484"/>
                </a:cubicBezTo>
                <a:lnTo>
                  <a:pt x="568404" y="94905"/>
                </a:lnTo>
                <a:cubicBezTo>
                  <a:pt x="568404" y="98888"/>
                  <a:pt x="568902" y="101902"/>
                  <a:pt x="569897" y="103944"/>
                </a:cubicBezTo>
                <a:cubicBezTo>
                  <a:pt x="570578" y="105360"/>
                  <a:pt x="571783" y="106539"/>
                  <a:pt x="573511" y="107480"/>
                </a:cubicBezTo>
                <a:cubicBezTo>
                  <a:pt x="575239" y="108419"/>
                  <a:pt x="577727" y="108889"/>
                  <a:pt x="580974" y="108889"/>
                </a:cubicBezTo>
                <a:lnTo>
                  <a:pt x="580974" y="111717"/>
                </a:lnTo>
                <a:lnTo>
                  <a:pt x="544128" y="111717"/>
                </a:lnTo>
                <a:lnTo>
                  <a:pt x="544128" y="108889"/>
                </a:lnTo>
                <a:cubicBezTo>
                  <a:pt x="547795" y="108889"/>
                  <a:pt x="550518" y="108306"/>
                  <a:pt x="552299" y="107141"/>
                </a:cubicBezTo>
                <a:cubicBezTo>
                  <a:pt x="553608" y="106293"/>
                  <a:pt x="554525" y="104942"/>
                  <a:pt x="555049" y="103087"/>
                </a:cubicBezTo>
                <a:cubicBezTo>
                  <a:pt x="555310" y="102186"/>
                  <a:pt x="555441" y="99615"/>
                  <a:pt x="555441" y="95376"/>
                </a:cubicBezTo>
                <a:lnTo>
                  <a:pt x="555441" y="67722"/>
                </a:lnTo>
                <a:cubicBezTo>
                  <a:pt x="555441" y="59342"/>
                  <a:pt x="555271" y="54353"/>
                  <a:pt x="554931" y="52755"/>
                </a:cubicBezTo>
                <a:cubicBezTo>
                  <a:pt x="554590" y="51158"/>
                  <a:pt x="553962" y="49993"/>
                  <a:pt x="553045" y="49259"/>
                </a:cubicBezTo>
                <a:cubicBezTo>
                  <a:pt x="552129" y="48526"/>
                  <a:pt x="550989" y="48159"/>
                  <a:pt x="549628" y="48159"/>
                </a:cubicBezTo>
                <a:cubicBezTo>
                  <a:pt x="548004" y="48159"/>
                  <a:pt x="546171" y="48552"/>
                  <a:pt x="544128" y="49338"/>
                </a:cubicBezTo>
                <a:lnTo>
                  <a:pt x="543343" y="46510"/>
                </a:lnTo>
                <a:lnTo>
                  <a:pt x="565105" y="37710"/>
                </a:lnTo>
                <a:lnTo>
                  <a:pt x="568404" y="37710"/>
                </a:lnTo>
                <a:close/>
                <a:moveTo>
                  <a:pt x="625676" y="0"/>
                </a:moveTo>
                <a:lnTo>
                  <a:pt x="625676" y="95376"/>
                </a:lnTo>
                <a:cubicBezTo>
                  <a:pt x="625676" y="99906"/>
                  <a:pt x="626003" y="102910"/>
                  <a:pt x="626658" y="104386"/>
                </a:cubicBezTo>
                <a:cubicBezTo>
                  <a:pt x="627313" y="105861"/>
                  <a:pt x="628321" y="106980"/>
                  <a:pt x="629683" y="107745"/>
                </a:cubicBezTo>
                <a:cubicBezTo>
                  <a:pt x="631044" y="108508"/>
                  <a:pt x="633584" y="108889"/>
                  <a:pt x="637303" y="108889"/>
                </a:cubicBezTo>
                <a:lnTo>
                  <a:pt x="637303" y="111717"/>
                </a:lnTo>
                <a:lnTo>
                  <a:pt x="602028" y="111717"/>
                </a:lnTo>
                <a:lnTo>
                  <a:pt x="602028" y="108889"/>
                </a:lnTo>
                <a:cubicBezTo>
                  <a:pt x="605328" y="108889"/>
                  <a:pt x="607580" y="108547"/>
                  <a:pt x="608785" y="107863"/>
                </a:cubicBezTo>
                <a:cubicBezTo>
                  <a:pt x="609989" y="107177"/>
                  <a:pt x="610932" y="106044"/>
                  <a:pt x="611613" y="104465"/>
                </a:cubicBezTo>
                <a:cubicBezTo>
                  <a:pt x="612294" y="102884"/>
                  <a:pt x="612634" y="99854"/>
                  <a:pt x="612634" y="95376"/>
                </a:cubicBezTo>
                <a:lnTo>
                  <a:pt x="612634" y="30168"/>
                </a:lnTo>
                <a:cubicBezTo>
                  <a:pt x="612634" y="22050"/>
                  <a:pt x="612451" y="17061"/>
                  <a:pt x="612084" y="15202"/>
                </a:cubicBezTo>
                <a:cubicBezTo>
                  <a:pt x="611718" y="13343"/>
                  <a:pt x="611128" y="12073"/>
                  <a:pt x="610317" y="11392"/>
                </a:cubicBezTo>
                <a:cubicBezTo>
                  <a:pt x="609505" y="10711"/>
                  <a:pt x="608470" y="10370"/>
                  <a:pt x="607213" y="10370"/>
                </a:cubicBezTo>
                <a:cubicBezTo>
                  <a:pt x="605852" y="10370"/>
                  <a:pt x="604123" y="10789"/>
                  <a:pt x="602028" y="11627"/>
                </a:cubicBezTo>
                <a:lnTo>
                  <a:pt x="600693" y="8799"/>
                </a:lnTo>
                <a:lnTo>
                  <a:pt x="622140" y="0"/>
                </a:lnTo>
                <a:lnTo>
                  <a:pt x="625676" y="0"/>
                </a:lnTo>
                <a:close/>
                <a:moveTo>
                  <a:pt x="696462" y="103630"/>
                </a:moveTo>
                <a:cubicBezTo>
                  <a:pt x="692953" y="107295"/>
                  <a:pt x="689522" y="109926"/>
                  <a:pt x="686170" y="111523"/>
                </a:cubicBezTo>
                <a:cubicBezTo>
                  <a:pt x="682818" y="113119"/>
                  <a:pt x="679204" y="113917"/>
                  <a:pt x="675329" y="113917"/>
                </a:cubicBezTo>
                <a:cubicBezTo>
                  <a:pt x="667472" y="113917"/>
                  <a:pt x="660611" y="110638"/>
                  <a:pt x="654745" y="104079"/>
                </a:cubicBezTo>
                <a:cubicBezTo>
                  <a:pt x="648879" y="97519"/>
                  <a:pt x="645946" y="89090"/>
                  <a:pt x="645946" y="78792"/>
                </a:cubicBezTo>
                <a:cubicBezTo>
                  <a:pt x="645946" y="68495"/>
                  <a:pt x="649193" y="59074"/>
                  <a:pt x="655688" y="50529"/>
                </a:cubicBezTo>
                <a:cubicBezTo>
                  <a:pt x="662182" y="41983"/>
                  <a:pt x="670536" y="37710"/>
                  <a:pt x="680749" y="37710"/>
                </a:cubicBezTo>
                <a:cubicBezTo>
                  <a:pt x="687087" y="37710"/>
                  <a:pt x="692324" y="39726"/>
                  <a:pt x="696462" y="43757"/>
                </a:cubicBezTo>
                <a:lnTo>
                  <a:pt x="696462" y="30325"/>
                </a:lnTo>
                <a:cubicBezTo>
                  <a:pt x="696462" y="22137"/>
                  <a:pt x="696266" y="17104"/>
                  <a:pt x="695873" y="15227"/>
                </a:cubicBezTo>
                <a:cubicBezTo>
                  <a:pt x="695480" y="13349"/>
                  <a:pt x="694865" y="12071"/>
                  <a:pt x="694027" y="11392"/>
                </a:cubicBezTo>
                <a:cubicBezTo>
                  <a:pt x="693189" y="10711"/>
                  <a:pt x="692141" y="10370"/>
                  <a:pt x="690884" y="10370"/>
                </a:cubicBezTo>
                <a:cubicBezTo>
                  <a:pt x="689522" y="10370"/>
                  <a:pt x="687715" y="10789"/>
                  <a:pt x="685463" y="11627"/>
                </a:cubicBezTo>
                <a:lnTo>
                  <a:pt x="684442" y="8799"/>
                </a:lnTo>
                <a:lnTo>
                  <a:pt x="705890" y="0"/>
                </a:lnTo>
                <a:lnTo>
                  <a:pt x="709425" y="0"/>
                </a:lnTo>
                <a:lnTo>
                  <a:pt x="709425" y="83277"/>
                </a:lnTo>
                <a:cubicBezTo>
                  <a:pt x="709425" y="91675"/>
                  <a:pt x="709621" y="96800"/>
                  <a:pt x="710014" y="98651"/>
                </a:cubicBezTo>
                <a:cubicBezTo>
                  <a:pt x="710407" y="100502"/>
                  <a:pt x="711036" y="101794"/>
                  <a:pt x="711900" y="102528"/>
                </a:cubicBezTo>
                <a:cubicBezTo>
                  <a:pt x="712764" y="103259"/>
                  <a:pt x="713772" y="103625"/>
                  <a:pt x="714925" y="103625"/>
                </a:cubicBezTo>
                <a:cubicBezTo>
                  <a:pt x="716339" y="103625"/>
                  <a:pt x="718224" y="103180"/>
                  <a:pt x="720581" y="102290"/>
                </a:cubicBezTo>
                <a:lnTo>
                  <a:pt x="721445" y="105118"/>
                </a:lnTo>
                <a:lnTo>
                  <a:pt x="700076" y="113917"/>
                </a:lnTo>
                <a:lnTo>
                  <a:pt x="696462" y="113917"/>
                </a:lnTo>
                <a:lnTo>
                  <a:pt x="696462" y="103630"/>
                </a:lnTo>
                <a:moveTo>
                  <a:pt x="696462" y="98143"/>
                </a:moveTo>
                <a:lnTo>
                  <a:pt x="696462" y="61154"/>
                </a:lnTo>
                <a:cubicBezTo>
                  <a:pt x="696148" y="57601"/>
                  <a:pt x="695205" y="54362"/>
                  <a:pt x="693634" y="51437"/>
                </a:cubicBezTo>
                <a:cubicBezTo>
                  <a:pt x="692063" y="48510"/>
                  <a:pt x="689981" y="46303"/>
                  <a:pt x="687388" y="44816"/>
                </a:cubicBezTo>
                <a:cubicBezTo>
                  <a:pt x="684795" y="43326"/>
                  <a:pt x="682268" y="42581"/>
                  <a:pt x="679807" y="42581"/>
                </a:cubicBezTo>
                <a:cubicBezTo>
                  <a:pt x="675198" y="42581"/>
                  <a:pt x="671086" y="44645"/>
                  <a:pt x="667472" y="48773"/>
                </a:cubicBezTo>
                <a:cubicBezTo>
                  <a:pt x="662706" y="54205"/>
                  <a:pt x="660323" y="62146"/>
                  <a:pt x="660323" y="72595"/>
                </a:cubicBezTo>
                <a:cubicBezTo>
                  <a:pt x="660323" y="83149"/>
                  <a:pt x="662627" y="91234"/>
                  <a:pt x="667237" y="96851"/>
                </a:cubicBezTo>
                <a:cubicBezTo>
                  <a:pt x="671846" y="102467"/>
                  <a:pt x="676978" y="105275"/>
                  <a:pt x="682635" y="105275"/>
                </a:cubicBezTo>
                <a:cubicBezTo>
                  <a:pt x="687401" y="105275"/>
                  <a:pt x="692010" y="102898"/>
                  <a:pt x="696462" y="98143"/>
                </a:cubicBezTo>
                <a:close/>
                <a:moveTo>
                  <a:pt x="827112" y="111717"/>
                </a:moveTo>
                <a:lnTo>
                  <a:pt x="785944" y="22076"/>
                </a:lnTo>
                <a:lnTo>
                  <a:pt x="785944" y="93176"/>
                </a:lnTo>
                <a:cubicBezTo>
                  <a:pt x="785944" y="99723"/>
                  <a:pt x="786651" y="103808"/>
                  <a:pt x="788066" y="105432"/>
                </a:cubicBezTo>
                <a:cubicBezTo>
                  <a:pt x="790003" y="107632"/>
                  <a:pt x="793067" y="108732"/>
                  <a:pt x="797258" y="108732"/>
                </a:cubicBezTo>
                <a:lnTo>
                  <a:pt x="801029" y="108732"/>
                </a:lnTo>
                <a:lnTo>
                  <a:pt x="801029" y="111717"/>
                </a:lnTo>
                <a:lnTo>
                  <a:pt x="763947" y="111717"/>
                </a:lnTo>
                <a:lnTo>
                  <a:pt x="763947" y="108732"/>
                </a:lnTo>
                <a:lnTo>
                  <a:pt x="767718" y="108732"/>
                </a:lnTo>
                <a:cubicBezTo>
                  <a:pt x="772222" y="108732"/>
                  <a:pt x="775417" y="107370"/>
                  <a:pt x="777302" y="104646"/>
                </a:cubicBezTo>
                <a:cubicBezTo>
                  <a:pt x="778455" y="102970"/>
                  <a:pt x="779031" y="99147"/>
                  <a:pt x="779031" y="93176"/>
                </a:cubicBezTo>
                <a:lnTo>
                  <a:pt x="779031" y="23726"/>
                </a:lnTo>
                <a:cubicBezTo>
                  <a:pt x="779031" y="19012"/>
                  <a:pt x="778507" y="15608"/>
                  <a:pt x="777460" y="13513"/>
                </a:cubicBezTo>
                <a:cubicBezTo>
                  <a:pt x="776726" y="11994"/>
                  <a:pt x="775378" y="10724"/>
                  <a:pt x="773414" y="9703"/>
                </a:cubicBezTo>
                <a:cubicBezTo>
                  <a:pt x="771449" y="8681"/>
                  <a:pt x="768294" y="8171"/>
                  <a:pt x="763947" y="8171"/>
                </a:cubicBezTo>
                <a:lnTo>
                  <a:pt x="763947" y="5185"/>
                </a:lnTo>
                <a:lnTo>
                  <a:pt x="794115" y="5185"/>
                </a:lnTo>
                <a:lnTo>
                  <a:pt x="832768" y="88524"/>
                </a:lnTo>
                <a:lnTo>
                  <a:pt x="870793" y="5185"/>
                </a:lnTo>
                <a:lnTo>
                  <a:pt x="900961" y="5185"/>
                </a:lnTo>
                <a:lnTo>
                  <a:pt x="900961" y="8171"/>
                </a:lnTo>
                <a:lnTo>
                  <a:pt x="897269" y="8171"/>
                </a:lnTo>
                <a:cubicBezTo>
                  <a:pt x="892712" y="8171"/>
                  <a:pt x="889491" y="9532"/>
                  <a:pt x="887605" y="12256"/>
                </a:cubicBezTo>
                <a:cubicBezTo>
                  <a:pt x="886453" y="13932"/>
                  <a:pt x="885877" y="17755"/>
                  <a:pt x="885877" y="23726"/>
                </a:cubicBezTo>
                <a:lnTo>
                  <a:pt x="885877" y="93176"/>
                </a:lnTo>
                <a:cubicBezTo>
                  <a:pt x="885877" y="99723"/>
                  <a:pt x="886610" y="103808"/>
                  <a:pt x="888077" y="105432"/>
                </a:cubicBezTo>
                <a:cubicBezTo>
                  <a:pt x="890015" y="107632"/>
                  <a:pt x="893079" y="108732"/>
                  <a:pt x="897269" y="108732"/>
                </a:cubicBezTo>
                <a:lnTo>
                  <a:pt x="900961" y="108732"/>
                </a:lnTo>
                <a:lnTo>
                  <a:pt x="900961" y="111717"/>
                </a:lnTo>
                <a:lnTo>
                  <a:pt x="855709" y="111717"/>
                </a:lnTo>
                <a:lnTo>
                  <a:pt x="855709" y="108732"/>
                </a:lnTo>
                <a:lnTo>
                  <a:pt x="859480" y="108732"/>
                </a:lnTo>
                <a:cubicBezTo>
                  <a:pt x="864036" y="108732"/>
                  <a:pt x="867231" y="107370"/>
                  <a:pt x="869064" y="104646"/>
                </a:cubicBezTo>
                <a:cubicBezTo>
                  <a:pt x="870217" y="102970"/>
                  <a:pt x="870793" y="99147"/>
                  <a:pt x="870793" y="93176"/>
                </a:cubicBezTo>
                <a:lnTo>
                  <a:pt x="870793" y="22076"/>
                </a:lnTo>
                <a:lnTo>
                  <a:pt x="829704" y="111717"/>
                </a:lnTo>
                <a:lnTo>
                  <a:pt x="827112" y="111717"/>
                </a:lnTo>
                <a:close/>
                <a:moveTo>
                  <a:pt x="955876" y="37710"/>
                </a:moveTo>
                <a:lnTo>
                  <a:pt x="955876" y="62222"/>
                </a:lnTo>
                <a:lnTo>
                  <a:pt x="953284" y="62222"/>
                </a:lnTo>
                <a:cubicBezTo>
                  <a:pt x="951294" y="54554"/>
                  <a:pt x="948740" y="49338"/>
                  <a:pt x="945624" y="46573"/>
                </a:cubicBezTo>
                <a:cubicBezTo>
                  <a:pt x="942508" y="43807"/>
                  <a:pt x="938540" y="42424"/>
                  <a:pt x="933722" y="42424"/>
                </a:cubicBezTo>
                <a:cubicBezTo>
                  <a:pt x="930055" y="42424"/>
                  <a:pt x="927096" y="43390"/>
                  <a:pt x="924844" y="45321"/>
                </a:cubicBezTo>
                <a:cubicBezTo>
                  <a:pt x="922592" y="47253"/>
                  <a:pt x="921466" y="49393"/>
                  <a:pt x="921466" y="51741"/>
                </a:cubicBezTo>
                <a:cubicBezTo>
                  <a:pt x="921466" y="54663"/>
                  <a:pt x="922304" y="57168"/>
                  <a:pt x="923980" y="59256"/>
                </a:cubicBezTo>
                <a:cubicBezTo>
                  <a:pt x="925603" y="61396"/>
                  <a:pt x="928903" y="63666"/>
                  <a:pt x="933879" y="66067"/>
                </a:cubicBezTo>
                <a:lnTo>
                  <a:pt x="945349" y="71625"/>
                </a:lnTo>
                <a:cubicBezTo>
                  <a:pt x="955981" y="76804"/>
                  <a:pt x="961297" y="83630"/>
                  <a:pt x="961297" y="92103"/>
                </a:cubicBezTo>
                <a:cubicBezTo>
                  <a:pt x="961297" y="98642"/>
                  <a:pt x="958823" y="103912"/>
                  <a:pt x="953873" y="107914"/>
                </a:cubicBezTo>
                <a:cubicBezTo>
                  <a:pt x="948924" y="111916"/>
                  <a:pt x="943385" y="113917"/>
                  <a:pt x="937257" y="113917"/>
                </a:cubicBezTo>
                <a:cubicBezTo>
                  <a:pt x="932857" y="113917"/>
                  <a:pt x="927829" y="113171"/>
                  <a:pt x="922173" y="111678"/>
                </a:cubicBezTo>
                <a:cubicBezTo>
                  <a:pt x="920444" y="111180"/>
                  <a:pt x="919030" y="110932"/>
                  <a:pt x="917930" y="110932"/>
                </a:cubicBezTo>
                <a:cubicBezTo>
                  <a:pt x="916726" y="110932"/>
                  <a:pt x="915783" y="111560"/>
                  <a:pt x="915102" y="112817"/>
                </a:cubicBezTo>
                <a:lnTo>
                  <a:pt x="912509" y="112817"/>
                </a:lnTo>
                <a:lnTo>
                  <a:pt x="912509" y="87048"/>
                </a:lnTo>
                <a:lnTo>
                  <a:pt x="915102" y="87048"/>
                </a:lnTo>
                <a:cubicBezTo>
                  <a:pt x="916568" y="94381"/>
                  <a:pt x="919371" y="99906"/>
                  <a:pt x="923508" y="103625"/>
                </a:cubicBezTo>
                <a:cubicBezTo>
                  <a:pt x="927646" y="107344"/>
                  <a:pt x="932281" y="109203"/>
                  <a:pt x="937414" y="109203"/>
                </a:cubicBezTo>
                <a:cubicBezTo>
                  <a:pt x="941028" y="109203"/>
                  <a:pt x="943974" y="108148"/>
                  <a:pt x="946252" y="106038"/>
                </a:cubicBezTo>
                <a:cubicBezTo>
                  <a:pt x="948531" y="103927"/>
                  <a:pt x="949670" y="101386"/>
                  <a:pt x="949670" y="98415"/>
                </a:cubicBezTo>
                <a:cubicBezTo>
                  <a:pt x="949670" y="94819"/>
                  <a:pt x="948400" y="91797"/>
                  <a:pt x="945860" y="89349"/>
                </a:cubicBezTo>
                <a:cubicBezTo>
                  <a:pt x="943319" y="86898"/>
                  <a:pt x="938252" y="83804"/>
                  <a:pt x="930658" y="80066"/>
                </a:cubicBezTo>
                <a:cubicBezTo>
                  <a:pt x="923063" y="76326"/>
                  <a:pt x="918087" y="72935"/>
                  <a:pt x="915730" y="69892"/>
                </a:cubicBezTo>
                <a:cubicBezTo>
                  <a:pt x="913374" y="66902"/>
                  <a:pt x="912195" y="63125"/>
                  <a:pt x="912195" y="58562"/>
                </a:cubicBezTo>
                <a:cubicBezTo>
                  <a:pt x="912195" y="52633"/>
                  <a:pt x="914225" y="47677"/>
                  <a:pt x="918284" y="43691"/>
                </a:cubicBezTo>
                <a:cubicBezTo>
                  <a:pt x="922343" y="39704"/>
                  <a:pt x="927594" y="37710"/>
                  <a:pt x="934036" y="37710"/>
                </a:cubicBezTo>
                <a:cubicBezTo>
                  <a:pt x="936864" y="37710"/>
                  <a:pt x="940295" y="38313"/>
                  <a:pt x="944328" y="39517"/>
                </a:cubicBezTo>
                <a:cubicBezTo>
                  <a:pt x="946999" y="40303"/>
                  <a:pt x="948779" y="40696"/>
                  <a:pt x="949670" y="40696"/>
                </a:cubicBezTo>
                <a:cubicBezTo>
                  <a:pt x="950508" y="40696"/>
                  <a:pt x="951163" y="40513"/>
                  <a:pt x="951634" y="40146"/>
                </a:cubicBezTo>
                <a:cubicBezTo>
                  <a:pt x="952105" y="39779"/>
                  <a:pt x="952655" y="38967"/>
                  <a:pt x="953284" y="37710"/>
                </a:cubicBezTo>
                <a:lnTo>
                  <a:pt x="955876" y="37710"/>
                </a:lnTo>
                <a:close/>
                <a:moveTo>
                  <a:pt x="991230" y="85494"/>
                </a:moveTo>
                <a:cubicBezTo>
                  <a:pt x="986831" y="83350"/>
                  <a:pt x="983453" y="80356"/>
                  <a:pt x="981096" y="76511"/>
                </a:cubicBezTo>
                <a:cubicBezTo>
                  <a:pt x="978739" y="72666"/>
                  <a:pt x="977560" y="68416"/>
                  <a:pt x="977560" y="63759"/>
                </a:cubicBezTo>
                <a:cubicBezTo>
                  <a:pt x="977560" y="56646"/>
                  <a:pt x="980245" y="50526"/>
                  <a:pt x="985613" y="45400"/>
                </a:cubicBezTo>
                <a:cubicBezTo>
                  <a:pt x="990982" y="40274"/>
                  <a:pt x="997856" y="37710"/>
                  <a:pt x="1006236" y="37710"/>
                </a:cubicBezTo>
                <a:cubicBezTo>
                  <a:pt x="1013097" y="37710"/>
                  <a:pt x="1019042" y="39386"/>
                  <a:pt x="1024070" y="42738"/>
                </a:cubicBezTo>
                <a:lnTo>
                  <a:pt x="1039311" y="42738"/>
                </a:lnTo>
                <a:cubicBezTo>
                  <a:pt x="1041563" y="42738"/>
                  <a:pt x="1042873" y="42804"/>
                  <a:pt x="1043239" y="42935"/>
                </a:cubicBezTo>
                <a:cubicBezTo>
                  <a:pt x="1043606" y="43066"/>
                  <a:pt x="1043868" y="43288"/>
                  <a:pt x="1044025" y="43603"/>
                </a:cubicBezTo>
                <a:cubicBezTo>
                  <a:pt x="1044339" y="44074"/>
                  <a:pt x="1044496" y="44912"/>
                  <a:pt x="1044496" y="46117"/>
                </a:cubicBezTo>
                <a:cubicBezTo>
                  <a:pt x="1044496" y="47478"/>
                  <a:pt x="1044365" y="48421"/>
                  <a:pt x="1044104" y="48945"/>
                </a:cubicBezTo>
                <a:cubicBezTo>
                  <a:pt x="1043946" y="49207"/>
                  <a:pt x="1043671" y="49416"/>
                  <a:pt x="1043279" y="49574"/>
                </a:cubicBezTo>
                <a:cubicBezTo>
                  <a:pt x="1042886" y="49731"/>
                  <a:pt x="1041563" y="49809"/>
                  <a:pt x="1039311" y="49809"/>
                </a:cubicBezTo>
                <a:lnTo>
                  <a:pt x="1029962" y="49809"/>
                </a:lnTo>
                <a:cubicBezTo>
                  <a:pt x="1032895" y="53580"/>
                  <a:pt x="1034362" y="58399"/>
                  <a:pt x="1034362" y="64265"/>
                </a:cubicBezTo>
                <a:cubicBezTo>
                  <a:pt x="1034362" y="70969"/>
                  <a:pt x="1031795" y="76704"/>
                  <a:pt x="1026663" y="81470"/>
                </a:cubicBezTo>
                <a:cubicBezTo>
                  <a:pt x="1021530" y="86236"/>
                  <a:pt x="1014642" y="88620"/>
                  <a:pt x="1006000" y="88620"/>
                </a:cubicBezTo>
                <a:cubicBezTo>
                  <a:pt x="1002439" y="88620"/>
                  <a:pt x="998799" y="88085"/>
                  <a:pt x="995080" y="87016"/>
                </a:cubicBezTo>
                <a:cubicBezTo>
                  <a:pt x="992776" y="88977"/>
                  <a:pt x="991217" y="90692"/>
                  <a:pt x="990406" y="92162"/>
                </a:cubicBezTo>
                <a:cubicBezTo>
                  <a:pt x="989594" y="93632"/>
                  <a:pt x="989188" y="94882"/>
                  <a:pt x="989188" y="95914"/>
                </a:cubicBezTo>
                <a:cubicBezTo>
                  <a:pt x="989188" y="96791"/>
                  <a:pt x="989620" y="97642"/>
                  <a:pt x="990484" y="98467"/>
                </a:cubicBezTo>
                <a:cubicBezTo>
                  <a:pt x="991348" y="99292"/>
                  <a:pt x="993037" y="99885"/>
                  <a:pt x="995551" y="100247"/>
                </a:cubicBezTo>
                <a:cubicBezTo>
                  <a:pt x="997018" y="100486"/>
                  <a:pt x="1000684" y="100695"/>
                  <a:pt x="1006550" y="100875"/>
                </a:cubicBezTo>
                <a:cubicBezTo>
                  <a:pt x="1017340" y="101175"/>
                  <a:pt x="1024332" y="101594"/>
                  <a:pt x="1027527" y="102132"/>
                </a:cubicBezTo>
                <a:cubicBezTo>
                  <a:pt x="1032398" y="102812"/>
                  <a:pt x="1036287" y="104615"/>
                  <a:pt x="1039193" y="107543"/>
                </a:cubicBezTo>
                <a:cubicBezTo>
                  <a:pt x="1042100" y="110472"/>
                  <a:pt x="1043554" y="114079"/>
                  <a:pt x="1043554" y="118366"/>
                </a:cubicBezTo>
                <a:cubicBezTo>
                  <a:pt x="1043554" y="124274"/>
                  <a:pt x="1040778" y="129816"/>
                  <a:pt x="1035226" y="134992"/>
                </a:cubicBezTo>
                <a:cubicBezTo>
                  <a:pt x="1027055" y="142625"/>
                  <a:pt x="1016397" y="146442"/>
                  <a:pt x="1003251" y="146442"/>
                </a:cubicBezTo>
                <a:cubicBezTo>
                  <a:pt x="993142" y="146442"/>
                  <a:pt x="984605" y="144163"/>
                  <a:pt x="977639" y="139605"/>
                </a:cubicBezTo>
                <a:cubicBezTo>
                  <a:pt x="973711" y="136986"/>
                  <a:pt x="971747" y="134262"/>
                  <a:pt x="971747" y="131432"/>
                </a:cubicBezTo>
                <a:cubicBezTo>
                  <a:pt x="971747" y="130175"/>
                  <a:pt x="972035" y="128918"/>
                  <a:pt x="972611" y="127661"/>
                </a:cubicBezTo>
                <a:cubicBezTo>
                  <a:pt x="973501" y="125723"/>
                  <a:pt x="975334" y="123025"/>
                  <a:pt x="978110" y="119566"/>
                </a:cubicBezTo>
                <a:cubicBezTo>
                  <a:pt x="978477" y="119095"/>
                  <a:pt x="981148" y="116266"/>
                  <a:pt x="986124" y="111079"/>
                </a:cubicBezTo>
                <a:cubicBezTo>
                  <a:pt x="983400" y="109457"/>
                  <a:pt x="981475" y="108005"/>
                  <a:pt x="980349" y="106723"/>
                </a:cubicBezTo>
                <a:cubicBezTo>
                  <a:pt x="979223" y="105442"/>
                  <a:pt x="978660" y="103990"/>
                  <a:pt x="978660" y="102368"/>
                </a:cubicBezTo>
                <a:cubicBezTo>
                  <a:pt x="978660" y="100537"/>
                  <a:pt x="979407" y="98392"/>
                  <a:pt x="980899" y="95933"/>
                </a:cubicBezTo>
                <a:cubicBezTo>
                  <a:pt x="982392" y="93473"/>
                  <a:pt x="985836" y="89994"/>
                  <a:pt x="991230" y="85494"/>
                </a:cubicBezTo>
                <a:moveTo>
                  <a:pt x="1004900" y="41639"/>
                </a:moveTo>
                <a:cubicBezTo>
                  <a:pt x="1001025" y="41639"/>
                  <a:pt x="997777" y="43175"/>
                  <a:pt x="995159" y="46249"/>
                </a:cubicBezTo>
                <a:cubicBezTo>
                  <a:pt x="992540" y="49321"/>
                  <a:pt x="991230" y="54035"/>
                  <a:pt x="991230" y="60391"/>
                </a:cubicBezTo>
                <a:cubicBezTo>
                  <a:pt x="991230" y="68622"/>
                  <a:pt x="993011" y="75003"/>
                  <a:pt x="996573" y="79533"/>
                </a:cubicBezTo>
                <a:cubicBezTo>
                  <a:pt x="999296" y="82972"/>
                  <a:pt x="1002753" y="84691"/>
                  <a:pt x="1006943" y="84691"/>
                </a:cubicBezTo>
                <a:cubicBezTo>
                  <a:pt x="1010924" y="84691"/>
                  <a:pt x="1014197" y="83207"/>
                  <a:pt x="1016764" y="80238"/>
                </a:cubicBezTo>
                <a:cubicBezTo>
                  <a:pt x="1019330" y="77269"/>
                  <a:pt x="1020613" y="72606"/>
                  <a:pt x="1020613" y="66251"/>
                </a:cubicBezTo>
                <a:cubicBezTo>
                  <a:pt x="1020613" y="57969"/>
                  <a:pt x="1018806" y="51484"/>
                  <a:pt x="1015192" y="46794"/>
                </a:cubicBezTo>
                <a:cubicBezTo>
                  <a:pt x="1012521" y="43357"/>
                  <a:pt x="1009090" y="41639"/>
                  <a:pt x="1004900" y="41639"/>
                </a:cubicBezTo>
                <a:moveTo>
                  <a:pt x="990445" y="111717"/>
                </a:moveTo>
                <a:cubicBezTo>
                  <a:pt x="987983" y="114372"/>
                  <a:pt x="986124" y="116844"/>
                  <a:pt x="984867" y="119134"/>
                </a:cubicBezTo>
                <a:cubicBezTo>
                  <a:pt x="983610" y="121424"/>
                  <a:pt x="982981" y="123532"/>
                  <a:pt x="982981" y="125458"/>
                </a:cubicBezTo>
                <a:cubicBezTo>
                  <a:pt x="982981" y="127956"/>
                  <a:pt x="984500" y="130142"/>
                  <a:pt x="987538" y="132016"/>
                </a:cubicBezTo>
                <a:cubicBezTo>
                  <a:pt x="992776" y="135244"/>
                  <a:pt x="1000344" y="136857"/>
                  <a:pt x="1010243" y="136857"/>
                </a:cubicBezTo>
                <a:cubicBezTo>
                  <a:pt x="1019670" y="136857"/>
                  <a:pt x="1026623" y="135211"/>
                  <a:pt x="1031101" y="131918"/>
                </a:cubicBezTo>
                <a:cubicBezTo>
                  <a:pt x="1035579" y="128626"/>
                  <a:pt x="1037819" y="125114"/>
                  <a:pt x="1037819" y="121380"/>
                </a:cubicBezTo>
                <a:cubicBezTo>
                  <a:pt x="1037819" y="118685"/>
                  <a:pt x="1036483" y="116766"/>
                  <a:pt x="1033812" y="115626"/>
                </a:cubicBezTo>
                <a:cubicBezTo>
                  <a:pt x="1031088" y="114485"/>
                  <a:pt x="1025694" y="113811"/>
                  <a:pt x="1017628" y="113603"/>
                </a:cubicBezTo>
                <a:cubicBezTo>
                  <a:pt x="1005843" y="113275"/>
                  <a:pt x="996782" y="112647"/>
                  <a:pt x="990445" y="111717"/>
                </a:cubicBezTo>
                <a:close/>
                <a:moveTo>
                  <a:pt x="1120546" y="10999"/>
                </a:moveTo>
                <a:lnTo>
                  <a:pt x="1120546" y="52795"/>
                </a:lnTo>
                <a:lnTo>
                  <a:pt x="1139951" y="52795"/>
                </a:lnTo>
                <a:cubicBezTo>
                  <a:pt x="1144403" y="52795"/>
                  <a:pt x="1147663" y="51818"/>
                  <a:pt x="1149732" y="49866"/>
                </a:cubicBezTo>
                <a:cubicBezTo>
                  <a:pt x="1151801" y="47911"/>
                  <a:pt x="1153176" y="44017"/>
                  <a:pt x="1153857" y="38182"/>
                </a:cubicBezTo>
                <a:lnTo>
                  <a:pt x="1156763" y="38182"/>
                </a:lnTo>
                <a:lnTo>
                  <a:pt x="1156763" y="74321"/>
                </a:lnTo>
                <a:lnTo>
                  <a:pt x="1153857" y="74321"/>
                </a:lnTo>
                <a:cubicBezTo>
                  <a:pt x="1153804" y="70183"/>
                  <a:pt x="1153267" y="67146"/>
                  <a:pt x="1152246" y="65208"/>
                </a:cubicBezTo>
                <a:cubicBezTo>
                  <a:pt x="1151225" y="63270"/>
                  <a:pt x="1149811" y="61816"/>
                  <a:pt x="1148004" y="60847"/>
                </a:cubicBezTo>
                <a:cubicBezTo>
                  <a:pt x="1146197" y="59878"/>
                  <a:pt x="1143512" y="59394"/>
                  <a:pt x="1139951" y="59394"/>
                </a:cubicBezTo>
                <a:lnTo>
                  <a:pt x="1120546" y="59394"/>
                </a:lnTo>
                <a:lnTo>
                  <a:pt x="1120546" y="92862"/>
                </a:lnTo>
                <a:cubicBezTo>
                  <a:pt x="1120546" y="98230"/>
                  <a:pt x="1120886" y="101775"/>
                  <a:pt x="1121567" y="103495"/>
                </a:cubicBezTo>
                <a:cubicBezTo>
                  <a:pt x="1122091" y="104798"/>
                  <a:pt x="1123191" y="105918"/>
                  <a:pt x="1124867" y="106856"/>
                </a:cubicBezTo>
                <a:cubicBezTo>
                  <a:pt x="1127171" y="108107"/>
                  <a:pt x="1129581" y="108732"/>
                  <a:pt x="1132095" y="108732"/>
                </a:cubicBezTo>
                <a:lnTo>
                  <a:pt x="1135944" y="108732"/>
                </a:lnTo>
                <a:lnTo>
                  <a:pt x="1135944" y="111717"/>
                </a:lnTo>
                <a:lnTo>
                  <a:pt x="1090220" y="111717"/>
                </a:lnTo>
                <a:lnTo>
                  <a:pt x="1090220" y="108732"/>
                </a:lnTo>
                <a:lnTo>
                  <a:pt x="1093991" y="108732"/>
                </a:lnTo>
                <a:cubicBezTo>
                  <a:pt x="1098391" y="108732"/>
                  <a:pt x="1101586" y="107455"/>
                  <a:pt x="1103576" y="104902"/>
                </a:cubicBezTo>
                <a:cubicBezTo>
                  <a:pt x="1104833" y="103234"/>
                  <a:pt x="1105462" y="99221"/>
                  <a:pt x="1105462" y="92862"/>
                </a:cubicBezTo>
                <a:lnTo>
                  <a:pt x="1105462" y="24040"/>
                </a:lnTo>
                <a:cubicBezTo>
                  <a:pt x="1105462" y="18672"/>
                  <a:pt x="1105121" y="15128"/>
                  <a:pt x="1104440" y="13407"/>
                </a:cubicBezTo>
                <a:cubicBezTo>
                  <a:pt x="1103917" y="12104"/>
                  <a:pt x="1102843" y="10984"/>
                  <a:pt x="1101219" y="10046"/>
                </a:cubicBezTo>
                <a:cubicBezTo>
                  <a:pt x="1098967" y="8796"/>
                  <a:pt x="1096558" y="8171"/>
                  <a:pt x="1093991" y="8171"/>
                </a:cubicBezTo>
                <a:lnTo>
                  <a:pt x="1090220" y="8171"/>
                </a:lnTo>
                <a:lnTo>
                  <a:pt x="1090220" y="5185"/>
                </a:lnTo>
                <a:lnTo>
                  <a:pt x="1169491" y="5185"/>
                </a:lnTo>
                <a:lnTo>
                  <a:pt x="1170512" y="28597"/>
                </a:lnTo>
                <a:lnTo>
                  <a:pt x="1167762" y="28597"/>
                </a:lnTo>
                <a:cubicBezTo>
                  <a:pt x="1166401" y="23621"/>
                  <a:pt x="1164816" y="19968"/>
                  <a:pt x="1163009" y="17637"/>
                </a:cubicBezTo>
                <a:cubicBezTo>
                  <a:pt x="1161202" y="15307"/>
                  <a:pt x="1158976" y="13618"/>
                  <a:pt x="1156331" y="12570"/>
                </a:cubicBezTo>
                <a:cubicBezTo>
                  <a:pt x="1153686" y="11523"/>
                  <a:pt x="1149588" y="10999"/>
                  <a:pt x="1144036" y="10999"/>
                </a:cubicBezTo>
                <a:lnTo>
                  <a:pt x="1120546" y="10999"/>
                </a:lnTo>
                <a:close/>
                <a:moveTo>
                  <a:pt x="1206887" y="0"/>
                </a:moveTo>
                <a:lnTo>
                  <a:pt x="1206887" y="95376"/>
                </a:lnTo>
                <a:cubicBezTo>
                  <a:pt x="1206887" y="99906"/>
                  <a:pt x="1207214" y="102910"/>
                  <a:pt x="1207869" y="104386"/>
                </a:cubicBezTo>
                <a:cubicBezTo>
                  <a:pt x="1208523" y="105861"/>
                  <a:pt x="1209532" y="106980"/>
                  <a:pt x="1210893" y="107745"/>
                </a:cubicBezTo>
                <a:cubicBezTo>
                  <a:pt x="1212255" y="108508"/>
                  <a:pt x="1214795" y="108889"/>
                  <a:pt x="1218514" y="108889"/>
                </a:cubicBezTo>
                <a:lnTo>
                  <a:pt x="1218514" y="111717"/>
                </a:lnTo>
                <a:lnTo>
                  <a:pt x="1183239" y="111717"/>
                </a:lnTo>
                <a:lnTo>
                  <a:pt x="1183239" y="108889"/>
                </a:lnTo>
                <a:cubicBezTo>
                  <a:pt x="1186539" y="108889"/>
                  <a:pt x="1188791" y="108547"/>
                  <a:pt x="1189996" y="107863"/>
                </a:cubicBezTo>
                <a:cubicBezTo>
                  <a:pt x="1191200" y="107177"/>
                  <a:pt x="1192143" y="106044"/>
                  <a:pt x="1192824" y="104465"/>
                </a:cubicBezTo>
                <a:cubicBezTo>
                  <a:pt x="1193505" y="102884"/>
                  <a:pt x="1193845" y="99854"/>
                  <a:pt x="1193845" y="95376"/>
                </a:cubicBezTo>
                <a:lnTo>
                  <a:pt x="1193845" y="30168"/>
                </a:lnTo>
                <a:cubicBezTo>
                  <a:pt x="1193845" y="22050"/>
                  <a:pt x="1193662" y="17061"/>
                  <a:pt x="1193295" y="15202"/>
                </a:cubicBezTo>
                <a:cubicBezTo>
                  <a:pt x="1192929" y="13343"/>
                  <a:pt x="1192339" y="12073"/>
                  <a:pt x="1191528" y="11392"/>
                </a:cubicBezTo>
                <a:cubicBezTo>
                  <a:pt x="1190716" y="10711"/>
                  <a:pt x="1189681" y="10370"/>
                  <a:pt x="1188424" y="10370"/>
                </a:cubicBezTo>
                <a:cubicBezTo>
                  <a:pt x="1187063" y="10370"/>
                  <a:pt x="1185334" y="10789"/>
                  <a:pt x="1183239" y="11627"/>
                </a:cubicBezTo>
                <a:lnTo>
                  <a:pt x="1181904" y="8799"/>
                </a:lnTo>
                <a:lnTo>
                  <a:pt x="1203351" y="0"/>
                </a:lnTo>
                <a:lnTo>
                  <a:pt x="1206887" y="0"/>
                </a:lnTo>
                <a:close/>
                <a:moveTo>
                  <a:pt x="1262039" y="37710"/>
                </a:moveTo>
                <a:cubicBezTo>
                  <a:pt x="1272933" y="37710"/>
                  <a:pt x="1281680" y="41844"/>
                  <a:pt x="1288279" y="50111"/>
                </a:cubicBezTo>
                <a:cubicBezTo>
                  <a:pt x="1293884" y="57174"/>
                  <a:pt x="1296686" y="65284"/>
                  <a:pt x="1296686" y="74441"/>
                </a:cubicBezTo>
                <a:cubicBezTo>
                  <a:pt x="1296686" y="80877"/>
                  <a:pt x="1295141" y="87391"/>
                  <a:pt x="1292050" y="93984"/>
                </a:cubicBezTo>
                <a:cubicBezTo>
                  <a:pt x="1288960" y="100575"/>
                  <a:pt x="1284705" y="105545"/>
                  <a:pt x="1279284" y="108894"/>
                </a:cubicBezTo>
                <a:cubicBezTo>
                  <a:pt x="1273863" y="112243"/>
                  <a:pt x="1267827" y="113917"/>
                  <a:pt x="1261175" y="113917"/>
                </a:cubicBezTo>
                <a:cubicBezTo>
                  <a:pt x="1250333" y="113917"/>
                  <a:pt x="1241717" y="109600"/>
                  <a:pt x="1235328" y="100966"/>
                </a:cubicBezTo>
                <a:cubicBezTo>
                  <a:pt x="1229933" y="93694"/>
                  <a:pt x="1227236" y="85533"/>
                  <a:pt x="1227236" y="76481"/>
                </a:cubicBezTo>
                <a:cubicBezTo>
                  <a:pt x="1227236" y="69889"/>
                  <a:pt x="1228872" y="63335"/>
                  <a:pt x="1232146" y="56821"/>
                </a:cubicBezTo>
                <a:cubicBezTo>
                  <a:pt x="1235419" y="50307"/>
                  <a:pt x="1239727" y="45493"/>
                  <a:pt x="1245070" y="42380"/>
                </a:cubicBezTo>
                <a:cubicBezTo>
                  <a:pt x="1250412" y="39267"/>
                  <a:pt x="1256068" y="37710"/>
                  <a:pt x="1262039" y="37710"/>
                </a:cubicBezTo>
                <a:moveTo>
                  <a:pt x="1259604" y="42896"/>
                </a:moveTo>
                <a:cubicBezTo>
                  <a:pt x="1256828" y="42896"/>
                  <a:pt x="1254039" y="43718"/>
                  <a:pt x="1251237" y="45363"/>
                </a:cubicBezTo>
                <a:cubicBezTo>
                  <a:pt x="1248435" y="47006"/>
                  <a:pt x="1246169" y="49889"/>
                  <a:pt x="1244441" y="54012"/>
                </a:cubicBezTo>
                <a:cubicBezTo>
                  <a:pt x="1242713" y="58135"/>
                  <a:pt x="1241848" y="63432"/>
                  <a:pt x="1241848" y="69902"/>
                </a:cubicBezTo>
                <a:cubicBezTo>
                  <a:pt x="1241848" y="80339"/>
                  <a:pt x="1243930" y="89342"/>
                  <a:pt x="1248094" y="96910"/>
                </a:cubicBezTo>
                <a:cubicBezTo>
                  <a:pt x="1252258" y="104477"/>
                  <a:pt x="1257744" y="108260"/>
                  <a:pt x="1264553" y="108260"/>
                </a:cubicBezTo>
                <a:cubicBezTo>
                  <a:pt x="1269634" y="108260"/>
                  <a:pt x="1273824" y="106173"/>
                  <a:pt x="1277123" y="101997"/>
                </a:cubicBezTo>
                <a:cubicBezTo>
                  <a:pt x="1280423" y="97822"/>
                  <a:pt x="1282073" y="90647"/>
                  <a:pt x="1282073" y="80471"/>
                </a:cubicBezTo>
                <a:cubicBezTo>
                  <a:pt x="1282073" y="67737"/>
                  <a:pt x="1279323" y="57717"/>
                  <a:pt x="1273824" y="50411"/>
                </a:cubicBezTo>
                <a:cubicBezTo>
                  <a:pt x="1270105" y="45401"/>
                  <a:pt x="1265365" y="42896"/>
                  <a:pt x="1259604" y="42896"/>
                </a:cubicBezTo>
                <a:close/>
                <a:moveTo>
                  <a:pt x="1303286" y="39753"/>
                </a:moveTo>
                <a:lnTo>
                  <a:pt x="1333454" y="39753"/>
                </a:lnTo>
                <a:lnTo>
                  <a:pt x="1333454" y="42581"/>
                </a:lnTo>
                <a:cubicBezTo>
                  <a:pt x="1330678" y="42792"/>
                  <a:pt x="1328858" y="43294"/>
                  <a:pt x="1327994" y="44086"/>
                </a:cubicBezTo>
                <a:cubicBezTo>
                  <a:pt x="1327130" y="44877"/>
                  <a:pt x="1326698" y="46010"/>
                  <a:pt x="1326698" y="47487"/>
                </a:cubicBezTo>
                <a:cubicBezTo>
                  <a:pt x="1326698" y="49123"/>
                  <a:pt x="1327143" y="51102"/>
                  <a:pt x="1328033" y="53423"/>
                </a:cubicBezTo>
                <a:lnTo>
                  <a:pt x="1343432" y="94738"/>
                </a:lnTo>
                <a:lnTo>
                  <a:pt x="1358909" y="61039"/>
                </a:lnTo>
                <a:lnTo>
                  <a:pt x="1354823" y="50516"/>
                </a:lnTo>
                <a:cubicBezTo>
                  <a:pt x="1353566" y="47343"/>
                  <a:pt x="1351917" y="45147"/>
                  <a:pt x="1349874" y="43929"/>
                </a:cubicBezTo>
                <a:cubicBezTo>
                  <a:pt x="1348722" y="43189"/>
                  <a:pt x="1346574" y="42740"/>
                  <a:pt x="1343432" y="42581"/>
                </a:cubicBezTo>
                <a:lnTo>
                  <a:pt x="1343432" y="39753"/>
                </a:lnTo>
                <a:lnTo>
                  <a:pt x="1377685" y="39753"/>
                </a:lnTo>
                <a:lnTo>
                  <a:pt x="1377685" y="42581"/>
                </a:lnTo>
                <a:cubicBezTo>
                  <a:pt x="1373914" y="42740"/>
                  <a:pt x="1371243" y="43429"/>
                  <a:pt x="1369672" y="44649"/>
                </a:cubicBezTo>
                <a:cubicBezTo>
                  <a:pt x="1368624" y="45498"/>
                  <a:pt x="1368101" y="46851"/>
                  <a:pt x="1368101" y="48707"/>
                </a:cubicBezTo>
                <a:cubicBezTo>
                  <a:pt x="1368101" y="49754"/>
                  <a:pt x="1368310" y="50829"/>
                  <a:pt x="1368729" y="51930"/>
                </a:cubicBezTo>
                <a:lnTo>
                  <a:pt x="1385070" y="93299"/>
                </a:lnTo>
                <a:lnTo>
                  <a:pt x="1400233" y="53423"/>
                </a:lnTo>
                <a:cubicBezTo>
                  <a:pt x="1401281" y="50574"/>
                  <a:pt x="1401804" y="48305"/>
                  <a:pt x="1401804" y="46618"/>
                </a:cubicBezTo>
                <a:cubicBezTo>
                  <a:pt x="1401804" y="45614"/>
                  <a:pt x="1401294" y="44717"/>
                  <a:pt x="1400272" y="43927"/>
                </a:cubicBezTo>
                <a:cubicBezTo>
                  <a:pt x="1399251" y="43135"/>
                  <a:pt x="1397248" y="42686"/>
                  <a:pt x="1394262" y="42581"/>
                </a:cubicBezTo>
                <a:lnTo>
                  <a:pt x="1394262" y="39753"/>
                </a:lnTo>
                <a:lnTo>
                  <a:pt x="1416967" y="39753"/>
                </a:lnTo>
                <a:lnTo>
                  <a:pt x="1416967" y="42581"/>
                </a:lnTo>
                <a:cubicBezTo>
                  <a:pt x="1412410" y="43266"/>
                  <a:pt x="1409058" y="46370"/>
                  <a:pt x="1406911" y="51894"/>
                </a:cubicBezTo>
                <a:lnTo>
                  <a:pt x="1382871" y="113917"/>
                </a:lnTo>
                <a:lnTo>
                  <a:pt x="1379649" y="113917"/>
                </a:lnTo>
                <a:lnTo>
                  <a:pt x="1361658" y="68041"/>
                </a:lnTo>
                <a:lnTo>
                  <a:pt x="1340682" y="113917"/>
                </a:lnTo>
                <a:lnTo>
                  <a:pt x="1337775" y="113917"/>
                </a:lnTo>
                <a:lnTo>
                  <a:pt x="1314678" y="53423"/>
                </a:lnTo>
                <a:cubicBezTo>
                  <a:pt x="1313159" y="49572"/>
                  <a:pt x="1311666" y="46974"/>
                  <a:pt x="1310199" y="45628"/>
                </a:cubicBezTo>
                <a:cubicBezTo>
                  <a:pt x="1308733" y="44283"/>
                  <a:pt x="1306428" y="43267"/>
                  <a:pt x="1303286" y="42581"/>
                </a:cubicBezTo>
                <a:lnTo>
                  <a:pt x="1303286" y="39753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97758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980D13-5253-4EE1-8179-6CF7C839A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2444" y="2105677"/>
            <a:ext cx="983617" cy="422353"/>
          </a:xfrm>
          <a:custGeom xmlns:a="http://schemas.openxmlformats.org/drawingml/2006/main">
            <a:pathLst>
              <a:path w="983617" h="422353">
                <a:moveTo>
                  <a:pt x="0" y="422353"/>
                </a:moveTo>
                <a:lnTo>
                  <a:pt x="983617" y="422353"/>
                </a:lnTo>
                <a:lnTo>
                  <a:pt x="983617" y="0"/>
                </a:lnTo>
                <a:lnTo>
                  <a:pt x="0" y="0"/>
                </a:lnTo>
                <a:lnTo>
                  <a:pt x="0" y="422353"/>
                </a:lnTo>
                <a:close/>
              </a:path>
            </a:pathLst>
          </a:custGeom>
          <a:solidFill xmlns:a="http://schemas.openxmlformats.org/drawingml/2006/main">
            <a:srgbClr val="E6E6E6">
              <a:alpha val="74534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" name="Text Unilink">
            <a:extLst xmlns:a="http://schemas.openxmlformats.org/drawingml/2006/main">
              <a:ext uri="{FF2B5EF4-FFF2-40B4-BE49-F238E27FC236}">
                <a16:creationId xmlns:a16="http://schemas.microsoft.com/office/drawing/2014/main" id="{6C16244F-0FA1-4C6B-970B-64F8E9B62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080" y="2159137"/>
            <a:ext cx="491730" cy="114074"/>
          </a:xfrm>
          <a:custGeom xmlns:a="http://schemas.openxmlformats.org/drawingml/2006/main">
            <a:pathLst>
              <a:path w="491730" h="114074">
                <a:moveTo>
                  <a:pt x="75892" y="8171"/>
                </a:moveTo>
                <a:lnTo>
                  <a:pt x="75892" y="5185"/>
                </a:lnTo>
                <a:lnTo>
                  <a:pt x="113603" y="5185"/>
                </a:lnTo>
                <a:lnTo>
                  <a:pt x="113603" y="8171"/>
                </a:lnTo>
                <a:lnTo>
                  <a:pt x="109596" y="8171"/>
                </a:lnTo>
                <a:cubicBezTo>
                  <a:pt x="105406" y="8171"/>
                  <a:pt x="102185" y="9917"/>
                  <a:pt x="99933" y="13410"/>
                </a:cubicBezTo>
                <a:cubicBezTo>
                  <a:pt x="98833" y="15025"/>
                  <a:pt x="98283" y="18778"/>
                  <a:pt x="98283" y="24669"/>
                </a:cubicBezTo>
                <a:lnTo>
                  <a:pt x="98283" y="67803"/>
                </a:lnTo>
                <a:cubicBezTo>
                  <a:pt x="98283" y="78469"/>
                  <a:pt x="97222" y="86744"/>
                  <a:pt x="95101" y="92626"/>
                </a:cubicBezTo>
                <a:cubicBezTo>
                  <a:pt x="92980" y="98507"/>
                  <a:pt x="88816" y="103552"/>
                  <a:pt x="82609" y="107762"/>
                </a:cubicBezTo>
                <a:cubicBezTo>
                  <a:pt x="76403" y="111970"/>
                  <a:pt x="67957" y="114074"/>
                  <a:pt x="57273" y="114074"/>
                </a:cubicBezTo>
                <a:cubicBezTo>
                  <a:pt x="45645" y="114074"/>
                  <a:pt x="36820" y="112062"/>
                  <a:pt x="30797" y="108037"/>
                </a:cubicBezTo>
                <a:cubicBezTo>
                  <a:pt x="24774" y="104011"/>
                  <a:pt x="20505" y="98599"/>
                  <a:pt x="17991" y="91801"/>
                </a:cubicBezTo>
                <a:cubicBezTo>
                  <a:pt x="16315" y="87148"/>
                  <a:pt x="15477" y="78416"/>
                  <a:pt x="15477" y="65605"/>
                </a:cubicBezTo>
                <a:lnTo>
                  <a:pt x="15477" y="24040"/>
                </a:lnTo>
                <a:cubicBezTo>
                  <a:pt x="15477" y="17526"/>
                  <a:pt x="14574" y="13253"/>
                  <a:pt x="12767" y="11220"/>
                </a:cubicBezTo>
                <a:cubicBezTo>
                  <a:pt x="10960" y="9187"/>
                  <a:pt x="8040" y="8171"/>
                  <a:pt x="4007" y="8171"/>
                </a:cubicBezTo>
                <a:lnTo>
                  <a:pt x="0" y="8171"/>
                </a:lnTo>
                <a:lnTo>
                  <a:pt x="0" y="5185"/>
                </a:lnTo>
                <a:lnTo>
                  <a:pt x="46038" y="5185"/>
                </a:lnTo>
                <a:lnTo>
                  <a:pt x="46038" y="8171"/>
                </a:lnTo>
                <a:lnTo>
                  <a:pt x="41953" y="8171"/>
                </a:lnTo>
                <a:cubicBezTo>
                  <a:pt x="37553" y="8171"/>
                  <a:pt x="34411" y="9552"/>
                  <a:pt x="32525" y="12315"/>
                </a:cubicBezTo>
                <a:cubicBezTo>
                  <a:pt x="31216" y="14191"/>
                  <a:pt x="30561" y="18099"/>
                  <a:pt x="30561" y="24040"/>
                </a:cubicBezTo>
                <a:lnTo>
                  <a:pt x="30561" y="70383"/>
                </a:lnTo>
                <a:cubicBezTo>
                  <a:pt x="30561" y="74514"/>
                  <a:pt x="30941" y="79246"/>
                  <a:pt x="31700" y="84578"/>
                </a:cubicBezTo>
                <a:cubicBezTo>
                  <a:pt x="32460" y="89909"/>
                  <a:pt x="33835" y="94065"/>
                  <a:pt x="35825" y="97045"/>
                </a:cubicBezTo>
                <a:cubicBezTo>
                  <a:pt x="37815" y="100024"/>
                  <a:pt x="40683" y="102481"/>
                  <a:pt x="44428" y="104416"/>
                </a:cubicBezTo>
                <a:cubicBezTo>
                  <a:pt x="48172" y="106350"/>
                  <a:pt x="52768" y="107318"/>
                  <a:pt x="58215" y="107318"/>
                </a:cubicBezTo>
                <a:cubicBezTo>
                  <a:pt x="65181" y="107318"/>
                  <a:pt x="71414" y="105802"/>
                  <a:pt x="76914" y="102771"/>
                </a:cubicBezTo>
                <a:cubicBezTo>
                  <a:pt x="82413" y="99738"/>
                  <a:pt x="86171" y="95856"/>
                  <a:pt x="88187" y="91126"/>
                </a:cubicBezTo>
                <a:cubicBezTo>
                  <a:pt x="90204" y="86394"/>
                  <a:pt x="91212" y="78383"/>
                  <a:pt x="91212" y="67091"/>
                </a:cubicBezTo>
                <a:lnTo>
                  <a:pt x="91212" y="24040"/>
                </a:lnTo>
                <a:cubicBezTo>
                  <a:pt x="91212" y="17421"/>
                  <a:pt x="90479" y="13278"/>
                  <a:pt x="89012" y="11610"/>
                </a:cubicBezTo>
                <a:cubicBezTo>
                  <a:pt x="86970" y="9317"/>
                  <a:pt x="83932" y="8171"/>
                  <a:pt x="79899" y="8171"/>
                </a:cubicBezTo>
                <a:lnTo>
                  <a:pt x="75892" y="8171"/>
                </a:lnTo>
                <a:close/>
                <a:moveTo>
                  <a:pt x="141335" y="52873"/>
                </a:moveTo>
                <a:cubicBezTo>
                  <a:pt x="149767" y="42765"/>
                  <a:pt x="157807" y="37710"/>
                  <a:pt x="165454" y="37710"/>
                </a:cubicBezTo>
                <a:cubicBezTo>
                  <a:pt x="169382" y="37710"/>
                  <a:pt x="172760" y="38690"/>
                  <a:pt x="175588" y="40649"/>
                </a:cubicBezTo>
                <a:cubicBezTo>
                  <a:pt x="178417" y="42607"/>
                  <a:pt x="180669" y="45832"/>
                  <a:pt x="182345" y="50325"/>
                </a:cubicBezTo>
                <a:cubicBezTo>
                  <a:pt x="183497" y="53459"/>
                  <a:pt x="184073" y="58265"/>
                  <a:pt x="184073" y="64741"/>
                </a:cubicBezTo>
                <a:lnTo>
                  <a:pt x="184073" y="95376"/>
                </a:lnTo>
                <a:cubicBezTo>
                  <a:pt x="184073" y="99959"/>
                  <a:pt x="184440" y="103067"/>
                  <a:pt x="185173" y="104700"/>
                </a:cubicBezTo>
                <a:cubicBezTo>
                  <a:pt x="185749" y="106018"/>
                  <a:pt x="186679" y="107046"/>
                  <a:pt x="187962" y="107784"/>
                </a:cubicBezTo>
                <a:cubicBezTo>
                  <a:pt x="189245" y="108521"/>
                  <a:pt x="191615" y="108889"/>
                  <a:pt x="195072" y="108889"/>
                </a:cubicBezTo>
                <a:lnTo>
                  <a:pt x="195072" y="111717"/>
                </a:lnTo>
                <a:lnTo>
                  <a:pt x="159483" y="111717"/>
                </a:lnTo>
                <a:lnTo>
                  <a:pt x="159483" y="108889"/>
                </a:lnTo>
                <a:lnTo>
                  <a:pt x="160976" y="108889"/>
                </a:lnTo>
                <a:cubicBezTo>
                  <a:pt x="164328" y="108889"/>
                  <a:pt x="166672" y="108376"/>
                  <a:pt x="168007" y="107350"/>
                </a:cubicBezTo>
                <a:cubicBezTo>
                  <a:pt x="169343" y="106322"/>
                  <a:pt x="170272" y="104807"/>
                  <a:pt x="170796" y="102805"/>
                </a:cubicBezTo>
                <a:cubicBezTo>
                  <a:pt x="171006" y="102015"/>
                  <a:pt x="171110" y="99538"/>
                  <a:pt x="171110" y="95376"/>
                </a:cubicBezTo>
                <a:lnTo>
                  <a:pt x="171110" y="65964"/>
                </a:lnTo>
                <a:cubicBezTo>
                  <a:pt x="171110" y="59427"/>
                  <a:pt x="170259" y="54681"/>
                  <a:pt x="168557" y="51727"/>
                </a:cubicBezTo>
                <a:cubicBezTo>
                  <a:pt x="166855" y="48772"/>
                  <a:pt x="163987" y="47295"/>
                  <a:pt x="159954" y="47295"/>
                </a:cubicBezTo>
                <a:cubicBezTo>
                  <a:pt x="153722" y="47295"/>
                  <a:pt x="147515" y="50700"/>
                  <a:pt x="141335" y="57508"/>
                </a:cubicBezTo>
                <a:lnTo>
                  <a:pt x="141335" y="95376"/>
                </a:lnTo>
                <a:cubicBezTo>
                  <a:pt x="141335" y="100275"/>
                  <a:pt x="141623" y="103304"/>
                  <a:pt x="142199" y="104465"/>
                </a:cubicBezTo>
                <a:cubicBezTo>
                  <a:pt x="142932" y="105992"/>
                  <a:pt x="143940" y="107111"/>
                  <a:pt x="145224" y="107823"/>
                </a:cubicBezTo>
                <a:cubicBezTo>
                  <a:pt x="146507" y="108534"/>
                  <a:pt x="149113" y="108889"/>
                  <a:pt x="153041" y="108889"/>
                </a:cubicBezTo>
                <a:lnTo>
                  <a:pt x="153041" y="111717"/>
                </a:lnTo>
                <a:lnTo>
                  <a:pt x="117452" y="111717"/>
                </a:lnTo>
                <a:lnTo>
                  <a:pt x="117452" y="108889"/>
                </a:lnTo>
                <a:lnTo>
                  <a:pt x="119023" y="108889"/>
                </a:lnTo>
                <a:cubicBezTo>
                  <a:pt x="122689" y="108889"/>
                  <a:pt x="125164" y="107954"/>
                  <a:pt x="126447" y="106085"/>
                </a:cubicBezTo>
                <a:cubicBezTo>
                  <a:pt x="127730" y="104214"/>
                  <a:pt x="128372" y="100645"/>
                  <a:pt x="128372" y="95376"/>
                </a:cubicBezTo>
                <a:lnTo>
                  <a:pt x="128372" y="68822"/>
                </a:lnTo>
                <a:cubicBezTo>
                  <a:pt x="128372" y="60180"/>
                  <a:pt x="128175" y="54916"/>
                  <a:pt x="127783" y="53030"/>
                </a:cubicBezTo>
                <a:cubicBezTo>
                  <a:pt x="127390" y="51145"/>
                  <a:pt x="126787" y="49862"/>
                  <a:pt x="125976" y="49181"/>
                </a:cubicBezTo>
                <a:cubicBezTo>
                  <a:pt x="125164" y="48500"/>
                  <a:pt x="124077" y="48159"/>
                  <a:pt x="122715" y="48159"/>
                </a:cubicBezTo>
                <a:cubicBezTo>
                  <a:pt x="121249" y="48159"/>
                  <a:pt x="119494" y="48552"/>
                  <a:pt x="117452" y="49338"/>
                </a:cubicBezTo>
                <a:lnTo>
                  <a:pt x="116273" y="46510"/>
                </a:lnTo>
                <a:lnTo>
                  <a:pt x="137957" y="37710"/>
                </a:lnTo>
                <a:lnTo>
                  <a:pt x="141335" y="37710"/>
                </a:lnTo>
                <a:lnTo>
                  <a:pt x="141335" y="52873"/>
                </a:lnTo>
                <a:close/>
                <a:moveTo>
                  <a:pt x="219113" y="0"/>
                </a:moveTo>
                <a:cubicBezTo>
                  <a:pt x="221313" y="0"/>
                  <a:pt x="223185" y="777"/>
                  <a:pt x="224730" y="2330"/>
                </a:cubicBezTo>
                <a:cubicBezTo>
                  <a:pt x="226275" y="3882"/>
                  <a:pt x="227048" y="5763"/>
                  <a:pt x="227048" y="7974"/>
                </a:cubicBezTo>
                <a:cubicBezTo>
                  <a:pt x="227048" y="10185"/>
                  <a:pt x="226275" y="12081"/>
                  <a:pt x="224730" y="13660"/>
                </a:cubicBezTo>
                <a:cubicBezTo>
                  <a:pt x="223185" y="15238"/>
                  <a:pt x="221313" y="16027"/>
                  <a:pt x="219113" y="16027"/>
                </a:cubicBezTo>
                <a:cubicBezTo>
                  <a:pt x="216913" y="16027"/>
                  <a:pt x="215028" y="15238"/>
                  <a:pt x="213457" y="13660"/>
                </a:cubicBezTo>
                <a:cubicBezTo>
                  <a:pt x="211885" y="12081"/>
                  <a:pt x="211100" y="10185"/>
                  <a:pt x="211100" y="7974"/>
                </a:cubicBezTo>
                <a:cubicBezTo>
                  <a:pt x="211100" y="5763"/>
                  <a:pt x="211872" y="3882"/>
                  <a:pt x="213417" y="2330"/>
                </a:cubicBezTo>
                <a:cubicBezTo>
                  <a:pt x="214962" y="777"/>
                  <a:pt x="216861" y="0"/>
                  <a:pt x="219113" y="0"/>
                </a:cubicBezTo>
                <a:moveTo>
                  <a:pt x="225634" y="37710"/>
                </a:moveTo>
                <a:lnTo>
                  <a:pt x="225634" y="95376"/>
                </a:lnTo>
                <a:cubicBezTo>
                  <a:pt x="225634" y="99906"/>
                  <a:pt x="225961" y="102923"/>
                  <a:pt x="226616" y="104425"/>
                </a:cubicBezTo>
                <a:cubicBezTo>
                  <a:pt x="227271" y="105926"/>
                  <a:pt x="228240" y="107046"/>
                  <a:pt x="229523" y="107784"/>
                </a:cubicBezTo>
                <a:cubicBezTo>
                  <a:pt x="230806" y="108521"/>
                  <a:pt x="233150" y="108889"/>
                  <a:pt x="236554" y="108889"/>
                </a:cubicBezTo>
                <a:lnTo>
                  <a:pt x="236554" y="111717"/>
                </a:lnTo>
                <a:lnTo>
                  <a:pt x="201593" y="111717"/>
                </a:lnTo>
                <a:lnTo>
                  <a:pt x="201593" y="108889"/>
                </a:lnTo>
                <a:cubicBezTo>
                  <a:pt x="205103" y="108889"/>
                  <a:pt x="207460" y="108547"/>
                  <a:pt x="208664" y="107863"/>
                </a:cubicBezTo>
                <a:cubicBezTo>
                  <a:pt x="209869" y="107177"/>
                  <a:pt x="210825" y="106044"/>
                  <a:pt x="211532" y="104465"/>
                </a:cubicBezTo>
                <a:cubicBezTo>
                  <a:pt x="212239" y="102884"/>
                  <a:pt x="212592" y="99854"/>
                  <a:pt x="212592" y="95376"/>
                </a:cubicBezTo>
                <a:lnTo>
                  <a:pt x="212592" y="67879"/>
                </a:lnTo>
                <a:cubicBezTo>
                  <a:pt x="212592" y="60042"/>
                  <a:pt x="212357" y="54967"/>
                  <a:pt x="211885" y="52652"/>
                </a:cubicBezTo>
                <a:cubicBezTo>
                  <a:pt x="211519" y="50968"/>
                  <a:pt x="210943" y="49799"/>
                  <a:pt x="210157" y="49144"/>
                </a:cubicBezTo>
                <a:cubicBezTo>
                  <a:pt x="209371" y="48488"/>
                  <a:pt x="208298" y="48159"/>
                  <a:pt x="206936" y="48159"/>
                </a:cubicBezTo>
                <a:cubicBezTo>
                  <a:pt x="205469" y="48159"/>
                  <a:pt x="203689" y="48552"/>
                  <a:pt x="201593" y="49338"/>
                </a:cubicBezTo>
                <a:lnTo>
                  <a:pt x="200494" y="46510"/>
                </a:lnTo>
                <a:lnTo>
                  <a:pt x="222177" y="37710"/>
                </a:lnTo>
                <a:lnTo>
                  <a:pt x="225634" y="37710"/>
                </a:lnTo>
                <a:close/>
                <a:moveTo>
                  <a:pt x="270259" y="0"/>
                </a:moveTo>
                <a:lnTo>
                  <a:pt x="270259" y="95376"/>
                </a:lnTo>
                <a:cubicBezTo>
                  <a:pt x="270259" y="99906"/>
                  <a:pt x="270586" y="102910"/>
                  <a:pt x="271241" y="104386"/>
                </a:cubicBezTo>
                <a:cubicBezTo>
                  <a:pt x="271895" y="105861"/>
                  <a:pt x="272904" y="106980"/>
                  <a:pt x="274265" y="107745"/>
                </a:cubicBezTo>
                <a:cubicBezTo>
                  <a:pt x="275627" y="108508"/>
                  <a:pt x="278167" y="108889"/>
                  <a:pt x="281886" y="108889"/>
                </a:cubicBezTo>
                <a:lnTo>
                  <a:pt x="281886" y="111717"/>
                </a:lnTo>
                <a:lnTo>
                  <a:pt x="246611" y="111717"/>
                </a:lnTo>
                <a:lnTo>
                  <a:pt x="246611" y="108889"/>
                </a:lnTo>
                <a:cubicBezTo>
                  <a:pt x="249911" y="108889"/>
                  <a:pt x="252163" y="108547"/>
                  <a:pt x="253368" y="107863"/>
                </a:cubicBezTo>
                <a:cubicBezTo>
                  <a:pt x="254572" y="107177"/>
                  <a:pt x="255515" y="106044"/>
                  <a:pt x="256196" y="104465"/>
                </a:cubicBezTo>
                <a:cubicBezTo>
                  <a:pt x="256877" y="102884"/>
                  <a:pt x="257217" y="99854"/>
                  <a:pt x="257217" y="95376"/>
                </a:cubicBezTo>
                <a:lnTo>
                  <a:pt x="257217" y="30168"/>
                </a:lnTo>
                <a:cubicBezTo>
                  <a:pt x="257217" y="22050"/>
                  <a:pt x="257034" y="17061"/>
                  <a:pt x="256667" y="15202"/>
                </a:cubicBezTo>
                <a:cubicBezTo>
                  <a:pt x="256301" y="13343"/>
                  <a:pt x="255711" y="12073"/>
                  <a:pt x="254899" y="11392"/>
                </a:cubicBezTo>
                <a:cubicBezTo>
                  <a:pt x="254088" y="10711"/>
                  <a:pt x="253053" y="10370"/>
                  <a:pt x="251796" y="10370"/>
                </a:cubicBezTo>
                <a:cubicBezTo>
                  <a:pt x="250434" y="10370"/>
                  <a:pt x="248706" y="10789"/>
                  <a:pt x="246611" y="11627"/>
                </a:cubicBezTo>
                <a:lnTo>
                  <a:pt x="245275" y="8799"/>
                </a:lnTo>
                <a:lnTo>
                  <a:pt x="266723" y="0"/>
                </a:lnTo>
                <a:lnTo>
                  <a:pt x="270259" y="0"/>
                </a:lnTo>
                <a:close/>
                <a:moveTo>
                  <a:pt x="308519" y="0"/>
                </a:moveTo>
                <a:cubicBezTo>
                  <a:pt x="310719" y="0"/>
                  <a:pt x="312591" y="777"/>
                  <a:pt x="314136" y="2330"/>
                </a:cubicBezTo>
                <a:cubicBezTo>
                  <a:pt x="315682" y="3882"/>
                  <a:pt x="316454" y="5763"/>
                  <a:pt x="316454" y="7974"/>
                </a:cubicBezTo>
                <a:cubicBezTo>
                  <a:pt x="316454" y="10185"/>
                  <a:pt x="315682" y="12081"/>
                  <a:pt x="314136" y="13660"/>
                </a:cubicBezTo>
                <a:cubicBezTo>
                  <a:pt x="312591" y="15238"/>
                  <a:pt x="310719" y="16027"/>
                  <a:pt x="308519" y="16027"/>
                </a:cubicBezTo>
                <a:cubicBezTo>
                  <a:pt x="306319" y="16027"/>
                  <a:pt x="304434" y="15238"/>
                  <a:pt x="302863" y="13660"/>
                </a:cubicBezTo>
                <a:cubicBezTo>
                  <a:pt x="301291" y="12081"/>
                  <a:pt x="300506" y="10185"/>
                  <a:pt x="300506" y="7974"/>
                </a:cubicBezTo>
                <a:cubicBezTo>
                  <a:pt x="300506" y="5763"/>
                  <a:pt x="301278" y="3882"/>
                  <a:pt x="302823" y="2330"/>
                </a:cubicBezTo>
                <a:cubicBezTo>
                  <a:pt x="304368" y="777"/>
                  <a:pt x="306267" y="0"/>
                  <a:pt x="308519" y="0"/>
                </a:cubicBezTo>
                <a:moveTo>
                  <a:pt x="315040" y="37710"/>
                </a:moveTo>
                <a:lnTo>
                  <a:pt x="315040" y="95376"/>
                </a:lnTo>
                <a:cubicBezTo>
                  <a:pt x="315040" y="99906"/>
                  <a:pt x="315367" y="102923"/>
                  <a:pt x="316022" y="104425"/>
                </a:cubicBezTo>
                <a:cubicBezTo>
                  <a:pt x="316677" y="105926"/>
                  <a:pt x="317646" y="107046"/>
                  <a:pt x="318929" y="107784"/>
                </a:cubicBezTo>
                <a:cubicBezTo>
                  <a:pt x="320212" y="108521"/>
                  <a:pt x="322556" y="108889"/>
                  <a:pt x="325960" y="108889"/>
                </a:cubicBezTo>
                <a:lnTo>
                  <a:pt x="325960" y="111717"/>
                </a:lnTo>
                <a:lnTo>
                  <a:pt x="291000" y="111717"/>
                </a:lnTo>
                <a:lnTo>
                  <a:pt x="291000" y="108889"/>
                </a:lnTo>
                <a:cubicBezTo>
                  <a:pt x="294509" y="108889"/>
                  <a:pt x="296866" y="108547"/>
                  <a:pt x="298070" y="107863"/>
                </a:cubicBezTo>
                <a:cubicBezTo>
                  <a:pt x="299275" y="107177"/>
                  <a:pt x="300231" y="106044"/>
                  <a:pt x="300938" y="104465"/>
                </a:cubicBezTo>
                <a:cubicBezTo>
                  <a:pt x="301645" y="102884"/>
                  <a:pt x="301998" y="99854"/>
                  <a:pt x="301998" y="95376"/>
                </a:cubicBezTo>
                <a:lnTo>
                  <a:pt x="301998" y="67879"/>
                </a:lnTo>
                <a:cubicBezTo>
                  <a:pt x="301998" y="60042"/>
                  <a:pt x="301763" y="54967"/>
                  <a:pt x="301291" y="52652"/>
                </a:cubicBezTo>
                <a:cubicBezTo>
                  <a:pt x="300925" y="50968"/>
                  <a:pt x="300349" y="49799"/>
                  <a:pt x="299563" y="49144"/>
                </a:cubicBezTo>
                <a:cubicBezTo>
                  <a:pt x="298777" y="48488"/>
                  <a:pt x="297704" y="48159"/>
                  <a:pt x="296342" y="48159"/>
                </a:cubicBezTo>
                <a:cubicBezTo>
                  <a:pt x="294875" y="48159"/>
                  <a:pt x="293095" y="48552"/>
                  <a:pt x="291000" y="49338"/>
                </a:cubicBezTo>
                <a:lnTo>
                  <a:pt x="289900" y="46510"/>
                </a:lnTo>
                <a:lnTo>
                  <a:pt x="311583" y="37710"/>
                </a:lnTo>
                <a:lnTo>
                  <a:pt x="315040" y="37710"/>
                </a:lnTo>
                <a:close/>
                <a:moveTo>
                  <a:pt x="355894" y="52873"/>
                </a:moveTo>
                <a:cubicBezTo>
                  <a:pt x="364327" y="42765"/>
                  <a:pt x="372367" y="37710"/>
                  <a:pt x="380013" y="37710"/>
                </a:cubicBezTo>
                <a:cubicBezTo>
                  <a:pt x="383942" y="37710"/>
                  <a:pt x="387320" y="38690"/>
                  <a:pt x="390148" y="40649"/>
                </a:cubicBezTo>
                <a:cubicBezTo>
                  <a:pt x="392976" y="42607"/>
                  <a:pt x="395229" y="45832"/>
                  <a:pt x="396905" y="50325"/>
                </a:cubicBezTo>
                <a:cubicBezTo>
                  <a:pt x="398057" y="53459"/>
                  <a:pt x="398633" y="58265"/>
                  <a:pt x="398633" y="64741"/>
                </a:cubicBezTo>
                <a:lnTo>
                  <a:pt x="398633" y="95376"/>
                </a:lnTo>
                <a:cubicBezTo>
                  <a:pt x="398633" y="99959"/>
                  <a:pt x="399000" y="103067"/>
                  <a:pt x="399733" y="104700"/>
                </a:cubicBezTo>
                <a:cubicBezTo>
                  <a:pt x="400309" y="106018"/>
                  <a:pt x="401239" y="107046"/>
                  <a:pt x="402522" y="107784"/>
                </a:cubicBezTo>
                <a:cubicBezTo>
                  <a:pt x="403805" y="108521"/>
                  <a:pt x="406175" y="108889"/>
                  <a:pt x="409632" y="108889"/>
                </a:cubicBezTo>
                <a:lnTo>
                  <a:pt x="409632" y="111717"/>
                </a:lnTo>
                <a:lnTo>
                  <a:pt x="374043" y="111717"/>
                </a:lnTo>
                <a:lnTo>
                  <a:pt x="374043" y="108889"/>
                </a:lnTo>
                <a:lnTo>
                  <a:pt x="375535" y="108889"/>
                </a:lnTo>
                <a:cubicBezTo>
                  <a:pt x="378887" y="108889"/>
                  <a:pt x="381231" y="108376"/>
                  <a:pt x="382567" y="107350"/>
                </a:cubicBezTo>
                <a:cubicBezTo>
                  <a:pt x="383902" y="106322"/>
                  <a:pt x="384832" y="104807"/>
                  <a:pt x="385356" y="102805"/>
                </a:cubicBezTo>
                <a:cubicBezTo>
                  <a:pt x="385565" y="102015"/>
                  <a:pt x="385670" y="99538"/>
                  <a:pt x="385670" y="95376"/>
                </a:cubicBezTo>
                <a:lnTo>
                  <a:pt x="385670" y="65964"/>
                </a:lnTo>
                <a:cubicBezTo>
                  <a:pt x="385670" y="59427"/>
                  <a:pt x="384819" y="54681"/>
                  <a:pt x="383117" y="51727"/>
                </a:cubicBezTo>
                <a:cubicBezTo>
                  <a:pt x="381414" y="48772"/>
                  <a:pt x="378547" y="47295"/>
                  <a:pt x="374514" y="47295"/>
                </a:cubicBezTo>
                <a:cubicBezTo>
                  <a:pt x="368281" y="47295"/>
                  <a:pt x="362075" y="50700"/>
                  <a:pt x="355894" y="57508"/>
                </a:cubicBezTo>
                <a:lnTo>
                  <a:pt x="355894" y="95376"/>
                </a:lnTo>
                <a:cubicBezTo>
                  <a:pt x="355894" y="100275"/>
                  <a:pt x="356183" y="103304"/>
                  <a:pt x="356759" y="104465"/>
                </a:cubicBezTo>
                <a:cubicBezTo>
                  <a:pt x="357492" y="105992"/>
                  <a:pt x="358500" y="107111"/>
                  <a:pt x="359783" y="107823"/>
                </a:cubicBezTo>
                <a:cubicBezTo>
                  <a:pt x="361067" y="108534"/>
                  <a:pt x="363672" y="108889"/>
                  <a:pt x="367600" y="108889"/>
                </a:cubicBezTo>
                <a:lnTo>
                  <a:pt x="367600" y="111717"/>
                </a:lnTo>
                <a:lnTo>
                  <a:pt x="332011" y="111717"/>
                </a:lnTo>
                <a:lnTo>
                  <a:pt x="332011" y="108889"/>
                </a:lnTo>
                <a:lnTo>
                  <a:pt x="333582" y="108889"/>
                </a:lnTo>
                <a:cubicBezTo>
                  <a:pt x="337249" y="108889"/>
                  <a:pt x="339724" y="107954"/>
                  <a:pt x="341007" y="106085"/>
                </a:cubicBezTo>
                <a:cubicBezTo>
                  <a:pt x="342290" y="104214"/>
                  <a:pt x="342932" y="100645"/>
                  <a:pt x="342932" y="95376"/>
                </a:cubicBezTo>
                <a:lnTo>
                  <a:pt x="342932" y="68822"/>
                </a:lnTo>
                <a:cubicBezTo>
                  <a:pt x="342932" y="60180"/>
                  <a:pt x="342735" y="54916"/>
                  <a:pt x="342342" y="53030"/>
                </a:cubicBezTo>
                <a:cubicBezTo>
                  <a:pt x="341949" y="51145"/>
                  <a:pt x="341347" y="49862"/>
                  <a:pt x="340535" y="49181"/>
                </a:cubicBezTo>
                <a:cubicBezTo>
                  <a:pt x="339724" y="48500"/>
                  <a:pt x="338637" y="48159"/>
                  <a:pt x="337275" y="48159"/>
                </a:cubicBezTo>
                <a:cubicBezTo>
                  <a:pt x="335808" y="48159"/>
                  <a:pt x="334054" y="48552"/>
                  <a:pt x="332011" y="49338"/>
                </a:cubicBezTo>
                <a:lnTo>
                  <a:pt x="330833" y="46510"/>
                </a:lnTo>
                <a:lnTo>
                  <a:pt x="352516" y="37710"/>
                </a:lnTo>
                <a:lnTo>
                  <a:pt x="355894" y="37710"/>
                </a:lnTo>
                <a:lnTo>
                  <a:pt x="355894" y="52873"/>
                </a:lnTo>
                <a:close/>
                <a:moveTo>
                  <a:pt x="436657" y="0"/>
                </a:moveTo>
                <a:lnTo>
                  <a:pt x="436657" y="71579"/>
                </a:lnTo>
                <a:lnTo>
                  <a:pt x="454963" y="54874"/>
                </a:lnTo>
                <a:cubicBezTo>
                  <a:pt x="458838" y="51324"/>
                  <a:pt x="461091" y="49079"/>
                  <a:pt x="461719" y="48140"/>
                </a:cubicBezTo>
                <a:cubicBezTo>
                  <a:pt x="462138" y="47513"/>
                  <a:pt x="462348" y="46887"/>
                  <a:pt x="462348" y="46262"/>
                </a:cubicBezTo>
                <a:cubicBezTo>
                  <a:pt x="462348" y="45217"/>
                  <a:pt x="461915" y="44317"/>
                  <a:pt x="461051" y="43561"/>
                </a:cubicBezTo>
                <a:cubicBezTo>
                  <a:pt x="460187" y="42803"/>
                  <a:pt x="458760" y="42372"/>
                  <a:pt x="456770" y="42267"/>
                </a:cubicBezTo>
                <a:lnTo>
                  <a:pt x="456770" y="39753"/>
                </a:lnTo>
                <a:lnTo>
                  <a:pt x="488038" y="39753"/>
                </a:lnTo>
                <a:lnTo>
                  <a:pt x="488038" y="42267"/>
                </a:lnTo>
                <a:cubicBezTo>
                  <a:pt x="483743" y="42372"/>
                  <a:pt x="480168" y="43022"/>
                  <a:pt x="477314" y="44219"/>
                </a:cubicBezTo>
                <a:cubicBezTo>
                  <a:pt x="474459" y="45414"/>
                  <a:pt x="471330" y="47546"/>
                  <a:pt x="467926" y="50614"/>
                </a:cubicBezTo>
                <a:lnTo>
                  <a:pt x="449463" y="67655"/>
                </a:lnTo>
                <a:lnTo>
                  <a:pt x="467926" y="91023"/>
                </a:lnTo>
                <a:cubicBezTo>
                  <a:pt x="473058" y="97491"/>
                  <a:pt x="476515" y="101581"/>
                  <a:pt x="478296" y="103291"/>
                </a:cubicBezTo>
                <a:cubicBezTo>
                  <a:pt x="480810" y="105761"/>
                  <a:pt x="483010" y="107364"/>
                  <a:pt x="484895" y="108101"/>
                </a:cubicBezTo>
                <a:cubicBezTo>
                  <a:pt x="486205" y="108626"/>
                  <a:pt x="488483" y="108889"/>
                  <a:pt x="491730" y="108889"/>
                </a:cubicBezTo>
                <a:lnTo>
                  <a:pt x="491730" y="111717"/>
                </a:lnTo>
                <a:lnTo>
                  <a:pt x="456770" y="111717"/>
                </a:lnTo>
                <a:lnTo>
                  <a:pt x="456770" y="108889"/>
                </a:lnTo>
                <a:cubicBezTo>
                  <a:pt x="458760" y="108836"/>
                  <a:pt x="460109" y="108535"/>
                  <a:pt x="460816" y="107983"/>
                </a:cubicBezTo>
                <a:cubicBezTo>
                  <a:pt x="461523" y="107431"/>
                  <a:pt x="461876" y="106657"/>
                  <a:pt x="461876" y="105660"/>
                </a:cubicBezTo>
                <a:cubicBezTo>
                  <a:pt x="461876" y="104452"/>
                  <a:pt x="460829" y="102510"/>
                  <a:pt x="458734" y="99832"/>
                </a:cubicBezTo>
                <a:lnTo>
                  <a:pt x="436657" y="71579"/>
                </a:lnTo>
                <a:lnTo>
                  <a:pt x="436657" y="95376"/>
                </a:lnTo>
                <a:cubicBezTo>
                  <a:pt x="436657" y="100093"/>
                  <a:pt x="436985" y="103194"/>
                  <a:pt x="437639" y="104678"/>
                </a:cubicBezTo>
                <a:cubicBezTo>
                  <a:pt x="438294" y="106161"/>
                  <a:pt x="439224" y="107221"/>
                  <a:pt x="440428" y="107858"/>
                </a:cubicBezTo>
                <a:cubicBezTo>
                  <a:pt x="441633" y="108493"/>
                  <a:pt x="444252" y="108836"/>
                  <a:pt x="448285" y="108889"/>
                </a:cubicBezTo>
                <a:lnTo>
                  <a:pt x="448285" y="111717"/>
                </a:lnTo>
                <a:lnTo>
                  <a:pt x="411674" y="111717"/>
                </a:lnTo>
                <a:lnTo>
                  <a:pt x="411674" y="108889"/>
                </a:lnTo>
                <a:cubicBezTo>
                  <a:pt x="415340" y="108889"/>
                  <a:pt x="418090" y="108441"/>
                  <a:pt x="419923" y="107546"/>
                </a:cubicBezTo>
                <a:cubicBezTo>
                  <a:pt x="421023" y="106967"/>
                  <a:pt x="421861" y="106070"/>
                  <a:pt x="422437" y="104858"/>
                </a:cubicBezTo>
                <a:cubicBezTo>
                  <a:pt x="423223" y="103119"/>
                  <a:pt x="423616" y="100116"/>
                  <a:pt x="423616" y="95847"/>
                </a:cubicBezTo>
                <a:lnTo>
                  <a:pt x="423616" y="30325"/>
                </a:lnTo>
                <a:cubicBezTo>
                  <a:pt x="423616" y="22066"/>
                  <a:pt x="423433" y="17016"/>
                  <a:pt x="423066" y="15173"/>
                </a:cubicBezTo>
                <a:cubicBezTo>
                  <a:pt x="422699" y="13328"/>
                  <a:pt x="422097" y="12054"/>
                  <a:pt x="421259" y="11350"/>
                </a:cubicBezTo>
                <a:cubicBezTo>
                  <a:pt x="420421" y="10645"/>
                  <a:pt x="419321" y="10292"/>
                  <a:pt x="417959" y="10292"/>
                </a:cubicBezTo>
                <a:cubicBezTo>
                  <a:pt x="416859" y="10292"/>
                  <a:pt x="415210" y="10737"/>
                  <a:pt x="413010" y="11627"/>
                </a:cubicBezTo>
                <a:lnTo>
                  <a:pt x="411674" y="8799"/>
                </a:lnTo>
                <a:lnTo>
                  <a:pt x="433043" y="0"/>
                </a:lnTo>
                <a:lnTo>
                  <a:pt x="436657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97758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" name="Text UL801CMS">
            <a:extLst xmlns:a="http://schemas.openxmlformats.org/drawingml/2006/main">
              <a:ext uri="{FF2B5EF4-FFF2-40B4-BE49-F238E27FC236}">
                <a16:creationId xmlns:a16="http://schemas.microsoft.com/office/drawing/2014/main" id="{2A04EEC8-DAEB-47F1-BCF0-A89AA5765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940" y="2363096"/>
            <a:ext cx="860662" cy="111246"/>
          </a:xfrm>
          <a:custGeom xmlns:a="http://schemas.openxmlformats.org/drawingml/2006/main">
            <a:pathLst>
              <a:path w="860662" h="111246">
                <a:moveTo>
                  <a:pt x="75892" y="5342"/>
                </a:moveTo>
                <a:lnTo>
                  <a:pt x="75892" y="2357"/>
                </a:lnTo>
                <a:lnTo>
                  <a:pt x="113603" y="2357"/>
                </a:lnTo>
                <a:lnTo>
                  <a:pt x="113603" y="5342"/>
                </a:lnTo>
                <a:lnTo>
                  <a:pt x="109596" y="5342"/>
                </a:lnTo>
                <a:cubicBezTo>
                  <a:pt x="105406" y="5342"/>
                  <a:pt x="102185" y="7089"/>
                  <a:pt x="99933" y="10582"/>
                </a:cubicBezTo>
                <a:cubicBezTo>
                  <a:pt x="98833" y="12197"/>
                  <a:pt x="98283" y="15950"/>
                  <a:pt x="98283" y="21841"/>
                </a:cubicBezTo>
                <a:lnTo>
                  <a:pt x="98283" y="64974"/>
                </a:lnTo>
                <a:cubicBezTo>
                  <a:pt x="98283" y="75641"/>
                  <a:pt x="97222" y="83916"/>
                  <a:pt x="95101" y="89798"/>
                </a:cubicBezTo>
                <a:cubicBezTo>
                  <a:pt x="92980" y="95679"/>
                  <a:pt x="88816" y="100724"/>
                  <a:pt x="82609" y="104934"/>
                </a:cubicBezTo>
                <a:cubicBezTo>
                  <a:pt x="76403" y="109142"/>
                  <a:pt x="67957" y="111246"/>
                  <a:pt x="57273" y="111246"/>
                </a:cubicBezTo>
                <a:cubicBezTo>
                  <a:pt x="45645" y="111246"/>
                  <a:pt x="36820" y="109233"/>
                  <a:pt x="30797" y="105209"/>
                </a:cubicBezTo>
                <a:cubicBezTo>
                  <a:pt x="24774" y="101182"/>
                  <a:pt x="20505" y="95770"/>
                  <a:pt x="17991" y="88973"/>
                </a:cubicBezTo>
                <a:cubicBezTo>
                  <a:pt x="16315" y="84320"/>
                  <a:pt x="15477" y="75588"/>
                  <a:pt x="15477" y="62777"/>
                </a:cubicBezTo>
                <a:lnTo>
                  <a:pt x="15477" y="21212"/>
                </a:lnTo>
                <a:cubicBezTo>
                  <a:pt x="15477" y="14698"/>
                  <a:pt x="14574" y="10424"/>
                  <a:pt x="12767" y="8392"/>
                </a:cubicBezTo>
                <a:cubicBezTo>
                  <a:pt x="10960" y="6359"/>
                  <a:pt x="8040" y="5342"/>
                  <a:pt x="4007" y="5342"/>
                </a:cubicBezTo>
                <a:lnTo>
                  <a:pt x="0" y="5342"/>
                </a:lnTo>
                <a:lnTo>
                  <a:pt x="0" y="2357"/>
                </a:lnTo>
                <a:lnTo>
                  <a:pt x="46038" y="2357"/>
                </a:lnTo>
                <a:lnTo>
                  <a:pt x="46038" y="5342"/>
                </a:lnTo>
                <a:lnTo>
                  <a:pt x="41953" y="5342"/>
                </a:lnTo>
                <a:cubicBezTo>
                  <a:pt x="37553" y="5342"/>
                  <a:pt x="34411" y="6724"/>
                  <a:pt x="32525" y="9487"/>
                </a:cubicBezTo>
                <a:cubicBezTo>
                  <a:pt x="31216" y="11362"/>
                  <a:pt x="30561" y="15271"/>
                  <a:pt x="30561" y="21212"/>
                </a:cubicBezTo>
                <a:lnTo>
                  <a:pt x="30561" y="67555"/>
                </a:lnTo>
                <a:cubicBezTo>
                  <a:pt x="30561" y="71686"/>
                  <a:pt x="30941" y="76418"/>
                  <a:pt x="31700" y="81750"/>
                </a:cubicBezTo>
                <a:cubicBezTo>
                  <a:pt x="32460" y="87081"/>
                  <a:pt x="33835" y="91237"/>
                  <a:pt x="35825" y="94217"/>
                </a:cubicBezTo>
                <a:cubicBezTo>
                  <a:pt x="37815" y="97196"/>
                  <a:pt x="40683" y="99653"/>
                  <a:pt x="44428" y="101587"/>
                </a:cubicBezTo>
                <a:cubicBezTo>
                  <a:pt x="48172" y="103522"/>
                  <a:pt x="52768" y="104489"/>
                  <a:pt x="58215" y="104489"/>
                </a:cubicBezTo>
                <a:cubicBezTo>
                  <a:pt x="65181" y="104489"/>
                  <a:pt x="71414" y="102974"/>
                  <a:pt x="76914" y="99942"/>
                </a:cubicBezTo>
                <a:cubicBezTo>
                  <a:pt x="82413" y="96910"/>
                  <a:pt x="86171" y="93028"/>
                  <a:pt x="88187" y="88298"/>
                </a:cubicBezTo>
                <a:cubicBezTo>
                  <a:pt x="90204" y="83566"/>
                  <a:pt x="91212" y="75554"/>
                  <a:pt x="91212" y="64262"/>
                </a:cubicBezTo>
                <a:lnTo>
                  <a:pt x="91212" y="21212"/>
                </a:lnTo>
                <a:cubicBezTo>
                  <a:pt x="91212" y="14593"/>
                  <a:pt x="90479" y="10450"/>
                  <a:pt x="89012" y="8782"/>
                </a:cubicBezTo>
                <a:cubicBezTo>
                  <a:pt x="86970" y="6489"/>
                  <a:pt x="83932" y="5342"/>
                  <a:pt x="79899" y="5342"/>
                </a:cubicBezTo>
                <a:lnTo>
                  <a:pt x="75892" y="5342"/>
                </a:lnTo>
                <a:close/>
                <a:moveTo>
                  <a:pt x="207564" y="79349"/>
                </a:moveTo>
                <a:lnTo>
                  <a:pt x="210157" y="79901"/>
                </a:lnTo>
                <a:lnTo>
                  <a:pt x="201043" y="108889"/>
                </a:lnTo>
                <a:lnTo>
                  <a:pt x="118552" y="108889"/>
                </a:lnTo>
                <a:lnTo>
                  <a:pt x="118552" y="105903"/>
                </a:lnTo>
                <a:lnTo>
                  <a:pt x="122558" y="105903"/>
                </a:lnTo>
                <a:cubicBezTo>
                  <a:pt x="127063" y="105903"/>
                  <a:pt x="130284" y="104452"/>
                  <a:pt x="132222" y="101548"/>
                </a:cubicBezTo>
                <a:cubicBezTo>
                  <a:pt x="133322" y="99888"/>
                  <a:pt x="133872" y="96050"/>
                  <a:pt x="133872" y="90034"/>
                </a:cubicBezTo>
                <a:lnTo>
                  <a:pt x="133872" y="21212"/>
                </a:lnTo>
                <a:cubicBezTo>
                  <a:pt x="133872" y="14593"/>
                  <a:pt x="133138" y="10450"/>
                  <a:pt x="131672" y="8782"/>
                </a:cubicBezTo>
                <a:cubicBezTo>
                  <a:pt x="129629" y="6489"/>
                  <a:pt x="126591" y="5342"/>
                  <a:pt x="122558" y="5342"/>
                </a:cubicBezTo>
                <a:lnTo>
                  <a:pt x="118552" y="5342"/>
                </a:lnTo>
                <a:lnTo>
                  <a:pt x="118552" y="2357"/>
                </a:lnTo>
                <a:lnTo>
                  <a:pt x="166790" y="2357"/>
                </a:lnTo>
                <a:lnTo>
                  <a:pt x="166790" y="5342"/>
                </a:lnTo>
                <a:cubicBezTo>
                  <a:pt x="161133" y="5290"/>
                  <a:pt x="157166" y="5809"/>
                  <a:pt x="154887" y="6899"/>
                </a:cubicBezTo>
                <a:cubicBezTo>
                  <a:pt x="152609" y="7989"/>
                  <a:pt x="151051" y="9365"/>
                  <a:pt x="150213" y="11026"/>
                </a:cubicBezTo>
                <a:cubicBezTo>
                  <a:pt x="149375" y="12687"/>
                  <a:pt x="148956" y="16659"/>
                  <a:pt x="148956" y="22941"/>
                </a:cubicBezTo>
                <a:lnTo>
                  <a:pt x="148956" y="89943"/>
                </a:lnTo>
                <a:cubicBezTo>
                  <a:pt x="148956" y="94295"/>
                  <a:pt x="149375" y="97284"/>
                  <a:pt x="150213" y="98909"/>
                </a:cubicBezTo>
                <a:cubicBezTo>
                  <a:pt x="150841" y="100009"/>
                  <a:pt x="151810" y="100821"/>
                  <a:pt x="153120" y="101347"/>
                </a:cubicBezTo>
                <a:cubicBezTo>
                  <a:pt x="154429" y="101871"/>
                  <a:pt x="158514" y="102132"/>
                  <a:pt x="165375" y="102132"/>
                </a:cubicBezTo>
                <a:lnTo>
                  <a:pt x="173153" y="102132"/>
                </a:lnTo>
                <a:cubicBezTo>
                  <a:pt x="181324" y="102132"/>
                  <a:pt x="187059" y="101528"/>
                  <a:pt x="190359" y="100321"/>
                </a:cubicBezTo>
                <a:cubicBezTo>
                  <a:pt x="193658" y="99111"/>
                  <a:pt x="196670" y="96969"/>
                  <a:pt x="199393" y="93896"/>
                </a:cubicBezTo>
                <a:cubicBezTo>
                  <a:pt x="202117" y="90820"/>
                  <a:pt x="204840" y="85971"/>
                  <a:pt x="207564" y="79349"/>
                </a:cubicBezTo>
                <a:close/>
                <a:moveTo>
                  <a:pt x="278741" y="55230"/>
                </a:moveTo>
                <a:cubicBezTo>
                  <a:pt x="270309" y="48316"/>
                  <a:pt x="264875" y="42765"/>
                  <a:pt x="262439" y="38575"/>
                </a:cubicBezTo>
                <a:cubicBezTo>
                  <a:pt x="260004" y="34385"/>
                  <a:pt x="258786" y="30037"/>
                  <a:pt x="258786" y="25533"/>
                </a:cubicBezTo>
                <a:cubicBezTo>
                  <a:pt x="258786" y="18620"/>
                  <a:pt x="261457" y="12662"/>
                  <a:pt x="266800" y="7660"/>
                </a:cubicBezTo>
                <a:cubicBezTo>
                  <a:pt x="272142" y="2658"/>
                  <a:pt x="279239" y="157"/>
                  <a:pt x="288090" y="157"/>
                </a:cubicBezTo>
                <a:cubicBezTo>
                  <a:pt x="296680" y="157"/>
                  <a:pt x="303593" y="2488"/>
                  <a:pt x="308831" y="7149"/>
                </a:cubicBezTo>
                <a:cubicBezTo>
                  <a:pt x="314069" y="11811"/>
                  <a:pt x="316687" y="17127"/>
                  <a:pt x="316687" y="23098"/>
                </a:cubicBezTo>
                <a:cubicBezTo>
                  <a:pt x="316687" y="27078"/>
                  <a:pt x="315273" y="31137"/>
                  <a:pt x="312445" y="35275"/>
                </a:cubicBezTo>
                <a:cubicBezTo>
                  <a:pt x="309617" y="39413"/>
                  <a:pt x="303724" y="44284"/>
                  <a:pt x="294768" y="49888"/>
                </a:cubicBezTo>
                <a:cubicBezTo>
                  <a:pt x="303986" y="57011"/>
                  <a:pt x="310088" y="62615"/>
                  <a:pt x="313073" y="66700"/>
                </a:cubicBezTo>
                <a:cubicBezTo>
                  <a:pt x="317054" y="72043"/>
                  <a:pt x="319044" y="77673"/>
                  <a:pt x="319044" y="83591"/>
                </a:cubicBezTo>
                <a:cubicBezTo>
                  <a:pt x="319044" y="91081"/>
                  <a:pt x="316190" y="97484"/>
                  <a:pt x="310481" y="102800"/>
                </a:cubicBezTo>
                <a:cubicBezTo>
                  <a:pt x="304772" y="108116"/>
                  <a:pt x="297282" y="110774"/>
                  <a:pt x="288012" y="110774"/>
                </a:cubicBezTo>
                <a:cubicBezTo>
                  <a:pt x="277903" y="110774"/>
                  <a:pt x="270021" y="107606"/>
                  <a:pt x="264364" y="101268"/>
                </a:cubicBezTo>
                <a:cubicBezTo>
                  <a:pt x="259860" y="96188"/>
                  <a:pt x="257608" y="90636"/>
                  <a:pt x="257608" y="84613"/>
                </a:cubicBezTo>
                <a:cubicBezTo>
                  <a:pt x="257608" y="79899"/>
                  <a:pt x="259192" y="75224"/>
                  <a:pt x="262361" y="70589"/>
                </a:cubicBezTo>
                <a:cubicBezTo>
                  <a:pt x="265529" y="65954"/>
                  <a:pt x="270990" y="60834"/>
                  <a:pt x="278741" y="55230"/>
                </a:cubicBezTo>
                <a:moveTo>
                  <a:pt x="291076" y="46824"/>
                </a:moveTo>
                <a:cubicBezTo>
                  <a:pt x="297361" y="41146"/>
                  <a:pt x="301341" y="36665"/>
                  <a:pt x="303017" y="33380"/>
                </a:cubicBezTo>
                <a:cubicBezTo>
                  <a:pt x="304693" y="30093"/>
                  <a:pt x="305531" y="26374"/>
                  <a:pt x="305531" y="22221"/>
                </a:cubicBezTo>
                <a:cubicBezTo>
                  <a:pt x="305531" y="16700"/>
                  <a:pt x="303986" y="12376"/>
                  <a:pt x="300896" y="9248"/>
                </a:cubicBezTo>
                <a:cubicBezTo>
                  <a:pt x="297806" y="6121"/>
                  <a:pt x="293590" y="4557"/>
                  <a:pt x="288247" y="4557"/>
                </a:cubicBezTo>
                <a:cubicBezTo>
                  <a:pt x="282905" y="4557"/>
                  <a:pt x="278558" y="6107"/>
                  <a:pt x="275206" y="9209"/>
                </a:cubicBezTo>
                <a:cubicBezTo>
                  <a:pt x="271854" y="12311"/>
                  <a:pt x="270178" y="15939"/>
                  <a:pt x="270178" y="20093"/>
                </a:cubicBezTo>
                <a:cubicBezTo>
                  <a:pt x="270178" y="22826"/>
                  <a:pt x="270872" y="25559"/>
                  <a:pt x="272260" y="28293"/>
                </a:cubicBezTo>
                <a:cubicBezTo>
                  <a:pt x="273648" y="31026"/>
                  <a:pt x="275625" y="33628"/>
                  <a:pt x="278191" y="36100"/>
                </a:cubicBezTo>
                <a:lnTo>
                  <a:pt x="291076" y="46824"/>
                </a:lnTo>
                <a:moveTo>
                  <a:pt x="282434" y="58215"/>
                </a:moveTo>
                <a:cubicBezTo>
                  <a:pt x="278086" y="61870"/>
                  <a:pt x="274865" y="65852"/>
                  <a:pt x="272770" y="70160"/>
                </a:cubicBezTo>
                <a:cubicBezTo>
                  <a:pt x="270675" y="74466"/>
                  <a:pt x="269628" y="79125"/>
                  <a:pt x="269628" y="84136"/>
                </a:cubicBezTo>
                <a:cubicBezTo>
                  <a:pt x="269628" y="90870"/>
                  <a:pt x="271474" y="96260"/>
                  <a:pt x="275167" y="100306"/>
                </a:cubicBezTo>
                <a:cubicBezTo>
                  <a:pt x="278859" y="104352"/>
                  <a:pt x="283560" y="106375"/>
                  <a:pt x="289269" y="106375"/>
                </a:cubicBezTo>
                <a:cubicBezTo>
                  <a:pt x="294925" y="106375"/>
                  <a:pt x="299456" y="104783"/>
                  <a:pt x="302860" y="101600"/>
                </a:cubicBezTo>
                <a:cubicBezTo>
                  <a:pt x="306265" y="98415"/>
                  <a:pt x="307967" y="94551"/>
                  <a:pt x="307967" y="90009"/>
                </a:cubicBezTo>
                <a:cubicBezTo>
                  <a:pt x="307967" y="86250"/>
                  <a:pt x="306972" y="82882"/>
                  <a:pt x="304981" y="79906"/>
                </a:cubicBezTo>
                <a:cubicBezTo>
                  <a:pt x="301263" y="74373"/>
                  <a:pt x="293747" y="67142"/>
                  <a:pt x="282434" y="58215"/>
                </a:cubicBezTo>
                <a:close/>
                <a:moveTo>
                  <a:pt x="334129" y="56251"/>
                </a:moveTo>
                <a:cubicBezTo>
                  <a:pt x="334129" y="44100"/>
                  <a:pt x="335962" y="33638"/>
                  <a:pt x="339628" y="24865"/>
                </a:cubicBezTo>
                <a:cubicBezTo>
                  <a:pt x="343294" y="16092"/>
                  <a:pt x="348165" y="9559"/>
                  <a:pt x="354241" y="5264"/>
                </a:cubicBezTo>
                <a:cubicBezTo>
                  <a:pt x="358955" y="1859"/>
                  <a:pt x="363826" y="157"/>
                  <a:pt x="368854" y="157"/>
                </a:cubicBezTo>
                <a:cubicBezTo>
                  <a:pt x="377024" y="157"/>
                  <a:pt x="384357" y="4321"/>
                  <a:pt x="390851" y="12649"/>
                </a:cubicBezTo>
                <a:cubicBezTo>
                  <a:pt x="398970" y="22967"/>
                  <a:pt x="403029" y="36951"/>
                  <a:pt x="403029" y="54602"/>
                </a:cubicBezTo>
                <a:cubicBezTo>
                  <a:pt x="403029" y="66962"/>
                  <a:pt x="401248" y="77464"/>
                  <a:pt x="397686" y="86105"/>
                </a:cubicBezTo>
                <a:cubicBezTo>
                  <a:pt x="394125" y="94747"/>
                  <a:pt x="389581" y="101019"/>
                  <a:pt x="384056" y="104921"/>
                </a:cubicBezTo>
                <a:cubicBezTo>
                  <a:pt x="378530" y="108823"/>
                  <a:pt x="373201" y="110774"/>
                  <a:pt x="368068" y="110774"/>
                </a:cubicBezTo>
                <a:cubicBezTo>
                  <a:pt x="357907" y="110774"/>
                  <a:pt x="349448" y="104777"/>
                  <a:pt x="342692" y="92783"/>
                </a:cubicBezTo>
                <a:cubicBezTo>
                  <a:pt x="336983" y="82675"/>
                  <a:pt x="334129" y="70498"/>
                  <a:pt x="334129" y="56251"/>
                </a:cubicBezTo>
                <a:moveTo>
                  <a:pt x="349527" y="58174"/>
                </a:moveTo>
                <a:cubicBezTo>
                  <a:pt x="349527" y="72827"/>
                  <a:pt x="351334" y="84786"/>
                  <a:pt x="354948" y="94050"/>
                </a:cubicBezTo>
                <a:cubicBezTo>
                  <a:pt x="357933" y="101848"/>
                  <a:pt x="362385" y="105746"/>
                  <a:pt x="368304" y="105746"/>
                </a:cubicBezTo>
                <a:cubicBezTo>
                  <a:pt x="371132" y="105746"/>
                  <a:pt x="374065" y="104477"/>
                  <a:pt x="377103" y="101938"/>
                </a:cubicBezTo>
                <a:cubicBezTo>
                  <a:pt x="380141" y="99400"/>
                  <a:pt x="382445" y="95148"/>
                  <a:pt x="384016" y="89182"/>
                </a:cubicBezTo>
                <a:cubicBezTo>
                  <a:pt x="386426" y="80181"/>
                  <a:pt x="387630" y="67490"/>
                  <a:pt x="387630" y="51108"/>
                </a:cubicBezTo>
                <a:cubicBezTo>
                  <a:pt x="387630" y="38967"/>
                  <a:pt x="386373" y="28840"/>
                  <a:pt x="383859" y="20728"/>
                </a:cubicBezTo>
                <a:cubicBezTo>
                  <a:pt x="381974" y="14710"/>
                  <a:pt x="379538" y="10445"/>
                  <a:pt x="376553" y="7932"/>
                </a:cubicBezTo>
                <a:cubicBezTo>
                  <a:pt x="374405" y="6206"/>
                  <a:pt x="371813" y="5342"/>
                  <a:pt x="368775" y="5342"/>
                </a:cubicBezTo>
                <a:cubicBezTo>
                  <a:pt x="365214" y="5342"/>
                  <a:pt x="362045" y="6938"/>
                  <a:pt x="359269" y="10130"/>
                </a:cubicBezTo>
                <a:cubicBezTo>
                  <a:pt x="355498" y="14474"/>
                  <a:pt x="352931" y="21304"/>
                  <a:pt x="351570" y="30620"/>
                </a:cubicBezTo>
                <a:cubicBezTo>
                  <a:pt x="350208" y="39935"/>
                  <a:pt x="349527" y="49119"/>
                  <a:pt x="349527" y="58174"/>
                </a:cubicBezTo>
                <a:close/>
                <a:moveTo>
                  <a:pt x="427619" y="12727"/>
                </a:moveTo>
                <a:lnTo>
                  <a:pt x="453545" y="157"/>
                </a:lnTo>
                <a:lnTo>
                  <a:pt x="456138" y="157"/>
                </a:lnTo>
                <a:lnTo>
                  <a:pt x="456138" y="90034"/>
                </a:lnTo>
                <a:cubicBezTo>
                  <a:pt x="456138" y="96004"/>
                  <a:pt x="456387" y="99723"/>
                  <a:pt x="456884" y="101190"/>
                </a:cubicBezTo>
                <a:cubicBezTo>
                  <a:pt x="457382" y="102656"/>
                  <a:pt x="458416" y="103782"/>
                  <a:pt x="459987" y="104568"/>
                </a:cubicBezTo>
                <a:cubicBezTo>
                  <a:pt x="461559" y="105354"/>
                  <a:pt x="464754" y="105799"/>
                  <a:pt x="469572" y="105903"/>
                </a:cubicBezTo>
                <a:lnTo>
                  <a:pt x="469572" y="108889"/>
                </a:lnTo>
                <a:lnTo>
                  <a:pt x="429505" y="108889"/>
                </a:lnTo>
                <a:lnTo>
                  <a:pt x="429505" y="105903"/>
                </a:lnTo>
                <a:cubicBezTo>
                  <a:pt x="434533" y="105799"/>
                  <a:pt x="437780" y="105367"/>
                  <a:pt x="439247" y="104607"/>
                </a:cubicBezTo>
                <a:cubicBezTo>
                  <a:pt x="440713" y="103848"/>
                  <a:pt x="441735" y="102826"/>
                  <a:pt x="442311" y="101543"/>
                </a:cubicBezTo>
                <a:cubicBezTo>
                  <a:pt x="442887" y="100260"/>
                  <a:pt x="443175" y="96423"/>
                  <a:pt x="443175" y="90034"/>
                </a:cubicBezTo>
                <a:lnTo>
                  <a:pt x="443175" y="32525"/>
                </a:lnTo>
                <a:cubicBezTo>
                  <a:pt x="443175" y="24808"/>
                  <a:pt x="442913" y="19855"/>
                  <a:pt x="442389" y="17667"/>
                </a:cubicBezTo>
                <a:cubicBezTo>
                  <a:pt x="442023" y="15997"/>
                  <a:pt x="441355" y="14770"/>
                  <a:pt x="440386" y="13984"/>
                </a:cubicBezTo>
                <a:cubicBezTo>
                  <a:pt x="439417" y="13199"/>
                  <a:pt x="438252" y="12806"/>
                  <a:pt x="436890" y="12806"/>
                </a:cubicBezTo>
                <a:cubicBezTo>
                  <a:pt x="434952" y="12806"/>
                  <a:pt x="432255" y="13618"/>
                  <a:pt x="428798" y="15241"/>
                </a:cubicBezTo>
                <a:lnTo>
                  <a:pt x="427619" y="12727"/>
                </a:lnTo>
                <a:close/>
                <a:moveTo>
                  <a:pt x="626306" y="0"/>
                </a:moveTo>
                <a:lnTo>
                  <a:pt x="628741" y="36296"/>
                </a:lnTo>
                <a:lnTo>
                  <a:pt x="626306" y="36296"/>
                </a:lnTo>
                <a:cubicBezTo>
                  <a:pt x="623059" y="25427"/>
                  <a:pt x="618423" y="17603"/>
                  <a:pt x="612400" y="12825"/>
                </a:cubicBezTo>
                <a:cubicBezTo>
                  <a:pt x="606377" y="8046"/>
                  <a:pt x="599149" y="5657"/>
                  <a:pt x="590717" y="5657"/>
                </a:cubicBezTo>
                <a:cubicBezTo>
                  <a:pt x="583646" y="5657"/>
                  <a:pt x="577256" y="7448"/>
                  <a:pt x="571547" y="11031"/>
                </a:cubicBezTo>
                <a:cubicBezTo>
                  <a:pt x="565838" y="14612"/>
                  <a:pt x="561347" y="20325"/>
                  <a:pt x="558074" y="28170"/>
                </a:cubicBezTo>
                <a:cubicBezTo>
                  <a:pt x="554800" y="36013"/>
                  <a:pt x="553163" y="45765"/>
                  <a:pt x="553163" y="57425"/>
                </a:cubicBezTo>
                <a:cubicBezTo>
                  <a:pt x="553163" y="67047"/>
                  <a:pt x="554708" y="75388"/>
                  <a:pt x="557799" y="82447"/>
                </a:cubicBezTo>
                <a:cubicBezTo>
                  <a:pt x="560889" y="89507"/>
                  <a:pt x="565537" y="94919"/>
                  <a:pt x="571744" y="98685"/>
                </a:cubicBezTo>
                <a:cubicBezTo>
                  <a:pt x="577950" y="102450"/>
                  <a:pt x="585034" y="104332"/>
                  <a:pt x="592995" y="104332"/>
                </a:cubicBezTo>
                <a:cubicBezTo>
                  <a:pt x="599909" y="104332"/>
                  <a:pt x="606010" y="102848"/>
                  <a:pt x="611300" y="99879"/>
                </a:cubicBezTo>
                <a:cubicBezTo>
                  <a:pt x="616590" y="96908"/>
                  <a:pt x="622404" y="91008"/>
                  <a:pt x="628741" y="82177"/>
                </a:cubicBezTo>
                <a:lnTo>
                  <a:pt x="631177" y="83749"/>
                </a:lnTo>
                <a:cubicBezTo>
                  <a:pt x="625835" y="93256"/>
                  <a:pt x="619602" y="100217"/>
                  <a:pt x="612479" y="104629"/>
                </a:cubicBezTo>
                <a:cubicBezTo>
                  <a:pt x="605356" y="109040"/>
                  <a:pt x="596897" y="111246"/>
                  <a:pt x="587103" y="111246"/>
                </a:cubicBezTo>
                <a:cubicBezTo>
                  <a:pt x="569452" y="111246"/>
                  <a:pt x="555782" y="104708"/>
                  <a:pt x="546093" y="91632"/>
                </a:cubicBezTo>
                <a:cubicBezTo>
                  <a:pt x="538865" y="81905"/>
                  <a:pt x="535251" y="70451"/>
                  <a:pt x="535251" y="57270"/>
                </a:cubicBezTo>
                <a:cubicBezTo>
                  <a:pt x="535251" y="46653"/>
                  <a:pt x="537634" y="36899"/>
                  <a:pt x="542400" y="28008"/>
                </a:cubicBezTo>
                <a:cubicBezTo>
                  <a:pt x="547166" y="19117"/>
                  <a:pt x="553726" y="12226"/>
                  <a:pt x="562080" y="7336"/>
                </a:cubicBezTo>
                <a:cubicBezTo>
                  <a:pt x="570434" y="2445"/>
                  <a:pt x="579561" y="0"/>
                  <a:pt x="589460" y="0"/>
                </a:cubicBezTo>
                <a:cubicBezTo>
                  <a:pt x="597159" y="0"/>
                  <a:pt x="604753" y="1886"/>
                  <a:pt x="612243" y="5657"/>
                </a:cubicBezTo>
                <a:cubicBezTo>
                  <a:pt x="614443" y="6809"/>
                  <a:pt x="616014" y="7385"/>
                  <a:pt x="616957" y="7385"/>
                </a:cubicBezTo>
                <a:cubicBezTo>
                  <a:pt x="618371" y="7385"/>
                  <a:pt x="619602" y="6887"/>
                  <a:pt x="620649" y="5892"/>
                </a:cubicBezTo>
                <a:cubicBezTo>
                  <a:pt x="622011" y="4478"/>
                  <a:pt x="622980" y="2514"/>
                  <a:pt x="623556" y="0"/>
                </a:cubicBezTo>
                <a:lnTo>
                  <a:pt x="626306" y="0"/>
                </a:lnTo>
                <a:close/>
                <a:moveTo>
                  <a:pt x="702592" y="108889"/>
                </a:moveTo>
                <a:lnTo>
                  <a:pt x="661425" y="19248"/>
                </a:lnTo>
                <a:lnTo>
                  <a:pt x="661425" y="90348"/>
                </a:lnTo>
                <a:cubicBezTo>
                  <a:pt x="661425" y="96895"/>
                  <a:pt x="662132" y="100980"/>
                  <a:pt x="663546" y="102604"/>
                </a:cubicBezTo>
                <a:cubicBezTo>
                  <a:pt x="665484" y="104804"/>
                  <a:pt x="668548" y="105903"/>
                  <a:pt x="672738" y="105903"/>
                </a:cubicBezTo>
                <a:lnTo>
                  <a:pt x="676509" y="105903"/>
                </a:lnTo>
                <a:lnTo>
                  <a:pt x="676509" y="108889"/>
                </a:lnTo>
                <a:lnTo>
                  <a:pt x="639428" y="108889"/>
                </a:lnTo>
                <a:lnTo>
                  <a:pt x="639428" y="105903"/>
                </a:lnTo>
                <a:lnTo>
                  <a:pt x="643199" y="105903"/>
                </a:lnTo>
                <a:cubicBezTo>
                  <a:pt x="647703" y="105903"/>
                  <a:pt x="650898" y="104542"/>
                  <a:pt x="652783" y="101818"/>
                </a:cubicBezTo>
                <a:cubicBezTo>
                  <a:pt x="653936" y="100142"/>
                  <a:pt x="654512" y="96319"/>
                  <a:pt x="654512" y="90348"/>
                </a:cubicBezTo>
                <a:lnTo>
                  <a:pt x="654512" y="20898"/>
                </a:lnTo>
                <a:cubicBezTo>
                  <a:pt x="654512" y="16184"/>
                  <a:pt x="653988" y="12780"/>
                  <a:pt x="652940" y="10685"/>
                </a:cubicBezTo>
                <a:cubicBezTo>
                  <a:pt x="652207" y="9166"/>
                  <a:pt x="650858" y="7896"/>
                  <a:pt x="648894" y="6874"/>
                </a:cubicBezTo>
                <a:cubicBezTo>
                  <a:pt x="646930" y="5853"/>
                  <a:pt x="643775" y="5342"/>
                  <a:pt x="639428" y="5342"/>
                </a:cubicBezTo>
                <a:lnTo>
                  <a:pt x="639428" y="2357"/>
                </a:lnTo>
                <a:lnTo>
                  <a:pt x="669596" y="2357"/>
                </a:lnTo>
                <a:lnTo>
                  <a:pt x="708249" y="85695"/>
                </a:lnTo>
                <a:lnTo>
                  <a:pt x="746274" y="2357"/>
                </a:lnTo>
                <a:lnTo>
                  <a:pt x="776442" y="2357"/>
                </a:lnTo>
                <a:lnTo>
                  <a:pt x="776442" y="5342"/>
                </a:lnTo>
                <a:lnTo>
                  <a:pt x="772750" y="5342"/>
                </a:lnTo>
                <a:cubicBezTo>
                  <a:pt x="768193" y="5342"/>
                  <a:pt x="764972" y="6704"/>
                  <a:pt x="763086" y="9428"/>
                </a:cubicBezTo>
                <a:cubicBezTo>
                  <a:pt x="761934" y="11104"/>
                  <a:pt x="761358" y="14927"/>
                  <a:pt x="761358" y="20898"/>
                </a:cubicBezTo>
                <a:lnTo>
                  <a:pt x="761358" y="90348"/>
                </a:lnTo>
                <a:cubicBezTo>
                  <a:pt x="761358" y="96895"/>
                  <a:pt x="762091" y="100980"/>
                  <a:pt x="763558" y="102604"/>
                </a:cubicBezTo>
                <a:cubicBezTo>
                  <a:pt x="765496" y="104804"/>
                  <a:pt x="768560" y="105903"/>
                  <a:pt x="772750" y="105903"/>
                </a:cubicBezTo>
                <a:lnTo>
                  <a:pt x="776442" y="105903"/>
                </a:lnTo>
                <a:lnTo>
                  <a:pt x="776442" y="108889"/>
                </a:lnTo>
                <a:lnTo>
                  <a:pt x="731190" y="108889"/>
                </a:lnTo>
                <a:lnTo>
                  <a:pt x="731190" y="105903"/>
                </a:lnTo>
                <a:lnTo>
                  <a:pt x="734961" y="105903"/>
                </a:lnTo>
                <a:cubicBezTo>
                  <a:pt x="739517" y="105903"/>
                  <a:pt x="742712" y="104542"/>
                  <a:pt x="744545" y="101818"/>
                </a:cubicBezTo>
                <a:cubicBezTo>
                  <a:pt x="745698" y="100142"/>
                  <a:pt x="746274" y="96319"/>
                  <a:pt x="746274" y="90348"/>
                </a:cubicBezTo>
                <a:lnTo>
                  <a:pt x="746274" y="19248"/>
                </a:lnTo>
                <a:lnTo>
                  <a:pt x="705185" y="108889"/>
                </a:lnTo>
                <a:lnTo>
                  <a:pt x="702592" y="108889"/>
                </a:lnTo>
                <a:close/>
                <a:moveTo>
                  <a:pt x="853591" y="0"/>
                </a:moveTo>
                <a:lnTo>
                  <a:pt x="853591" y="36925"/>
                </a:lnTo>
                <a:lnTo>
                  <a:pt x="850684" y="36925"/>
                </a:lnTo>
                <a:cubicBezTo>
                  <a:pt x="849741" y="29836"/>
                  <a:pt x="848052" y="24192"/>
                  <a:pt x="845617" y="19992"/>
                </a:cubicBezTo>
                <a:cubicBezTo>
                  <a:pt x="843181" y="15790"/>
                  <a:pt x="839711" y="12456"/>
                  <a:pt x="835207" y="9987"/>
                </a:cubicBezTo>
                <a:cubicBezTo>
                  <a:pt x="830703" y="7519"/>
                  <a:pt x="826041" y="6285"/>
                  <a:pt x="821223" y="6285"/>
                </a:cubicBezTo>
                <a:cubicBezTo>
                  <a:pt x="815776" y="6285"/>
                  <a:pt x="811271" y="7946"/>
                  <a:pt x="807710" y="11266"/>
                </a:cubicBezTo>
                <a:cubicBezTo>
                  <a:pt x="804148" y="14587"/>
                  <a:pt x="802368" y="18365"/>
                  <a:pt x="802368" y="22599"/>
                </a:cubicBezTo>
                <a:cubicBezTo>
                  <a:pt x="802368" y="25842"/>
                  <a:pt x="803494" y="28797"/>
                  <a:pt x="805746" y="31465"/>
                </a:cubicBezTo>
                <a:cubicBezTo>
                  <a:pt x="808993" y="35386"/>
                  <a:pt x="816719" y="40615"/>
                  <a:pt x="828922" y="47150"/>
                </a:cubicBezTo>
                <a:cubicBezTo>
                  <a:pt x="838873" y="52484"/>
                  <a:pt x="845669" y="56577"/>
                  <a:pt x="849309" y="59428"/>
                </a:cubicBezTo>
                <a:cubicBezTo>
                  <a:pt x="852949" y="62278"/>
                  <a:pt x="855751" y="65638"/>
                  <a:pt x="857716" y="69509"/>
                </a:cubicBezTo>
                <a:cubicBezTo>
                  <a:pt x="859680" y="73378"/>
                  <a:pt x="860662" y="77432"/>
                  <a:pt x="860662" y="81669"/>
                </a:cubicBezTo>
                <a:cubicBezTo>
                  <a:pt x="860662" y="89723"/>
                  <a:pt x="857532" y="96667"/>
                  <a:pt x="851273" y="102498"/>
                </a:cubicBezTo>
                <a:cubicBezTo>
                  <a:pt x="845014" y="108330"/>
                  <a:pt x="836962" y="111246"/>
                  <a:pt x="827115" y="111246"/>
                </a:cubicBezTo>
                <a:cubicBezTo>
                  <a:pt x="824025" y="111246"/>
                  <a:pt x="821118" y="111007"/>
                  <a:pt x="818395" y="110529"/>
                </a:cubicBezTo>
                <a:cubicBezTo>
                  <a:pt x="816771" y="110264"/>
                  <a:pt x="813406" y="109296"/>
                  <a:pt x="808299" y="107624"/>
                </a:cubicBezTo>
                <a:cubicBezTo>
                  <a:pt x="803193" y="105953"/>
                  <a:pt x="799958" y="105118"/>
                  <a:pt x="798597" y="105118"/>
                </a:cubicBezTo>
                <a:cubicBezTo>
                  <a:pt x="797287" y="105118"/>
                  <a:pt x="796253" y="105516"/>
                  <a:pt x="795493" y="106311"/>
                </a:cubicBezTo>
                <a:cubicBezTo>
                  <a:pt x="794734" y="107106"/>
                  <a:pt x="794171" y="108751"/>
                  <a:pt x="793804" y="111246"/>
                </a:cubicBezTo>
                <a:lnTo>
                  <a:pt x="790897" y="111246"/>
                </a:lnTo>
                <a:lnTo>
                  <a:pt x="790897" y="74635"/>
                </a:lnTo>
                <a:lnTo>
                  <a:pt x="793804" y="74635"/>
                </a:lnTo>
                <a:cubicBezTo>
                  <a:pt x="795166" y="82302"/>
                  <a:pt x="796999" y="88038"/>
                  <a:pt x="799304" y="91846"/>
                </a:cubicBezTo>
                <a:cubicBezTo>
                  <a:pt x="801608" y="95653"/>
                  <a:pt x="805130" y="98816"/>
                  <a:pt x="809870" y="101337"/>
                </a:cubicBezTo>
                <a:cubicBezTo>
                  <a:pt x="814610" y="103858"/>
                  <a:pt x="819809" y="105118"/>
                  <a:pt x="825465" y="105118"/>
                </a:cubicBezTo>
                <a:cubicBezTo>
                  <a:pt x="832012" y="105118"/>
                  <a:pt x="837184" y="103389"/>
                  <a:pt x="840982" y="99930"/>
                </a:cubicBezTo>
                <a:cubicBezTo>
                  <a:pt x="844779" y="96472"/>
                  <a:pt x="846677" y="92385"/>
                  <a:pt x="846677" y="87669"/>
                </a:cubicBezTo>
                <a:cubicBezTo>
                  <a:pt x="846677" y="85049"/>
                  <a:pt x="845957" y="82403"/>
                  <a:pt x="844517" y="79732"/>
                </a:cubicBezTo>
                <a:cubicBezTo>
                  <a:pt x="843077" y="77059"/>
                  <a:pt x="840838" y="74570"/>
                  <a:pt x="837800" y="72264"/>
                </a:cubicBezTo>
                <a:cubicBezTo>
                  <a:pt x="835757" y="70692"/>
                  <a:pt x="830179" y="67373"/>
                  <a:pt x="821066" y="62306"/>
                </a:cubicBezTo>
                <a:cubicBezTo>
                  <a:pt x="811952" y="57237"/>
                  <a:pt x="805471" y="53185"/>
                  <a:pt x="801621" y="50150"/>
                </a:cubicBezTo>
                <a:cubicBezTo>
                  <a:pt x="797772" y="47116"/>
                  <a:pt x="794852" y="43767"/>
                  <a:pt x="792861" y="40104"/>
                </a:cubicBezTo>
                <a:cubicBezTo>
                  <a:pt x="790871" y="36441"/>
                  <a:pt x="789876" y="32412"/>
                  <a:pt x="789876" y="28018"/>
                </a:cubicBezTo>
                <a:cubicBezTo>
                  <a:pt x="789876" y="20379"/>
                  <a:pt x="792809" y="13800"/>
                  <a:pt x="798675" y="8281"/>
                </a:cubicBezTo>
                <a:cubicBezTo>
                  <a:pt x="804541" y="2760"/>
                  <a:pt x="812005" y="0"/>
                  <a:pt x="821066" y="0"/>
                </a:cubicBezTo>
                <a:cubicBezTo>
                  <a:pt x="826722" y="0"/>
                  <a:pt x="832719" y="1388"/>
                  <a:pt x="839057" y="4164"/>
                </a:cubicBezTo>
                <a:cubicBezTo>
                  <a:pt x="841990" y="5473"/>
                  <a:pt x="844059" y="6128"/>
                  <a:pt x="845263" y="6128"/>
                </a:cubicBezTo>
                <a:cubicBezTo>
                  <a:pt x="846625" y="6128"/>
                  <a:pt x="847738" y="5722"/>
                  <a:pt x="848602" y="4910"/>
                </a:cubicBezTo>
                <a:cubicBezTo>
                  <a:pt x="849466" y="4098"/>
                  <a:pt x="850160" y="2462"/>
                  <a:pt x="850684" y="0"/>
                </a:cubicBezTo>
                <a:lnTo>
                  <a:pt x="853591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97758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B21512-0AED-4F0C-B1BB-0C5217893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3782" y="1927784"/>
            <a:ext cx="351215" cy="524494"/>
          </a:xfrm>
          <a:custGeom xmlns:a="http://schemas.openxmlformats.org/drawingml/2006/main">
            <a:pathLst>
              <a:path w="351215" h="524494" fill="none">
                <a:moveTo>
                  <a:pt x="0" y="524494"/>
                </a:moveTo>
                <a:lnTo>
                  <a:pt x="0" y="0"/>
                </a:lnTo>
                <a:lnTo>
                  <a:pt x="3512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147" cap="flat">
            <a:solidFill>
              <a:srgbClr val="BB0003"/>
            </a:solidFill>
            <a:miter/>
          </a:ln>
        </p:spPr>
      </p:sp>
      <p:sp>
        <p:nvSpPr>
          <p:cNvPr id="1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0731B3-8F3B-432E-8283-B0D0E8725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1519" y="2395842"/>
            <a:ext cx="84382" cy="70380"/>
          </a:xfrm>
          <a:custGeom xmlns:a="http://schemas.openxmlformats.org/drawingml/2006/main">
            <a:pathLst>
              <a:path w="84382" h="70380">
                <a:moveTo>
                  <a:pt x="42262" y="70380"/>
                </a:moveTo>
                <a:lnTo>
                  <a:pt x="0" y="28318"/>
                </a:lnTo>
                <a:lnTo>
                  <a:pt x="0" y="0"/>
                </a:lnTo>
                <a:lnTo>
                  <a:pt x="42262" y="42262"/>
                </a:lnTo>
                <a:lnTo>
                  <a:pt x="84382" y="0"/>
                </a:lnTo>
                <a:lnTo>
                  <a:pt x="84382" y="28318"/>
                </a:lnTo>
                <a:lnTo>
                  <a:pt x="42262" y="70380"/>
                </a:lnTo>
                <a:close/>
                <a:moveTo>
                  <a:pt x="42262" y="70380"/>
                </a:moveTo>
              </a:path>
            </a:pathLst>
          </a:custGeom>
          <a:solidFill xmlns:a="http://schemas.openxmlformats.org/drawingml/2006/main">
            <a:srgbClr val="BB000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2C9D88-5491-4D72-A9D7-CA351FD6A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8733" y="1885521"/>
            <a:ext cx="70380" cy="84553"/>
          </a:xfrm>
          <a:custGeom xmlns:a="http://schemas.openxmlformats.org/drawingml/2006/main">
            <a:pathLst>
              <a:path w="70380" h="84553">
                <a:moveTo>
                  <a:pt x="70380" y="42262"/>
                </a:moveTo>
                <a:lnTo>
                  <a:pt x="28089" y="84553"/>
                </a:lnTo>
                <a:lnTo>
                  <a:pt x="0" y="84553"/>
                </a:lnTo>
                <a:lnTo>
                  <a:pt x="42262" y="42262"/>
                </a:lnTo>
                <a:lnTo>
                  <a:pt x="0" y="0"/>
                </a:lnTo>
                <a:lnTo>
                  <a:pt x="28089" y="0"/>
                </a:lnTo>
                <a:lnTo>
                  <a:pt x="70380" y="42262"/>
                </a:lnTo>
                <a:close/>
                <a:moveTo>
                  <a:pt x="70380" y="42262"/>
                </a:moveTo>
              </a:path>
            </a:pathLst>
          </a:custGeom>
          <a:solidFill xmlns:a="http://schemas.openxmlformats.org/drawingml/2006/main">
            <a:srgbClr val="BB000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64A97A-F6BC-45A9-B54A-09FBB0054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0981" y="916829"/>
            <a:ext cx="348186" cy="852106"/>
          </a:xfrm>
          <a:custGeom xmlns:a="http://schemas.openxmlformats.org/drawingml/2006/main">
            <a:pathLst>
              <a:path w="348186" h="852106" fill="none">
                <a:moveTo>
                  <a:pt x="0" y="0"/>
                </a:moveTo>
                <a:lnTo>
                  <a:pt x="0" y="852106"/>
                </a:lnTo>
                <a:lnTo>
                  <a:pt x="348186" y="852106"/>
                </a:lnTo>
              </a:path>
            </a:pathLst>
          </a:custGeom>
          <a:noFill xmlns:a="http://schemas.openxmlformats.org/drawingml/2006/main"/>
          <a:ln xmlns:a="http://schemas.openxmlformats.org/drawingml/2006/main" w="28147" cap="flat">
            <a:solidFill>
              <a:srgbClr val="0037BB"/>
            </a:solidFill>
            <a:miter/>
          </a:ln>
        </p:spPr>
      </p:sp>
      <p:sp>
        <p:nvSpPr>
          <p:cNvPr id="1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AA1A1A-E0DB-4237-993D-C0CBC0EE4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2932" y="1726673"/>
            <a:ext cx="70380" cy="84353"/>
          </a:xfrm>
          <a:custGeom xmlns:a="http://schemas.openxmlformats.org/drawingml/2006/main">
            <a:pathLst>
              <a:path w="70380" h="84353">
                <a:moveTo>
                  <a:pt x="70380" y="42262"/>
                </a:moveTo>
                <a:lnTo>
                  <a:pt x="28118" y="84353"/>
                </a:lnTo>
                <a:lnTo>
                  <a:pt x="0" y="84353"/>
                </a:lnTo>
                <a:lnTo>
                  <a:pt x="42234" y="42262"/>
                </a:lnTo>
                <a:lnTo>
                  <a:pt x="0" y="0"/>
                </a:lnTo>
                <a:lnTo>
                  <a:pt x="28118" y="0"/>
                </a:lnTo>
                <a:lnTo>
                  <a:pt x="70380" y="42262"/>
                </a:lnTo>
                <a:close/>
                <a:moveTo>
                  <a:pt x="70380" y="42262"/>
                </a:moveTo>
              </a:path>
            </a:pathLst>
          </a:custGeom>
          <a:solidFill xmlns:a="http://schemas.openxmlformats.org/drawingml/2006/main">
            <a:srgbClr val="0037B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9772AD-BEF4-4627-8401-ECEA86802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685" y="922515"/>
            <a:ext cx="10" cy="1533049"/>
          </a:xfrm>
          <a:custGeom xmlns:a="http://schemas.openxmlformats.org/drawingml/2006/main">
            <a:pathLst>
              <a:path w="1" h="1533049" fill="none">
                <a:moveTo>
                  <a:pt x="0" y="0"/>
                </a:moveTo>
                <a:lnTo>
                  <a:pt x="0" y="1533049"/>
                </a:lnTo>
              </a:path>
            </a:pathLst>
          </a:custGeom>
          <a:noFill xmlns:a="http://schemas.openxmlformats.org/drawingml/2006/main"/>
          <a:ln xmlns:a="http://schemas.openxmlformats.org/drawingml/2006/main" w="28147" cap="flat">
            <a:solidFill>
              <a:srgbClr val="0037BB"/>
            </a:solidFill>
            <a:miter/>
          </a:ln>
        </p:spPr>
      </p:sp>
      <p:sp>
        <p:nvSpPr>
          <p:cNvPr id="1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CA90EC-1C63-4714-8620-C9B4FA6B4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2565" y="908342"/>
            <a:ext cx="84353" cy="70409"/>
          </a:xfrm>
          <a:custGeom xmlns:a="http://schemas.openxmlformats.org/drawingml/2006/main">
            <a:pathLst>
              <a:path w="84353" h="70409">
                <a:moveTo>
                  <a:pt x="42120" y="0"/>
                </a:moveTo>
                <a:lnTo>
                  <a:pt x="84353" y="42291"/>
                </a:lnTo>
                <a:lnTo>
                  <a:pt x="84353" y="70409"/>
                </a:lnTo>
                <a:lnTo>
                  <a:pt x="42120" y="28118"/>
                </a:lnTo>
                <a:lnTo>
                  <a:pt x="0" y="70409"/>
                </a:lnTo>
                <a:lnTo>
                  <a:pt x="0" y="42291"/>
                </a:lnTo>
                <a:lnTo>
                  <a:pt x="42120" y="0"/>
                </a:lnTo>
                <a:close/>
                <a:moveTo>
                  <a:pt x="42120" y="0"/>
                </a:moveTo>
              </a:path>
            </a:pathLst>
          </a:custGeom>
          <a:solidFill xmlns:a="http://schemas.openxmlformats.org/drawingml/2006/main">
            <a:srgbClr val="0037B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E681A7-7A0E-4652-BA11-8BFEF2124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2565" y="2399300"/>
            <a:ext cx="84353" cy="70409"/>
          </a:xfrm>
          <a:custGeom xmlns:a="http://schemas.openxmlformats.org/drawingml/2006/main">
            <a:pathLst>
              <a:path w="84353" h="70409">
                <a:moveTo>
                  <a:pt x="42120" y="70409"/>
                </a:moveTo>
                <a:lnTo>
                  <a:pt x="0" y="28146"/>
                </a:lnTo>
                <a:lnTo>
                  <a:pt x="0" y="0"/>
                </a:lnTo>
                <a:lnTo>
                  <a:pt x="42120" y="42291"/>
                </a:lnTo>
                <a:lnTo>
                  <a:pt x="84353" y="0"/>
                </a:lnTo>
                <a:lnTo>
                  <a:pt x="84353" y="28146"/>
                </a:lnTo>
                <a:lnTo>
                  <a:pt x="42120" y="70409"/>
                </a:lnTo>
                <a:close/>
                <a:moveTo>
                  <a:pt x="42120" y="70409"/>
                </a:moveTo>
              </a:path>
            </a:pathLst>
          </a:custGeom>
          <a:solidFill xmlns:a="http://schemas.openxmlformats.org/drawingml/2006/main">
            <a:srgbClr val="0037B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B32C7E-0BF4-49DC-9665-4142A06E1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170" y="2959141"/>
            <a:ext cx="729377" cy="10"/>
          </a:xfrm>
          <a:custGeom xmlns:a="http://schemas.openxmlformats.org/drawingml/2006/main">
            <a:pathLst>
              <a:path w="729377" h="1" fill="none">
                <a:moveTo>
                  <a:pt x="0" y="0"/>
                </a:moveTo>
                <a:lnTo>
                  <a:pt x="729377" y="0"/>
                </a:lnTo>
              </a:path>
            </a:pathLst>
          </a:custGeom>
          <a:noFill xmlns:a="http://schemas.openxmlformats.org/drawingml/2006/main"/>
          <a:ln xmlns:a="http://schemas.openxmlformats.org/drawingml/2006/main" w="34181" cap="flat">
            <a:solidFill>
              <a:srgbClr val="BB0003"/>
            </a:solidFill>
            <a:miter/>
          </a:ln>
        </p:spPr>
      </p:sp>
      <p:sp>
        <p:nvSpPr>
          <p:cNvPr id="1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5FE0B4-2E17-4073-95CE-76B591354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170" y="3206315"/>
            <a:ext cx="729377" cy="10"/>
          </a:xfrm>
          <a:custGeom xmlns:a="http://schemas.openxmlformats.org/drawingml/2006/main">
            <a:pathLst>
              <a:path w="729377" h="1" fill="none">
                <a:moveTo>
                  <a:pt x="0" y="0"/>
                </a:moveTo>
                <a:lnTo>
                  <a:pt x="729377" y="0"/>
                </a:lnTo>
              </a:path>
            </a:pathLst>
          </a:custGeom>
          <a:noFill xmlns:a="http://schemas.openxmlformats.org/drawingml/2006/main"/>
          <a:ln xmlns:a="http://schemas.openxmlformats.org/drawingml/2006/main" w="34181" cap="flat">
            <a:solidFill>
              <a:srgbClr val="0037BB"/>
            </a:solidFill>
            <a:miter/>
          </a:ln>
        </p:spPr>
      </p:sp>
      <p:sp>
        <p:nvSpPr>
          <p:cNvPr id="113" name="Text (a)">
            <a:extLst xmlns:a="http://schemas.openxmlformats.org/drawingml/2006/main">
              <a:ext uri="{FF2B5EF4-FFF2-40B4-BE49-F238E27FC236}">
                <a16:creationId xmlns:a16="http://schemas.microsoft.com/office/drawing/2014/main" id="{3D9B030E-D4EF-444E-BE1A-535654A5A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8505" y="3994745"/>
            <a:ext cx="248062" cy="219192"/>
          </a:xfrm>
          <a:custGeom xmlns:a="http://schemas.openxmlformats.org/drawingml/2006/main">
            <a:pathLst>
              <a:path w="248062" h="219192">
                <a:moveTo>
                  <a:pt x="65050" y="214714"/>
                </a:moveTo>
                <a:lnTo>
                  <a:pt x="65050" y="219192"/>
                </a:lnTo>
                <a:cubicBezTo>
                  <a:pt x="53187" y="213221"/>
                  <a:pt x="43288" y="206229"/>
                  <a:pt x="35354" y="198215"/>
                </a:cubicBezTo>
                <a:cubicBezTo>
                  <a:pt x="24040" y="186824"/>
                  <a:pt x="15320" y="173389"/>
                  <a:pt x="9192" y="157912"/>
                </a:cubicBezTo>
                <a:cubicBezTo>
                  <a:pt x="3064" y="142435"/>
                  <a:pt x="0" y="126369"/>
                  <a:pt x="0" y="109714"/>
                </a:cubicBezTo>
                <a:cubicBezTo>
                  <a:pt x="0" y="85359"/>
                  <a:pt x="6010" y="63145"/>
                  <a:pt x="18030" y="43072"/>
                </a:cubicBezTo>
                <a:cubicBezTo>
                  <a:pt x="30050" y="22999"/>
                  <a:pt x="45724" y="8642"/>
                  <a:pt x="65050" y="0"/>
                </a:cubicBezTo>
                <a:lnTo>
                  <a:pt x="65050" y="4950"/>
                </a:lnTo>
                <a:cubicBezTo>
                  <a:pt x="55387" y="10289"/>
                  <a:pt x="47452" y="17592"/>
                  <a:pt x="41246" y="26858"/>
                </a:cubicBezTo>
                <a:cubicBezTo>
                  <a:pt x="35039" y="36123"/>
                  <a:pt x="30404" y="47862"/>
                  <a:pt x="27340" y="62075"/>
                </a:cubicBezTo>
                <a:cubicBezTo>
                  <a:pt x="24276" y="76285"/>
                  <a:pt x="22744" y="91125"/>
                  <a:pt x="22744" y="106595"/>
                </a:cubicBezTo>
                <a:cubicBezTo>
                  <a:pt x="22744" y="123397"/>
                  <a:pt x="24040" y="138669"/>
                  <a:pt x="26633" y="152411"/>
                </a:cubicBezTo>
                <a:cubicBezTo>
                  <a:pt x="28676" y="163245"/>
                  <a:pt x="31150" y="171940"/>
                  <a:pt x="34057" y="178495"/>
                </a:cubicBezTo>
                <a:cubicBezTo>
                  <a:pt x="36964" y="185052"/>
                  <a:pt x="40873" y="191353"/>
                  <a:pt x="45783" y="197398"/>
                </a:cubicBezTo>
                <a:cubicBezTo>
                  <a:pt x="50693" y="203445"/>
                  <a:pt x="57116" y="209217"/>
                  <a:pt x="65050" y="214714"/>
                </a:cubicBezTo>
                <a:close/>
                <a:moveTo>
                  <a:pt x="139173" y="152145"/>
                </a:moveTo>
                <a:cubicBezTo>
                  <a:pt x="128096" y="160706"/>
                  <a:pt x="121143" y="165653"/>
                  <a:pt x="118315" y="166986"/>
                </a:cubicBezTo>
                <a:cubicBezTo>
                  <a:pt x="114072" y="168951"/>
                  <a:pt x="109555" y="169933"/>
                  <a:pt x="104762" y="169933"/>
                </a:cubicBezTo>
                <a:cubicBezTo>
                  <a:pt x="97299" y="169933"/>
                  <a:pt x="91151" y="167379"/>
                  <a:pt x="86320" y="162273"/>
                </a:cubicBezTo>
                <a:cubicBezTo>
                  <a:pt x="81488" y="157166"/>
                  <a:pt x="79072" y="150449"/>
                  <a:pt x="79072" y="142121"/>
                </a:cubicBezTo>
                <a:cubicBezTo>
                  <a:pt x="79072" y="136857"/>
                  <a:pt x="80251" y="132301"/>
                  <a:pt x="82607" y="128451"/>
                </a:cubicBezTo>
                <a:cubicBezTo>
                  <a:pt x="85829" y="123109"/>
                  <a:pt x="91426" y="118081"/>
                  <a:pt x="99400" y="113367"/>
                </a:cubicBezTo>
                <a:cubicBezTo>
                  <a:pt x="107375" y="108653"/>
                  <a:pt x="120632" y="102918"/>
                  <a:pt x="139173" y="96162"/>
                </a:cubicBezTo>
                <a:lnTo>
                  <a:pt x="139173" y="91934"/>
                </a:lnTo>
                <a:cubicBezTo>
                  <a:pt x="139173" y="81210"/>
                  <a:pt x="137464" y="73852"/>
                  <a:pt x="134047" y="69860"/>
                </a:cubicBezTo>
                <a:cubicBezTo>
                  <a:pt x="130629" y="65868"/>
                  <a:pt x="125660" y="63872"/>
                  <a:pt x="119139" y="63872"/>
                </a:cubicBezTo>
                <a:cubicBezTo>
                  <a:pt x="114190" y="63872"/>
                  <a:pt x="110262" y="65208"/>
                  <a:pt x="107355" y="67879"/>
                </a:cubicBezTo>
                <a:cubicBezTo>
                  <a:pt x="104370" y="70550"/>
                  <a:pt x="102877" y="73614"/>
                  <a:pt x="102877" y="77071"/>
                </a:cubicBezTo>
                <a:lnTo>
                  <a:pt x="103112" y="83906"/>
                </a:lnTo>
                <a:cubicBezTo>
                  <a:pt x="103112" y="87520"/>
                  <a:pt x="102189" y="90309"/>
                  <a:pt x="100343" y="92273"/>
                </a:cubicBezTo>
                <a:cubicBezTo>
                  <a:pt x="98497" y="94237"/>
                  <a:pt x="96081" y="95219"/>
                  <a:pt x="93096" y="95219"/>
                </a:cubicBezTo>
                <a:cubicBezTo>
                  <a:pt x="90189" y="95219"/>
                  <a:pt x="87812" y="94195"/>
                  <a:pt x="85966" y="92147"/>
                </a:cubicBezTo>
                <a:cubicBezTo>
                  <a:pt x="84120" y="90097"/>
                  <a:pt x="83197" y="87300"/>
                  <a:pt x="83197" y="83755"/>
                </a:cubicBezTo>
                <a:cubicBezTo>
                  <a:pt x="83197" y="76976"/>
                  <a:pt x="86653" y="70750"/>
                  <a:pt x="93567" y="65076"/>
                </a:cubicBezTo>
                <a:cubicBezTo>
                  <a:pt x="100481" y="59403"/>
                  <a:pt x="110183" y="56566"/>
                  <a:pt x="122675" y="56566"/>
                </a:cubicBezTo>
                <a:cubicBezTo>
                  <a:pt x="132260" y="56566"/>
                  <a:pt x="140116" y="58174"/>
                  <a:pt x="146244" y="61390"/>
                </a:cubicBezTo>
                <a:cubicBezTo>
                  <a:pt x="150879" y="63823"/>
                  <a:pt x="154297" y="67630"/>
                  <a:pt x="156496" y="72810"/>
                </a:cubicBezTo>
                <a:cubicBezTo>
                  <a:pt x="157910" y="76183"/>
                  <a:pt x="158618" y="83088"/>
                  <a:pt x="158618" y="93525"/>
                </a:cubicBezTo>
                <a:lnTo>
                  <a:pt x="158618" y="130130"/>
                </a:lnTo>
                <a:cubicBezTo>
                  <a:pt x="158618" y="140410"/>
                  <a:pt x="158814" y="146707"/>
                  <a:pt x="159207" y="149022"/>
                </a:cubicBezTo>
                <a:cubicBezTo>
                  <a:pt x="159600" y="151338"/>
                  <a:pt x="160248" y="152888"/>
                  <a:pt x="161151" y="153674"/>
                </a:cubicBezTo>
                <a:cubicBezTo>
                  <a:pt x="162055" y="154457"/>
                  <a:pt x="163096" y="154848"/>
                  <a:pt x="164274" y="154848"/>
                </a:cubicBezTo>
                <a:cubicBezTo>
                  <a:pt x="165531" y="154848"/>
                  <a:pt x="166631" y="154573"/>
                  <a:pt x="167574" y="154024"/>
                </a:cubicBezTo>
                <a:cubicBezTo>
                  <a:pt x="169224" y="153002"/>
                  <a:pt x="172405" y="150135"/>
                  <a:pt x="177119" y="145421"/>
                </a:cubicBezTo>
                <a:lnTo>
                  <a:pt x="177119" y="152020"/>
                </a:lnTo>
                <a:cubicBezTo>
                  <a:pt x="168320" y="163805"/>
                  <a:pt x="159914" y="169697"/>
                  <a:pt x="151900" y="169697"/>
                </a:cubicBezTo>
                <a:cubicBezTo>
                  <a:pt x="148051" y="169697"/>
                  <a:pt x="144987" y="168371"/>
                  <a:pt x="142708" y="165720"/>
                </a:cubicBezTo>
                <a:cubicBezTo>
                  <a:pt x="140430" y="163066"/>
                  <a:pt x="139252" y="158541"/>
                  <a:pt x="139173" y="152145"/>
                </a:cubicBezTo>
                <a:moveTo>
                  <a:pt x="139173" y="144504"/>
                </a:moveTo>
                <a:lnTo>
                  <a:pt x="139173" y="103468"/>
                </a:lnTo>
                <a:cubicBezTo>
                  <a:pt x="127310" y="108172"/>
                  <a:pt x="119650" y="111504"/>
                  <a:pt x="116193" y="113463"/>
                </a:cubicBezTo>
                <a:cubicBezTo>
                  <a:pt x="109987" y="116912"/>
                  <a:pt x="105548" y="120519"/>
                  <a:pt x="102877" y="124282"/>
                </a:cubicBezTo>
                <a:cubicBezTo>
                  <a:pt x="100206" y="128044"/>
                  <a:pt x="98870" y="132158"/>
                  <a:pt x="98870" y="136627"/>
                </a:cubicBezTo>
                <a:cubicBezTo>
                  <a:pt x="98870" y="142271"/>
                  <a:pt x="100559" y="146955"/>
                  <a:pt x="103937" y="150680"/>
                </a:cubicBezTo>
                <a:cubicBezTo>
                  <a:pt x="107316" y="154402"/>
                  <a:pt x="111205" y="156263"/>
                  <a:pt x="115604" y="156263"/>
                </a:cubicBezTo>
                <a:cubicBezTo>
                  <a:pt x="121575" y="156263"/>
                  <a:pt x="129431" y="152343"/>
                  <a:pt x="139173" y="144504"/>
                </a:cubicBezTo>
                <a:close/>
                <a:moveTo>
                  <a:pt x="183012" y="4950"/>
                </a:moveTo>
                <a:lnTo>
                  <a:pt x="183012" y="0"/>
                </a:lnTo>
                <a:cubicBezTo>
                  <a:pt x="194953" y="5892"/>
                  <a:pt x="204892" y="12845"/>
                  <a:pt x="212826" y="20859"/>
                </a:cubicBezTo>
                <a:cubicBezTo>
                  <a:pt x="224061" y="32329"/>
                  <a:pt x="232742" y="45783"/>
                  <a:pt x="238870" y="61221"/>
                </a:cubicBezTo>
                <a:cubicBezTo>
                  <a:pt x="244998" y="76658"/>
                  <a:pt x="248062" y="92744"/>
                  <a:pt x="248062" y="109478"/>
                </a:cubicBezTo>
                <a:cubicBezTo>
                  <a:pt x="248062" y="133833"/>
                  <a:pt x="242072" y="156047"/>
                  <a:pt x="230091" y="176119"/>
                </a:cubicBezTo>
                <a:cubicBezTo>
                  <a:pt x="218110" y="196192"/>
                  <a:pt x="202417" y="210550"/>
                  <a:pt x="183012" y="219192"/>
                </a:cubicBezTo>
                <a:lnTo>
                  <a:pt x="183012" y="214714"/>
                </a:lnTo>
                <a:cubicBezTo>
                  <a:pt x="192675" y="209295"/>
                  <a:pt x="200630" y="201973"/>
                  <a:pt x="206875" y="192747"/>
                </a:cubicBezTo>
                <a:cubicBezTo>
                  <a:pt x="213121" y="183520"/>
                  <a:pt x="217756" y="171783"/>
                  <a:pt x="220781" y="157533"/>
                </a:cubicBezTo>
                <a:cubicBezTo>
                  <a:pt x="223806" y="143281"/>
                  <a:pt x="225318" y="128422"/>
                  <a:pt x="225318" y="112955"/>
                </a:cubicBezTo>
                <a:cubicBezTo>
                  <a:pt x="225318" y="96228"/>
                  <a:pt x="224022" y="80956"/>
                  <a:pt x="221429" y="67139"/>
                </a:cubicBezTo>
                <a:cubicBezTo>
                  <a:pt x="219465" y="56302"/>
                  <a:pt x="217010" y="47625"/>
                  <a:pt x="214064" y="41110"/>
                </a:cubicBezTo>
                <a:cubicBezTo>
                  <a:pt x="211118" y="34591"/>
                  <a:pt x="207209" y="28310"/>
                  <a:pt x="202338" y="22265"/>
                </a:cubicBezTo>
                <a:cubicBezTo>
                  <a:pt x="197467" y="16218"/>
                  <a:pt x="191025" y="10446"/>
                  <a:pt x="183012" y="495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" name="Text (b)">
            <a:extLst xmlns:a="http://schemas.openxmlformats.org/drawingml/2006/main">
              <a:ext uri="{FF2B5EF4-FFF2-40B4-BE49-F238E27FC236}">
                <a16:creationId xmlns:a16="http://schemas.microsoft.com/office/drawing/2014/main" id="{576E2595-C904-42DB-9310-9F4E2CBA0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7283" y="3994745"/>
            <a:ext cx="261614" cy="219192"/>
          </a:xfrm>
          <a:custGeom xmlns:a="http://schemas.openxmlformats.org/drawingml/2006/main">
            <a:pathLst>
              <a:path w="261614" h="219192">
                <a:moveTo>
                  <a:pt x="65050" y="214714"/>
                </a:moveTo>
                <a:lnTo>
                  <a:pt x="65050" y="219192"/>
                </a:lnTo>
                <a:cubicBezTo>
                  <a:pt x="53187" y="213221"/>
                  <a:pt x="43288" y="206229"/>
                  <a:pt x="35354" y="198215"/>
                </a:cubicBezTo>
                <a:cubicBezTo>
                  <a:pt x="24040" y="186824"/>
                  <a:pt x="15320" y="173389"/>
                  <a:pt x="9192" y="157912"/>
                </a:cubicBezTo>
                <a:cubicBezTo>
                  <a:pt x="3064" y="142435"/>
                  <a:pt x="0" y="126369"/>
                  <a:pt x="0" y="109714"/>
                </a:cubicBezTo>
                <a:cubicBezTo>
                  <a:pt x="0" y="85359"/>
                  <a:pt x="6010" y="63145"/>
                  <a:pt x="18030" y="43072"/>
                </a:cubicBezTo>
                <a:cubicBezTo>
                  <a:pt x="30050" y="22999"/>
                  <a:pt x="45724" y="8642"/>
                  <a:pt x="65050" y="0"/>
                </a:cubicBezTo>
                <a:lnTo>
                  <a:pt x="65050" y="4950"/>
                </a:lnTo>
                <a:cubicBezTo>
                  <a:pt x="55387" y="10289"/>
                  <a:pt x="47452" y="17592"/>
                  <a:pt x="41246" y="26858"/>
                </a:cubicBezTo>
                <a:cubicBezTo>
                  <a:pt x="35039" y="36123"/>
                  <a:pt x="30404" y="47862"/>
                  <a:pt x="27340" y="62075"/>
                </a:cubicBezTo>
                <a:cubicBezTo>
                  <a:pt x="24276" y="76285"/>
                  <a:pt x="22744" y="91125"/>
                  <a:pt x="22744" y="106595"/>
                </a:cubicBezTo>
                <a:cubicBezTo>
                  <a:pt x="22744" y="123397"/>
                  <a:pt x="24040" y="138669"/>
                  <a:pt x="26633" y="152411"/>
                </a:cubicBezTo>
                <a:cubicBezTo>
                  <a:pt x="28676" y="163245"/>
                  <a:pt x="31150" y="171940"/>
                  <a:pt x="34057" y="178495"/>
                </a:cubicBezTo>
                <a:cubicBezTo>
                  <a:pt x="36964" y="185052"/>
                  <a:pt x="40873" y="191353"/>
                  <a:pt x="45783" y="197398"/>
                </a:cubicBezTo>
                <a:cubicBezTo>
                  <a:pt x="50693" y="203445"/>
                  <a:pt x="57116" y="209217"/>
                  <a:pt x="65050" y="214714"/>
                </a:cubicBezTo>
                <a:close/>
                <a:moveTo>
                  <a:pt x="107591" y="78577"/>
                </a:moveTo>
                <a:cubicBezTo>
                  <a:pt x="118040" y="63903"/>
                  <a:pt x="129314" y="56566"/>
                  <a:pt x="141413" y="56566"/>
                </a:cubicBezTo>
                <a:cubicBezTo>
                  <a:pt x="152490" y="56566"/>
                  <a:pt x="162154" y="61294"/>
                  <a:pt x="170403" y="70751"/>
                </a:cubicBezTo>
                <a:cubicBezTo>
                  <a:pt x="178652" y="80208"/>
                  <a:pt x="182776" y="93138"/>
                  <a:pt x="182776" y="109541"/>
                </a:cubicBezTo>
                <a:cubicBezTo>
                  <a:pt x="182776" y="128691"/>
                  <a:pt x="176413" y="144112"/>
                  <a:pt x="163685" y="155806"/>
                </a:cubicBezTo>
                <a:cubicBezTo>
                  <a:pt x="152765" y="165852"/>
                  <a:pt x="140588" y="170875"/>
                  <a:pt x="127154" y="170875"/>
                </a:cubicBezTo>
                <a:cubicBezTo>
                  <a:pt x="120868" y="170875"/>
                  <a:pt x="114485" y="169729"/>
                  <a:pt x="108004" y="167436"/>
                </a:cubicBezTo>
                <a:cubicBezTo>
                  <a:pt x="101522" y="165143"/>
                  <a:pt x="94903" y="161702"/>
                  <a:pt x="88147" y="157113"/>
                </a:cubicBezTo>
                <a:lnTo>
                  <a:pt x="88147" y="45488"/>
                </a:lnTo>
                <a:cubicBezTo>
                  <a:pt x="88147" y="33232"/>
                  <a:pt x="87852" y="25690"/>
                  <a:pt x="87263" y="22862"/>
                </a:cubicBezTo>
                <a:cubicBezTo>
                  <a:pt x="86674" y="20034"/>
                  <a:pt x="85751" y="18109"/>
                  <a:pt x="84494" y="17088"/>
                </a:cubicBezTo>
                <a:cubicBezTo>
                  <a:pt x="83237" y="16066"/>
                  <a:pt x="81665" y="15556"/>
                  <a:pt x="79780" y="15556"/>
                </a:cubicBezTo>
                <a:cubicBezTo>
                  <a:pt x="77580" y="15556"/>
                  <a:pt x="74830" y="16184"/>
                  <a:pt x="71531" y="17441"/>
                </a:cubicBezTo>
                <a:lnTo>
                  <a:pt x="69881" y="13199"/>
                </a:lnTo>
                <a:lnTo>
                  <a:pt x="102288" y="0"/>
                </a:lnTo>
                <a:lnTo>
                  <a:pt x="107591" y="0"/>
                </a:lnTo>
                <a:lnTo>
                  <a:pt x="107591" y="78577"/>
                </a:lnTo>
                <a:moveTo>
                  <a:pt x="107591" y="86078"/>
                </a:moveTo>
                <a:lnTo>
                  <a:pt x="107591" y="150315"/>
                </a:lnTo>
                <a:cubicBezTo>
                  <a:pt x="111598" y="154224"/>
                  <a:pt x="115742" y="157175"/>
                  <a:pt x="120024" y="159168"/>
                </a:cubicBezTo>
                <a:cubicBezTo>
                  <a:pt x="124306" y="161159"/>
                  <a:pt x="128686" y="162155"/>
                  <a:pt x="133164" y="162155"/>
                </a:cubicBezTo>
                <a:cubicBezTo>
                  <a:pt x="140313" y="162155"/>
                  <a:pt x="146971" y="158248"/>
                  <a:pt x="153138" y="150433"/>
                </a:cubicBezTo>
                <a:cubicBezTo>
                  <a:pt x="159306" y="142618"/>
                  <a:pt x="162389" y="131248"/>
                  <a:pt x="162389" y="116320"/>
                </a:cubicBezTo>
                <a:cubicBezTo>
                  <a:pt x="162389" y="102567"/>
                  <a:pt x="159306" y="91998"/>
                  <a:pt x="153138" y="84613"/>
                </a:cubicBezTo>
                <a:cubicBezTo>
                  <a:pt x="146971" y="77228"/>
                  <a:pt x="139959" y="73535"/>
                  <a:pt x="132103" y="73535"/>
                </a:cubicBezTo>
                <a:cubicBezTo>
                  <a:pt x="127939" y="73535"/>
                  <a:pt x="123775" y="74590"/>
                  <a:pt x="119611" y="76699"/>
                </a:cubicBezTo>
                <a:cubicBezTo>
                  <a:pt x="116469" y="78263"/>
                  <a:pt x="112462" y="81389"/>
                  <a:pt x="107591" y="86078"/>
                </a:cubicBezTo>
                <a:close/>
                <a:moveTo>
                  <a:pt x="196563" y="4950"/>
                </a:moveTo>
                <a:lnTo>
                  <a:pt x="196563" y="0"/>
                </a:lnTo>
                <a:cubicBezTo>
                  <a:pt x="208505" y="5892"/>
                  <a:pt x="218443" y="12845"/>
                  <a:pt x="226378" y="20859"/>
                </a:cubicBezTo>
                <a:cubicBezTo>
                  <a:pt x="237612" y="32329"/>
                  <a:pt x="246294" y="45783"/>
                  <a:pt x="252422" y="61221"/>
                </a:cubicBezTo>
                <a:cubicBezTo>
                  <a:pt x="258550" y="76658"/>
                  <a:pt x="261614" y="92744"/>
                  <a:pt x="261614" y="109478"/>
                </a:cubicBezTo>
                <a:cubicBezTo>
                  <a:pt x="261614" y="133833"/>
                  <a:pt x="255623" y="156047"/>
                  <a:pt x="243642" y="176119"/>
                </a:cubicBezTo>
                <a:cubicBezTo>
                  <a:pt x="231661" y="196192"/>
                  <a:pt x="215968" y="210550"/>
                  <a:pt x="196563" y="219192"/>
                </a:cubicBezTo>
                <a:lnTo>
                  <a:pt x="196563" y="214714"/>
                </a:lnTo>
                <a:cubicBezTo>
                  <a:pt x="206226" y="209295"/>
                  <a:pt x="214181" y="201973"/>
                  <a:pt x="220427" y="192747"/>
                </a:cubicBezTo>
                <a:cubicBezTo>
                  <a:pt x="226672" y="183520"/>
                  <a:pt x="231308" y="171783"/>
                  <a:pt x="234332" y="157533"/>
                </a:cubicBezTo>
                <a:cubicBezTo>
                  <a:pt x="237357" y="143281"/>
                  <a:pt x="238869" y="128422"/>
                  <a:pt x="238869" y="112955"/>
                </a:cubicBezTo>
                <a:cubicBezTo>
                  <a:pt x="238869" y="96228"/>
                  <a:pt x="237573" y="80956"/>
                  <a:pt x="234981" y="67139"/>
                </a:cubicBezTo>
                <a:cubicBezTo>
                  <a:pt x="233016" y="56302"/>
                  <a:pt x="230561" y="47625"/>
                  <a:pt x="227615" y="41110"/>
                </a:cubicBezTo>
                <a:cubicBezTo>
                  <a:pt x="224669" y="34591"/>
                  <a:pt x="220761" y="28310"/>
                  <a:pt x="215890" y="22265"/>
                </a:cubicBezTo>
                <a:cubicBezTo>
                  <a:pt x="211019" y="16218"/>
                  <a:pt x="204576" y="10446"/>
                  <a:pt x="196563" y="495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</p:spTree>
    <p:extLst>
      <p:ext uri="{BB962C8B-B14F-4D97-AF65-F5344CB8AC3E}">
        <p14:creationId xmlns:p14="http://schemas.microsoft.com/office/powerpoint/2010/main" val="177493646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2026-09-08T02:24:34.5870000Z</dcterms:created>
  <dcterms:modified xsi:type="dcterms:W3CDTF">2026-09-08T02:24:34.5870000Z</dcterms:modified>
</coreProperties>
</file>