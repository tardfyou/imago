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2d9636eea049c5" /><Relationship Type="http://schemas.openxmlformats.org/officeDocument/2006/relationships/extended-properties" Target="/docProps/app.xml" Id="R8a23604e8a5f4e41" /><Relationship Type="http://schemas.openxmlformats.org/officeDocument/2006/relationships/officeDocument" Target="/ppt/presentation.xml" Id="Rbdc5a0f0b3bc4b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e4c950c3e4c23"/>
  </p:sldMasterIdLst>
  <p:notesMasterIdLst>
    <p:notesMasterId xmlns:r="http://schemas.openxmlformats.org/officeDocument/2006/relationships" r:id="R5836316a03604623"/>
  </p:notesMasterIdLst>
  <p:sldIdLst>
    <p:sldId xmlns:r="http://schemas.openxmlformats.org/officeDocument/2006/relationships" id="256" r:id="Rd20759c20c964aa0"/>
  </p:sldIdLst>
  <p:sldSz cx="11430000" cy="3257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4146009b64a54" /><Relationship Type="http://schemas.openxmlformats.org/officeDocument/2006/relationships/slideMaster" Target="/ppt/slideMasters/slideMaster1.xml" Id="R350e4c950c3e4c23" /><Relationship Type="http://schemas.openxmlformats.org/officeDocument/2006/relationships/notesMaster" Target="/ppt/notesMasters/notesMaster1.xml" Id="R5836316a03604623" /><Relationship Type="http://schemas.openxmlformats.org/officeDocument/2006/relationships/presProps" Target="/ppt/presProps.xml" Id="R3b149f14213d49ce" /><Relationship Type="http://schemas.openxmlformats.org/officeDocument/2006/relationships/tableStyles" Target="/ppt/tableStyles.xml" Id="R5e38d79fbb884ae7" /><Relationship Type="http://schemas.openxmlformats.org/officeDocument/2006/relationships/slide" Target="/ppt/slides/slide1.xml" Id="Rd20759c20c964a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658d17a07f41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00243d93d4bcb" /><Relationship Type="http://schemas.openxmlformats.org/officeDocument/2006/relationships/notesMaster" Target="/ppt/notesMasters/notesMaster1.xml" Id="Rdca853b5c8974d1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素材ID：SE-015</ns1:t>
            </ns1:r>
          </ns1:p>
          <ns1:p>
            <ns1:r>
              <ns1:t>论文：UnitCon: Synthesizing Targeted Unit Tests for Java Runtime Exceptions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2，PDF第4页</ns1:t>
            </ns1:r>
          </ns1:p>
          <ns1:p>
            <ns1:r>
              <ns1:t>类型：系统架构</ns1:t>
            </ns1:r>
          </ns1:p>
          <ns1:p>
            <ns1:r>
              <ns1:t>借鉴点：中心流水线叠加静态分析输入与部分用例回路，末端成功/失败分流；适合合成、剪枝、验证类系统。</ns1:t>
            </ns1:r>
          </ns1:p>
          <ns1:p>
            <ns1:r>
              <ns1:t>论文URL：https://prosys.kaist.ac.kr/publications/fse25.pdf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d5f1698605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652f8f2f88441d" /><Relationship Type="http://schemas.openxmlformats.org/officeDocument/2006/relationships/slideLayout" Target="/ppt/slideLayouts/slideLayout1.xml" Id="R9fadb0a1d34e44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db0a1d34e44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8d76b3668495b" /><Relationship Type="http://schemas.openxmlformats.org/officeDocument/2006/relationships/notesSlide" Target="/ppt/notesSlides/notesSlide1.xml" Id="R6fca8ac4e68a45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A44DB-5892-4A18-BBA3-B37AF20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59" y="48102"/>
            <a:ext cx="11042907" cy="3209448"/>
          </a:xfrm>
          <a:custGeom xmlns:a="http://schemas.openxmlformats.org/drawingml/2006/main">
            <a:pathLst>
              <a:path w="11042907" h="3209448">
                <a:moveTo>
                  <a:pt x="0" y="3209448"/>
                </a:moveTo>
                <a:lnTo>
                  <a:pt x="0" y="0"/>
                </a:lnTo>
                <a:lnTo>
                  <a:pt x="11042907" y="0"/>
                </a:lnTo>
                <a:lnTo>
                  <a:pt x="11042907" y="3209448"/>
                </a:lnTo>
                <a:lnTo>
                  <a:pt x="0" y="32094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2114E-3A4F-48D4-BD80-B245AC3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1151" y="1358667"/>
            <a:ext cx="478083" cy="477397"/>
          </a:xfrm>
          <a:custGeom xmlns:a="http://schemas.openxmlformats.org/drawingml/2006/main">
            <a:pathLst>
              <a:path w="478083" h="477397">
                <a:moveTo>
                  <a:pt x="238691" y="322945"/>
                </a:moveTo>
                <a:cubicBezTo>
                  <a:pt x="192357" y="322945"/>
                  <a:pt x="154447" y="285034"/>
                  <a:pt x="154447" y="238698"/>
                </a:cubicBezTo>
                <a:cubicBezTo>
                  <a:pt x="154447" y="192363"/>
                  <a:pt x="192356" y="154452"/>
                  <a:pt x="238691" y="154452"/>
                </a:cubicBezTo>
                <a:cubicBezTo>
                  <a:pt x="285025" y="154452"/>
                  <a:pt x="322934" y="192363"/>
                  <a:pt x="322934" y="238698"/>
                </a:cubicBezTo>
                <a:cubicBezTo>
                  <a:pt x="322934" y="285034"/>
                  <a:pt x="285025" y="322945"/>
                  <a:pt x="238691" y="322945"/>
                </a:cubicBezTo>
                <a:close/>
                <a:moveTo>
                  <a:pt x="428239" y="186044"/>
                </a:moveTo>
                <a:cubicBezTo>
                  <a:pt x="424027" y="170599"/>
                  <a:pt x="417708" y="155856"/>
                  <a:pt x="409986" y="142517"/>
                </a:cubicBezTo>
                <a:lnTo>
                  <a:pt x="427537" y="89863"/>
                </a:lnTo>
                <a:lnTo>
                  <a:pt x="387521" y="49846"/>
                </a:lnTo>
                <a:lnTo>
                  <a:pt x="334869" y="67397"/>
                </a:lnTo>
                <a:cubicBezTo>
                  <a:pt x="320828" y="59675"/>
                  <a:pt x="306085" y="53356"/>
                  <a:pt x="290641" y="49144"/>
                </a:cubicBezTo>
                <a:lnTo>
                  <a:pt x="266772" y="0"/>
                </a:lnTo>
                <a:lnTo>
                  <a:pt x="210609" y="0"/>
                </a:lnTo>
                <a:lnTo>
                  <a:pt x="186038" y="49144"/>
                </a:lnTo>
                <a:cubicBezTo>
                  <a:pt x="170593" y="53356"/>
                  <a:pt x="155851" y="59675"/>
                  <a:pt x="142512" y="67397"/>
                </a:cubicBezTo>
                <a:lnTo>
                  <a:pt x="89860" y="49846"/>
                </a:lnTo>
                <a:lnTo>
                  <a:pt x="49844" y="89863"/>
                </a:lnTo>
                <a:lnTo>
                  <a:pt x="67395" y="142517"/>
                </a:lnTo>
                <a:cubicBezTo>
                  <a:pt x="59673" y="156558"/>
                  <a:pt x="53354" y="171301"/>
                  <a:pt x="49142" y="186746"/>
                </a:cubicBezTo>
                <a:lnTo>
                  <a:pt x="0" y="210616"/>
                </a:lnTo>
                <a:lnTo>
                  <a:pt x="0" y="266780"/>
                </a:lnTo>
                <a:lnTo>
                  <a:pt x="49142" y="291352"/>
                </a:lnTo>
                <a:cubicBezTo>
                  <a:pt x="53354" y="306798"/>
                  <a:pt x="59673" y="321541"/>
                  <a:pt x="67395" y="334880"/>
                </a:cubicBezTo>
                <a:lnTo>
                  <a:pt x="49844" y="387534"/>
                </a:lnTo>
                <a:lnTo>
                  <a:pt x="89860" y="427551"/>
                </a:lnTo>
                <a:lnTo>
                  <a:pt x="142513" y="409999"/>
                </a:lnTo>
                <a:cubicBezTo>
                  <a:pt x="156553" y="417722"/>
                  <a:pt x="171296" y="424041"/>
                  <a:pt x="186741" y="428253"/>
                </a:cubicBezTo>
                <a:lnTo>
                  <a:pt x="211312" y="477397"/>
                </a:lnTo>
                <a:lnTo>
                  <a:pt x="267474" y="477397"/>
                </a:lnTo>
                <a:lnTo>
                  <a:pt x="292045" y="428253"/>
                </a:lnTo>
                <a:cubicBezTo>
                  <a:pt x="307490" y="424041"/>
                  <a:pt x="322233" y="417722"/>
                  <a:pt x="335571" y="409999"/>
                </a:cubicBezTo>
                <a:lnTo>
                  <a:pt x="388223" y="427551"/>
                </a:lnTo>
                <a:lnTo>
                  <a:pt x="428239" y="387534"/>
                </a:lnTo>
                <a:lnTo>
                  <a:pt x="410688" y="334880"/>
                </a:lnTo>
                <a:cubicBezTo>
                  <a:pt x="418411" y="320839"/>
                  <a:pt x="424729" y="306096"/>
                  <a:pt x="428941" y="290650"/>
                </a:cubicBezTo>
                <a:lnTo>
                  <a:pt x="478083" y="266078"/>
                </a:lnTo>
                <a:lnTo>
                  <a:pt x="478083" y="209914"/>
                </a:lnTo>
                <a:lnTo>
                  <a:pt x="428239" y="1860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Tester">
            <a:extLst xmlns:a="http://schemas.openxmlformats.org/drawingml/2006/main">
              <a:ext uri="{FF2B5EF4-FFF2-40B4-BE49-F238E27FC236}">
                <a16:creationId xmlns:a16="http://schemas.microsoft.com/office/drawing/2014/main" id="{F0B31E16-E479-49F1-9367-3D6BA8A1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0846" y="1964763"/>
            <a:ext cx="443341" cy="108845"/>
          </a:xfrm>
          <a:custGeom xmlns:a="http://schemas.openxmlformats.org/drawingml/2006/main">
            <a:pathLst>
              <a:path w="443341" h="108845">
                <a:moveTo>
                  <a:pt x="31777" y="107092"/>
                </a:moveTo>
                <a:lnTo>
                  <a:pt x="31777" y="18117"/>
                </a:lnTo>
                <a:lnTo>
                  <a:pt x="0" y="18117"/>
                </a:lnTo>
                <a:lnTo>
                  <a:pt x="0" y="0"/>
                </a:lnTo>
                <a:lnTo>
                  <a:pt x="85104" y="0"/>
                </a:lnTo>
                <a:lnTo>
                  <a:pt x="85104" y="18117"/>
                </a:lnTo>
                <a:lnTo>
                  <a:pt x="53400" y="18117"/>
                </a:lnTo>
                <a:lnTo>
                  <a:pt x="53400" y="107092"/>
                </a:lnTo>
                <a:lnTo>
                  <a:pt x="31777" y="107092"/>
                </a:lnTo>
                <a:close/>
                <a:moveTo>
                  <a:pt x="141317" y="82401"/>
                </a:moveTo>
                <a:lnTo>
                  <a:pt x="161771" y="85907"/>
                </a:lnTo>
                <a:cubicBezTo>
                  <a:pt x="159141" y="93383"/>
                  <a:pt x="154989" y="99075"/>
                  <a:pt x="149316" y="102983"/>
                </a:cubicBezTo>
                <a:cubicBezTo>
                  <a:pt x="143642" y="106891"/>
                  <a:pt x="136544" y="108845"/>
                  <a:pt x="128022" y="108845"/>
                </a:cubicBezTo>
                <a:cubicBezTo>
                  <a:pt x="114532" y="108845"/>
                  <a:pt x="104548" y="104438"/>
                  <a:pt x="98071" y="95623"/>
                </a:cubicBezTo>
                <a:cubicBezTo>
                  <a:pt x="92957" y="88562"/>
                  <a:pt x="90401" y="79649"/>
                  <a:pt x="90401" y="68887"/>
                </a:cubicBezTo>
                <a:cubicBezTo>
                  <a:pt x="90401" y="56030"/>
                  <a:pt x="93761" y="45961"/>
                  <a:pt x="100482" y="38680"/>
                </a:cubicBezTo>
                <a:cubicBezTo>
                  <a:pt x="107202" y="31400"/>
                  <a:pt x="115700" y="27759"/>
                  <a:pt x="125976" y="27759"/>
                </a:cubicBezTo>
                <a:cubicBezTo>
                  <a:pt x="137518" y="27759"/>
                  <a:pt x="146625" y="31570"/>
                  <a:pt x="153297" y="39192"/>
                </a:cubicBezTo>
                <a:cubicBezTo>
                  <a:pt x="159969" y="46813"/>
                  <a:pt x="163159" y="58489"/>
                  <a:pt x="162867" y="74219"/>
                </a:cubicBezTo>
                <a:lnTo>
                  <a:pt x="111439" y="74219"/>
                </a:lnTo>
                <a:cubicBezTo>
                  <a:pt x="111585" y="80307"/>
                  <a:pt x="113241" y="85043"/>
                  <a:pt x="116407" y="88428"/>
                </a:cubicBezTo>
                <a:cubicBezTo>
                  <a:pt x="119572" y="91812"/>
                  <a:pt x="123517" y="93505"/>
                  <a:pt x="128241" y="93505"/>
                </a:cubicBezTo>
                <a:cubicBezTo>
                  <a:pt x="131455" y="93505"/>
                  <a:pt x="134158" y="92628"/>
                  <a:pt x="136349" y="90875"/>
                </a:cubicBezTo>
                <a:cubicBezTo>
                  <a:pt x="138541" y="89122"/>
                  <a:pt x="140197" y="86297"/>
                  <a:pt x="141317" y="82401"/>
                </a:cubicBezTo>
                <a:moveTo>
                  <a:pt x="142486" y="61655"/>
                </a:moveTo>
                <a:cubicBezTo>
                  <a:pt x="142340" y="55738"/>
                  <a:pt x="140805" y="51239"/>
                  <a:pt x="137883" y="48159"/>
                </a:cubicBezTo>
                <a:cubicBezTo>
                  <a:pt x="134961" y="45078"/>
                  <a:pt x="131406" y="43538"/>
                  <a:pt x="127218" y="43538"/>
                </a:cubicBezTo>
                <a:cubicBezTo>
                  <a:pt x="122738" y="43538"/>
                  <a:pt x="119036" y="45163"/>
                  <a:pt x="116114" y="48412"/>
                </a:cubicBezTo>
                <a:cubicBezTo>
                  <a:pt x="113192" y="51663"/>
                  <a:pt x="111756" y="56077"/>
                  <a:pt x="111804" y="61655"/>
                </a:cubicBezTo>
                <a:lnTo>
                  <a:pt x="142486" y="61655"/>
                </a:lnTo>
                <a:close/>
                <a:moveTo>
                  <a:pt x="171742" y="85031"/>
                </a:moveTo>
                <a:lnTo>
                  <a:pt x="192342" y="81817"/>
                </a:lnTo>
                <a:cubicBezTo>
                  <a:pt x="193219" y="85786"/>
                  <a:pt x="194997" y="88799"/>
                  <a:pt x="197675" y="90857"/>
                </a:cubicBezTo>
                <a:cubicBezTo>
                  <a:pt x="200354" y="92914"/>
                  <a:pt x="204104" y="93943"/>
                  <a:pt x="208925" y="93943"/>
                </a:cubicBezTo>
                <a:cubicBezTo>
                  <a:pt x="214233" y="93943"/>
                  <a:pt x="218227" y="92971"/>
                  <a:pt x="220905" y="91026"/>
                </a:cubicBezTo>
                <a:cubicBezTo>
                  <a:pt x="222707" y="89663"/>
                  <a:pt x="223608" y="87839"/>
                  <a:pt x="223608" y="85554"/>
                </a:cubicBezTo>
                <a:cubicBezTo>
                  <a:pt x="223608" y="83997"/>
                  <a:pt x="223121" y="82708"/>
                  <a:pt x="222147" y="81687"/>
                </a:cubicBezTo>
                <a:cubicBezTo>
                  <a:pt x="221124" y="80714"/>
                  <a:pt x="218835" y="79815"/>
                  <a:pt x="215280" y="78988"/>
                </a:cubicBezTo>
                <a:cubicBezTo>
                  <a:pt x="198722" y="75342"/>
                  <a:pt x="188227" y="72010"/>
                  <a:pt x="183796" y="68994"/>
                </a:cubicBezTo>
                <a:cubicBezTo>
                  <a:pt x="177659" y="64809"/>
                  <a:pt x="174591" y="58994"/>
                  <a:pt x="174591" y="51551"/>
                </a:cubicBezTo>
                <a:cubicBezTo>
                  <a:pt x="174591" y="44836"/>
                  <a:pt x="177245" y="39192"/>
                  <a:pt x="182554" y="34619"/>
                </a:cubicBezTo>
                <a:cubicBezTo>
                  <a:pt x="187862" y="30046"/>
                  <a:pt x="196092" y="27759"/>
                  <a:pt x="207245" y="27759"/>
                </a:cubicBezTo>
                <a:cubicBezTo>
                  <a:pt x="217861" y="27759"/>
                  <a:pt x="225751" y="29482"/>
                  <a:pt x="230913" y="32928"/>
                </a:cubicBezTo>
                <a:cubicBezTo>
                  <a:pt x="236075" y="36373"/>
                  <a:pt x="239631" y="41468"/>
                  <a:pt x="241579" y="48213"/>
                </a:cubicBezTo>
                <a:lnTo>
                  <a:pt x="222220" y="51866"/>
                </a:lnTo>
                <a:cubicBezTo>
                  <a:pt x="221392" y="48846"/>
                  <a:pt x="219822" y="46533"/>
                  <a:pt x="217508" y="44926"/>
                </a:cubicBezTo>
                <a:cubicBezTo>
                  <a:pt x="215195" y="43319"/>
                  <a:pt x="211896" y="42515"/>
                  <a:pt x="207610" y="42515"/>
                </a:cubicBezTo>
                <a:cubicBezTo>
                  <a:pt x="202204" y="42515"/>
                  <a:pt x="198333" y="43270"/>
                  <a:pt x="195995" y="44778"/>
                </a:cubicBezTo>
                <a:cubicBezTo>
                  <a:pt x="194437" y="45846"/>
                  <a:pt x="193657" y="47232"/>
                  <a:pt x="193657" y="48935"/>
                </a:cubicBezTo>
                <a:cubicBezTo>
                  <a:pt x="193657" y="50393"/>
                  <a:pt x="194339" y="51632"/>
                  <a:pt x="195703" y="52653"/>
                </a:cubicBezTo>
                <a:cubicBezTo>
                  <a:pt x="197553" y="54016"/>
                  <a:pt x="203945" y="55937"/>
                  <a:pt x="214879" y="58418"/>
                </a:cubicBezTo>
                <a:cubicBezTo>
                  <a:pt x="225812" y="60898"/>
                  <a:pt x="233446" y="63941"/>
                  <a:pt x="237780" y="67547"/>
                </a:cubicBezTo>
                <a:cubicBezTo>
                  <a:pt x="242066" y="71202"/>
                  <a:pt x="244208" y="76294"/>
                  <a:pt x="244208" y="82823"/>
                </a:cubicBezTo>
                <a:cubicBezTo>
                  <a:pt x="244208" y="89938"/>
                  <a:pt x="241238" y="96054"/>
                  <a:pt x="235296" y="101170"/>
                </a:cubicBezTo>
                <a:cubicBezTo>
                  <a:pt x="229355" y="106287"/>
                  <a:pt x="220564" y="108845"/>
                  <a:pt x="208925" y="108845"/>
                </a:cubicBezTo>
                <a:cubicBezTo>
                  <a:pt x="198357" y="108845"/>
                  <a:pt x="189993" y="106709"/>
                  <a:pt x="183832" y="102437"/>
                </a:cubicBezTo>
                <a:cubicBezTo>
                  <a:pt x="177671" y="98164"/>
                  <a:pt x="173642" y="92362"/>
                  <a:pt x="171742" y="85031"/>
                </a:cubicBezTo>
                <a:close/>
                <a:moveTo>
                  <a:pt x="297132" y="29512"/>
                </a:moveTo>
                <a:lnTo>
                  <a:pt x="297132" y="45876"/>
                </a:lnTo>
                <a:lnTo>
                  <a:pt x="283106" y="45876"/>
                </a:lnTo>
                <a:lnTo>
                  <a:pt x="283106" y="77091"/>
                </a:lnTo>
                <a:cubicBezTo>
                  <a:pt x="283106" y="83413"/>
                  <a:pt x="283240" y="87097"/>
                  <a:pt x="283508" y="88142"/>
                </a:cubicBezTo>
                <a:cubicBezTo>
                  <a:pt x="283776" y="89186"/>
                  <a:pt x="284385" y="90049"/>
                  <a:pt x="285334" y="90731"/>
                </a:cubicBezTo>
                <a:cubicBezTo>
                  <a:pt x="286284" y="91411"/>
                  <a:pt x="287440" y="91752"/>
                  <a:pt x="288804" y="91752"/>
                </a:cubicBezTo>
                <a:cubicBezTo>
                  <a:pt x="290703" y="91752"/>
                  <a:pt x="293455" y="91094"/>
                  <a:pt x="297059" y="89779"/>
                </a:cubicBezTo>
                <a:lnTo>
                  <a:pt x="298812" y="105764"/>
                </a:lnTo>
                <a:cubicBezTo>
                  <a:pt x="294039" y="107818"/>
                  <a:pt x="288634" y="108845"/>
                  <a:pt x="282595" y="108845"/>
                </a:cubicBezTo>
                <a:cubicBezTo>
                  <a:pt x="278894" y="108845"/>
                  <a:pt x="275558" y="108224"/>
                  <a:pt x="272587" y="106983"/>
                </a:cubicBezTo>
                <a:cubicBezTo>
                  <a:pt x="269616" y="105741"/>
                  <a:pt x="267437" y="104134"/>
                  <a:pt x="266049" y="102161"/>
                </a:cubicBezTo>
                <a:cubicBezTo>
                  <a:pt x="264661" y="100189"/>
                  <a:pt x="263699" y="97522"/>
                  <a:pt x="263163" y="94162"/>
                </a:cubicBezTo>
                <a:cubicBezTo>
                  <a:pt x="262725" y="91776"/>
                  <a:pt x="262506" y="86955"/>
                  <a:pt x="262506" y="79698"/>
                </a:cubicBezTo>
                <a:lnTo>
                  <a:pt x="262506" y="45876"/>
                </a:lnTo>
                <a:lnTo>
                  <a:pt x="253082" y="45876"/>
                </a:lnTo>
                <a:lnTo>
                  <a:pt x="253082" y="29512"/>
                </a:lnTo>
                <a:lnTo>
                  <a:pt x="262506" y="29512"/>
                </a:lnTo>
                <a:lnTo>
                  <a:pt x="262506" y="14026"/>
                </a:lnTo>
                <a:lnTo>
                  <a:pt x="283106" y="1899"/>
                </a:lnTo>
                <a:lnTo>
                  <a:pt x="283106" y="29512"/>
                </a:lnTo>
                <a:lnTo>
                  <a:pt x="297132" y="29512"/>
                </a:lnTo>
                <a:close/>
                <a:moveTo>
                  <a:pt x="356302" y="82401"/>
                </a:moveTo>
                <a:lnTo>
                  <a:pt x="376756" y="85907"/>
                </a:lnTo>
                <a:cubicBezTo>
                  <a:pt x="374126" y="93383"/>
                  <a:pt x="369975" y="99075"/>
                  <a:pt x="364301" y="102983"/>
                </a:cubicBezTo>
                <a:cubicBezTo>
                  <a:pt x="358627" y="106891"/>
                  <a:pt x="351529" y="108845"/>
                  <a:pt x="343007" y="108845"/>
                </a:cubicBezTo>
                <a:cubicBezTo>
                  <a:pt x="329517" y="108845"/>
                  <a:pt x="319533" y="104438"/>
                  <a:pt x="313056" y="95623"/>
                </a:cubicBezTo>
                <a:cubicBezTo>
                  <a:pt x="307943" y="88562"/>
                  <a:pt x="305386" y="79649"/>
                  <a:pt x="305386" y="68887"/>
                </a:cubicBezTo>
                <a:cubicBezTo>
                  <a:pt x="305386" y="56030"/>
                  <a:pt x="308746" y="45961"/>
                  <a:pt x="315467" y="38680"/>
                </a:cubicBezTo>
                <a:cubicBezTo>
                  <a:pt x="322187" y="31400"/>
                  <a:pt x="330686" y="27759"/>
                  <a:pt x="340961" y="27759"/>
                </a:cubicBezTo>
                <a:cubicBezTo>
                  <a:pt x="352503" y="27759"/>
                  <a:pt x="361610" y="31570"/>
                  <a:pt x="368282" y="39192"/>
                </a:cubicBezTo>
                <a:cubicBezTo>
                  <a:pt x="374954" y="46813"/>
                  <a:pt x="378144" y="58489"/>
                  <a:pt x="377852" y="74219"/>
                </a:cubicBezTo>
                <a:lnTo>
                  <a:pt x="326424" y="74219"/>
                </a:lnTo>
                <a:cubicBezTo>
                  <a:pt x="326570" y="80307"/>
                  <a:pt x="328226" y="85043"/>
                  <a:pt x="331392" y="88428"/>
                </a:cubicBezTo>
                <a:cubicBezTo>
                  <a:pt x="334557" y="91812"/>
                  <a:pt x="338502" y="93505"/>
                  <a:pt x="343226" y="93505"/>
                </a:cubicBezTo>
                <a:cubicBezTo>
                  <a:pt x="346440" y="93505"/>
                  <a:pt x="349143" y="92628"/>
                  <a:pt x="351335" y="90875"/>
                </a:cubicBezTo>
                <a:cubicBezTo>
                  <a:pt x="353526" y="89122"/>
                  <a:pt x="355182" y="86297"/>
                  <a:pt x="356302" y="82401"/>
                </a:cubicBezTo>
                <a:moveTo>
                  <a:pt x="357471" y="61655"/>
                </a:moveTo>
                <a:cubicBezTo>
                  <a:pt x="357325" y="55738"/>
                  <a:pt x="355791" y="51239"/>
                  <a:pt x="352869" y="48159"/>
                </a:cubicBezTo>
                <a:cubicBezTo>
                  <a:pt x="349947" y="45078"/>
                  <a:pt x="346391" y="43538"/>
                  <a:pt x="342203" y="43538"/>
                </a:cubicBezTo>
                <a:cubicBezTo>
                  <a:pt x="337723" y="43538"/>
                  <a:pt x="334022" y="45163"/>
                  <a:pt x="331100" y="48412"/>
                </a:cubicBezTo>
                <a:cubicBezTo>
                  <a:pt x="328178" y="51663"/>
                  <a:pt x="326741" y="56077"/>
                  <a:pt x="326790" y="61655"/>
                </a:cubicBezTo>
                <a:lnTo>
                  <a:pt x="357471" y="61655"/>
                </a:lnTo>
                <a:close/>
                <a:moveTo>
                  <a:pt x="413610" y="107092"/>
                </a:moveTo>
                <a:lnTo>
                  <a:pt x="393082" y="107092"/>
                </a:lnTo>
                <a:lnTo>
                  <a:pt x="393082" y="29512"/>
                </a:lnTo>
                <a:lnTo>
                  <a:pt x="412149" y="29512"/>
                </a:lnTo>
                <a:lnTo>
                  <a:pt x="412149" y="40543"/>
                </a:lnTo>
                <a:cubicBezTo>
                  <a:pt x="415412" y="35332"/>
                  <a:pt x="418346" y="31899"/>
                  <a:pt x="420951" y="30243"/>
                </a:cubicBezTo>
                <a:cubicBezTo>
                  <a:pt x="423557" y="28587"/>
                  <a:pt x="426515" y="27759"/>
                  <a:pt x="429827" y="27759"/>
                </a:cubicBezTo>
                <a:cubicBezTo>
                  <a:pt x="434502" y="27759"/>
                  <a:pt x="439007" y="29050"/>
                  <a:pt x="443341" y="31631"/>
                </a:cubicBezTo>
                <a:lnTo>
                  <a:pt x="436986" y="49528"/>
                </a:lnTo>
                <a:cubicBezTo>
                  <a:pt x="433528" y="47288"/>
                  <a:pt x="430314" y="46168"/>
                  <a:pt x="427343" y="46168"/>
                </a:cubicBezTo>
                <a:cubicBezTo>
                  <a:pt x="424470" y="46168"/>
                  <a:pt x="422035" y="46959"/>
                  <a:pt x="420038" y="48542"/>
                </a:cubicBezTo>
                <a:cubicBezTo>
                  <a:pt x="418041" y="50125"/>
                  <a:pt x="416471" y="52986"/>
                  <a:pt x="415326" y="57126"/>
                </a:cubicBezTo>
                <a:cubicBezTo>
                  <a:pt x="414182" y="61265"/>
                  <a:pt x="413610" y="69934"/>
                  <a:pt x="413610" y="83132"/>
                </a:cubicBezTo>
                <a:lnTo>
                  <a:pt x="413610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D39E8-ED58-4FE5-BBF5-AD8E77FF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24" y="1557424"/>
            <a:ext cx="394616" cy="77921"/>
          </a:xfrm>
          <a:custGeom xmlns:a="http://schemas.openxmlformats.org/drawingml/2006/main">
            <a:pathLst>
              <a:path w="394616" h="77921">
                <a:moveTo>
                  <a:pt x="0" y="29220"/>
                </a:moveTo>
                <a:lnTo>
                  <a:pt x="0" y="48700"/>
                </a:lnTo>
                <a:lnTo>
                  <a:pt x="316695" y="48700"/>
                </a:lnTo>
                <a:lnTo>
                  <a:pt x="316695" y="77921"/>
                </a:lnTo>
                <a:lnTo>
                  <a:pt x="394616" y="38960"/>
                </a:lnTo>
                <a:lnTo>
                  <a:pt x="316695" y="0"/>
                </a:lnTo>
                <a:lnTo>
                  <a:pt x="316695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Success">
            <a:extLst xmlns:a="http://schemas.openxmlformats.org/drawingml/2006/main">
              <a:ext uri="{FF2B5EF4-FFF2-40B4-BE49-F238E27FC236}">
                <a16:creationId xmlns:a16="http://schemas.microsoft.com/office/drawing/2014/main" id="{6EA720E9-B079-414D-9C4D-8A87A0CC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489" y="805847"/>
            <a:ext cx="592395" cy="111037"/>
          </a:xfrm>
          <a:custGeom xmlns:a="http://schemas.openxmlformats.org/drawingml/2006/main">
            <a:pathLst>
              <a:path w="592395" h="111037">
                <a:moveTo>
                  <a:pt x="0" y="74219"/>
                </a:moveTo>
                <a:lnTo>
                  <a:pt x="21039" y="72174"/>
                </a:lnTo>
                <a:cubicBezTo>
                  <a:pt x="22305" y="79261"/>
                  <a:pt x="24874" y="84467"/>
                  <a:pt x="28745" y="87791"/>
                </a:cubicBezTo>
                <a:cubicBezTo>
                  <a:pt x="32617" y="91113"/>
                  <a:pt x="37840" y="92774"/>
                  <a:pt x="44415" y="92774"/>
                </a:cubicBezTo>
                <a:cubicBezTo>
                  <a:pt x="51379" y="92774"/>
                  <a:pt x="56626" y="91296"/>
                  <a:pt x="60157" y="88341"/>
                </a:cubicBezTo>
                <a:cubicBezTo>
                  <a:pt x="63688" y="85385"/>
                  <a:pt x="65453" y="81928"/>
                  <a:pt x="65453" y="77970"/>
                </a:cubicBezTo>
                <a:cubicBezTo>
                  <a:pt x="65453" y="75430"/>
                  <a:pt x="64711" y="73269"/>
                  <a:pt x="63225" y="71487"/>
                </a:cubicBezTo>
                <a:cubicBezTo>
                  <a:pt x="61740" y="69703"/>
                  <a:pt x="59147" y="68152"/>
                  <a:pt x="55445" y="66832"/>
                </a:cubicBezTo>
                <a:cubicBezTo>
                  <a:pt x="52913" y="65954"/>
                  <a:pt x="47142" y="64393"/>
                  <a:pt x="38132" y="62148"/>
                </a:cubicBezTo>
                <a:cubicBezTo>
                  <a:pt x="26542" y="59268"/>
                  <a:pt x="18409" y="55730"/>
                  <a:pt x="13734" y="51533"/>
                </a:cubicBezTo>
                <a:cubicBezTo>
                  <a:pt x="7159" y="45628"/>
                  <a:pt x="3872" y="38430"/>
                  <a:pt x="3872" y="29939"/>
                </a:cubicBezTo>
                <a:cubicBezTo>
                  <a:pt x="3872" y="24474"/>
                  <a:pt x="5418" y="19363"/>
                  <a:pt x="8510" y="14606"/>
                </a:cubicBezTo>
                <a:cubicBezTo>
                  <a:pt x="11603" y="9847"/>
                  <a:pt x="16059" y="6223"/>
                  <a:pt x="21879" y="3735"/>
                </a:cubicBezTo>
                <a:cubicBezTo>
                  <a:pt x="27698" y="1245"/>
                  <a:pt x="34723" y="0"/>
                  <a:pt x="42954" y="0"/>
                </a:cubicBezTo>
                <a:cubicBezTo>
                  <a:pt x="56395" y="0"/>
                  <a:pt x="66513" y="2960"/>
                  <a:pt x="73306" y="8880"/>
                </a:cubicBezTo>
                <a:cubicBezTo>
                  <a:pt x="80100" y="14799"/>
                  <a:pt x="83667" y="22699"/>
                  <a:pt x="84008" y="32581"/>
                </a:cubicBezTo>
                <a:lnTo>
                  <a:pt x="62385" y="33457"/>
                </a:lnTo>
                <a:cubicBezTo>
                  <a:pt x="61460" y="27954"/>
                  <a:pt x="59475" y="23997"/>
                  <a:pt x="56432" y="21586"/>
                </a:cubicBezTo>
                <a:cubicBezTo>
                  <a:pt x="53388" y="19176"/>
                  <a:pt x="48822" y="17970"/>
                  <a:pt x="42735" y="17970"/>
                </a:cubicBezTo>
                <a:cubicBezTo>
                  <a:pt x="36452" y="17970"/>
                  <a:pt x="31533" y="19262"/>
                  <a:pt x="27978" y="21844"/>
                </a:cubicBezTo>
                <a:cubicBezTo>
                  <a:pt x="25689" y="23500"/>
                  <a:pt x="24545" y="25717"/>
                  <a:pt x="24545" y="28494"/>
                </a:cubicBezTo>
                <a:cubicBezTo>
                  <a:pt x="24545" y="31028"/>
                  <a:pt x="25616" y="33196"/>
                  <a:pt x="27759" y="34998"/>
                </a:cubicBezTo>
                <a:cubicBezTo>
                  <a:pt x="30486" y="37289"/>
                  <a:pt x="37110" y="39678"/>
                  <a:pt x="47629" y="42166"/>
                </a:cubicBezTo>
                <a:cubicBezTo>
                  <a:pt x="58148" y="44654"/>
                  <a:pt x="65928" y="47229"/>
                  <a:pt x="70969" y="49889"/>
                </a:cubicBezTo>
                <a:cubicBezTo>
                  <a:pt x="76009" y="52548"/>
                  <a:pt x="79954" y="56183"/>
                  <a:pt x="82803" y="60794"/>
                </a:cubicBezTo>
                <a:cubicBezTo>
                  <a:pt x="85652" y="65404"/>
                  <a:pt x="87076" y="71100"/>
                  <a:pt x="87076" y="77883"/>
                </a:cubicBezTo>
                <a:cubicBezTo>
                  <a:pt x="87076" y="84030"/>
                  <a:pt x="85372" y="89788"/>
                  <a:pt x="81963" y="95155"/>
                </a:cubicBezTo>
                <a:cubicBezTo>
                  <a:pt x="78554" y="100523"/>
                  <a:pt x="73732" y="104512"/>
                  <a:pt x="67499" y="107122"/>
                </a:cubicBezTo>
                <a:cubicBezTo>
                  <a:pt x="61265" y="109732"/>
                  <a:pt x="53497" y="111037"/>
                  <a:pt x="44196" y="111037"/>
                </a:cubicBezTo>
                <a:cubicBezTo>
                  <a:pt x="30657" y="111037"/>
                  <a:pt x="20259" y="107902"/>
                  <a:pt x="13003" y="101632"/>
                </a:cubicBezTo>
                <a:cubicBezTo>
                  <a:pt x="5747" y="95361"/>
                  <a:pt x="1412" y="86224"/>
                  <a:pt x="0" y="74219"/>
                </a:cubicBezTo>
                <a:close/>
                <a:moveTo>
                  <a:pt x="156184" y="108991"/>
                </a:moveTo>
                <a:lnTo>
                  <a:pt x="156184" y="97376"/>
                </a:lnTo>
                <a:cubicBezTo>
                  <a:pt x="153359" y="101516"/>
                  <a:pt x="149645" y="104779"/>
                  <a:pt x="145043" y="107165"/>
                </a:cubicBezTo>
                <a:cubicBezTo>
                  <a:pt x="140441" y="109551"/>
                  <a:pt x="135583" y="110745"/>
                  <a:pt x="130470" y="110745"/>
                </a:cubicBezTo>
                <a:cubicBezTo>
                  <a:pt x="125259" y="110745"/>
                  <a:pt x="120584" y="109600"/>
                  <a:pt x="116444" y="107311"/>
                </a:cubicBezTo>
                <a:cubicBezTo>
                  <a:pt x="112304" y="105022"/>
                  <a:pt x="109309" y="101808"/>
                  <a:pt x="107459" y="97669"/>
                </a:cubicBezTo>
                <a:cubicBezTo>
                  <a:pt x="105608" y="93529"/>
                  <a:pt x="104683" y="87807"/>
                  <a:pt x="104683" y="80502"/>
                </a:cubicBezTo>
                <a:lnTo>
                  <a:pt x="104683" y="31412"/>
                </a:lnTo>
                <a:lnTo>
                  <a:pt x="125210" y="31412"/>
                </a:lnTo>
                <a:lnTo>
                  <a:pt x="125210" y="66978"/>
                </a:lnTo>
                <a:cubicBezTo>
                  <a:pt x="125210" y="77863"/>
                  <a:pt x="125587" y="84532"/>
                  <a:pt x="126342" y="86985"/>
                </a:cubicBezTo>
                <a:cubicBezTo>
                  <a:pt x="127097" y="89438"/>
                  <a:pt x="128473" y="91382"/>
                  <a:pt x="130470" y="92815"/>
                </a:cubicBezTo>
                <a:cubicBezTo>
                  <a:pt x="132466" y="94249"/>
                  <a:pt x="134999" y="94966"/>
                  <a:pt x="138067" y="94966"/>
                </a:cubicBezTo>
                <a:cubicBezTo>
                  <a:pt x="141573" y="94966"/>
                  <a:pt x="144715" y="94006"/>
                  <a:pt x="147490" y="92087"/>
                </a:cubicBezTo>
                <a:cubicBezTo>
                  <a:pt x="150266" y="90168"/>
                  <a:pt x="152166" y="87787"/>
                  <a:pt x="153188" y="84944"/>
                </a:cubicBezTo>
                <a:cubicBezTo>
                  <a:pt x="154211" y="82101"/>
                  <a:pt x="154722" y="75141"/>
                  <a:pt x="154722" y="64063"/>
                </a:cubicBezTo>
                <a:lnTo>
                  <a:pt x="154722" y="31412"/>
                </a:lnTo>
                <a:lnTo>
                  <a:pt x="175250" y="31412"/>
                </a:lnTo>
                <a:lnTo>
                  <a:pt x="175250" y="108991"/>
                </a:lnTo>
                <a:lnTo>
                  <a:pt x="156184" y="108991"/>
                </a:lnTo>
                <a:close/>
                <a:moveTo>
                  <a:pt x="264474" y="54350"/>
                </a:moveTo>
                <a:lnTo>
                  <a:pt x="244239" y="58002"/>
                </a:lnTo>
                <a:cubicBezTo>
                  <a:pt x="243557" y="53984"/>
                  <a:pt x="242011" y="50959"/>
                  <a:pt x="239600" y="48926"/>
                </a:cubicBezTo>
                <a:cubicBezTo>
                  <a:pt x="237190" y="46892"/>
                  <a:pt x="234061" y="45876"/>
                  <a:pt x="230213" y="45876"/>
                </a:cubicBezTo>
                <a:cubicBezTo>
                  <a:pt x="225100" y="45876"/>
                  <a:pt x="221021" y="47636"/>
                  <a:pt x="217977" y="51156"/>
                </a:cubicBezTo>
                <a:cubicBezTo>
                  <a:pt x="214934" y="54676"/>
                  <a:pt x="213412" y="60563"/>
                  <a:pt x="213412" y="68816"/>
                </a:cubicBezTo>
                <a:cubicBezTo>
                  <a:pt x="213412" y="77993"/>
                  <a:pt x="214958" y="84475"/>
                  <a:pt x="218050" y="88263"/>
                </a:cubicBezTo>
                <a:cubicBezTo>
                  <a:pt x="221143" y="92050"/>
                  <a:pt x="225295" y="93943"/>
                  <a:pt x="230506" y="93943"/>
                </a:cubicBezTo>
                <a:cubicBezTo>
                  <a:pt x="234402" y="93943"/>
                  <a:pt x="237591" y="92835"/>
                  <a:pt x="240075" y="90619"/>
                </a:cubicBezTo>
                <a:cubicBezTo>
                  <a:pt x="242559" y="88403"/>
                  <a:pt x="244312" y="84593"/>
                  <a:pt x="245335" y="79187"/>
                </a:cubicBezTo>
                <a:lnTo>
                  <a:pt x="265497" y="82693"/>
                </a:lnTo>
                <a:cubicBezTo>
                  <a:pt x="263403" y="91946"/>
                  <a:pt x="259385" y="98935"/>
                  <a:pt x="253443" y="103659"/>
                </a:cubicBezTo>
                <a:cubicBezTo>
                  <a:pt x="247502" y="108383"/>
                  <a:pt x="239539" y="110745"/>
                  <a:pt x="229556" y="110745"/>
                </a:cubicBezTo>
                <a:cubicBezTo>
                  <a:pt x="218209" y="110745"/>
                  <a:pt x="209163" y="107165"/>
                  <a:pt x="202418" y="100006"/>
                </a:cubicBezTo>
                <a:cubicBezTo>
                  <a:pt x="195673" y="92847"/>
                  <a:pt x="192300" y="82937"/>
                  <a:pt x="192300" y="70275"/>
                </a:cubicBezTo>
                <a:cubicBezTo>
                  <a:pt x="192300" y="57466"/>
                  <a:pt x="195685" y="47495"/>
                  <a:pt x="202454" y="40360"/>
                </a:cubicBezTo>
                <a:cubicBezTo>
                  <a:pt x="209223" y="33226"/>
                  <a:pt x="218379" y="29659"/>
                  <a:pt x="229921" y="29659"/>
                </a:cubicBezTo>
                <a:cubicBezTo>
                  <a:pt x="239369" y="29659"/>
                  <a:pt x="246881" y="31692"/>
                  <a:pt x="252457" y="35758"/>
                </a:cubicBezTo>
                <a:cubicBezTo>
                  <a:pt x="258033" y="39825"/>
                  <a:pt x="262039" y="46022"/>
                  <a:pt x="264474" y="54350"/>
                </a:cubicBezTo>
                <a:close/>
                <a:moveTo>
                  <a:pt x="347057" y="54350"/>
                </a:moveTo>
                <a:lnTo>
                  <a:pt x="326822" y="58002"/>
                </a:lnTo>
                <a:cubicBezTo>
                  <a:pt x="326140" y="53984"/>
                  <a:pt x="324594" y="50959"/>
                  <a:pt x="322183" y="48926"/>
                </a:cubicBezTo>
                <a:cubicBezTo>
                  <a:pt x="319773" y="46892"/>
                  <a:pt x="316644" y="45876"/>
                  <a:pt x="312796" y="45876"/>
                </a:cubicBezTo>
                <a:cubicBezTo>
                  <a:pt x="307683" y="45876"/>
                  <a:pt x="303604" y="47636"/>
                  <a:pt x="300561" y="51156"/>
                </a:cubicBezTo>
                <a:cubicBezTo>
                  <a:pt x="297517" y="54676"/>
                  <a:pt x="295995" y="60563"/>
                  <a:pt x="295995" y="68816"/>
                </a:cubicBezTo>
                <a:cubicBezTo>
                  <a:pt x="295995" y="77993"/>
                  <a:pt x="297541" y="84475"/>
                  <a:pt x="300634" y="88263"/>
                </a:cubicBezTo>
                <a:cubicBezTo>
                  <a:pt x="303726" y="92050"/>
                  <a:pt x="307878" y="93943"/>
                  <a:pt x="313089" y="93943"/>
                </a:cubicBezTo>
                <a:cubicBezTo>
                  <a:pt x="316985" y="93943"/>
                  <a:pt x="320175" y="92835"/>
                  <a:pt x="322658" y="90619"/>
                </a:cubicBezTo>
                <a:cubicBezTo>
                  <a:pt x="325142" y="88403"/>
                  <a:pt x="326895" y="84593"/>
                  <a:pt x="327918" y="79187"/>
                </a:cubicBezTo>
                <a:lnTo>
                  <a:pt x="348080" y="82693"/>
                </a:lnTo>
                <a:cubicBezTo>
                  <a:pt x="345986" y="91946"/>
                  <a:pt x="341968" y="98935"/>
                  <a:pt x="336027" y="103659"/>
                </a:cubicBezTo>
                <a:cubicBezTo>
                  <a:pt x="330085" y="108383"/>
                  <a:pt x="322123" y="110745"/>
                  <a:pt x="312139" y="110745"/>
                </a:cubicBezTo>
                <a:cubicBezTo>
                  <a:pt x="300792" y="110745"/>
                  <a:pt x="291746" y="107165"/>
                  <a:pt x="285001" y="100006"/>
                </a:cubicBezTo>
                <a:cubicBezTo>
                  <a:pt x="278256" y="92847"/>
                  <a:pt x="274883" y="82937"/>
                  <a:pt x="274883" y="70275"/>
                </a:cubicBezTo>
                <a:cubicBezTo>
                  <a:pt x="274883" y="57466"/>
                  <a:pt x="278268" y="47495"/>
                  <a:pt x="285037" y="40360"/>
                </a:cubicBezTo>
                <a:cubicBezTo>
                  <a:pt x="291807" y="33226"/>
                  <a:pt x="300962" y="29659"/>
                  <a:pt x="312504" y="29659"/>
                </a:cubicBezTo>
                <a:cubicBezTo>
                  <a:pt x="321952" y="29659"/>
                  <a:pt x="329464" y="31692"/>
                  <a:pt x="335040" y="35758"/>
                </a:cubicBezTo>
                <a:cubicBezTo>
                  <a:pt x="340617" y="39825"/>
                  <a:pt x="344622" y="46022"/>
                  <a:pt x="347057" y="54350"/>
                </a:cubicBezTo>
                <a:close/>
                <a:moveTo>
                  <a:pt x="406921" y="84300"/>
                </a:moveTo>
                <a:lnTo>
                  <a:pt x="427376" y="87807"/>
                </a:lnTo>
                <a:cubicBezTo>
                  <a:pt x="424746" y="95282"/>
                  <a:pt x="420594" y="100974"/>
                  <a:pt x="414920" y="104882"/>
                </a:cubicBezTo>
                <a:cubicBezTo>
                  <a:pt x="409247" y="108791"/>
                  <a:pt x="402149" y="110745"/>
                  <a:pt x="393626" y="110745"/>
                </a:cubicBezTo>
                <a:cubicBezTo>
                  <a:pt x="380136" y="110745"/>
                  <a:pt x="370153" y="106337"/>
                  <a:pt x="363675" y="97522"/>
                </a:cubicBezTo>
                <a:cubicBezTo>
                  <a:pt x="358562" y="90461"/>
                  <a:pt x="356005" y="81549"/>
                  <a:pt x="356005" y="70786"/>
                </a:cubicBezTo>
                <a:cubicBezTo>
                  <a:pt x="356005" y="57929"/>
                  <a:pt x="359365" y="47860"/>
                  <a:pt x="366086" y="40580"/>
                </a:cubicBezTo>
                <a:cubicBezTo>
                  <a:pt x="372807" y="33299"/>
                  <a:pt x="381305" y="29659"/>
                  <a:pt x="391581" y="29659"/>
                </a:cubicBezTo>
                <a:cubicBezTo>
                  <a:pt x="403123" y="29659"/>
                  <a:pt x="412230" y="33469"/>
                  <a:pt x="418902" y="41091"/>
                </a:cubicBezTo>
                <a:cubicBezTo>
                  <a:pt x="425574" y="48713"/>
                  <a:pt x="428763" y="60388"/>
                  <a:pt x="428471" y="76119"/>
                </a:cubicBezTo>
                <a:lnTo>
                  <a:pt x="377044" y="76119"/>
                </a:lnTo>
                <a:cubicBezTo>
                  <a:pt x="377190" y="82206"/>
                  <a:pt x="378846" y="86942"/>
                  <a:pt x="382011" y="90327"/>
                </a:cubicBezTo>
                <a:cubicBezTo>
                  <a:pt x="385177" y="93712"/>
                  <a:pt x="389121" y="95404"/>
                  <a:pt x="393845" y="95404"/>
                </a:cubicBezTo>
                <a:cubicBezTo>
                  <a:pt x="397060" y="95404"/>
                  <a:pt x="399762" y="94527"/>
                  <a:pt x="401954" y="92774"/>
                </a:cubicBezTo>
                <a:cubicBezTo>
                  <a:pt x="404145" y="91021"/>
                  <a:pt x="405801" y="88196"/>
                  <a:pt x="406921" y="84300"/>
                </a:cubicBezTo>
                <a:moveTo>
                  <a:pt x="408090" y="63554"/>
                </a:moveTo>
                <a:cubicBezTo>
                  <a:pt x="407944" y="57637"/>
                  <a:pt x="406410" y="53138"/>
                  <a:pt x="403488" y="50058"/>
                </a:cubicBezTo>
                <a:cubicBezTo>
                  <a:pt x="400566" y="46978"/>
                  <a:pt x="397011" y="45437"/>
                  <a:pt x="392823" y="45437"/>
                </a:cubicBezTo>
                <a:cubicBezTo>
                  <a:pt x="388342" y="45437"/>
                  <a:pt x="384641" y="47062"/>
                  <a:pt x="381719" y="50311"/>
                </a:cubicBezTo>
                <a:cubicBezTo>
                  <a:pt x="378797" y="53562"/>
                  <a:pt x="377360" y="57976"/>
                  <a:pt x="377409" y="63554"/>
                </a:cubicBezTo>
                <a:lnTo>
                  <a:pt x="408090" y="63554"/>
                </a:lnTo>
                <a:close/>
                <a:moveTo>
                  <a:pt x="437346" y="86930"/>
                </a:moveTo>
                <a:lnTo>
                  <a:pt x="457947" y="83716"/>
                </a:lnTo>
                <a:cubicBezTo>
                  <a:pt x="458823" y="87685"/>
                  <a:pt x="460601" y="90698"/>
                  <a:pt x="463279" y="92756"/>
                </a:cubicBezTo>
                <a:cubicBezTo>
                  <a:pt x="465958" y="94814"/>
                  <a:pt x="469708" y="95842"/>
                  <a:pt x="474529" y="95842"/>
                </a:cubicBezTo>
                <a:cubicBezTo>
                  <a:pt x="479838" y="95842"/>
                  <a:pt x="483831" y="94870"/>
                  <a:pt x="486509" y="92925"/>
                </a:cubicBezTo>
                <a:cubicBezTo>
                  <a:pt x="488311" y="91563"/>
                  <a:pt x="489212" y="89739"/>
                  <a:pt x="489212" y="87453"/>
                </a:cubicBezTo>
                <a:cubicBezTo>
                  <a:pt x="489212" y="85896"/>
                  <a:pt x="488725" y="84607"/>
                  <a:pt x="487751" y="83586"/>
                </a:cubicBezTo>
                <a:cubicBezTo>
                  <a:pt x="486729" y="82613"/>
                  <a:pt x="484440" y="81714"/>
                  <a:pt x="480885" y="80888"/>
                </a:cubicBezTo>
                <a:cubicBezTo>
                  <a:pt x="464326" y="77241"/>
                  <a:pt x="453832" y="73910"/>
                  <a:pt x="449400" y="70893"/>
                </a:cubicBezTo>
                <a:cubicBezTo>
                  <a:pt x="443264" y="66708"/>
                  <a:pt x="440195" y="60894"/>
                  <a:pt x="440195" y="53450"/>
                </a:cubicBezTo>
                <a:cubicBezTo>
                  <a:pt x="440195" y="46736"/>
                  <a:pt x="442850" y="41092"/>
                  <a:pt x="448158" y="36518"/>
                </a:cubicBezTo>
                <a:cubicBezTo>
                  <a:pt x="453466" y="31945"/>
                  <a:pt x="461697" y="29659"/>
                  <a:pt x="472849" y="29659"/>
                </a:cubicBezTo>
                <a:cubicBezTo>
                  <a:pt x="483466" y="29659"/>
                  <a:pt x="491355" y="31381"/>
                  <a:pt x="496517" y="34827"/>
                </a:cubicBezTo>
                <a:cubicBezTo>
                  <a:pt x="501680" y="38272"/>
                  <a:pt x="505235" y="43368"/>
                  <a:pt x="507183" y="50113"/>
                </a:cubicBezTo>
                <a:lnTo>
                  <a:pt x="487824" y="53765"/>
                </a:lnTo>
                <a:cubicBezTo>
                  <a:pt x="486996" y="50746"/>
                  <a:pt x="485426" y="48433"/>
                  <a:pt x="483113" y="46825"/>
                </a:cubicBezTo>
                <a:cubicBezTo>
                  <a:pt x="480799" y="45218"/>
                  <a:pt x="477500" y="44415"/>
                  <a:pt x="473214" y="44415"/>
                </a:cubicBezTo>
                <a:cubicBezTo>
                  <a:pt x="467809" y="44415"/>
                  <a:pt x="463937" y="45169"/>
                  <a:pt x="461599" y="46677"/>
                </a:cubicBezTo>
                <a:cubicBezTo>
                  <a:pt x="460041" y="47745"/>
                  <a:pt x="459262" y="49131"/>
                  <a:pt x="459262" y="50834"/>
                </a:cubicBezTo>
                <a:cubicBezTo>
                  <a:pt x="459262" y="52292"/>
                  <a:pt x="459943" y="53532"/>
                  <a:pt x="461307" y="54553"/>
                </a:cubicBezTo>
                <a:cubicBezTo>
                  <a:pt x="463158" y="55915"/>
                  <a:pt x="469550" y="57836"/>
                  <a:pt x="480483" y="60317"/>
                </a:cubicBezTo>
                <a:cubicBezTo>
                  <a:pt x="491416" y="62798"/>
                  <a:pt x="499050" y="65841"/>
                  <a:pt x="503384" y="69446"/>
                </a:cubicBezTo>
                <a:cubicBezTo>
                  <a:pt x="507670" y="73102"/>
                  <a:pt x="509813" y="78194"/>
                  <a:pt x="509813" y="84723"/>
                </a:cubicBezTo>
                <a:cubicBezTo>
                  <a:pt x="509813" y="91837"/>
                  <a:pt x="506842" y="97953"/>
                  <a:pt x="500900" y="103070"/>
                </a:cubicBezTo>
                <a:cubicBezTo>
                  <a:pt x="494959" y="108186"/>
                  <a:pt x="486169" y="110745"/>
                  <a:pt x="474529" y="110745"/>
                </a:cubicBezTo>
                <a:cubicBezTo>
                  <a:pt x="463961" y="110745"/>
                  <a:pt x="455597" y="108609"/>
                  <a:pt x="449436" y="104337"/>
                </a:cubicBezTo>
                <a:cubicBezTo>
                  <a:pt x="443276" y="100063"/>
                  <a:pt x="439246" y="94261"/>
                  <a:pt x="437346" y="86930"/>
                </a:cubicBezTo>
                <a:close/>
                <a:moveTo>
                  <a:pt x="519929" y="86930"/>
                </a:moveTo>
                <a:lnTo>
                  <a:pt x="540529" y="83716"/>
                </a:lnTo>
                <a:cubicBezTo>
                  <a:pt x="541406" y="87685"/>
                  <a:pt x="543183" y="90698"/>
                  <a:pt x="545862" y="92756"/>
                </a:cubicBezTo>
                <a:cubicBezTo>
                  <a:pt x="548540" y="94814"/>
                  <a:pt x="552290" y="95842"/>
                  <a:pt x="557111" y="95842"/>
                </a:cubicBezTo>
                <a:cubicBezTo>
                  <a:pt x="562420" y="95842"/>
                  <a:pt x="566413" y="94870"/>
                  <a:pt x="569092" y="92925"/>
                </a:cubicBezTo>
                <a:cubicBezTo>
                  <a:pt x="570894" y="91563"/>
                  <a:pt x="571795" y="89739"/>
                  <a:pt x="571795" y="87453"/>
                </a:cubicBezTo>
                <a:cubicBezTo>
                  <a:pt x="571795" y="85896"/>
                  <a:pt x="571308" y="84607"/>
                  <a:pt x="570334" y="83586"/>
                </a:cubicBezTo>
                <a:cubicBezTo>
                  <a:pt x="569311" y="82613"/>
                  <a:pt x="567022" y="81714"/>
                  <a:pt x="563467" y="80888"/>
                </a:cubicBezTo>
                <a:cubicBezTo>
                  <a:pt x="546909" y="77241"/>
                  <a:pt x="536414" y="73910"/>
                  <a:pt x="531982" y="70893"/>
                </a:cubicBezTo>
                <a:cubicBezTo>
                  <a:pt x="525846" y="66708"/>
                  <a:pt x="522778" y="60894"/>
                  <a:pt x="522778" y="53450"/>
                </a:cubicBezTo>
                <a:cubicBezTo>
                  <a:pt x="522778" y="46736"/>
                  <a:pt x="525432" y="41092"/>
                  <a:pt x="530740" y="36518"/>
                </a:cubicBezTo>
                <a:cubicBezTo>
                  <a:pt x="536049" y="31945"/>
                  <a:pt x="544279" y="29659"/>
                  <a:pt x="555431" y="29659"/>
                </a:cubicBezTo>
                <a:cubicBezTo>
                  <a:pt x="566048" y="29659"/>
                  <a:pt x="573937" y="31381"/>
                  <a:pt x="579100" y="34827"/>
                </a:cubicBezTo>
                <a:cubicBezTo>
                  <a:pt x="584262" y="38272"/>
                  <a:pt x="587817" y="43368"/>
                  <a:pt x="589765" y="50113"/>
                </a:cubicBezTo>
                <a:lnTo>
                  <a:pt x="570407" y="53765"/>
                </a:lnTo>
                <a:cubicBezTo>
                  <a:pt x="569579" y="50746"/>
                  <a:pt x="568008" y="48433"/>
                  <a:pt x="565695" y="46825"/>
                </a:cubicBezTo>
                <a:cubicBezTo>
                  <a:pt x="563382" y="45218"/>
                  <a:pt x="560082" y="44415"/>
                  <a:pt x="555797" y="44415"/>
                </a:cubicBezTo>
                <a:cubicBezTo>
                  <a:pt x="550391" y="44415"/>
                  <a:pt x="546519" y="45169"/>
                  <a:pt x="544182" y="46677"/>
                </a:cubicBezTo>
                <a:cubicBezTo>
                  <a:pt x="542623" y="47745"/>
                  <a:pt x="541844" y="49131"/>
                  <a:pt x="541844" y="50834"/>
                </a:cubicBezTo>
                <a:cubicBezTo>
                  <a:pt x="541844" y="52292"/>
                  <a:pt x="542526" y="53532"/>
                  <a:pt x="543889" y="54553"/>
                </a:cubicBezTo>
                <a:cubicBezTo>
                  <a:pt x="545740" y="55915"/>
                  <a:pt x="552132" y="57836"/>
                  <a:pt x="563065" y="60317"/>
                </a:cubicBezTo>
                <a:cubicBezTo>
                  <a:pt x="573998" y="62798"/>
                  <a:pt x="581632" y="65841"/>
                  <a:pt x="585966" y="69446"/>
                </a:cubicBezTo>
                <a:cubicBezTo>
                  <a:pt x="590252" y="73102"/>
                  <a:pt x="592395" y="78194"/>
                  <a:pt x="592395" y="84723"/>
                </a:cubicBezTo>
                <a:cubicBezTo>
                  <a:pt x="592395" y="91837"/>
                  <a:pt x="589424" y="97953"/>
                  <a:pt x="583483" y="103070"/>
                </a:cubicBezTo>
                <a:cubicBezTo>
                  <a:pt x="577541" y="108186"/>
                  <a:pt x="568751" y="110745"/>
                  <a:pt x="557111" y="110745"/>
                </a:cubicBezTo>
                <a:cubicBezTo>
                  <a:pt x="546544" y="110745"/>
                  <a:pt x="538179" y="108609"/>
                  <a:pt x="532019" y="104337"/>
                </a:cubicBezTo>
                <a:cubicBezTo>
                  <a:pt x="525858" y="100063"/>
                  <a:pt x="521828" y="94261"/>
                  <a:pt x="519929" y="86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Programwith">
            <a:extLst xmlns:a="http://schemas.openxmlformats.org/drawingml/2006/main">
              <a:ext uri="{FF2B5EF4-FFF2-40B4-BE49-F238E27FC236}">
                <a16:creationId xmlns:a16="http://schemas.microsoft.com/office/drawing/2014/main" id="{EDE7FE6A-EF9A-4D21-8B05-C6C729A6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72" y="2090683"/>
            <a:ext cx="936050" cy="138650"/>
          </a:xfrm>
          <a:custGeom xmlns:a="http://schemas.openxmlformats.org/drawingml/2006/main">
            <a:pathLst>
              <a:path w="936050" h="138650">
                <a:moveTo>
                  <a:pt x="0" y="107092"/>
                </a:moveTo>
                <a:lnTo>
                  <a:pt x="0" y="0"/>
                </a:lnTo>
                <a:lnTo>
                  <a:pt x="34699" y="0"/>
                </a:lnTo>
                <a:cubicBezTo>
                  <a:pt x="47848" y="0"/>
                  <a:pt x="56419" y="535"/>
                  <a:pt x="60413" y="1605"/>
                </a:cubicBezTo>
                <a:cubicBezTo>
                  <a:pt x="66549" y="3210"/>
                  <a:pt x="71687" y="6701"/>
                  <a:pt x="75826" y="12076"/>
                </a:cubicBezTo>
                <a:cubicBezTo>
                  <a:pt x="79966" y="17451"/>
                  <a:pt x="82036" y="24396"/>
                  <a:pt x="82036" y="32909"/>
                </a:cubicBezTo>
                <a:cubicBezTo>
                  <a:pt x="82036" y="39476"/>
                  <a:pt x="80843" y="44998"/>
                  <a:pt x="78456" y="49473"/>
                </a:cubicBezTo>
                <a:cubicBezTo>
                  <a:pt x="76070" y="53949"/>
                  <a:pt x="73038" y="57464"/>
                  <a:pt x="69362" y="60018"/>
                </a:cubicBezTo>
                <a:cubicBezTo>
                  <a:pt x="65685" y="62572"/>
                  <a:pt x="61947" y="64262"/>
                  <a:pt x="58148" y="65090"/>
                </a:cubicBezTo>
                <a:cubicBezTo>
                  <a:pt x="52986" y="66112"/>
                  <a:pt x="45510" y="66622"/>
                  <a:pt x="35722" y="66622"/>
                </a:cubicBezTo>
                <a:lnTo>
                  <a:pt x="21623" y="66622"/>
                </a:lnTo>
                <a:lnTo>
                  <a:pt x="21623" y="107092"/>
                </a:lnTo>
                <a:lnTo>
                  <a:pt x="0" y="107092"/>
                </a:lnTo>
                <a:moveTo>
                  <a:pt x="21623" y="18117"/>
                </a:moveTo>
                <a:lnTo>
                  <a:pt x="21623" y="48506"/>
                </a:lnTo>
                <a:lnTo>
                  <a:pt x="33457" y="48506"/>
                </a:lnTo>
                <a:cubicBezTo>
                  <a:pt x="41980" y="48506"/>
                  <a:pt x="47678" y="47946"/>
                  <a:pt x="50551" y="46825"/>
                </a:cubicBezTo>
                <a:cubicBezTo>
                  <a:pt x="53424" y="45705"/>
                  <a:pt x="55677" y="43952"/>
                  <a:pt x="57308" y="41566"/>
                </a:cubicBezTo>
                <a:cubicBezTo>
                  <a:pt x="58940" y="39179"/>
                  <a:pt x="59755" y="36404"/>
                  <a:pt x="59755" y="33238"/>
                </a:cubicBezTo>
                <a:cubicBezTo>
                  <a:pt x="59755" y="29342"/>
                  <a:pt x="58611" y="26128"/>
                  <a:pt x="56322" y="23595"/>
                </a:cubicBezTo>
                <a:cubicBezTo>
                  <a:pt x="54033" y="21063"/>
                  <a:pt x="51135" y="19480"/>
                  <a:pt x="47629" y="18847"/>
                </a:cubicBezTo>
                <a:cubicBezTo>
                  <a:pt x="45048" y="18360"/>
                  <a:pt x="39861" y="18117"/>
                  <a:pt x="32069" y="18117"/>
                </a:cubicBezTo>
                <a:lnTo>
                  <a:pt x="21623" y="18117"/>
                </a:lnTo>
                <a:close/>
                <a:moveTo>
                  <a:pt x="119293" y="107092"/>
                </a:moveTo>
                <a:lnTo>
                  <a:pt x="98766" y="107092"/>
                </a:lnTo>
                <a:lnTo>
                  <a:pt x="98766" y="29512"/>
                </a:lnTo>
                <a:lnTo>
                  <a:pt x="117832" y="29512"/>
                </a:lnTo>
                <a:lnTo>
                  <a:pt x="117832" y="40543"/>
                </a:lnTo>
                <a:cubicBezTo>
                  <a:pt x="121095" y="35332"/>
                  <a:pt x="124029" y="31899"/>
                  <a:pt x="126634" y="30243"/>
                </a:cubicBezTo>
                <a:cubicBezTo>
                  <a:pt x="129240" y="28587"/>
                  <a:pt x="132198" y="27759"/>
                  <a:pt x="135510" y="27759"/>
                </a:cubicBezTo>
                <a:cubicBezTo>
                  <a:pt x="140185" y="27759"/>
                  <a:pt x="144690" y="29050"/>
                  <a:pt x="149024" y="31631"/>
                </a:cubicBezTo>
                <a:lnTo>
                  <a:pt x="142669" y="49528"/>
                </a:lnTo>
                <a:cubicBezTo>
                  <a:pt x="139211" y="47288"/>
                  <a:pt x="135997" y="46168"/>
                  <a:pt x="133026" y="46168"/>
                </a:cubicBezTo>
                <a:cubicBezTo>
                  <a:pt x="130153" y="46168"/>
                  <a:pt x="127718" y="46959"/>
                  <a:pt x="125721" y="48542"/>
                </a:cubicBezTo>
                <a:cubicBezTo>
                  <a:pt x="123724" y="50125"/>
                  <a:pt x="122154" y="52986"/>
                  <a:pt x="121009" y="57126"/>
                </a:cubicBezTo>
                <a:cubicBezTo>
                  <a:pt x="119865" y="61265"/>
                  <a:pt x="119293" y="69934"/>
                  <a:pt x="119293" y="83132"/>
                </a:cubicBezTo>
                <a:lnTo>
                  <a:pt x="119293" y="107092"/>
                </a:lnTo>
                <a:close/>
                <a:moveTo>
                  <a:pt x="152493" y="67207"/>
                </a:moveTo>
                <a:cubicBezTo>
                  <a:pt x="152493" y="60388"/>
                  <a:pt x="154173" y="53790"/>
                  <a:pt x="157533" y="47410"/>
                </a:cubicBezTo>
                <a:cubicBezTo>
                  <a:pt x="160894" y="41030"/>
                  <a:pt x="165654" y="36160"/>
                  <a:pt x="171815" y="32800"/>
                </a:cubicBezTo>
                <a:cubicBezTo>
                  <a:pt x="177975" y="29439"/>
                  <a:pt x="184854" y="27759"/>
                  <a:pt x="192451" y="27759"/>
                </a:cubicBezTo>
                <a:cubicBezTo>
                  <a:pt x="204188" y="27759"/>
                  <a:pt x="213807" y="31570"/>
                  <a:pt x="221306" y="39192"/>
                </a:cubicBezTo>
                <a:cubicBezTo>
                  <a:pt x="228806" y="46813"/>
                  <a:pt x="232556" y="56444"/>
                  <a:pt x="232556" y="68083"/>
                </a:cubicBezTo>
                <a:cubicBezTo>
                  <a:pt x="232556" y="79820"/>
                  <a:pt x="228770" y="89548"/>
                  <a:pt x="221197" y="97267"/>
                </a:cubicBezTo>
                <a:cubicBezTo>
                  <a:pt x="213624" y="104986"/>
                  <a:pt x="204091" y="108845"/>
                  <a:pt x="192598" y="108845"/>
                </a:cubicBezTo>
                <a:cubicBezTo>
                  <a:pt x="185487" y="108845"/>
                  <a:pt x="178706" y="107238"/>
                  <a:pt x="172253" y="104024"/>
                </a:cubicBezTo>
                <a:cubicBezTo>
                  <a:pt x="165800" y="100810"/>
                  <a:pt x="160894" y="96098"/>
                  <a:pt x="157533" y="89889"/>
                </a:cubicBezTo>
                <a:cubicBezTo>
                  <a:pt x="154173" y="83679"/>
                  <a:pt x="152493" y="76119"/>
                  <a:pt x="152493" y="67207"/>
                </a:cubicBezTo>
                <a:moveTo>
                  <a:pt x="173531" y="68302"/>
                </a:moveTo>
                <a:cubicBezTo>
                  <a:pt x="173531" y="75973"/>
                  <a:pt x="175358" y="81847"/>
                  <a:pt x="179010" y="85926"/>
                </a:cubicBezTo>
                <a:cubicBezTo>
                  <a:pt x="182663" y="90004"/>
                  <a:pt x="187167" y="92044"/>
                  <a:pt x="192525" y="92044"/>
                </a:cubicBezTo>
                <a:cubicBezTo>
                  <a:pt x="197882" y="92044"/>
                  <a:pt x="202374" y="90004"/>
                  <a:pt x="206002" y="85926"/>
                </a:cubicBezTo>
                <a:cubicBezTo>
                  <a:pt x="209631" y="81847"/>
                  <a:pt x="211445" y="75924"/>
                  <a:pt x="211445" y="68156"/>
                </a:cubicBezTo>
                <a:cubicBezTo>
                  <a:pt x="211445" y="60583"/>
                  <a:pt x="209631" y="54757"/>
                  <a:pt x="206002" y="50679"/>
                </a:cubicBezTo>
                <a:cubicBezTo>
                  <a:pt x="202374" y="46600"/>
                  <a:pt x="197882" y="44561"/>
                  <a:pt x="192525" y="44561"/>
                </a:cubicBezTo>
                <a:cubicBezTo>
                  <a:pt x="187167" y="44561"/>
                  <a:pt x="182663" y="46600"/>
                  <a:pt x="179010" y="50679"/>
                </a:cubicBezTo>
                <a:cubicBezTo>
                  <a:pt x="175358" y="54757"/>
                  <a:pt x="173531" y="60632"/>
                  <a:pt x="173531" y="68302"/>
                </a:cubicBezTo>
                <a:close/>
                <a:moveTo>
                  <a:pt x="247201" y="112060"/>
                </a:moveTo>
                <a:lnTo>
                  <a:pt x="270650" y="114982"/>
                </a:lnTo>
                <a:cubicBezTo>
                  <a:pt x="271040" y="117735"/>
                  <a:pt x="271941" y="119627"/>
                  <a:pt x="273353" y="120659"/>
                </a:cubicBezTo>
                <a:cubicBezTo>
                  <a:pt x="275301" y="122134"/>
                  <a:pt x="278369" y="122871"/>
                  <a:pt x="282557" y="122871"/>
                </a:cubicBezTo>
                <a:cubicBezTo>
                  <a:pt x="287914" y="122871"/>
                  <a:pt x="291932" y="122061"/>
                  <a:pt x="294611" y="120442"/>
                </a:cubicBezTo>
                <a:cubicBezTo>
                  <a:pt x="296413" y="119363"/>
                  <a:pt x="297776" y="117622"/>
                  <a:pt x="298701" y="115219"/>
                </a:cubicBezTo>
                <a:cubicBezTo>
                  <a:pt x="299335" y="113502"/>
                  <a:pt x="299651" y="110339"/>
                  <a:pt x="299651" y="105729"/>
                </a:cubicBezTo>
                <a:lnTo>
                  <a:pt x="299651" y="94324"/>
                </a:lnTo>
                <a:cubicBezTo>
                  <a:pt x="293515" y="102836"/>
                  <a:pt x="285772" y="107092"/>
                  <a:pt x="276421" y="107092"/>
                </a:cubicBezTo>
                <a:cubicBezTo>
                  <a:pt x="265999" y="107092"/>
                  <a:pt x="257744" y="102685"/>
                  <a:pt x="251657" y="93870"/>
                </a:cubicBezTo>
                <a:cubicBezTo>
                  <a:pt x="246884" y="86906"/>
                  <a:pt x="244498" y="78237"/>
                  <a:pt x="244498" y="67864"/>
                </a:cubicBezTo>
                <a:cubicBezTo>
                  <a:pt x="244498" y="54861"/>
                  <a:pt x="247627" y="44926"/>
                  <a:pt x="253885" y="38059"/>
                </a:cubicBezTo>
                <a:cubicBezTo>
                  <a:pt x="260143" y="31193"/>
                  <a:pt x="267923" y="27759"/>
                  <a:pt x="277225" y="27759"/>
                </a:cubicBezTo>
                <a:cubicBezTo>
                  <a:pt x="286819" y="27759"/>
                  <a:pt x="294732" y="31992"/>
                  <a:pt x="300966" y="40456"/>
                </a:cubicBezTo>
                <a:lnTo>
                  <a:pt x="300966" y="29512"/>
                </a:lnTo>
                <a:lnTo>
                  <a:pt x="320178" y="29512"/>
                </a:lnTo>
                <a:lnTo>
                  <a:pt x="320178" y="99175"/>
                </a:lnTo>
                <a:cubicBezTo>
                  <a:pt x="320178" y="108337"/>
                  <a:pt x="319423" y="115184"/>
                  <a:pt x="317914" y="119716"/>
                </a:cubicBezTo>
                <a:cubicBezTo>
                  <a:pt x="316404" y="124248"/>
                  <a:pt x="314286" y="127806"/>
                  <a:pt x="311558" y="130388"/>
                </a:cubicBezTo>
                <a:cubicBezTo>
                  <a:pt x="308831" y="132973"/>
                  <a:pt x="305191" y="134995"/>
                  <a:pt x="300637" y="136456"/>
                </a:cubicBezTo>
                <a:cubicBezTo>
                  <a:pt x="296084" y="137919"/>
                  <a:pt x="290325" y="138650"/>
                  <a:pt x="283361" y="138650"/>
                </a:cubicBezTo>
                <a:cubicBezTo>
                  <a:pt x="270212" y="138650"/>
                  <a:pt x="260886" y="136379"/>
                  <a:pt x="255383" y="131836"/>
                </a:cubicBezTo>
                <a:cubicBezTo>
                  <a:pt x="249879" y="127294"/>
                  <a:pt x="247128" y="121537"/>
                  <a:pt x="247128" y="114564"/>
                </a:cubicBezTo>
                <a:cubicBezTo>
                  <a:pt x="247128" y="113876"/>
                  <a:pt x="247152" y="113041"/>
                  <a:pt x="247201" y="112060"/>
                </a:cubicBezTo>
                <a:moveTo>
                  <a:pt x="265537" y="66695"/>
                </a:moveTo>
                <a:cubicBezTo>
                  <a:pt x="265537" y="74901"/>
                  <a:pt x="267131" y="80910"/>
                  <a:pt x="270321" y="84720"/>
                </a:cubicBezTo>
                <a:cubicBezTo>
                  <a:pt x="273511" y="88531"/>
                  <a:pt x="277444" y="90437"/>
                  <a:pt x="282119" y="90437"/>
                </a:cubicBezTo>
                <a:cubicBezTo>
                  <a:pt x="287135" y="90437"/>
                  <a:pt x="291372" y="88482"/>
                  <a:pt x="294830" y="84574"/>
                </a:cubicBezTo>
                <a:cubicBezTo>
                  <a:pt x="298288" y="80666"/>
                  <a:pt x="300016" y="74877"/>
                  <a:pt x="300016" y="67207"/>
                </a:cubicBezTo>
                <a:cubicBezTo>
                  <a:pt x="300016" y="59195"/>
                  <a:pt x="298361" y="53248"/>
                  <a:pt x="295049" y="49364"/>
                </a:cubicBezTo>
                <a:cubicBezTo>
                  <a:pt x="291737" y="45480"/>
                  <a:pt x="287549" y="43538"/>
                  <a:pt x="282484" y="43538"/>
                </a:cubicBezTo>
                <a:cubicBezTo>
                  <a:pt x="277566" y="43538"/>
                  <a:pt x="273511" y="45444"/>
                  <a:pt x="270321" y="49254"/>
                </a:cubicBezTo>
                <a:cubicBezTo>
                  <a:pt x="267131" y="53065"/>
                  <a:pt x="265537" y="58879"/>
                  <a:pt x="265537" y="66695"/>
                </a:cubicBezTo>
                <a:close/>
                <a:moveTo>
                  <a:pt x="360610" y="107092"/>
                </a:moveTo>
                <a:lnTo>
                  <a:pt x="340083" y="107092"/>
                </a:lnTo>
                <a:lnTo>
                  <a:pt x="340083" y="29512"/>
                </a:lnTo>
                <a:lnTo>
                  <a:pt x="359149" y="29512"/>
                </a:lnTo>
                <a:lnTo>
                  <a:pt x="359149" y="40543"/>
                </a:lnTo>
                <a:cubicBezTo>
                  <a:pt x="362412" y="35332"/>
                  <a:pt x="365346" y="31899"/>
                  <a:pt x="367951" y="30243"/>
                </a:cubicBezTo>
                <a:cubicBezTo>
                  <a:pt x="370557" y="28587"/>
                  <a:pt x="373515" y="27759"/>
                  <a:pt x="376827" y="27759"/>
                </a:cubicBezTo>
                <a:cubicBezTo>
                  <a:pt x="381502" y="27759"/>
                  <a:pt x="386007" y="29050"/>
                  <a:pt x="390341" y="31631"/>
                </a:cubicBezTo>
                <a:lnTo>
                  <a:pt x="383986" y="49528"/>
                </a:lnTo>
                <a:cubicBezTo>
                  <a:pt x="380528" y="47288"/>
                  <a:pt x="377314" y="46168"/>
                  <a:pt x="374343" y="46168"/>
                </a:cubicBezTo>
                <a:cubicBezTo>
                  <a:pt x="371470" y="46168"/>
                  <a:pt x="369035" y="46959"/>
                  <a:pt x="367038" y="48542"/>
                </a:cubicBezTo>
                <a:cubicBezTo>
                  <a:pt x="365042" y="50125"/>
                  <a:pt x="363471" y="52986"/>
                  <a:pt x="362326" y="57126"/>
                </a:cubicBezTo>
                <a:cubicBezTo>
                  <a:pt x="361182" y="61265"/>
                  <a:pt x="360610" y="69934"/>
                  <a:pt x="360610" y="83132"/>
                </a:cubicBezTo>
                <a:lnTo>
                  <a:pt x="360610" y="107092"/>
                </a:lnTo>
                <a:close/>
                <a:moveTo>
                  <a:pt x="413899" y="53473"/>
                </a:moveTo>
                <a:lnTo>
                  <a:pt x="395271" y="50113"/>
                </a:lnTo>
                <a:cubicBezTo>
                  <a:pt x="397365" y="42514"/>
                  <a:pt x="400969" y="36889"/>
                  <a:pt x="406082" y="33238"/>
                </a:cubicBezTo>
                <a:cubicBezTo>
                  <a:pt x="411196" y="29585"/>
                  <a:pt x="418793" y="27759"/>
                  <a:pt x="428874" y="27759"/>
                </a:cubicBezTo>
                <a:cubicBezTo>
                  <a:pt x="438030" y="27759"/>
                  <a:pt x="444848" y="28843"/>
                  <a:pt x="449328" y="31010"/>
                </a:cubicBezTo>
                <a:cubicBezTo>
                  <a:pt x="453809" y="33177"/>
                  <a:pt x="456962" y="35929"/>
                  <a:pt x="458788" y="39265"/>
                </a:cubicBezTo>
                <a:cubicBezTo>
                  <a:pt x="460615" y="42601"/>
                  <a:pt x="461528" y="48725"/>
                  <a:pt x="461528" y="57637"/>
                </a:cubicBezTo>
                <a:lnTo>
                  <a:pt x="461309" y="81597"/>
                </a:lnTo>
                <a:cubicBezTo>
                  <a:pt x="461309" y="88416"/>
                  <a:pt x="461637" y="93444"/>
                  <a:pt x="462295" y="96682"/>
                </a:cubicBezTo>
                <a:cubicBezTo>
                  <a:pt x="462952" y="99921"/>
                  <a:pt x="464182" y="103391"/>
                  <a:pt x="465984" y="107092"/>
                </a:cubicBezTo>
                <a:lnTo>
                  <a:pt x="445676" y="107092"/>
                </a:lnTo>
                <a:cubicBezTo>
                  <a:pt x="445140" y="105729"/>
                  <a:pt x="444483" y="103707"/>
                  <a:pt x="443703" y="101029"/>
                </a:cubicBezTo>
                <a:cubicBezTo>
                  <a:pt x="443362" y="99811"/>
                  <a:pt x="443119" y="99008"/>
                  <a:pt x="442973" y="98618"/>
                </a:cubicBezTo>
                <a:cubicBezTo>
                  <a:pt x="439466" y="102027"/>
                  <a:pt x="435716" y="104584"/>
                  <a:pt x="431723" y="106289"/>
                </a:cubicBezTo>
                <a:cubicBezTo>
                  <a:pt x="427730" y="107993"/>
                  <a:pt x="423468" y="108845"/>
                  <a:pt x="418939" y="108845"/>
                </a:cubicBezTo>
                <a:cubicBezTo>
                  <a:pt x="410952" y="108845"/>
                  <a:pt x="404658" y="106687"/>
                  <a:pt x="400056" y="102371"/>
                </a:cubicBezTo>
                <a:cubicBezTo>
                  <a:pt x="395453" y="98055"/>
                  <a:pt x="393152" y="92599"/>
                  <a:pt x="393152" y="86003"/>
                </a:cubicBezTo>
                <a:cubicBezTo>
                  <a:pt x="393152" y="81639"/>
                  <a:pt x="394199" y="77747"/>
                  <a:pt x="396294" y="74329"/>
                </a:cubicBezTo>
                <a:cubicBezTo>
                  <a:pt x="398388" y="70909"/>
                  <a:pt x="401322" y="68290"/>
                  <a:pt x="405096" y="66471"/>
                </a:cubicBezTo>
                <a:cubicBezTo>
                  <a:pt x="408870" y="64653"/>
                  <a:pt x="414313" y="63065"/>
                  <a:pt x="421423" y="61707"/>
                </a:cubicBezTo>
                <a:cubicBezTo>
                  <a:pt x="431017" y="59913"/>
                  <a:pt x="437664" y="58240"/>
                  <a:pt x="441366" y="56687"/>
                </a:cubicBezTo>
                <a:lnTo>
                  <a:pt x="441366" y="54619"/>
                </a:lnTo>
                <a:cubicBezTo>
                  <a:pt x="441366" y="50630"/>
                  <a:pt x="440392" y="47786"/>
                  <a:pt x="438444" y="46088"/>
                </a:cubicBezTo>
                <a:cubicBezTo>
                  <a:pt x="436496" y="44388"/>
                  <a:pt x="432819" y="43538"/>
                  <a:pt x="427413" y="43538"/>
                </a:cubicBezTo>
                <a:cubicBezTo>
                  <a:pt x="423761" y="43538"/>
                  <a:pt x="420912" y="44273"/>
                  <a:pt x="418866" y="45743"/>
                </a:cubicBezTo>
                <a:cubicBezTo>
                  <a:pt x="416821" y="47212"/>
                  <a:pt x="415165" y="49789"/>
                  <a:pt x="413899" y="53473"/>
                </a:cubicBezTo>
                <a:moveTo>
                  <a:pt x="441366" y="70129"/>
                </a:moveTo>
                <a:cubicBezTo>
                  <a:pt x="438736" y="70994"/>
                  <a:pt x="434572" y="72029"/>
                  <a:pt x="428874" y="73233"/>
                </a:cubicBezTo>
                <a:cubicBezTo>
                  <a:pt x="423176" y="74435"/>
                  <a:pt x="419451" y="75614"/>
                  <a:pt x="417697" y="76769"/>
                </a:cubicBezTo>
                <a:cubicBezTo>
                  <a:pt x="415019" y="78646"/>
                  <a:pt x="413680" y="81028"/>
                  <a:pt x="413680" y="83915"/>
                </a:cubicBezTo>
                <a:cubicBezTo>
                  <a:pt x="413680" y="86754"/>
                  <a:pt x="414751" y="89209"/>
                  <a:pt x="416894" y="91279"/>
                </a:cubicBezTo>
                <a:cubicBezTo>
                  <a:pt x="419037" y="93347"/>
                  <a:pt x="421764" y="94381"/>
                  <a:pt x="425075" y="94381"/>
                </a:cubicBezTo>
                <a:cubicBezTo>
                  <a:pt x="428777" y="94381"/>
                  <a:pt x="432307" y="93178"/>
                  <a:pt x="435668" y="90772"/>
                </a:cubicBezTo>
                <a:cubicBezTo>
                  <a:pt x="438151" y="88944"/>
                  <a:pt x="439783" y="86706"/>
                  <a:pt x="440562" y="84058"/>
                </a:cubicBezTo>
                <a:cubicBezTo>
                  <a:pt x="441098" y="82326"/>
                  <a:pt x="441366" y="79031"/>
                  <a:pt x="441366" y="74171"/>
                </a:cubicBezTo>
                <a:lnTo>
                  <a:pt x="441366" y="70129"/>
                </a:lnTo>
                <a:close/>
                <a:moveTo>
                  <a:pt x="479607" y="29512"/>
                </a:moveTo>
                <a:lnTo>
                  <a:pt x="498527" y="29512"/>
                </a:lnTo>
                <a:lnTo>
                  <a:pt x="498527" y="40105"/>
                </a:lnTo>
                <a:cubicBezTo>
                  <a:pt x="505297" y="31874"/>
                  <a:pt x="513357" y="27759"/>
                  <a:pt x="522707" y="27759"/>
                </a:cubicBezTo>
                <a:cubicBezTo>
                  <a:pt x="527675" y="27759"/>
                  <a:pt x="531985" y="28786"/>
                  <a:pt x="535637" y="30841"/>
                </a:cubicBezTo>
                <a:cubicBezTo>
                  <a:pt x="539290" y="32896"/>
                  <a:pt x="542285" y="36003"/>
                  <a:pt x="544622" y="40162"/>
                </a:cubicBezTo>
                <a:cubicBezTo>
                  <a:pt x="548031" y="36003"/>
                  <a:pt x="551708" y="32896"/>
                  <a:pt x="555653" y="30841"/>
                </a:cubicBezTo>
                <a:cubicBezTo>
                  <a:pt x="559598" y="28786"/>
                  <a:pt x="563810" y="27759"/>
                  <a:pt x="568291" y="27759"/>
                </a:cubicBezTo>
                <a:cubicBezTo>
                  <a:pt x="573989" y="27759"/>
                  <a:pt x="578810" y="28916"/>
                  <a:pt x="582755" y="31229"/>
                </a:cubicBezTo>
                <a:cubicBezTo>
                  <a:pt x="586700" y="33542"/>
                  <a:pt x="589646" y="36939"/>
                  <a:pt x="591594" y="41420"/>
                </a:cubicBezTo>
                <a:cubicBezTo>
                  <a:pt x="593006" y="44731"/>
                  <a:pt x="593712" y="50088"/>
                  <a:pt x="593712" y="57491"/>
                </a:cubicBezTo>
                <a:lnTo>
                  <a:pt x="593712" y="107092"/>
                </a:lnTo>
                <a:lnTo>
                  <a:pt x="573185" y="107092"/>
                </a:lnTo>
                <a:lnTo>
                  <a:pt x="573185" y="62801"/>
                </a:lnTo>
                <a:cubicBezTo>
                  <a:pt x="573185" y="55115"/>
                  <a:pt x="572479" y="50154"/>
                  <a:pt x="571067" y="47917"/>
                </a:cubicBezTo>
                <a:cubicBezTo>
                  <a:pt x="569167" y="44998"/>
                  <a:pt x="566245" y="43538"/>
                  <a:pt x="562301" y="43538"/>
                </a:cubicBezTo>
                <a:cubicBezTo>
                  <a:pt x="559427" y="43538"/>
                  <a:pt x="556724" y="44414"/>
                  <a:pt x="554192" y="46166"/>
                </a:cubicBezTo>
                <a:cubicBezTo>
                  <a:pt x="551660" y="47916"/>
                  <a:pt x="549833" y="50482"/>
                  <a:pt x="548713" y="53863"/>
                </a:cubicBezTo>
                <a:cubicBezTo>
                  <a:pt x="547593" y="57243"/>
                  <a:pt x="547033" y="62582"/>
                  <a:pt x="547033" y="69880"/>
                </a:cubicBezTo>
                <a:lnTo>
                  <a:pt x="547033" y="107092"/>
                </a:lnTo>
                <a:lnTo>
                  <a:pt x="526506" y="107092"/>
                </a:lnTo>
                <a:lnTo>
                  <a:pt x="526506" y="64625"/>
                </a:lnTo>
                <a:cubicBezTo>
                  <a:pt x="526506" y="57085"/>
                  <a:pt x="526141" y="52221"/>
                  <a:pt x="525410" y="50033"/>
                </a:cubicBezTo>
                <a:cubicBezTo>
                  <a:pt x="524680" y="47843"/>
                  <a:pt x="523547" y="46213"/>
                  <a:pt x="522013" y="45143"/>
                </a:cubicBezTo>
                <a:cubicBezTo>
                  <a:pt x="520479" y="44073"/>
                  <a:pt x="518397" y="43538"/>
                  <a:pt x="515767" y="43538"/>
                </a:cubicBezTo>
                <a:cubicBezTo>
                  <a:pt x="512602" y="43538"/>
                  <a:pt x="509753" y="44390"/>
                  <a:pt x="507221" y="46093"/>
                </a:cubicBezTo>
                <a:cubicBezTo>
                  <a:pt x="504688" y="47794"/>
                  <a:pt x="502874" y="50250"/>
                  <a:pt x="501778" y="53462"/>
                </a:cubicBezTo>
                <a:cubicBezTo>
                  <a:pt x="500682" y="56673"/>
                  <a:pt x="500135" y="61999"/>
                  <a:pt x="500135" y="69441"/>
                </a:cubicBezTo>
                <a:lnTo>
                  <a:pt x="500135" y="107092"/>
                </a:lnTo>
                <a:lnTo>
                  <a:pt x="479607" y="107092"/>
                </a:lnTo>
                <a:lnTo>
                  <a:pt x="479607" y="29512"/>
                </a:lnTo>
                <a:close/>
                <a:moveTo>
                  <a:pt x="669898" y="107092"/>
                </a:moveTo>
                <a:lnTo>
                  <a:pt x="645353" y="29512"/>
                </a:lnTo>
                <a:lnTo>
                  <a:pt x="665296" y="29512"/>
                </a:lnTo>
                <a:lnTo>
                  <a:pt x="679833" y="80356"/>
                </a:lnTo>
                <a:lnTo>
                  <a:pt x="693201" y="29512"/>
                </a:lnTo>
                <a:lnTo>
                  <a:pt x="712998" y="29512"/>
                </a:lnTo>
                <a:lnTo>
                  <a:pt x="725928" y="80356"/>
                </a:lnTo>
                <a:lnTo>
                  <a:pt x="740757" y="29512"/>
                </a:lnTo>
                <a:lnTo>
                  <a:pt x="760992" y="29512"/>
                </a:lnTo>
                <a:lnTo>
                  <a:pt x="736082" y="107092"/>
                </a:lnTo>
                <a:lnTo>
                  <a:pt x="716358" y="107092"/>
                </a:lnTo>
                <a:lnTo>
                  <a:pt x="702990" y="57199"/>
                </a:lnTo>
                <a:lnTo>
                  <a:pt x="689841" y="107092"/>
                </a:lnTo>
                <a:lnTo>
                  <a:pt x="669898" y="107092"/>
                </a:lnTo>
                <a:close/>
                <a:moveTo>
                  <a:pt x="773774" y="18993"/>
                </a:moveTo>
                <a:lnTo>
                  <a:pt x="773774" y="0"/>
                </a:lnTo>
                <a:lnTo>
                  <a:pt x="794301" y="0"/>
                </a:lnTo>
                <a:lnTo>
                  <a:pt x="794301" y="18993"/>
                </a:lnTo>
                <a:lnTo>
                  <a:pt x="773774" y="18993"/>
                </a:lnTo>
                <a:moveTo>
                  <a:pt x="773774" y="107092"/>
                </a:moveTo>
                <a:lnTo>
                  <a:pt x="773774" y="29512"/>
                </a:lnTo>
                <a:lnTo>
                  <a:pt x="794301" y="29512"/>
                </a:lnTo>
                <a:lnTo>
                  <a:pt x="794301" y="107092"/>
                </a:lnTo>
                <a:lnTo>
                  <a:pt x="773774" y="107092"/>
                </a:lnTo>
                <a:close/>
                <a:moveTo>
                  <a:pt x="851240" y="29512"/>
                </a:moveTo>
                <a:lnTo>
                  <a:pt x="851240" y="45876"/>
                </a:lnTo>
                <a:lnTo>
                  <a:pt x="837214" y="45876"/>
                </a:lnTo>
                <a:lnTo>
                  <a:pt x="837214" y="77091"/>
                </a:lnTo>
                <a:cubicBezTo>
                  <a:pt x="837214" y="83413"/>
                  <a:pt x="837348" y="87097"/>
                  <a:pt x="837616" y="88142"/>
                </a:cubicBezTo>
                <a:cubicBezTo>
                  <a:pt x="837884" y="89186"/>
                  <a:pt x="838492" y="90049"/>
                  <a:pt x="839442" y="90731"/>
                </a:cubicBezTo>
                <a:cubicBezTo>
                  <a:pt x="840392" y="91411"/>
                  <a:pt x="841548" y="91752"/>
                  <a:pt x="842912" y="91752"/>
                </a:cubicBezTo>
                <a:cubicBezTo>
                  <a:pt x="844811" y="91752"/>
                  <a:pt x="847563" y="91094"/>
                  <a:pt x="851167" y="89779"/>
                </a:cubicBezTo>
                <a:lnTo>
                  <a:pt x="852920" y="105764"/>
                </a:lnTo>
                <a:cubicBezTo>
                  <a:pt x="848147" y="107818"/>
                  <a:pt x="842741" y="108845"/>
                  <a:pt x="836703" y="108845"/>
                </a:cubicBezTo>
                <a:cubicBezTo>
                  <a:pt x="833001" y="108845"/>
                  <a:pt x="829665" y="108224"/>
                  <a:pt x="826695" y="106983"/>
                </a:cubicBezTo>
                <a:cubicBezTo>
                  <a:pt x="823724" y="105741"/>
                  <a:pt x="821545" y="104134"/>
                  <a:pt x="820157" y="102161"/>
                </a:cubicBezTo>
                <a:cubicBezTo>
                  <a:pt x="818769" y="100189"/>
                  <a:pt x="817807" y="97522"/>
                  <a:pt x="817271" y="94162"/>
                </a:cubicBezTo>
                <a:cubicBezTo>
                  <a:pt x="816833" y="91776"/>
                  <a:pt x="816614" y="86955"/>
                  <a:pt x="816614" y="79698"/>
                </a:cubicBezTo>
                <a:lnTo>
                  <a:pt x="816614" y="45876"/>
                </a:lnTo>
                <a:lnTo>
                  <a:pt x="807190" y="45876"/>
                </a:lnTo>
                <a:lnTo>
                  <a:pt x="807190" y="29512"/>
                </a:lnTo>
                <a:lnTo>
                  <a:pt x="816614" y="29512"/>
                </a:lnTo>
                <a:lnTo>
                  <a:pt x="816614" y="14026"/>
                </a:lnTo>
                <a:lnTo>
                  <a:pt x="837214" y="1899"/>
                </a:lnTo>
                <a:lnTo>
                  <a:pt x="837214" y="29512"/>
                </a:lnTo>
                <a:lnTo>
                  <a:pt x="851240" y="29512"/>
                </a:lnTo>
                <a:close/>
                <a:moveTo>
                  <a:pt x="885937" y="0"/>
                </a:moveTo>
                <a:lnTo>
                  <a:pt x="885937" y="39429"/>
                </a:lnTo>
                <a:cubicBezTo>
                  <a:pt x="892561" y="31649"/>
                  <a:pt x="900475" y="27759"/>
                  <a:pt x="909679" y="27759"/>
                </a:cubicBezTo>
                <a:cubicBezTo>
                  <a:pt x="914403" y="27759"/>
                  <a:pt x="918664" y="28636"/>
                  <a:pt x="922463" y="30389"/>
                </a:cubicBezTo>
                <a:cubicBezTo>
                  <a:pt x="926261" y="32142"/>
                  <a:pt x="929123" y="34382"/>
                  <a:pt x="931046" y="37110"/>
                </a:cubicBezTo>
                <a:cubicBezTo>
                  <a:pt x="932970" y="39837"/>
                  <a:pt x="934285" y="42856"/>
                  <a:pt x="934991" y="46168"/>
                </a:cubicBezTo>
                <a:cubicBezTo>
                  <a:pt x="935697" y="49480"/>
                  <a:pt x="936050" y="54617"/>
                  <a:pt x="936050" y="61582"/>
                </a:cubicBezTo>
                <a:lnTo>
                  <a:pt x="936050" y="107092"/>
                </a:lnTo>
                <a:lnTo>
                  <a:pt x="915523" y="107092"/>
                </a:lnTo>
                <a:lnTo>
                  <a:pt x="915523" y="66159"/>
                </a:lnTo>
                <a:cubicBezTo>
                  <a:pt x="915523" y="58035"/>
                  <a:pt x="915133" y="52879"/>
                  <a:pt x="914354" y="50690"/>
                </a:cubicBezTo>
                <a:cubicBezTo>
                  <a:pt x="913575" y="48500"/>
                  <a:pt x="912199" y="46761"/>
                  <a:pt x="910227" y="45472"/>
                </a:cubicBezTo>
                <a:cubicBezTo>
                  <a:pt x="908254" y="44183"/>
                  <a:pt x="905783" y="43538"/>
                  <a:pt x="902812" y="43538"/>
                </a:cubicBezTo>
                <a:cubicBezTo>
                  <a:pt x="899403" y="43538"/>
                  <a:pt x="896359" y="44365"/>
                  <a:pt x="893681" y="46020"/>
                </a:cubicBezTo>
                <a:cubicBezTo>
                  <a:pt x="891002" y="47674"/>
                  <a:pt x="889042" y="50167"/>
                  <a:pt x="887800" y="53498"/>
                </a:cubicBezTo>
                <a:cubicBezTo>
                  <a:pt x="886558" y="56830"/>
                  <a:pt x="885937" y="61755"/>
                  <a:pt x="885937" y="68275"/>
                </a:cubicBezTo>
                <a:lnTo>
                  <a:pt x="885937" y="107092"/>
                </a:lnTo>
                <a:lnTo>
                  <a:pt x="865410" y="107092"/>
                </a:lnTo>
                <a:lnTo>
                  <a:pt x="865410" y="0"/>
                </a:lnTo>
                <a:lnTo>
                  <a:pt x="8859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atargetlocation">
            <a:extLst xmlns:a="http://schemas.openxmlformats.org/drawingml/2006/main">
              <a:ext uri="{FF2B5EF4-FFF2-40B4-BE49-F238E27FC236}">
                <a16:creationId xmlns:a16="http://schemas.microsoft.com/office/drawing/2014/main" id="{2F33F97B-1888-4249-A8EB-7DFADBD4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82" y="2269900"/>
            <a:ext cx="1140879" cy="138650"/>
          </a:xfrm>
          <a:custGeom xmlns:a="http://schemas.openxmlformats.org/drawingml/2006/main">
            <a:pathLst>
              <a:path w="1140879" h="138650">
                <a:moveTo>
                  <a:pt x="20746" y="53473"/>
                </a:moveTo>
                <a:lnTo>
                  <a:pt x="2118" y="50113"/>
                </a:lnTo>
                <a:cubicBezTo>
                  <a:pt x="4213" y="42514"/>
                  <a:pt x="7816" y="36889"/>
                  <a:pt x="12930" y="33238"/>
                </a:cubicBezTo>
                <a:cubicBezTo>
                  <a:pt x="18043" y="29585"/>
                  <a:pt x="25641" y="27759"/>
                  <a:pt x="35722" y="27759"/>
                </a:cubicBezTo>
                <a:cubicBezTo>
                  <a:pt x="44877" y="27759"/>
                  <a:pt x="51695" y="28843"/>
                  <a:pt x="56176" y="31010"/>
                </a:cubicBezTo>
                <a:cubicBezTo>
                  <a:pt x="60656" y="33177"/>
                  <a:pt x="63810" y="35929"/>
                  <a:pt x="65636" y="39265"/>
                </a:cubicBezTo>
                <a:cubicBezTo>
                  <a:pt x="67462" y="42601"/>
                  <a:pt x="68375" y="48725"/>
                  <a:pt x="68375" y="57637"/>
                </a:cubicBezTo>
                <a:lnTo>
                  <a:pt x="68156" y="81597"/>
                </a:lnTo>
                <a:cubicBezTo>
                  <a:pt x="68156" y="88416"/>
                  <a:pt x="68485" y="93444"/>
                  <a:pt x="69142" y="96682"/>
                </a:cubicBezTo>
                <a:cubicBezTo>
                  <a:pt x="69800" y="99921"/>
                  <a:pt x="71029" y="103391"/>
                  <a:pt x="72831" y="107092"/>
                </a:cubicBezTo>
                <a:lnTo>
                  <a:pt x="52523" y="107092"/>
                </a:lnTo>
                <a:cubicBezTo>
                  <a:pt x="51988" y="105729"/>
                  <a:pt x="51330" y="103707"/>
                  <a:pt x="50551" y="101029"/>
                </a:cubicBezTo>
                <a:cubicBezTo>
                  <a:pt x="50210" y="99811"/>
                  <a:pt x="49967" y="99008"/>
                  <a:pt x="49820" y="98618"/>
                </a:cubicBezTo>
                <a:cubicBezTo>
                  <a:pt x="46314" y="102027"/>
                  <a:pt x="42564" y="104584"/>
                  <a:pt x="38571" y="106289"/>
                </a:cubicBezTo>
                <a:cubicBezTo>
                  <a:pt x="34577" y="107993"/>
                  <a:pt x="30316" y="108845"/>
                  <a:pt x="25787" y="108845"/>
                </a:cubicBezTo>
                <a:cubicBezTo>
                  <a:pt x="17800" y="108845"/>
                  <a:pt x="11505" y="106687"/>
                  <a:pt x="6903" y="102371"/>
                </a:cubicBezTo>
                <a:cubicBezTo>
                  <a:pt x="2301" y="98055"/>
                  <a:pt x="0" y="92599"/>
                  <a:pt x="0" y="86003"/>
                </a:cubicBezTo>
                <a:cubicBezTo>
                  <a:pt x="0" y="81639"/>
                  <a:pt x="1047" y="77747"/>
                  <a:pt x="3141" y="74329"/>
                </a:cubicBezTo>
                <a:cubicBezTo>
                  <a:pt x="5235" y="70909"/>
                  <a:pt x="8169" y="68290"/>
                  <a:pt x="11944" y="66471"/>
                </a:cubicBezTo>
                <a:cubicBezTo>
                  <a:pt x="15718" y="64653"/>
                  <a:pt x="21160" y="63065"/>
                  <a:pt x="28271" y="61707"/>
                </a:cubicBezTo>
                <a:cubicBezTo>
                  <a:pt x="37865" y="59913"/>
                  <a:pt x="44512" y="58240"/>
                  <a:pt x="48213" y="56687"/>
                </a:cubicBezTo>
                <a:lnTo>
                  <a:pt x="48213" y="54619"/>
                </a:lnTo>
                <a:cubicBezTo>
                  <a:pt x="48213" y="50630"/>
                  <a:pt x="47239" y="47786"/>
                  <a:pt x="45291" y="46088"/>
                </a:cubicBezTo>
                <a:cubicBezTo>
                  <a:pt x="43343" y="44388"/>
                  <a:pt x="39666" y="43538"/>
                  <a:pt x="34261" y="43538"/>
                </a:cubicBezTo>
                <a:cubicBezTo>
                  <a:pt x="30608" y="43538"/>
                  <a:pt x="27759" y="44273"/>
                  <a:pt x="25714" y="45743"/>
                </a:cubicBezTo>
                <a:cubicBezTo>
                  <a:pt x="23668" y="47212"/>
                  <a:pt x="22013" y="49789"/>
                  <a:pt x="20746" y="53473"/>
                </a:cubicBezTo>
                <a:moveTo>
                  <a:pt x="48213" y="70129"/>
                </a:moveTo>
                <a:cubicBezTo>
                  <a:pt x="45584" y="70994"/>
                  <a:pt x="41420" y="72029"/>
                  <a:pt x="35722" y="73233"/>
                </a:cubicBezTo>
                <a:cubicBezTo>
                  <a:pt x="30024" y="74435"/>
                  <a:pt x="26298" y="75614"/>
                  <a:pt x="24545" y="76769"/>
                </a:cubicBezTo>
                <a:cubicBezTo>
                  <a:pt x="21866" y="78646"/>
                  <a:pt x="20527" y="81028"/>
                  <a:pt x="20527" y="83915"/>
                </a:cubicBezTo>
                <a:cubicBezTo>
                  <a:pt x="20527" y="86754"/>
                  <a:pt x="21599" y="89209"/>
                  <a:pt x="23741" y="91279"/>
                </a:cubicBezTo>
                <a:cubicBezTo>
                  <a:pt x="25884" y="93347"/>
                  <a:pt x="28611" y="94381"/>
                  <a:pt x="31923" y="94381"/>
                </a:cubicBezTo>
                <a:cubicBezTo>
                  <a:pt x="35624" y="94381"/>
                  <a:pt x="39155" y="93178"/>
                  <a:pt x="42515" y="90772"/>
                </a:cubicBezTo>
                <a:cubicBezTo>
                  <a:pt x="44999" y="88944"/>
                  <a:pt x="46631" y="86706"/>
                  <a:pt x="47410" y="84058"/>
                </a:cubicBezTo>
                <a:cubicBezTo>
                  <a:pt x="47946" y="82326"/>
                  <a:pt x="48213" y="79031"/>
                  <a:pt x="48213" y="74171"/>
                </a:cubicBezTo>
                <a:lnTo>
                  <a:pt x="48213" y="70129"/>
                </a:lnTo>
                <a:close/>
                <a:moveTo>
                  <a:pt x="165455" y="29512"/>
                </a:moveTo>
                <a:lnTo>
                  <a:pt x="165455" y="45876"/>
                </a:lnTo>
                <a:lnTo>
                  <a:pt x="151429" y="45876"/>
                </a:lnTo>
                <a:lnTo>
                  <a:pt x="151429" y="77091"/>
                </a:lnTo>
                <a:cubicBezTo>
                  <a:pt x="151429" y="83413"/>
                  <a:pt x="151563" y="87097"/>
                  <a:pt x="151831" y="88142"/>
                </a:cubicBezTo>
                <a:cubicBezTo>
                  <a:pt x="152099" y="89186"/>
                  <a:pt x="152708" y="90049"/>
                  <a:pt x="153657" y="90731"/>
                </a:cubicBezTo>
                <a:cubicBezTo>
                  <a:pt x="154607" y="91411"/>
                  <a:pt x="155763" y="91752"/>
                  <a:pt x="157127" y="91752"/>
                </a:cubicBezTo>
                <a:cubicBezTo>
                  <a:pt x="159026" y="91752"/>
                  <a:pt x="161778" y="91094"/>
                  <a:pt x="165382" y="89779"/>
                </a:cubicBezTo>
                <a:lnTo>
                  <a:pt x="167135" y="105764"/>
                </a:lnTo>
                <a:cubicBezTo>
                  <a:pt x="162362" y="107818"/>
                  <a:pt x="156957" y="108845"/>
                  <a:pt x="150918" y="108845"/>
                </a:cubicBezTo>
                <a:cubicBezTo>
                  <a:pt x="147217" y="108845"/>
                  <a:pt x="143881" y="108224"/>
                  <a:pt x="140910" y="106983"/>
                </a:cubicBezTo>
                <a:cubicBezTo>
                  <a:pt x="137939" y="105741"/>
                  <a:pt x="135760" y="104134"/>
                  <a:pt x="134372" y="102161"/>
                </a:cubicBezTo>
                <a:cubicBezTo>
                  <a:pt x="132984" y="100189"/>
                  <a:pt x="132022" y="97522"/>
                  <a:pt x="131486" y="94162"/>
                </a:cubicBezTo>
                <a:cubicBezTo>
                  <a:pt x="131048" y="91776"/>
                  <a:pt x="130829" y="86955"/>
                  <a:pt x="130829" y="79698"/>
                </a:cubicBezTo>
                <a:lnTo>
                  <a:pt x="130829" y="45876"/>
                </a:lnTo>
                <a:lnTo>
                  <a:pt x="121405" y="45876"/>
                </a:lnTo>
                <a:lnTo>
                  <a:pt x="121405" y="29512"/>
                </a:lnTo>
                <a:lnTo>
                  <a:pt x="130829" y="29512"/>
                </a:lnTo>
                <a:lnTo>
                  <a:pt x="130829" y="14026"/>
                </a:lnTo>
                <a:lnTo>
                  <a:pt x="151429" y="1899"/>
                </a:lnTo>
                <a:lnTo>
                  <a:pt x="151429" y="29512"/>
                </a:lnTo>
                <a:lnTo>
                  <a:pt x="165455" y="29512"/>
                </a:lnTo>
                <a:close/>
                <a:moveTo>
                  <a:pt x="195039" y="53473"/>
                </a:moveTo>
                <a:lnTo>
                  <a:pt x="176411" y="50113"/>
                </a:lnTo>
                <a:cubicBezTo>
                  <a:pt x="178505" y="42514"/>
                  <a:pt x="182109" y="36889"/>
                  <a:pt x="187223" y="33238"/>
                </a:cubicBezTo>
                <a:cubicBezTo>
                  <a:pt x="192336" y="29585"/>
                  <a:pt x="199934" y="27759"/>
                  <a:pt x="210015" y="27759"/>
                </a:cubicBezTo>
                <a:cubicBezTo>
                  <a:pt x="219170" y="27759"/>
                  <a:pt x="225988" y="28843"/>
                  <a:pt x="230469" y="31010"/>
                </a:cubicBezTo>
                <a:cubicBezTo>
                  <a:pt x="234949" y="33177"/>
                  <a:pt x="238102" y="35929"/>
                  <a:pt x="239929" y="39265"/>
                </a:cubicBezTo>
                <a:cubicBezTo>
                  <a:pt x="241755" y="42601"/>
                  <a:pt x="242668" y="48725"/>
                  <a:pt x="242668" y="57637"/>
                </a:cubicBezTo>
                <a:lnTo>
                  <a:pt x="242449" y="81597"/>
                </a:lnTo>
                <a:cubicBezTo>
                  <a:pt x="242449" y="88416"/>
                  <a:pt x="242778" y="93444"/>
                  <a:pt x="243435" y="96682"/>
                </a:cubicBezTo>
                <a:cubicBezTo>
                  <a:pt x="244093" y="99921"/>
                  <a:pt x="245322" y="103391"/>
                  <a:pt x="247124" y="107092"/>
                </a:cubicBezTo>
                <a:lnTo>
                  <a:pt x="226816" y="107092"/>
                </a:lnTo>
                <a:cubicBezTo>
                  <a:pt x="226280" y="105729"/>
                  <a:pt x="225623" y="103707"/>
                  <a:pt x="224844" y="101029"/>
                </a:cubicBezTo>
                <a:cubicBezTo>
                  <a:pt x="224503" y="99811"/>
                  <a:pt x="224259" y="99008"/>
                  <a:pt x="224113" y="98618"/>
                </a:cubicBezTo>
                <a:cubicBezTo>
                  <a:pt x="220607" y="102027"/>
                  <a:pt x="216857" y="104584"/>
                  <a:pt x="212864" y="106289"/>
                </a:cubicBezTo>
                <a:cubicBezTo>
                  <a:pt x="208870" y="107993"/>
                  <a:pt x="204609" y="108845"/>
                  <a:pt x="200080" y="108845"/>
                </a:cubicBezTo>
                <a:cubicBezTo>
                  <a:pt x="192093" y="108845"/>
                  <a:pt x="185798" y="106687"/>
                  <a:pt x="181196" y="102371"/>
                </a:cubicBezTo>
                <a:cubicBezTo>
                  <a:pt x="176594" y="98055"/>
                  <a:pt x="174293" y="92599"/>
                  <a:pt x="174293" y="86003"/>
                </a:cubicBezTo>
                <a:cubicBezTo>
                  <a:pt x="174293" y="81639"/>
                  <a:pt x="175340" y="77747"/>
                  <a:pt x="177434" y="74329"/>
                </a:cubicBezTo>
                <a:cubicBezTo>
                  <a:pt x="179528" y="70909"/>
                  <a:pt x="182462" y="68290"/>
                  <a:pt x="186237" y="66471"/>
                </a:cubicBezTo>
                <a:cubicBezTo>
                  <a:pt x="190011" y="64653"/>
                  <a:pt x="195453" y="63065"/>
                  <a:pt x="202563" y="61707"/>
                </a:cubicBezTo>
                <a:cubicBezTo>
                  <a:pt x="212157" y="59913"/>
                  <a:pt x="218805" y="58240"/>
                  <a:pt x="222506" y="56687"/>
                </a:cubicBezTo>
                <a:lnTo>
                  <a:pt x="222506" y="54619"/>
                </a:lnTo>
                <a:cubicBezTo>
                  <a:pt x="222506" y="50630"/>
                  <a:pt x="221532" y="47786"/>
                  <a:pt x="219584" y="46088"/>
                </a:cubicBezTo>
                <a:cubicBezTo>
                  <a:pt x="217636" y="44388"/>
                  <a:pt x="213959" y="43538"/>
                  <a:pt x="208554" y="43538"/>
                </a:cubicBezTo>
                <a:cubicBezTo>
                  <a:pt x="204901" y="43538"/>
                  <a:pt x="202052" y="44273"/>
                  <a:pt x="200007" y="45743"/>
                </a:cubicBezTo>
                <a:cubicBezTo>
                  <a:pt x="197961" y="47212"/>
                  <a:pt x="196305" y="49789"/>
                  <a:pt x="195039" y="53473"/>
                </a:cubicBezTo>
                <a:moveTo>
                  <a:pt x="222506" y="70129"/>
                </a:moveTo>
                <a:cubicBezTo>
                  <a:pt x="219876" y="70994"/>
                  <a:pt x="215712" y="72029"/>
                  <a:pt x="210015" y="73233"/>
                </a:cubicBezTo>
                <a:cubicBezTo>
                  <a:pt x="204317" y="74435"/>
                  <a:pt x="200591" y="75614"/>
                  <a:pt x="198838" y="76769"/>
                </a:cubicBezTo>
                <a:cubicBezTo>
                  <a:pt x="196159" y="78646"/>
                  <a:pt x="194820" y="81028"/>
                  <a:pt x="194820" y="83915"/>
                </a:cubicBezTo>
                <a:cubicBezTo>
                  <a:pt x="194820" y="86754"/>
                  <a:pt x="195891" y="89209"/>
                  <a:pt x="198034" y="91279"/>
                </a:cubicBezTo>
                <a:cubicBezTo>
                  <a:pt x="200177" y="93347"/>
                  <a:pt x="202904" y="94381"/>
                  <a:pt x="206216" y="94381"/>
                </a:cubicBezTo>
                <a:cubicBezTo>
                  <a:pt x="209917" y="94381"/>
                  <a:pt x="213448" y="93178"/>
                  <a:pt x="216808" y="90772"/>
                </a:cubicBezTo>
                <a:cubicBezTo>
                  <a:pt x="219292" y="88944"/>
                  <a:pt x="220923" y="86706"/>
                  <a:pt x="221703" y="84058"/>
                </a:cubicBezTo>
                <a:cubicBezTo>
                  <a:pt x="222238" y="82326"/>
                  <a:pt x="222506" y="79031"/>
                  <a:pt x="222506" y="74171"/>
                </a:cubicBezTo>
                <a:lnTo>
                  <a:pt x="222506" y="70129"/>
                </a:lnTo>
                <a:close/>
                <a:moveTo>
                  <a:pt x="281933" y="107092"/>
                </a:moveTo>
                <a:lnTo>
                  <a:pt x="261405" y="107092"/>
                </a:lnTo>
                <a:lnTo>
                  <a:pt x="261405" y="29512"/>
                </a:lnTo>
                <a:lnTo>
                  <a:pt x="280472" y="29512"/>
                </a:lnTo>
                <a:lnTo>
                  <a:pt x="280472" y="40543"/>
                </a:lnTo>
                <a:cubicBezTo>
                  <a:pt x="283734" y="35332"/>
                  <a:pt x="286669" y="31899"/>
                  <a:pt x="289274" y="30243"/>
                </a:cubicBezTo>
                <a:cubicBezTo>
                  <a:pt x="291880" y="28587"/>
                  <a:pt x="294838" y="27759"/>
                  <a:pt x="298150" y="27759"/>
                </a:cubicBezTo>
                <a:cubicBezTo>
                  <a:pt x="302825" y="27759"/>
                  <a:pt x="307330" y="29050"/>
                  <a:pt x="311664" y="31631"/>
                </a:cubicBezTo>
                <a:lnTo>
                  <a:pt x="305309" y="49528"/>
                </a:lnTo>
                <a:cubicBezTo>
                  <a:pt x="301851" y="47288"/>
                  <a:pt x="298637" y="46168"/>
                  <a:pt x="295666" y="46168"/>
                </a:cubicBezTo>
                <a:cubicBezTo>
                  <a:pt x="292793" y="46168"/>
                  <a:pt x="290358" y="46959"/>
                  <a:pt x="288361" y="48542"/>
                </a:cubicBezTo>
                <a:cubicBezTo>
                  <a:pt x="286364" y="50125"/>
                  <a:pt x="284794" y="52986"/>
                  <a:pt x="283649" y="57126"/>
                </a:cubicBezTo>
                <a:cubicBezTo>
                  <a:pt x="282505" y="61265"/>
                  <a:pt x="281933" y="69934"/>
                  <a:pt x="281933" y="83132"/>
                </a:cubicBezTo>
                <a:lnTo>
                  <a:pt x="281933" y="107092"/>
                </a:lnTo>
                <a:close/>
                <a:moveTo>
                  <a:pt x="317982" y="112060"/>
                </a:moveTo>
                <a:lnTo>
                  <a:pt x="341431" y="114982"/>
                </a:lnTo>
                <a:cubicBezTo>
                  <a:pt x="341820" y="117735"/>
                  <a:pt x="342721" y="119627"/>
                  <a:pt x="344134" y="120659"/>
                </a:cubicBezTo>
                <a:cubicBezTo>
                  <a:pt x="346082" y="122134"/>
                  <a:pt x="349150" y="122871"/>
                  <a:pt x="353338" y="122871"/>
                </a:cubicBezTo>
                <a:cubicBezTo>
                  <a:pt x="358695" y="122871"/>
                  <a:pt x="362713" y="122061"/>
                  <a:pt x="365391" y="120442"/>
                </a:cubicBezTo>
                <a:cubicBezTo>
                  <a:pt x="367193" y="119363"/>
                  <a:pt x="368557" y="117622"/>
                  <a:pt x="369482" y="115219"/>
                </a:cubicBezTo>
                <a:cubicBezTo>
                  <a:pt x="370115" y="113502"/>
                  <a:pt x="370432" y="110339"/>
                  <a:pt x="370432" y="105729"/>
                </a:cubicBezTo>
                <a:lnTo>
                  <a:pt x="370432" y="94324"/>
                </a:lnTo>
                <a:cubicBezTo>
                  <a:pt x="364296" y="102836"/>
                  <a:pt x="356552" y="107092"/>
                  <a:pt x="347202" y="107092"/>
                </a:cubicBezTo>
                <a:cubicBezTo>
                  <a:pt x="336780" y="107092"/>
                  <a:pt x="328525" y="102685"/>
                  <a:pt x="322438" y="93870"/>
                </a:cubicBezTo>
                <a:cubicBezTo>
                  <a:pt x="317665" y="86906"/>
                  <a:pt x="315279" y="78237"/>
                  <a:pt x="315279" y="67864"/>
                </a:cubicBezTo>
                <a:cubicBezTo>
                  <a:pt x="315279" y="54861"/>
                  <a:pt x="318408" y="44926"/>
                  <a:pt x="324666" y="38059"/>
                </a:cubicBezTo>
                <a:cubicBezTo>
                  <a:pt x="330924" y="31193"/>
                  <a:pt x="338704" y="27759"/>
                  <a:pt x="348005" y="27759"/>
                </a:cubicBezTo>
                <a:cubicBezTo>
                  <a:pt x="357599" y="27759"/>
                  <a:pt x="365513" y="31992"/>
                  <a:pt x="371747" y="40456"/>
                </a:cubicBezTo>
                <a:lnTo>
                  <a:pt x="371747" y="29512"/>
                </a:lnTo>
                <a:lnTo>
                  <a:pt x="390959" y="29512"/>
                </a:lnTo>
                <a:lnTo>
                  <a:pt x="390959" y="99175"/>
                </a:lnTo>
                <a:cubicBezTo>
                  <a:pt x="390959" y="108337"/>
                  <a:pt x="390204" y="115184"/>
                  <a:pt x="388694" y="119716"/>
                </a:cubicBezTo>
                <a:cubicBezTo>
                  <a:pt x="387185" y="124248"/>
                  <a:pt x="385066" y="127806"/>
                  <a:pt x="382339" y="130388"/>
                </a:cubicBezTo>
                <a:cubicBezTo>
                  <a:pt x="379612" y="132973"/>
                  <a:pt x="375972" y="134995"/>
                  <a:pt x="371418" y="136456"/>
                </a:cubicBezTo>
                <a:cubicBezTo>
                  <a:pt x="366865" y="137919"/>
                  <a:pt x="361106" y="138650"/>
                  <a:pt x="354142" y="138650"/>
                </a:cubicBezTo>
                <a:cubicBezTo>
                  <a:pt x="340992" y="138650"/>
                  <a:pt x="331666" y="136379"/>
                  <a:pt x="326163" y="131836"/>
                </a:cubicBezTo>
                <a:cubicBezTo>
                  <a:pt x="320660" y="127294"/>
                  <a:pt x="317908" y="121537"/>
                  <a:pt x="317908" y="114564"/>
                </a:cubicBezTo>
                <a:cubicBezTo>
                  <a:pt x="317908" y="113876"/>
                  <a:pt x="317933" y="113041"/>
                  <a:pt x="317982" y="112060"/>
                </a:cubicBezTo>
                <a:moveTo>
                  <a:pt x="336317" y="66695"/>
                </a:moveTo>
                <a:cubicBezTo>
                  <a:pt x="336317" y="74901"/>
                  <a:pt x="337912" y="80910"/>
                  <a:pt x="341102" y="84720"/>
                </a:cubicBezTo>
                <a:cubicBezTo>
                  <a:pt x="344292" y="88531"/>
                  <a:pt x="348224" y="90437"/>
                  <a:pt x="352900" y="90437"/>
                </a:cubicBezTo>
                <a:cubicBezTo>
                  <a:pt x="357916" y="90437"/>
                  <a:pt x="362153" y="88482"/>
                  <a:pt x="365610" y="84574"/>
                </a:cubicBezTo>
                <a:cubicBezTo>
                  <a:pt x="369068" y="80666"/>
                  <a:pt x="370797" y="74877"/>
                  <a:pt x="370797" y="67207"/>
                </a:cubicBezTo>
                <a:cubicBezTo>
                  <a:pt x="370797" y="59195"/>
                  <a:pt x="369141" y="53248"/>
                  <a:pt x="365830" y="49364"/>
                </a:cubicBezTo>
                <a:cubicBezTo>
                  <a:pt x="362518" y="45480"/>
                  <a:pt x="358330" y="43538"/>
                  <a:pt x="353265" y="43538"/>
                </a:cubicBezTo>
                <a:cubicBezTo>
                  <a:pt x="348346" y="43538"/>
                  <a:pt x="344292" y="45444"/>
                  <a:pt x="341102" y="49254"/>
                </a:cubicBezTo>
                <a:cubicBezTo>
                  <a:pt x="337912" y="53065"/>
                  <a:pt x="336317" y="58879"/>
                  <a:pt x="336317" y="66695"/>
                </a:cubicBezTo>
                <a:close/>
                <a:moveTo>
                  <a:pt x="456666" y="82401"/>
                </a:moveTo>
                <a:lnTo>
                  <a:pt x="477120" y="85907"/>
                </a:lnTo>
                <a:cubicBezTo>
                  <a:pt x="474490" y="93383"/>
                  <a:pt x="470339" y="99075"/>
                  <a:pt x="464665" y="102983"/>
                </a:cubicBezTo>
                <a:cubicBezTo>
                  <a:pt x="458991" y="106891"/>
                  <a:pt x="451893" y="108845"/>
                  <a:pt x="443371" y="108845"/>
                </a:cubicBezTo>
                <a:cubicBezTo>
                  <a:pt x="429881" y="108845"/>
                  <a:pt x="419897" y="104438"/>
                  <a:pt x="413420" y="95623"/>
                </a:cubicBezTo>
                <a:cubicBezTo>
                  <a:pt x="408307" y="88562"/>
                  <a:pt x="405750" y="79649"/>
                  <a:pt x="405750" y="68887"/>
                </a:cubicBezTo>
                <a:cubicBezTo>
                  <a:pt x="405750" y="56030"/>
                  <a:pt x="409110" y="45961"/>
                  <a:pt x="415831" y="38680"/>
                </a:cubicBezTo>
                <a:cubicBezTo>
                  <a:pt x="422551" y="31400"/>
                  <a:pt x="431050" y="27759"/>
                  <a:pt x="441325" y="27759"/>
                </a:cubicBezTo>
                <a:cubicBezTo>
                  <a:pt x="452867" y="27759"/>
                  <a:pt x="461974" y="31570"/>
                  <a:pt x="468646" y="39192"/>
                </a:cubicBezTo>
                <a:cubicBezTo>
                  <a:pt x="475318" y="46813"/>
                  <a:pt x="478508" y="58489"/>
                  <a:pt x="478216" y="74219"/>
                </a:cubicBezTo>
                <a:lnTo>
                  <a:pt x="426788" y="74219"/>
                </a:lnTo>
                <a:cubicBezTo>
                  <a:pt x="426934" y="80307"/>
                  <a:pt x="428590" y="85043"/>
                  <a:pt x="431756" y="88428"/>
                </a:cubicBezTo>
                <a:cubicBezTo>
                  <a:pt x="434921" y="91812"/>
                  <a:pt x="438866" y="93505"/>
                  <a:pt x="443590" y="93505"/>
                </a:cubicBezTo>
                <a:cubicBezTo>
                  <a:pt x="446804" y="93505"/>
                  <a:pt x="449507" y="92628"/>
                  <a:pt x="451699" y="90875"/>
                </a:cubicBezTo>
                <a:cubicBezTo>
                  <a:pt x="453890" y="89122"/>
                  <a:pt x="455546" y="86297"/>
                  <a:pt x="456666" y="82401"/>
                </a:cubicBezTo>
                <a:moveTo>
                  <a:pt x="457835" y="61655"/>
                </a:moveTo>
                <a:cubicBezTo>
                  <a:pt x="457689" y="55738"/>
                  <a:pt x="456155" y="51239"/>
                  <a:pt x="453233" y="48159"/>
                </a:cubicBezTo>
                <a:cubicBezTo>
                  <a:pt x="450311" y="45078"/>
                  <a:pt x="446756" y="43538"/>
                  <a:pt x="442567" y="43538"/>
                </a:cubicBezTo>
                <a:cubicBezTo>
                  <a:pt x="438087" y="43538"/>
                  <a:pt x="434386" y="45163"/>
                  <a:pt x="431464" y="48412"/>
                </a:cubicBezTo>
                <a:cubicBezTo>
                  <a:pt x="428542" y="51663"/>
                  <a:pt x="427105" y="56077"/>
                  <a:pt x="427154" y="61655"/>
                </a:cubicBezTo>
                <a:lnTo>
                  <a:pt x="457835" y="61655"/>
                </a:lnTo>
                <a:close/>
                <a:moveTo>
                  <a:pt x="529899" y="29512"/>
                </a:moveTo>
                <a:lnTo>
                  <a:pt x="529899" y="45876"/>
                </a:lnTo>
                <a:lnTo>
                  <a:pt x="515873" y="45876"/>
                </a:lnTo>
                <a:lnTo>
                  <a:pt x="515873" y="77091"/>
                </a:lnTo>
                <a:cubicBezTo>
                  <a:pt x="515873" y="83413"/>
                  <a:pt x="516007" y="87097"/>
                  <a:pt x="516275" y="88142"/>
                </a:cubicBezTo>
                <a:cubicBezTo>
                  <a:pt x="516543" y="89186"/>
                  <a:pt x="517152" y="90049"/>
                  <a:pt x="518101" y="90731"/>
                </a:cubicBezTo>
                <a:cubicBezTo>
                  <a:pt x="519051" y="91411"/>
                  <a:pt x="520207" y="91752"/>
                  <a:pt x="521571" y="91752"/>
                </a:cubicBezTo>
                <a:cubicBezTo>
                  <a:pt x="523470" y="91752"/>
                  <a:pt x="526222" y="91094"/>
                  <a:pt x="529826" y="89779"/>
                </a:cubicBezTo>
                <a:lnTo>
                  <a:pt x="531579" y="105764"/>
                </a:lnTo>
                <a:cubicBezTo>
                  <a:pt x="526806" y="107818"/>
                  <a:pt x="521401" y="108845"/>
                  <a:pt x="515362" y="108845"/>
                </a:cubicBezTo>
                <a:cubicBezTo>
                  <a:pt x="511661" y="108845"/>
                  <a:pt x="508325" y="108224"/>
                  <a:pt x="505354" y="106983"/>
                </a:cubicBezTo>
                <a:cubicBezTo>
                  <a:pt x="502383" y="105741"/>
                  <a:pt x="500204" y="104134"/>
                  <a:pt x="498816" y="102161"/>
                </a:cubicBezTo>
                <a:cubicBezTo>
                  <a:pt x="497428" y="100189"/>
                  <a:pt x="496466" y="97522"/>
                  <a:pt x="495930" y="94162"/>
                </a:cubicBezTo>
                <a:cubicBezTo>
                  <a:pt x="495492" y="91776"/>
                  <a:pt x="495273" y="86955"/>
                  <a:pt x="495273" y="79698"/>
                </a:cubicBezTo>
                <a:lnTo>
                  <a:pt x="495273" y="45876"/>
                </a:lnTo>
                <a:lnTo>
                  <a:pt x="485849" y="45876"/>
                </a:lnTo>
                <a:lnTo>
                  <a:pt x="485849" y="29512"/>
                </a:lnTo>
                <a:lnTo>
                  <a:pt x="495273" y="29512"/>
                </a:lnTo>
                <a:lnTo>
                  <a:pt x="495273" y="14026"/>
                </a:lnTo>
                <a:lnTo>
                  <a:pt x="515873" y="1899"/>
                </a:lnTo>
                <a:lnTo>
                  <a:pt x="515873" y="29512"/>
                </a:lnTo>
                <a:lnTo>
                  <a:pt x="529899" y="29512"/>
                </a:lnTo>
                <a:close/>
                <a:moveTo>
                  <a:pt x="587678" y="107092"/>
                </a:moveTo>
                <a:lnTo>
                  <a:pt x="587678" y="0"/>
                </a:lnTo>
                <a:lnTo>
                  <a:pt x="608206" y="0"/>
                </a:lnTo>
                <a:lnTo>
                  <a:pt x="608206" y="107092"/>
                </a:lnTo>
                <a:lnTo>
                  <a:pt x="587678" y="107092"/>
                </a:lnTo>
                <a:close/>
                <a:moveTo>
                  <a:pt x="624820" y="67207"/>
                </a:moveTo>
                <a:cubicBezTo>
                  <a:pt x="624820" y="60388"/>
                  <a:pt x="626500" y="53790"/>
                  <a:pt x="629861" y="47410"/>
                </a:cubicBezTo>
                <a:cubicBezTo>
                  <a:pt x="633221" y="41030"/>
                  <a:pt x="637982" y="36160"/>
                  <a:pt x="644142" y="32800"/>
                </a:cubicBezTo>
                <a:cubicBezTo>
                  <a:pt x="650303" y="29439"/>
                  <a:pt x="657182" y="27759"/>
                  <a:pt x="664779" y="27759"/>
                </a:cubicBezTo>
                <a:cubicBezTo>
                  <a:pt x="676516" y="27759"/>
                  <a:pt x="686134" y="31570"/>
                  <a:pt x="693634" y="39192"/>
                </a:cubicBezTo>
                <a:cubicBezTo>
                  <a:pt x="701134" y="46813"/>
                  <a:pt x="704884" y="56444"/>
                  <a:pt x="704884" y="68083"/>
                </a:cubicBezTo>
                <a:cubicBezTo>
                  <a:pt x="704884" y="79820"/>
                  <a:pt x="701097" y="89548"/>
                  <a:pt x="693524" y="97267"/>
                </a:cubicBezTo>
                <a:cubicBezTo>
                  <a:pt x="685951" y="104986"/>
                  <a:pt x="676418" y="108845"/>
                  <a:pt x="664925" y="108845"/>
                </a:cubicBezTo>
                <a:cubicBezTo>
                  <a:pt x="657815" y="108845"/>
                  <a:pt x="651033" y="107238"/>
                  <a:pt x="644580" y="104024"/>
                </a:cubicBezTo>
                <a:cubicBezTo>
                  <a:pt x="638128" y="100810"/>
                  <a:pt x="633221" y="96098"/>
                  <a:pt x="629861" y="89889"/>
                </a:cubicBezTo>
                <a:cubicBezTo>
                  <a:pt x="626500" y="83679"/>
                  <a:pt x="624820" y="76119"/>
                  <a:pt x="624820" y="67207"/>
                </a:cubicBezTo>
                <a:moveTo>
                  <a:pt x="645859" y="68302"/>
                </a:moveTo>
                <a:cubicBezTo>
                  <a:pt x="645859" y="75973"/>
                  <a:pt x="647685" y="81847"/>
                  <a:pt x="651338" y="85926"/>
                </a:cubicBezTo>
                <a:cubicBezTo>
                  <a:pt x="654990" y="90004"/>
                  <a:pt x="659495" y="92044"/>
                  <a:pt x="664852" y="92044"/>
                </a:cubicBezTo>
                <a:cubicBezTo>
                  <a:pt x="670209" y="92044"/>
                  <a:pt x="674702" y="90004"/>
                  <a:pt x="678330" y="85926"/>
                </a:cubicBezTo>
                <a:cubicBezTo>
                  <a:pt x="681958" y="81847"/>
                  <a:pt x="683772" y="75924"/>
                  <a:pt x="683772" y="68156"/>
                </a:cubicBezTo>
                <a:cubicBezTo>
                  <a:pt x="683772" y="60583"/>
                  <a:pt x="681958" y="54757"/>
                  <a:pt x="678330" y="50679"/>
                </a:cubicBezTo>
                <a:cubicBezTo>
                  <a:pt x="674702" y="46600"/>
                  <a:pt x="670209" y="44561"/>
                  <a:pt x="664852" y="44561"/>
                </a:cubicBezTo>
                <a:cubicBezTo>
                  <a:pt x="659495" y="44561"/>
                  <a:pt x="654990" y="46600"/>
                  <a:pt x="651338" y="50679"/>
                </a:cubicBezTo>
                <a:cubicBezTo>
                  <a:pt x="647685" y="54757"/>
                  <a:pt x="645859" y="60632"/>
                  <a:pt x="645859" y="68302"/>
                </a:cubicBezTo>
                <a:close/>
                <a:moveTo>
                  <a:pt x="789072" y="52450"/>
                </a:moveTo>
                <a:lnTo>
                  <a:pt x="768837" y="56103"/>
                </a:lnTo>
                <a:cubicBezTo>
                  <a:pt x="768156" y="52085"/>
                  <a:pt x="766609" y="49060"/>
                  <a:pt x="764199" y="47026"/>
                </a:cubicBezTo>
                <a:cubicBezTo>
                  <a:pt x="761788" y="44993"/>
                  <a:pt x="758659" y="43976"/>
                  <a:pt x="754812" y="43976"/>
                </a:cubicBezTo>
                <a:cubicBezTo>
                  <a:pt x="749698" y="43976"/>
                  <a:pt x="745619" y="45736"/>
                  <a:pt x="742576" y="49257"/>
                </a:cubicBezTo>
                <a:cubicBezTo>
                  <a:pt x="739532" y="52777"/>
                  <a:pt x="738010" y="58663"/>
                  <a:pt x="738010" y="66917"/>
                </a:cubicBezTo>
                <a:cubicBezTo>
                  <a:pt x="738010" y="76094"/>
                  <a:pt x="739556" y="82576"/>
                  <a:pt x="742649" y="86364"/>
                </a:cubicBezTo>
                <a:cubicBezTo>
                  <a:pt x="745741" y="90150"/>
                  <a:pt x="749893" y="92044"/>
                  <a:pt x="755104" y="92044"/>
                </a:cubicBezTo>
                <a:cubicBezTo>
                  <a:pt x="759000" y="92044"/>
                  <a:pt x="762190" y="90936"/>
                  <a:pt x="764673" y="88720"/>
                </a:cubicBezTo>
                <a:cubicBezTo>
                  <a:pt x="767157" y="86504"/>
                  <a:pt x="768910" y="82693"/>
                  <a:pt x="769933" y="77287"/>
                </a:cubicBezTo>
                <a:lnTo>
                  <a:pt x="790095" y="80794"/>
                </a:lnTo>
                <a:cubicBezTo>
                  <a:pt x="788001" y="90047"/>
                  <a:pt x="783983" y="97035"/>
                  <a:pt x="778042" y="101759"/>
                </a:cubicBezTo>
                <a:cubicBezTo>
                  <a:pt x="772100" y="106483"/>
                  <a:pt x="764138" y="108845"/>
                  <a:pt x="754154" y="108845"/>
                </a:cubicBezTo>
                <a:cubicBezTo>
                  <a:pt x="742807" y="108845"/>
                  <a:pt x="733761" y="105266"/>
                  <a:pt x="727016" y="98107"/>
                </a:cubicBezTo>
                <a:cubicBezTo>
                  <a:pt x="720271" y="90948"/>
                  <a:pt x="716898" y="81037"/>
                  <a:pt x="716898" y="68375"/>
                </a:cubicBezTo>
                <a:cubicBezTo>
                  <a:pt x="716898" y="55567"/>
                  <a:pt x="720283" y="45596"/>
                  <a:pt x="727052" y="38461"/>
                </a:cubicBezTo>
                <a:cubicBezTo>
                  <a:pt x="733822" y="31327"/>
                  <a:pt x="742977" y="27759"/>
                  <a:pt x="754519" y="27759"/>
                </a:cubicBezTo>
                <a:cubicBezTo>
                  <a:pt x="763967" y="27759"/>
                  <a:pt x="771479" y="29792"/>
                  <a:pt x="777056" y="33859"/>
                </a:cubicBezTo>
                <a:cubicBezTo>
                  <a:pt x="782632" y="37925"/>
                  <a:pt x="786637" y="44123"/>
                  <a:pt x="789072" y="52450"/>
                </a:cubicBezTo>
                <a:close/>
                <a:moveTo>
                  <a:pt x="819352" y="53473"/>
                </a:moveTo>
                <a:lnTo>
                  <a:pt x="800724" y="50113"/>
                </a:lnTo>
                <a:cubicBezTo>
                  <a:pt x="802818" y="42514"/>
                  <a:pt x="806422" y="36889"/>
                  <a:pt x="811535" y="33238"/>
                </a:cubicBezTo>
                <a:cubicBezTo>
                  <a:pt x="816649" y="29585"/>
                  <a:pt x="824246" y="27759"/>
                  <a:pt x="834327" y="27759"/>
                </a:cubicBezTo>
                <a:cubicBezTo>
                  <a:pt x="843483" y="27759"/>
                  <a:pt x="850301" y="28843"/>
                  <a:pt x="854781" y="31010"/>
                </a:cubicBezTo>
                <a:cubicBezTo>
                  <a:pt x="859262" y="33177"/>
                  <a:pt x="862415" y="35929"/>
                  <a:pt x="864241" y="39265"/>
                </a:cubicBezTo>
                <a:cubicBezTo>
                  <a:pt x="866067" y="42601"/>
                  <a:pt x="866981" y="48725"/>
                  <a:pt x="866981" y="57637"/>
                </a:cubicBezTo>
                <a:lnTo>
                  <a:pt x="866761" y="81597"/>
                </a:lnTo>
                <a:cubicBezTo>
                  <a:pt x="866761" y="88416"/>
                  <a:pt x="867090" y="93444"/>
                  <a:pt x="867748" y="96682"/>
                </a:cubicBezTo>
                <a:cubicBezTo>
                  <a:pt x="868405" y="99921"/>
                  <a:pt x="869635" y="103391"/>
                  <a:pt x="871437" y="107092"/>
                </a:cubicBezTo>
                <a:lnTo>
                  <a:pt x="851129" y="107092"/>
                </a:lnTo>
                <a:cubicBezTo>
                  <a:pt x="850593" y="105729"/>
                  <a:pt x="849935" y="103707"/>
                  <a:pt x="849156" y="101029"/>
                </a:cubicBezTo>
                <a:cubicBezTo>
                  <a:pt x="848815" y="99811"/>
                  <a:pt x="848572" y="99008"/>
                  <a:pt x="848426" y="98618"/>
                </a:cubicBezTo>
                <a:cubicBezTo>
                  <a:pt x="844919" y="102027"/>
                  <a:pt x="841169" y="104584"/>
                  <a:pt x="837176" y="106289"/>
                </a:cubicBezTo>
                <a:cubicBezTo>
                  <a:pt x="833182" y="107993"/>
                  <a:pt x="828921" y="108845"/>
                  <a:pt x="824392" y="108845"/>
                </a:cubicBezTo>
                <a:cubicBezTo>
                  <a:pt x="816405" y="108845"/>
                  <a:pt x="810111" y="106687"/>
                  <a:pt x="805508" y="102371"/>
                </a:cubicBezTo>
                <a:cubicBezTo>
                  <a:pt x="800906" y="98055"/>
                  <a:pt x="798605" y="92599"/>
                  <a:pt x="798605" y="86003"/>
                </a:cubicBezTo>
                <a:cubicBezTo>
                  <a:pt x="798605" y="81639"/>
                  <a:pt x="799652" y="77747"/>
                  <a:pt x="801746" y="74329"/>
                </a:cubicBezTo>
                <a:cubicBezTo>
                  <a:pt x="803841" y="70909"/>
                  <a:pt x="806775" y="68290"/>
                  <a:pt x="810549" y="66471"/>
                </a:cubicBezTo>
                <a:cubicBezTo>
                  <a:pt x="814323" y="64653"/>
                  <a:pt x="819766" y="63065"/>
                  <a:pt x="826876" y="61707"/>
                </a:cubicBezTo>
                <a:cubicBezTo>
                  <a:pt x="836470" y="59913"/>
                  <a:pt x="843117" y="58240"/>
                  <a:pt x="846819" y="56687"/>
                </a:cubicBezTo>
                <a:lnTo>
                  <a:pt x="846819" y="54619"/>
                </a:lnTo>
                <a:cubicBezTo>
                  <a:pt x="846819" y="50630"/>
                  <a:pt x="845845" y="47786"/>
                  <a:pt x="843897" y="46088"/>
                </a:cubicBezTo>
                <a:cubicBezTo>
                  <a:pt x="841949" y="44388"/>
                  <a:pt x="838272" y="43538"/>
                  <a:pt x="832866" y="43538"/>
                </a:cubicBezTo>
                <a:cubicBezTo>
                  <a:pt x="829213" y="43538"/>
                  <a:pt x="826364" y="44273"/>
                  <a:pt x="824319" y="45743"/>
                </a:cubicBezTo>
                <a:cubicBezTo>
                  <a:pt x="822274" y="47212"/>
                  <a:pt x="820618" y="49789"/>
                  <a:pt x="819352" y="53473"/>
                </a:cubicBezTo>
                <a:moveTo>
                  <a:pt x="846819" y="70129"/>
                </a:moveTo>
                <a:cubicBezTo>
                  <a:pt x="844189" y="70994"/>
                  <a:pt x="840025" y="72029"/>
                  <a:pt x="834327" y="73233"/>
                </a:cubicBezTo>
                <a:cubicBezTo>
                  <a:pt x="828629" y="74435"/>
                  <a:pt x="824903" y="75614"/>
                  <a:pt x="823150" y="76769"/>
                </a:cubicBezTo>
                <a:cubicBezTo>
                  <a:pt x="820472" y="78646"/>
                  <a:pt x="819132" y="81028"/>
                  <a:pt x="819132" y="83915"/>
                </a:cubicBezTo>
                <a:cubicBezTo>
                  <a:pt x="819132" y="86754"/>
                  <a:pt x="820204" y="89209"/>
                  <a:pt x="822347" y="91279"/>
                </a:cubicBezTo>
                <a:cubicBezTo>
                  <a:pt x="824489" y="93347"/>
                  <a:pt x="827217" y="94381"/>
                  <a:pt x="830528" y="94381"/>
                </a:cubicBezTo>
                <a:cubicBezTo>
                  <a:pt x="834230" y="94381"/>
                  <a:pt x="837760" y="93178"/>
                  <a:pt x="841121" y="90772"/>
                </a:cubicBezTo>
                <a:cubicBezTo>
                  <a:pt x="843604" y="88944"/>
                  <a:pt x="845236" y="86706"/>
                  <a:pt x="846015" y="84058"/>
                </a:cubicBezTo>
                <a:cubicBezTo>
                  <a:pt x="846551" y="82326"/>
                  <a:pt x="846819" y="79031"/>
                  <a:pt x="846819" y="74171"/>
                </a:cubicBezTo>
                <a:lnTo>
                  <a:pt x="846819" y="70129"/>
                </a:lnTo>
                <a:close/>
                <a:moveTo>
                  <a:pt x="922170" y="29512"/>
                </a:moveTo>
                <a:lnTo>
                  <a:pt x="922170" y="45876"/>
                </a:lnTo>
                <a:lnTo>
                  <a:pt x="908144" y="45876"/>
                </a:lnTo>
                <a:lnTo>
                  <a:pt x="908144" y="77091"/>
                </a:lnTo>
                <a:cubicBezTo>
                  <a:pt x="908144" y="83413"/>
                  <a:pt x="908278" y="87097"/>
                  <a:pt x="908546" y="88142"/>
                </a:cubicBezTo>
                <a:cubicBezTo>
                  <a:pt x="908814" y="89186"/>
                  <a:pt x="909422" y="90049"/>
                  <a:pt x="910372" y="90731"/>
                </a:cubicBezTo>
                <a:cubicBezTo>
                  <a:pt x="911322" y="91411"/>
                  <a:pt x="912478" y="91752"/>
                  <a:pt x="913842" y="91752"/>
                </a:cubicBezTo>
                <a:cubicBezTo>
                  <a:pt x="915741" y="91752"/>
                  <a:pt x="918493" y="91094"/>
                  <a:pt x="922097" y="89779"/>
                </a:cubicBezTo>
                <a:lnTo>
                  <a:pt x="923850" y="105764"/>
                </a:lnTo>
                <a:cubicBezTo>
                  <a:pt x="919077" y="107818"/>
                  <a:pt x="913672" y="108845"/>
                  <a:pt x="907633" y="108845"/>
                </a:cubicBezTo>
                <a:cubicBezTo>
                  <a:pt x="903932" y="108845"/>
                  <a:pt x="900596" y="108224"/>
                  <a:pt x="897625" y="106983"/>
                </a:cubicBezTo>
                <a:cubicBezTo>
                  <a:pt x="894654" y="105741"/>
                  <a:pt x="892475" y="104134"/>
                  <a:pt x="891087" y="102161"/>
                </a:cubicBezTo>
                <a:cubicBezTo>
                  <a:pt x="889699" y="100189"/>
                  <a:pt x="888737" y="97522"/>
                  <a:pt x="888201" y="94162"/>
                </a:cubicBezTo>
                <a:cubicBezTo>
                  <a:pt x="887763" y="91776"/>
                  <a:pt x="887544" y="86955"/>
                  <a:pt x="887544" y="79698"/>
                </a:cubicBezTo>
                <a:lnTo>
                  <a:pt x="887544" y="45876"/>
                </a:lnTo>
                <a:lnTo>
                  <a:pt x="878120" y="45876"/>
                </a:lnTo>
                <a:lnTo>
                  <a:pt x="878120" y="29512"/>
                </a:lnTo>
                <a:lnTo>
                  <a:pt x="887544" y="29512"/>
                </a:lnTo>
                <a:lnTo>
                  <a:pt x="887544" y="14026"/>
                </a:lnTo>
                <a:lnTo>
                  <a:pt x="908144" y="1899"/>
                </a:lnTo>
                <a:lnTo>
                  <a:pt x="908144" y="29512"/>
                </a:lnTo>
                <a:lnTo>
                  <a:pt x="922170" y="29512"/>
                </a:lnTo>
                <a:close/>
                <a:moveTo>
                  <a:pt x="936414" y="18993"/>
                </a:moveTo>
                <a:lnTo>
                  <a:pt x="936414" y="0"/>
                </a:lnTo>
                <a:lnTo>
                  <a:pt x="956941" y="0"/>
                </a:lnTo>
                <a:lnTo>
                  <a:pt x="956941" y="18993"/>
                </a:lnTo>
                <a:lnTo>
                  <a:pt x="936414" y="18993"/>
                </a:lnTo>
                <a:moveTo>
                  <a:pt x="936414" y="107092"/>
                </a:moveTo>
                <a:lnTo>
                  <a:pt x="936414" y="29512"/>
                </a:lnTo>
                <a:lnTo>
                  <a:pt x="956941" y="29512"/>
                </a:lnTo>
                <a:lnTo>
                  <a:pt x="956941" y="107092"/>
                </a:lnTo>
                <a:lnTo>
                  <a:pt x="936414" y="107092"/>
                </a:lnTo>
                <a:close/>
                <a:moveTo>
                  <a:pt x="973705" y="67207"/>
                </a:moveTo>
                <a:cubicBezTo>
                  <a:pt x="973705" y="60388"/>
                  <a:pt x="975385" y="53790"/>
                  <a:pt x="978745" y="47410"/>
                </a:cubicBezTo>
                <a:cubicBezTo>
                  <a:pt x="982106" y="41030"/>
                  <a:pt x="986866" y="36160"/>
                  <a:pt x="993027" y="32800"/>
                </a:cubicBezTo>
                <a:cubicBezTo>
                  <a:pt x="999187" y="29439"/>
                  <a:pt x="1006066" y="27759"/>
                  <a:pt x="1013664" y="27759"/>
                </a:cubicBezTo>
                <a:cubicBezTo>
                  <a:pt x="1025400" y="27759"/>
                  <a:pt x="1035019" y="31570"/>
                  <a:pt x="1042519" y="39192"/>
                </a:cubicBezTo>
                <a:cubicBezTo>
                  <a:pt x="1050018" y="46813"/>
                  <a:pt x="1053768" y="56444"/>
                  <a:pt x="1053768" y="68083"/>
                </a:cubicBezTo>
                <a:cubicBezTo>
                  <a:pt x="1053768" y="79820"/>
                  <a:pt x="1049982" y="89548"/>
                  <a:pt x="1042409" y="97267"/>
                </a:cubicBezTo>
                <a:cubicBezTo>
                  <a:pt x="1034836" y="104986"/>
                  <a:pt x="1025303" y="108845"/>
                  <a:pt x="1013810" y="108845"/>
                </a:cubicBezTo>
                <a:cubicBezTo>
                  <a:pt x="1006699" y="108845"/>
                  <a:pt x="999918" y="107238"/>
                  <a:pt x="993465" y="104024"/>
                </a:cubicBezTo>
                <a:cubicBezTo>
                  <a:pt x="987012" y="100810"/>
                  <a:pt x="982106" y="96098"/>
                  <a:pt x="978745" y="89889"/>
                </a:cubicBezTo>
                <a:cubicBezTo>
                  <a:pt x="975385" y="83679"/>
                  <a:pt x="973705" y="76119"/>
                  <a:pt x="973705" y="67207"/>
                </a:cubicBezTo>
                <a:moveTo>
                  <a:pt x="994743" y="68302"/>
                </a:moveTo>
                <a:cubicBezTo>
                  <a:pt x="994743" y="75973"/>
                  <a:pt x="996570" y="81847"/>
                  <a:pt x="1000222" y="85926"/>
                </a:cubicBezTo>
                <a:cubicBezTo>
                  <a:pt x="1003875" y="90004"/>
                  <a:pt x="1008380" y="92044"/>
                  <a:pt x="1013737" y="92044"/>
                </a:cubicBezTo>
                <a:cubicBezTo>
                  <a:pt x="1019094" y="92044"/>
                  <a:pt x="1023586" y="90004"/>
                  <a:pt x="1027214" y="85926"/>
                </a:cubicBezTo>
                <a:cubicBezTo>
                  <a:pt x="1030843" y="81847"/>
                  <a:pt x="1032657" y="75924"/>
                  <a:pt x="1032657" y="68156"/>
                </a:cubicBezTo>
                <a:cubicBezTo>
                  <a:pt x="1032657" y="60583"/>
                  <a:pt x="1030843" y="54757"/>
                  <a:pt x="1027214" y="50679"/>
                </a:cubicBezTo>
                <a:cubicBezTo>
                  <a:pt x="1023586" y="46600"/>
                  <a:pt x="1019094" y="44561"/>
                  <a:pt x="1013737" y="44561"/>
                </a:cubicBezTo>
                <a:cubicBezTo>
                  <a:pt x="1008380" y="44561"/>
                  <a:pt x="1003875" y="46600"/>
                  <a:pt x="1000222" y="50679"/>
                </a:cubicBezTo>
                <a:cubicBezTo>
                  <a:pt x="996570" y="54757"/>
                  <a:pt x="994743" y="60632"/>
                  <a:pt x="994743" y="68302"/>
                </a:cubicBezTo>
                <a:close/>
                <a:moveTo>
                  <a:pt x="1140879" y="107092"/>
                </a:moveTo>
                <a:lnTo>
                  <a:pt x="1120352" y="107092"/>
                </a:lnTo>
                <a:lnTo>
                  <a:pt x="1120352" y="67544"/>
                </a:lnTo>
                <a:cubicBezTo>
                  <a:pt x="1120352" y="59177"/>
                  <a:pt x="1119914" y="53765"/>
                  <a:pt x="1119037" y="51309"/>
                </a:cubicBezTo>
                <a:cubicBezTo>
                  <a:pt x="1118160" y="48853"/>
                  <a:pt x="1116736" y="46943"/>
                  <a:pt x="1114764" y="45581"/>
                </a:cubicBezTo>
                <a:cubicBezTo>
                  <a:pt x="1112791" y="44219"/>
                  <a:pt x="1110417" y="43538"/>
                  <a:pt x="1107641" y="43538"/>
                </a:cubicBezTo>
                <a:cubicBezTo>
                  <a:pt x="1104086" y="43538"/>
                  <a:pt x="1100896" y="44511"/>
                  <a:pt x="1098071" y="46458"/>
                </a:cubicBezTo>
                <a:cubicBezTo>
                  <a:pt x="1095247" y="48403"/>
                  <a:pt x="1093311" y="50981"/>
                  <a:pt x="1092264" y="54192"/>
                </a:cubicBezTo>
                <a:cubicBezTo>
                  <a:pt x="1091217" y="57402"/>
                  <a:pt x="1090693" y="63336"/>
                  <a:pt x="1090693" y="71996"/>
                </a:cubicBezTo>
                <a:lnTo>
                  <a:pt x="1090693" y="107092"/>
                </a:lnTo>
                <a:lnTo>
                  <a:pt x="1070166" y="107092"/>
                </a:lnTo>
                <a:lnTo>
                  <a:pt x="1070166" y="29512"/>
                </a:lnTo>
                <a:lnTo>
                  <a:pt x="1089232" y="29512"/>
                </a:lnTo>
                <a:lnTo>
                  <a:pt x="1089232" y="40908"/>
                </a:lnTo>
                <a:cubicBezTo>
                  <a:pt x="1096002" y="32142"/>
                  <a:pt x="1104524" y="27759"/>
                  <a:pt x="1114800" y="27759"/>
                </a:cubicBezTo>
                <a:cubicBezTo>
                  <a:pt x="1119329" y="27759"/>
                  <a:pt x="1123469" y="28575"/>
                  <a:pt x="1127219" y="30206"/>
                </a:cubicBezTo>
                <a:cubicBezTo>
                  <a:pt x="1130969" y="31838"/>
                  <a:pt x="1133805" y="33920"/>
                  <a:pt x="1135729" y="36452"/>
                </a:cubicBezTo>
                <a:cubicBezTo>
                  <a:pt x="1137653" y="38985"/>
                  <a:pt x="1138992" y="41858"/>
                  <a:pt x="1139747" y="45072"/>
                </a:cubicBezTo>
                <a:cubicBezTo>
                  <a:pt x="1140502" y="48286"/>
                  <a:pt x="1140879" y="52889"/>
                  <a:pt x="1140879" y="58879"/>
                </a:cubicBezTo>
                <a:lnTo>
                  <a:pt x="1140879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FF39C-9282-4725-A1C2-B94AD51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67" y="1187041"/>
            <a:ext cx="507445" cy="723752"/>
          </a:xfrm>
          <a:custGeom xmlns:a="http://schemas.openxmlformats.org/drawingml/2006/main">
            <a:pathLst>
              <a:path w="507445" h="723752">
                <a:moveTo>
                  <a:pt x="0" y="0"/>
                </a:moveTo>
                <a:lnTo>
                  <a:pt x="422862" y="0"/>
                </a:lnTo>
                <a:lnTo>
                  <a:pt x="507445" y="84544"/>
                </a:lnTo>
                <a:lnTo>
                  <a:pt x="507445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242EE-35B2-4390-8271-9FBB980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67" y="1187041"/>
            <a:ext cx="507445" cy="723752"/>
          </a:xfrm>
          <a:custGeom xmlns:a="http://schemas.openxmlformats.org/drawingml/2006/main">
            <a:pathLst>
              <a:path w="507445" h="723752" fill="none">
                <a:moveTo>
                  <a:pt x="0" y="0"/>
                </a:moveTo>
                <a:lnTo>
                  <a:pt x="422862" y="0"/>
                </a:lnTo>
                <a:lnTo>
                  <a:pt x="507445" y="84544"/>
                </a:lnTo>
                <a:lnTo>
                  <a:pt x="507445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B139A-3F19-4117-B2A5-45CF7CB8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75" y="1187041"/>
            <a:ext cx="81985" cy="85193"/>
          </a:xfrm>
          <a:custGeom xmlns:a="http://schemas.openxmlformats.org/drawingml/2006/main">
            <a:pathLst>
              <a:path w="81985" h="85193">
                <a:moveTo>
                  <a:pt x="0" y="85193"/>
                </a:moveTo>
                <a:lnTo>
                  <a:pt x="0" y="0"/>
                </a:lnTo>
                <a:lnTo>
                  <a:pt x="81985" y="85193"/>
                </a:lnTo>
                <a:lnTo>
                  <a:pt x="0" y="85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D3B83-2073-4DA8-8B92-7027437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75" y="1187041"/>
            <a:ext cx="81985" cy="85193"/>
          </a:xfrm>
          <a:custGeom xmlns:a="http://schemas.openxmlformats.org/drawingml/2006/main">
            <a:pathLst>
              <a:path w="81985" h="85193" fill="none">
                <a:moveTo>
                  <a:pt x="0" y="85193"/>
                </a:moveTo>
                <a:lnTo>
                  <a:pt x="0" y="0"/>
                </a:lnTo>
                <a:lnTo>
                  <a:pt x="81985" y="85193"/>
                </a:lnTo>
                <a:lnTo>
                  <a:pt x="0" y="851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3EB929-0C87-4FCD-AE1D-D2A21FB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0" y="1510801"/>
            <a:ext cx="358720" cy="10"/>
          </a:xfrm>
          <a:custGeom xmlns:a="http://schemas.openxmlformats.org/drawingml/2006/main">
            <a:pathLst>
              <a:path w="358720" h="1" fill="none">
                <a:moveTo>
                  <a:pt x="0" y="0"/>
                </a:moveTo>
                <a:lnTo>
                  <a:pt x="35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70B429-16BD-4F8D-80A5-1706CC7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0" y="1656902"/>
            <a:ext cx="358720" cy="10"/>
          </a:xfrm>
          <a:custGeom xmlns:a="http://schemas.openxmlformats.org/drawingml/2006/main">
            <a:pathLst>
              <a:path w="358720" h="1" fill="none">
                <a:moveTo>
                  <a:pt x="0" y="0"/>
                </a:moveTo>
                <a:lnTo>
                  <a:pt x="35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037FA-5ED6-487E-B2FC-ACC9D61F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0" y="1803133"/>
            <a:ext cx="358720" cy="10"/>
          </a:xfrm>
          <a:custGeom xmlns:a="http://schemas.openxmlformats.org/drawingml/2006/main">
            <a:pathLst>
              <a:path w="358720" h="1" fill="none">
                <a:moveTo>
                  <a:pt x="0" y="0"/>
                </a:moveTo>
                <a:lnTo>
                  <a:pt x="35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8713A-CB9B-43B3-B0E8-E16F32C8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830" y="1364700"/>
            <a:ext cx="358720" cy="10"/>
          </a:xfrm>
          <a:custGeom xmlns:a="http://schemas.openxmlformats.org/drawingml/2006/main">
            <a:pathLst>
              <a:path w="358720" h="1" fill="none">
                <a:moveTo>
                  <a:pt x="0" y="0"/>
                </a:moveTo>
                <a:lnTo>
                  <a:pt x="3587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65875-A323-413D-A738-06B9449A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4" y="1657811"/>
            <a:ext cx="300618" cy="300514"/>
          </a:xfrm>
          <a:custGeom xmlns:a="http://schemas.openxmlformats.org/drawingml/2006/main">
            <a:pathLst>
              <a:path w="300618" h="300514">
                <a:moveTo>
                  <a:pt x="0" y="150257"/>
                </a:moveTo>
                <a:cubicBezTo>
                  <a:pt x="0" y="67271"/>
                  <a:pt x="67297" y="0"/>
                  <a:pt x="150309" y="0"/>
                </a:cubicBezTo>
                <a:cubicBezTo>
                  <a:pt x="233320" y="0"/>
                  <a:pt x="300618" y="67271"/>
                  <a:pt x="300618" y="150257"/>
                </a:cubicBezTo>
                <a:cubicBezTo>
                  <a:pt x="300618" y="233242"/>
                  <a:pt x="233320" y="300514"/>
                  <a:pt x="150309" y="300514"/>
                </a:cubicBezTo>
                <a:cubicBezTo>
                  <a:pt x="67297" y="300514"/>
                  <a:pt x="0" y="233242"/>
                  <a:pt x="0" y="15025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C2C19-C752-4796-B014-ED690982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44" y="1657811"/>
            <a:ext cx="300618" cy="300514"/>
          </a:xfrm>
          <a:custGeom xmlns:a="http://schemas.openxmlformats.org/drawingml/2006/main">
            <a:pathLst>
              <a:path w="300618" h="300514" fill="none">
                <a:moveTo>
                  <a:pt x="0" y="150257"/>
                </a:moveTo>
                <a:cubicBezTo>
                  <a:pt x="0" y="67271"/>
                  <a:pt x="67297" y="0"/>
                  <a:pt x="150309" y="0"/>
                </a:cubicBezTo>
                <a:cubicBezTo>
                  <a:pt x="233320" y="0"/>
                  <a:pt x="300618" y="67271"/>
                  <a:pt x="300618" y="150257"/>
                </a:cubicBezTo>
                <a:cubicBezTo>
                  <a:pt x="300618" y="233242"/>
                  <a:pt x="233320" y="300514"/>
                  <a:pt x="150309" y="300514"/>
                </a:cubicBezTo>
                <a:cubicBezTo>
                  <a:pt x="67297" y="300514"/>
                  <a:pt x="0" y="233242"/>
                  <a:pt x="0" y="1502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20" cap="flat">
            <a:solidFill>
              <a:srgbClr val="FFAB40"/>
            </a:solidFill>
            <a:round/>
          </a:ln>
        </p:spPr>
      </p:sp>
      <p:sp>
        <p:nvSpPr>
          <p:cNvPr id="18" name="Text ?">
            <a:extLst xmlns:a="http://schemas.openxmlformats.org/drawingml/2006/main">
              <a:ext uri="{FF2B5EF4-FFF2-40B4-BE49-F238E27FC236}">
                <a16:creationId xmlns:a16="http://schemas.microsoft.com/office/drawing/2014/main" id="{A7096B6D-20D8-433F-B23F-8996EDA9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19" y="1740859"/>
            <a:ext cx="105273" cy="142143"/>
          </a:xfrm>
          <a:custGeom xmlns:a="http://schemas.openxmlformats.org/drawingml/2006/main">
            <a:pathLst>
              <a:path w="105273" h="142143">
                <a:moveTo>
                  <a:pt x="67832" y="98128"/>
                </a:moveTo>
                <a:lnTo>
                  <a:pt x="31630" y="98128"/>
                </a:lnTo>
                <a:lnTo>
                  <a:pt x="31630" y="94514"/>
                </a:lnTo>
                <a:cubicBezTo>
                  <a:pt x="31630" y="88361"/>
                  <a:pt x="32328" y="83366"/>
                  <a:pt x="33726" y="79530"/>
                </a:cubicBezTo>
                <a:cubicBezTo>
                  <a:pt x="35123" y="75691"/>
                  <a:pt x="37203" y="72187"/>
                  <a:pt x="39966" y="69017"/>
                </a:cubicBezTo>
                <a:cubicBezTo>
                  <a:pt x="42729" y="65846"/>
                  <a:pt x="48937" y="60263"/>
                  <a:pt x="58591" y="52271"/>
                </a:cubicBezTo>
                <a:cubicBezTo>
                  <a:pt x="63736" y="48085"/>
                  <a:pt x="66308" y="44248"/>
                  <a:pt x="66308" y="40761"/>
                </a:cubicBezTo>
                <a:cubicBezTo>
                  <a:pt x="66308" y="37271"/>
                  <a:pt x="65276" y="34560"/>
                  <a:pt x="63212" y="32627"/>
                </a:cubicBezTo>
                <a:cubicBezTo>
                  <a:pt x="61148" y="30692"/>
                  <a:pt x="58019" y="29724"/>
                  <a:pt x="53828" y="29724"/>
                </a:cubicBezTo>
                <a:cubicBezTo>
                  <a:pt x="49318" y="29724"/>
                  <a:pt x="45587" y="31210"/>
                  <a:pt x="42633" y="34181"/>
                </a:cubicBezTo>
                <a:cubicBezTo>
                  <a:pt x="39680" y="37152"/>
                  <a:pt x="37790" y="42336"/>
                  <a:pt x="36965" y="49731"/>
                </a:cubicBezTo>
                <a:lnTo>
                  <a:pt x="0" y="45179"/>
                </a:lnTo>
                <a:cubicBezTo>
                  <a:pt x="1270" y="31609"/>
                  <a:pt x="6208" y="20687"/>
                  <a:pt x="14815" y="12412"/>
                </a:cubicBezTo>
                <a:cubicBezTo>
                  <a:pt x="23421" y="4137"/>
                  <a:pt x="36615" y="0"/>
                  <a:pt x="54399" y="0"/>
                </a:cubicBezTo>
                <a:cubicBezTo>
                  <a:pt x="68245" y="0"/>
                  <a:pt x="79424" y="2887"/>
                  <a:pt x="87934" y="8661"/>
                </a:cubicBezTo>
                <a:cubicBezTo>
                  <a:pt x="99494" y="16465"/>
                  <a:pt x="105273" y="26871"/>
                  <a:pt x="105273" y="39879"/>
                </a:cubicBezTo>
                <a:cubicBezTo>
                  <a:pt x="105273" y="45272"/>
                  <a:pt x="103781" y="50475"/>
                  <a:pt x="100796" y="55489"/>
                </a:cubicBezTo>
                <a:cubicBezTo>
                  <a:pt x="97811" y="60500"/>
                  <a:pt x="91713" y="66624"/>
                  <a:pt x="82504" y="73858"/>
                </a:cubicBezTo>
                <a:cubicBezTo>
                  <a:pt x="76089" y="78933"/>
                  <a:pt x="72040" y="83010"/>
                  <a:pt x="70357" y="86088"/>
                </a:cubicBezTo>
                <a:cubicBezTo>
                  <a:pt x="68674" y="89165"/>
                  <a:pt x="67832" y="93178"/>
                  <a:pt x="67832" y="98128"/>
                </a:cubicBezTo>
                <a:moveTo>
                  <a:pt x="30391" y="107846"/>
                </a:moveTo>
                <a:lnTo>
                  <a:pt x="69166" y="107846"/>
                </a:lnTo>
                <a:lnTo>
                  <a:pt x="69166" y="142143"/>
                </a:lnTo>
                <a:lnTo>
                  <a:pt x="30391" y="142143"/>
                </a:lnTo>
                <a:lnTo>
                  <a:pt x="30391" y="107846"/>
                </a:lnTo>
                <a:close/>
              </a:path>
            </a:pathLst>
          </a:custGeom>
          <a:solidFill xmlns:a="http://schemas.openxmlformats.org/drawingml/2006/main">
            <a:srgbClr val="FFAB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UnitTestCase">
            <a:extLst xmlns:a="http://schemas.openxmlformats.org/drawingml/2006/main">
              <a:ext uri="{FF2B5EF4-FFF2-40B4-BE49-F238E27FC236}">
                <a16:creationId xmlns:a16="http://schemas.microsoft.com/office/drawing/2014/main" id="{9C48428A-96C8-413C-970F-5CFD313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574" y="1129997"/>
            <a:ext cx="1020066" cy="110891"/>
          </a:xfrm>
          <a:custGeom xmlns:a="http://schemas.openxmlformats.org/drawingml/2006/main">
            <a:pathLst>
              <a:path w="1020066" h="110891">
                <a:moveTo>
                  <a:pt x="0" y="1899"/>
                </a:moveTo>
                <a:lnTo>
                  <a:pt x="21623" y="1899"/>
                </a:lnTo>
                <a:lnTo>
                  <a:pt x="21623" y="59901"/>
                </a:lnTo>
                <a:cubicBezTo>
                  <a:pt x="21623" y="69106"/>
                  <a:pt x="21891" y="75072"/>
                  <a:pt x="22427" y="77799"/>
                </a:cubicBezTo>
                <a:cubicBezTo>
                  <a:pt x="23352" y="82182"/>
                  <a:pt x="25556" y="85700"/>
                  <a:pt x="29038" y="88355"/>
                </a:cubicBezTo>
                <a:cubicBezTo>
                  <a:pt x="32520" y="91009"/>
                  <a:pt x="37280" y="92336"/>
                  <a:pt x="43319" y="92336"/>
                </a:cubicBezTo>
                <a:cubicBezTo>
                  <a:pt x="49455" y="92336"/>
                  <a:pt x="54082" y="91082"/>
                  <a:pt x="57199" y="88574"/>
                </a:cubicBezTo>
                <a:cubicBezTo>
                  <a:pt x="60315" y="86066"/>
                  <a:pt x="62190" y="82985"/>
                  <a:pt x="62823" y="79333"/>
                </a:cubicBezTo>
                <a:cubicBezTo>
                  <a:pt x="63457" y="75680"/>
                  <a:pt x="63773" y="69617"/>
                  <a:pt x="63773" y="61143"/>
                </a:cubicBezTo>
                <a:lnTo>
                  <a:pt x="63773" y="1899"/>
                </a:lnTo>
                <a:lnTo>
                  <a:pt x="85396" y="1899"/>
                </a:lnTo>
                <a:lnTo>
                  <a:pt x="85396" y="58187"/>
                </a:lnTo>
                <a:cubicBezTo>
                  <a:pt x="85396" y="71052"/>
                  <a:pt x="84812" y="80140"/>
                  <a:pt x="83643" y="85453"/>
                </a:cubicBezTo>
                <a:cubicBezTo>
                  <a:pt x="82474" y="90765"/>
                  <a:pt x="80319" y="95248"/>
                  <a:pt x="77178" y="98904"/>
                </a:cubicBezTo>
                <a:cubicBezTo>
                  <a:pt x="74037" y="102558"/>
                  <a:pt x="69836" y="105469"/>
                  <a:pt x="64577" y="107638"/>
                </a:cubicBezTo>
                <a:cubicBezTo>
                  <a:pt x="59317" y="109806"/>
                  <a:pt x="52450" y="110891"/>
                  <a:pt x="43976" y="110891"/>
                </a:cubicBezTo>
                <a:cubicBezTo>
                  <a:pt x="33749" y="110891"/>
                  <a:pt x="25994" y="109709"/>
                  <a:pt x="20710" y="107346"/>
                </a:cubicBezTo>
                <a:cubicBezTo>
                  <a:pt x="15426" y="104982"/>
                  <a:pt x="11250" y="101912"/>
                  <a:pt x="8182" y="98137"/>
                </a:cubicBezTo>
                <a:cubicBezTo>
                  <a:pt x="5114" y="94359"/>
                  <a:pt x="3092" y="90399"/>
                  <a:pt x="2118" y="86257"/>
                </a:cubicBezTo>
                <a:cubicBezTo>
                  <a:pt x="706" y="80116"/>
                  <a:pt x="0" y="71052"/>
                  <a:pt x="0" y="59064"/>
                </a:cubicBezTo>
                <a:lnTo>
                  <a:pt x="0" y="1899"/>
                </a:lnTo>
                <a:close/>
                <a:moveTo>
                  <a:pt x="178135" y="108991"/>
                </a:moveTo>
                <a:lnTo>
                  <a:pt x="157607" y="108991"/>
                </a:lnTo>
                <a:lnTo>
                  <a:pt x="157607" y="69444"/>
                </a:lnTo>
                <a:cubicBezTo>
                  <a:pt x="157607" y="61076"/>
                  <a:pt x="157169" y="55665"/>
                  <a:pt x="156292" y="53208"/>
                </a:cubicBezTo>
                <a:cubicBezTo>
                  <a:pt x="155416" y="50752"/>
                  <a:pt x="153991" y="48843"/>
                  <a:pt x="152019" y="47481"/>
                </a:cubicBezTo>
                <a:cubicBezTo>
                  <a:pt x="150047" y="46118"/>
                  <a:pt x="147672" y="45437"/>
                  <a:pt x="144897" y="45437"/>
                </a:cubicBezTo>
                <a:cubicBezTo>
                  <a:pt x="141341" y="45437"/>
                  <a:pt x="138152" y="46411"/>
                  <a:pt x="135327" y="48357"/>
                </a:cubicBezTo>
                <a:cubicBezTo>
                  <a:pt x="132502" y="50302"/>
                  <a:pt x="130566" y="52880"/>
                  <a:pt x="129519" y="56091"/>
                </a:cubicBezTo>
                <a:cubicBezTo>
                  <a:pt x="128472" y="59301"/>
                  <a:pt x="127949" y="65236"/>
                  <a:pt x="127949" y="73895"/>
                </a:cubicBezTo>
                <a:lnTo>
                  <a:pt x="127949" y="108991"/>
                </a:lnTo>
                <a:lnTo>
                  <a:pt x="107422" y="108991"/>
                </a:lnTo>
                <a:lnTo>
                  <a:pt x="107422" y="31412"/>
                </a:lnTo>
                <a:lnTo>
                  <a:pt x="126488" y="31412"/>
                </a:lnTo>
                <a:lnTo>
                  <a:pt x="126488" y="42808"/>
                </a:lnTo>
                <a:cubicBezTo>
                  <a:pt x="133257" y="34042"/>
                  <a:pt x="141780" y="29659"/>
                  <a:pt x="152056" y="29659"/>
                </a:cubicBezTo>
                <a:cubicBezTo>
                  <a:pt x="156585" y="29659"/>
                  <a:pt x="160724" y="30474"/>
                  <a:pt x="164474" y="32106"/>
                </a:cubicBezTo>
                <a:cubicBezTo>
                  <a:pt x="168224" y="33737"/>
                  <a:pt x="171061" y="35819"/>
                  <a:pt x="172985" y="38352"/>
                </a:cubicBezTo>
                <a:cubicBezTo>
                  <a:pt x="174908" y="40884"/>
                  <a:pt x="176247" y="43757"/>
                  <a:pt x="177002" y="46972"/>
                </a:cubicBezTo>
                <a:cubicBezTo>
                  <a:pt x="177757" y="50186"/>
                  <a:pt x="178135" y="54788"/>
                  <a:pt x="178135" y="60778"/>
                </a:cubicBezTo>
                <a:lnTo>
                  <a:pt x="178135" y="108991"/>
                </a:lnTo>
                <a:close/>
                <a:moveTo>
                  <a:pt x="199426" y="20892"/>
                </a:moveTo>
                <a:lnTo>
                  <a:pt x="199426" y="1899"/>
                </a:lnTo>
                <a:lnTo>
                  <a:pt x="219953" y="1899"/>
                </a:lnTo>
                <a:lnTo>
                  <a:pt x="219953" y="20892"/>
                </a:lnTo>
                <a:lnTo>
                  <a:pt x="199426" y="20892"/>
                </a:lnTo>
                <a:moveTo>
                  <a:pt x="199426" y="108991"/>
                </a:moveTo>
                <a:lnTo>
                  <a:pt x="199426" y="31412"/>
                </a:lnTo>
                <a:lnTo>
                  <a:pt x="219953" y="31412"/>
                </a:lnTo>
                <a:lnTo>
                  <a:pt x="219953" y="108991"/>
                </a:lnTo>
                <a:lnTo>
                  <a:pt x="199426" y="108991"/>
                </a:lnTo>
                <a:close/>
                <a:moveTo>
                  <a:pt x="276893" y="31412"/>
                </a:moveTo>
                <a:lnTo>
                  <a:pt x="276893" y="47775"/>
                </a:lnTo>
                <a:lnTo>
                  <a:pt x="262867" y="47775"/>
                </a:lnTo>
                <a:lnTo>
                  <a:pt x="262867" y="78990"/>
                </a:lnTo>
                <a:cubicBezTo>
                  <a:pt x="262867" y="85312"/>
                  <a:pt x="263001" y="88996"/>
                  <a:pt x="263269" y="90042"/>
                </a:cubicBezTo>
                <a:cubicBezTo>
                  <a:pt x="263537" y="91086"/>
                  <a:pt x="264145" y="91949"/>
                  <a:pt x="265095" y="92630"/>
                </a:cubicBezTo>
                <a:cubicBezTo>
                  <a:pt x="266045" y="93311"/>
                  <a:pt x="267201" y="93651"/>
                  <a:pt x="268565" y="93651"/>
                </a:cubicBezTo>
                <a:cubicBezTo>
                  <a:pt x="270464" y="93651"/>
                  <a:pt x="273216" y="92993"/>
                  <a:pt x="276820" y="91678"/>
                </a:cubicBezTo>
                <a:lnTo>
                  <a:pt x="278573" y="107663"/>
                </a:lnTo>
                <a:cubicBezTo>
                  <a:pt x="273800" y="109717"/>
                  <a:pt x="268394" y="110745"/>
                  <a:pt x="262356" y="110745"/>
                </a:cubicBezTo>
                <a:cubicBezTo>
                  <a:pt x="258654" y="110745"/>
                  <a:pt x="255318" y="110124"/>
                  <a:pt x="252348" y="108882"/>
                </a:cubicBezTo>
                <a:cubicBezTo>
                  <a:pt x="249377" y="107640"/>
                  <a:pt x="247198" y="106033"/>
                  <a:pt x="245810" y="104061"/>
                </a:cubicBezTo>
                <a:cubicBezTo>
                  <a:pt x="244422" y="102088"/>
                  <a:pt x="243460" y="99422"/>
                  <a:pt x="242924" y="96061"/>
                </a:cubicBezTo>
                <a:cubicBezTo>
                  <a:pt x="242486" y="93675"/>
                  <a:pt x="242267" y="88854"/>
                  <a:pt x="242267" y="81597"/>
                </a:cubicBezTo>
                <a:lnTo>
                  <a:pt x="242267" y="47775"/>
                </a:lnTo>
                <a:lnTo>
                  <a:pt x="232843" y="47775"/>
                </a:lnTo>
                <a:lnTo>
                  <a:pt x="232843" y="31412"/>
                </a:lnTo>
                <a:lnTo>
                  <a:pt x="242267" y="31412"/>
                </a:lnTo>
                <a:lnTo>
                  <a:pt x="242267" y="15925"/>
                </a:lnTo>
                <a:lnTo>
                  <a:pt x="262867" y="3799"/>
                </a:lnTo>
                <a:lnTo>
                  <a:pt x="262867" y="31412"/>
                </a:lnTo>
                <a:lnTo>
                  <a:pt x="276893" y="31412"/>
                </a:lnTo>
                <a:close/>
                <a:moveTo>
                  <a:pt x="357429" y="108991"/>
                </a:moveTo>
                <a:lnTo>
                  <a:pt x="357429" y="20016"/>
                </a:lnTo>
                <a:lnTo>
                  <a:pt x="325652" y="20016"/>
                </a:lnTo>
                <a:lnTo>
                  <a:pt x="325652" y="1899"/>
                </a:lnTo>
                <a:lnTo>
                  <a:pt x="410756" y="1899"/>
                </a:lnTo>
                <a:lnTo>
                  <a:pt x="410756" y="20016"/>
                </a:lnTo>
                <a:lnTo>
                  <a:pt x="379052" y="20016"/>
                </a:lnTo>
                <a:lnTo>
                  <a:pt x="379052" y="108991"/>
                </a:lnTo>
                <a:lnTo>
                  <a:pt x="357429" y="108991"/>
                </a:lnTo>
                <a:close/>
                <a:moveTo>
                  <a:pt x="466968" y="84300"/>
                </a:moveTo>
                <a:lnTo>
                  <a:pt x="487422" y="87807"/>
                </a:lnTo>
                <a:cubicBezTo>
                  <a:pt x="484792" y="95282"/>
                  <a:pt x="480641" y="100974"/>
                  <a:pt x="474967" y="104882"/>
                </a:cubicBezTo>
                <a:cubicBezTo>
                  <a:pt x="469293" y="108791"/>
                  <a:pt x="462195" y="110745"/>
                  <a:pt x="453673" y="110745"/>
                </a:cubicBezTo>
                <a:cubicBezTo>
                  <a:pt x="440183" y="110745"/>
                  <a:pt x="430199" y="106337"/>
                  <a:pt x="423722" y="97522"/>
                </a:cubicBezTo>
                <a:cubicBezTo>
                  <a:pt x="418609" y="90461"/>
                  <a:pt x="416052" y="81549"/>
                  <a:pt x="416052" y="70786"/>
                </a:cubicBezTo>
                <a:cubicBezTo>
                  <a:pt x="416052" y="57929"/>
                  <a:pt x="419412" y="47860"/>
                  <a:pt x="426133" y="40580"/>
                </a:cubicBezTo>
                <a:cubicBezTo>
                  <a:pt x="432853" y="33299"/>
                  <a:pt x="441352" y="29659"/>
                  <a:pt x="451627" y="29659"/>
                </a:cubicBezTo>
                <a:cubicBezTo>
                  <a:pt x="463169" y="29659"/>
                  <a:pt x="472276" y="33469"/>
                  <a:pt x="478948" y="41091"/>
                </a:cubicBezTo>
                <a:cubicBezTo>
                  <a:pt x="485620" y="48713"/>
                  <a:pt x="488810" y="60388"/>
                  <a:pt x="488518" y="76119"/>
                </a:cubicBezTo>
                <a:lnTo>
                  <a:pt x="437090" y="76119"/>
                </a:lnTo>
                <a:cubicBezTo>
                  <a:pt x="437236" y="82206"/>
                  <a:pt x="438892" y="86942"/>
                  <a:pt x="442058" y="90327"/>
                </a:cubicBezTo>
                <a:cubicBezTo>
                  <a:pt x="445223" y="93712"/>
                  <a:pt x="449168" y="95404"/>
                  <a:pt x="453892" y="95404"/>
                </a:cubicBezTo>
                <a:cubicBezTo>
                  <a:pt x="457106" y="95404"/>
                  <a:pt x="459809" y="94527"/>
                  <a:pt x="462001" y="92774"/>
                </a:cubicBezTo>
                <a:cubicBezTo>
                  <a:pt x="464192" y="91021"/>
                  <a:pt x="465848" y="88196"/>
                  <a:pt x="466968" y="84300"/>
                </a:cubicBezTo>
                <a:moveTo>
                  <a:pt x="468137" y="63554"/>
                </a:moveTo>
                <a:cubicBezTo>
                  <a:pt x="467991" y="57637"/>
                  <a:pt x="466457" y="53138"/>
                  <a:pt x="463535" y="50058"/>
                </a:cubicBezTo>
                <a:cubicBezTo>
                  <a:pt x="460613" y="46978"/>
                  <a:pt x="457057" y="45437"/>
                  <a:pt x="452869" y="45437"/>
                </a:cubicBezTo>
                <a:cubicBezTo>
                  <a:pt x="448389" y="45437"/>
                  <a:pt x="444688" y="47062"/>
                  <a:pt x="441766" y="50311"/>
                </a:cubicBezTo>
                <a:cubicBezTo>
                  <a:pt x="438844" y="53562"/>
                  <a:pt x="437407" y="57976"/>
                  <a:pt x="437456" y="63554"/>
                </a:cubicBezTo>
                <a:lnTo>
                  <a:pt x="468137" y="63554"/>
                </a:lnTo>
                <a:close/>
                <a:moveTo>
                  <a:pt x="497392" y="86930"/>
                </a:moveTo>
                <a:lnTo>
                  <a:pt x="517992" y="83716"/>
                </a:lnTo>
                <a:cubicBezTo>
                  <a:pt x="518869" y="87685"/>
                  <a:pt x="520647" y="90698"/>
                  <a:pt x="523325" y="92756"/>
                </a:cubicBezTo>
                <a:cubicBezTo>
                  <a:pt x="526004" y="94814"/>
                  <a:pt x="529754" y="95842"/>
                  <a:pt x="534575" y="95842"/>
                </a:cubicBezTo>
                <a:cubicBezTo>
                  <a:pt x="539883" y="95842"/>
                  <a:pt x="543877" y="94870"/>
                  <a:pt x="546555" y="92925"/>
                </a:cubicBezTo>
                <a:cubicBezTo>
                  <a:pt x="548357" y="91563"/>
                  <a:pt x="549258" y="89739"/>
                  <a:pt x="549258" y="87453"/>
                </a:cubicBezTo>
                <a:cubicBezTo>
                  <a:pt x="549258" y="85896"/>
                  <a:pt x="548771" y="84607"/>
                  <a:pt x="547797" y="83586"/>
                </a:cubicBezTo>
                <a:cubicBezTo>
                  <a:pt x="546774" y="82613"/>
                  <a:pt x="544485" y="81714"/>
                  <a:pt x="540930" y="80888"/>
                </a:cubicBezTo>
                <a:cubicBezTo>
                  <a:pt x="524372" y="77241"/>
                  <a:pt x="513877" y="73910"/>
                  <a:pt x="509446" y="70893"/>
                </a:cubicBezTo>
                <a:cubicBezTo>
                  <a:pt x="503309" y="66708"/>
                  <a:pt x="500241" y="60894"/>
                  <a:pt x="500241" y="53450"/>
                </a:cubicBezTo>
                <a:cubicBezTo>
                  <a:pt x="500241" y="46736"/>
                  <a:pt x="502895" y="41092"/>
                  <a:pt x="508204" y="36518"/>
                </a:cubicBezTo>
                <a:cubicBezTo>
                  <a:pt x="513512" y="31945"/>
                  <a:pt x="521742" y="29659"/>
                  <a:pt x="532895" y="29659"/>
                </a:cubicBezTo>
                <a:cubicBezTo>
                  <a:pt x="543511" y="29659"/>
                  <a:pt x="551401" y="31381"/>
                  <a:pt x="556563" y="34827"/>
                </a:cubicBezTo>
                <a:cubicBezTo>
                  <a:pt x="561725" y="38272"/>
                  <a:pt x="565281" y="43368"/>
                  <a:pt x="567229" y="50113"/>
                </a:cubicBezTo>
                <a:lnTo>
                  <a:pt x="547870" y="53765"/>
                </a:lnTo>
                <a:cubicBezTo>
                  <a:pt x="547042" y="50746"/>
                  <a:pt x="545472" y="48433"/>
                  <a:pt x="543158" y="46825"/>
                </a:cubicBezTo>
                <a:cubicBezTo>
                  <a:pt x="540845" y="45218"/>
                  <a:pt x="537546" y="44415"/>
                  <a:pt x="533260" y="44415"/>
                </a:cubicBezTo>
                <a:cubicBezTo>
                  <a:pt x="527854" y="44415"/>
                  <a:pt x="523983" y="45169"/>
                  <a:pt x="521645" y="46677"/>
                </a:cubicBezTo>
                <a:cubicBezTo>
                  <a:pt x="520087" y="47745"/>
                  <a:pt x="519307" y="49131"/>
                  <a:pt x="519307" y="50834"/>
                </a:cubicBezTo>
                <a:cubicBezTo>
                  <a:pt x="519307" y="52292"/>
                  <a:pt x="519989" y="53532"/>
                  <a:pt x="521353" y="54553"/>
                </a:cubicBezTo>
                <a:cubicBezTo>
                  <a:pt x="523203" y="55915"/>
                  <a:pt x="529595" y="57836"/>
                  <a:pt x="540529" y="60317"/>
                </a:cubicBezTo>
                <a:cubicBezTo>
                  <a:pt x="551462" y="62798"/>
                  <a:pt x="559096" y="65841"/>
                  <a:pt x="563430" y="69446"/>
                </a:cubicBezTo>
                <a:cubicBezTo>
                  <a:pt x="567716" y="73102"/>
                  <a:pt x="569858" y="78194"/>
                  <a:pt x="569858" y="84723"/>
                </a:cubicBezTo>
                <a:cubicBezTo>
                  <a:pt x="569858" y="91837"/>
                  <a:pt x="566888" y="97953"/>
                  <a:pt x="560946" y="103070"/>
                </a:cubicBezTo>
                <a:cubicBezTo>
                  <a:pt x="555005" y="108186"/>
                  <a:pt x="546214" y="110745"/>
                  <a:pt x="534575" y="110745"/>
                </a:cubicBezTo>
                <a:cubicBezTo>
                  <a:pt x="524007" y="110745"/>
                  <a:pt x="515643" y="108609"/>
                  <a:pt x="509482" y="104337"/>
                </a:cubicBezTo>
                <a:cubicBezTo>
                  <a:pt x="503321" y="100063"/>
                  <a:pt x="499292" y="94261"/>
                  <a:pt x="497392" y="86930"/>
                </a:cubicBezTo>
                <a:close/>
                <a:moveTo>
                  <a:pt x="622784" y="31412"/>
                </a:moveTo>
                <a:lnTo>
                  <a:pt x="622784" y="47775"/>
                </a:lnTo>
                <a:lnTo>
                  <a:pt x="608758" y="47775"/>
                </a:lnTo>
                <a:lnTo>
                  <a:pt x="608758" y="78990"/>
                </a:lnTo>
                <a:cubicBezTo>
                  <a:pt x="608758" y="85312"/>
                  <a:pt x="608892" y="88996"/>
                  <a:pt x="609160" y="90042"/>
                </a:cubicBezTo>
                <a:cubicBezTo>
                  <a:pt x="609428" y="91086"/>
                  <a:pt x="610036" y="91949"/>
                  <a:pt x="610986" y="92630"/>
                </a:cubicBezTo>
                <a:cubicBezTo>
                  <a:pt x="611936" y="93311"/>
                  <a:pt x="613092" y="93651"/>
                  <a:pt x="614456" y="93651"/>
                </a:cubicBezTo>
                <a:cubicBezTo>
                  <a:pt x="616355" y="93651"/>
                  <a:pt x="619107" y="92993"/>
                  <a:pt x="622711" y="91678"/>
                </a:cubicBezTo>
                <a:lnTo>
                  <a:pt x="624464" y="107663"/>
                </a:lnTo>
                <a:cubicBezTo>
                  <a:pt x="619691" y="109717"/>
                  <a:pt x="614285" y="110745"/>
                  <a:pt x="608247" y="110745"/>
                </a:cubicBezTo>
                <a:cubicBezTo>
                  <a:pt x="604545" y="110745"/>
                  <a:pt x="601209" y="110124"/>
                  <a:pt x="598239" y="108882"/>
                </a:cubicBezTo>
                <a:cubicBezTo>
                  <a:pt x="595268" y="107640"/>
                  <a:pt x="593089" y="106033"/>
                  <a:pt x="591701" y="104061"/>
                </a:cubicBezTo>
                <a:cubicBezTo>
                  <a:pt x="590313" y="102088"/>
                  <a:pt x="589351" y="99422"/>
                  <a:pt x="588815" y="96061"/>
                </a:cubicBezTo>
                <a:cubicBezTo>
                  <a:pt x="588377" y="93675"/>
                  <a:pt x="588158" y="88854"/>
                  <a:pt x="588158" y="81597"/>
                </a:cubicBezTo>
                <a:lnTo>
                  <a:pt x="588158" y="47775"/>
                </a:lnTo>
                <a:lnTo>
                  <a:pt x="578734" y="47775"/>
                </a:lnTo>
                <a:lnTo>
                  <a:pt x="578734" y="31412"/>
                </a:lnTo>
                <a:lnTo>
                  <a:pt x="588158" y="31412"/>
                </a:lnTo>
                <a:lnTo>
                  <a:pt x="588158" y="15925"/>
                </a:lnTo>
                <a:lnTo>
                  <a:pt x="608758" y="3799"/>
                </a:lnTo>
                <a:lnTo>
                  <a:pt x="608758" y="31412"/>
                </a:lnTo>
                <a:lnTo>
                  <a:pt x="622784" y="31412"/>
                </a:lnTo>
                <a:close/>
                <a:moveTo>
                  <a:pt x="749232" y="69544"/>
                </a:moveTo>
                <a:lnTo>
                  <a:pt x="770197" y="76119"/>
                </a:lnTo>
                <a:cubicBezTo>
                  <a:pt x="766983" y="87881"/>
                  <a:pt x="761638" y="96618"/>
                  <a:pt x="754163" y="102328"/>
                </a:cubicBezTo>
                <a:cubicBezTo>
                  <a:pt x="746687" y="108036"/>
                  <a:pt x="737203" y="110891"/>
                  <a:pt x="725709" y="110891"/>
                </a:cubicBezTo>
                <a:cubicBezTo>
                  <a:pt x="711489" y="110891"/>
                  <a:pt x="699801" y="106027"/>
                  <a:pt x="690645" y="96299"/>
                </a:cubicBezTo>
                <a:cubicBezTo>
                  <a:pt x="681490" y="86569"/>
                  <a:pt x="676912" y="73269"/>
                  <a:pt x="676912" y="56397"/>
                </a:cubicBezTo>
                <a:cubicBezTo>
                  <a:pt x="676912" y="38549"/>
                  <a:pt x="681514" y="24687"/>
                  <a:pt x="690718" y="14813"/>
                </a:cubicBezTo>
                <a:cubicBezTo>
                  <a:pt x="699923" y="4938"/>
                  <a:pt x="712025" y="0"/>
                  <a:pt x="727024" y="0"/>
                </a:cubicBezTo>
                <a:cubicBezTo>
                  <a:pt x="740125" y="0"/>
                  <a:pt x="750766" y="3881"/>
                  <a:pt x="758947" y="11642"/>
                </a:cubicBezTo>
                <a:cubicBezTo>
                  <a:pt x="763817" y="16231"/>
                  <a:pt x="767470" y="22821"/>
                  <a:pt x="769905" y="31412"/>
                </a:cubicBezTo>
                <a:lnTo>
                  <a:pt x="748501" y="36525"/>
                </a:lnTo>
                <a:cubicBezTo>
                  <a:pt x="747235" y="30973"/>
                  <a:pt x="744593" y="26590"/>
                  <a:pt x="740575" y="23376"/>
                </a:cubicBezTo>
                <a:cubicBezTo>
                  <a:pt x="736557" y="20162"/>
                  <a:pt x="731675" y="18555"/>
                  <a:pt x="725929" y="18555"/>
                </a:cubicBezTo>
                <a:cubicBezTo>
                  <a:pt x="717990" y="18555"/>
                  <a:pt x="711550" y="21404"/>
                  <a:pt x="706607" y="27102"/>
                </a:cubicBezTo>
                <a:cubicBezTo>
                  <a:pt x="701664" y="32800"/>
                  <a:pt x="699192" y="42028"/>
                  <a:pt x="699192" y="54788"/>
                </a:cubicBezTo>
                <a:cubicBezTo>
                  <a:pt x="699192" y="68327"/>
                  <a:pt x="701627" y="77969"/>
                  <a:pt x="706497" y="83716"/>
                </a:cubicBezTo>
                <a:cubicBezTo>
                  <a:pt x="711367" y="89463"/>
                  <a:pt x="717698" y="92336"/>
                  <a:pt x="725490" y="92336"/>
                </a:cubicBezTo>
                <a:cubicBezTo>
                  <a:pt x="731237" y="92336"/>
                  <a:pt x="736180" y="90504"/>
                  <a:pt x="740320" y="86841"/>
                </a:cubicBezTo>
                <a:cubicBezTo>
                  <a:pt x="744459" y="83176"/>
                  <a:pt x="747430" y="77411"/>
                  <a:pt x="749232" y="69544"/>
                </a:cubicBezTo>
                <a:close/>
                <a:moveTo>
                  <a:pt x="803473" y="55372"/>
                </a:moveTo>
                <a:lnTo>
                  <a:pt x="784845" y="52012"/>
                </a:lnTo>
                <a:cubicBezTo>
                  <a:pt x="786939" y="44413"/>
                  <a:pt x="790543" y="38788"/>
                  <a:pt x="795656" y="35137"/>
                </a:cubicBezTo>
                <a:cubicBezTo>
                  <a:pt x="800770" y="31485"/>
                  <a:pt x="808367" y="29659"/>
                  <a:pt x="818448" y="29659"/>
                </a:cubicBezTo>
                <a:cubicBezTo>
                  <a:pt x="827604" y="29659"/>
                  <a:pt x="834422" y="30742"/>
                  <a:pt x="838902" y="32909"/>
                </a:cubicBezTo>
                <a:cubicBezTo>
                  <a:pt x="843383" y="35076"/>
                  <a:pt x="846536" y="37828"/>
                  <a:pt x="848362" y="41164"/>
                </a:cubicBezTo>
                <a:cubicBezTo>
                  <a:pt x="850188" y="44500"/>
                  <a:pt x="851102" y="50624"/>
                  <a:pt x="851102" y="59536"/>
                </a:cubicBezTo>
                <a:lnTo>
                  <a:pt x="850882" y="83497"/>
                </a:lnTo>
                <a:cubicBezTo>
                  <a:pt x="850882" y="90315"/>
                  <a:pt x="851211" y="95343"/>
                  <a:pt x="851869" y="98582"/>
                </a:cubicBezTo>
                <a:cubicBezTo>
                  <a:pt x="852526" y="101820"/>
                  <a:pt x="853756" y="105290"/>
                  <a:pt x="855558" y="108991"/>
                </a:cubicBezTo>
                <a:lnTo>
                  <a:pt x="835250" y="108991"/>
                </a:lnTo>
                <a:cubicBezTo>
                  <a:pt x="834714" y="107628"/>
                  <a:pt x="834056" y="105607"/>
                  <a:pt x="833277" y="102928"/>
                </a:cubicBezTo>
                <a:cubicBezTo>
                  <a:pt x="832936" y="101711"/>
                  <a:pt x="832693" y="100907"/>
                  <a:pt x="832547" y="100518"/>
                </a:cubicBezTo>
                <a:cubicBezTo>
                  <a:pt x="829040" y="103927"/>
                  <a:pt x="825290" y="106483"/>
                  <a:pt x="821297" y="108188"/>
                </a:cubicBezTo>
                <a:cubicBezTo>
                  <a:pt x="817303" y="109892"/>
                  <a:pt x="813042" y="110745"/>
                  <a:pt x="808513" y="110745"/>
                </a:cubicBezTo>
                <a:cubicBezTo>
                  <a:pt x="800526" y="110745"/>
                  <a:pt x="794232" y="108587"/>
                  <a:pt x="789629" y="104271"/>
                </a:cubicBezTo>
                <a:cubicBezTo>
                  <a:pt x="785027" y="99954"/>
                  <a:pt x="782726" y="94499"/>
                  <a:pt x="782726" y="87903"/>
                </a:cubicBezTo>
                <a:cubicBezTo>
                  <a:pt x="782726" y="83538"/>
                  <a:pt x="783773" y="79646"/>
                  <a:pt x="785867" y="76228"/>
                </a:cubicBezTo>
                <a:cubicBezTo>
                  <a:pt x="787961" y="72809"/>
                  <a:pt x="790896" y="70189"/>
                  <a:pt x="794670" y="68371"/>
                </a:cubicBezTo>
                <a:cubicBezTo>
                  <a:pt x="798444" y="66552"/>
                  <a:pt x="803887" y="64964"/>
                  <a:pt x="810997" y="63606"/>
                </a:cubicBezTo>
                <a:cubicBezTo>
                  <a:pt x="820591" y="61812"/>
                  <a:pt x="827238" y="60139"/>
                  <a:pt x="830940" y="58587"/>
                </a:cubicBezTo>
                <a:lnTo>
                  <a:pt x="830940" y="56518"/>
                </a:lnTo>
                <a:cubicBezTo>
                  <a:pt x="830940" y="52529"/>
                  <a:pt x="829966" y="49686"/>
                  <a:pt x="828018" y="47987"/>
                </a:cubicBezTo>
                <a:cubicBezTo>
                  <a:pt x="826070" y="46287"/>
                  <a:pt x="822393" y="45437"/>
                  <a:pt x="816987" y="45437"/>
                </a:cubicBezTo>
                <a:cubicBezTo>
                  <a:pt x="813334" y="45437"/>
                  <a:pt x="810485" y="46173"/>
                  <a:pt x="808440" y="47643"/>
                </a:cubicBezTo>
                <a:cubicBezTo>
                  <a:pt x="806395" y="49111"/>
                  <a:pt x="804739" y="51688"/>
                  <a:pt x="803473" y="55372"/>
                </a:cubicBezTo>
                <a:moveTo>
                  <a:pt x="830940" y="72028"/>
                </a:moveTo>
                <a:cubicBezTo>
                  <a:pt x="828310" y="72894"/>
                  <a:pt x="824146" y="73929"/>
                  <a:pt x="818448" y="75132"/>
                </a:cubicBezTo>
                <a:cubicBezTo>
                  <a:pt x="812750" y="76335"/>
                  <a:pt x="809024" y="77513"/>
                  <a:pt x="807271" y="78669"/>
                </a:cubicBezTo>
                <a:cubicBezTo>
                  <a:pt x="804593" y="80545"/>
                  <a:pt x="803253" y="82927"/>
                  <a:pt x="803253" y="85814"/>
                </a:cubicBezTo>
                <a:cubicBezTo>
                  <a:pt x="803253" y="88654"/>
                  <a:pt x="804325" y="91109"/>
                  <a:pt x="806468" y="93178"/>
                </a:cubicBezTo>
                <a:cubicBezTo>
                  <a:pt x="808610" y="95247"/>
                  <a:pt x="811338" y="96281"/>
                  <a:pt x="814649" y="96281"/>
                </a:cubicBezTo>
                <a:cubicBezTo>
                  <a:pt x="818351" y="96281"/>
                  <a:pt x="821881" y="95078"/>
                  <a:pt x="825242" y="92671"/>
                </a:cubicBezTo>
                <a:cubicBezTo>
                  <a:pt x="827725" y="90844"/>
                  <a:pt x="829357" y="88606"/>
                  <a:pt x="830136" y="85958"/>
                </a:cubicBezTo>
                <a:cubicBezTo>
                  <a:pt x="830672" y="84226"/>
                  <a:pt x="830940" y="80930"/>
                  <a:pt x="830940" y="76071"/>
                </a:cubicBezTo>
                <a:lnTo>
                  <a:pt x="830940" y="72028"/>
                </a:lnTo>
                <a:close/>
                <a:moveTo>
                  <a:pt x="863483" y="86930"/>
                </a:moveTo>
                <a:lnTo>
                  <a:pt x="884083" y="83716"/>
                </a:lnTo>
                <a:cubicBezTo>
                  <a:pt x="884960" y="87685"/>
                  <a:pt x="886738" y="90698"/>
                  <a:pt x="889416" y="92756"/>
                </a:cubicBezTo>
                <a:cubicBezTo>
                  <a:pt x="892095" y="94814"/>
                  <a:pt x="895845" y="95842"/>
                  <a:pt x="900666" y="95842"/>
                </a:cubicBezTo>
                <a:cubicBezTo>
                  <a:pt x="905974" y="95842"/>
                  <a:pt x="909968" y="94870"/>
                  <a:pt x="912646" y="92925"/>
                </a:cubicBezTo>
                <a:cubicBezTo>
                  <a:pt x="914448" y="91563"/>
                  <a:pt x="915349" y="89739"/>
                  <a:pt x="915349" y="87453"/>
                </a:cubicBezTo>
                <a:cubicBezTo>
                  <a:pt x="915349" y="85896"/>
                  <a:pt x="914862" y="84607"/>
                  <a:pt x="913888" y="83586"/>
                </a:cubicBezTo>
                <a:cubicBezTo>
                  <a:pt x="912865" y="82613"/>
                  <a:pt x="910576" y="81714"/>
                  <a:pt x="907021" y="80888"/>
                </a:cubicBezTo>
                <a:cubicBezTo>
                  <a:pt x="890463" y="77241"/>
                  <a:pt x="879968" y="73910"/>
                  <a:pt x="875536" y="70893"/>
                </a:cubicBezTo>
                <a:cubicBezTo>
                  <a:pt x="869400" y="66708"/>
                  <a:pt x="866332" y="60894"/>
                  <a:pt x="866332" y="53450"/>
                </a:cubicBezTo>
                <a:cubicBezTo>
                  <a:pt x="866332" y="46736"/>
                  <a:pt x="868986" y="41092"/>
                  <a:pt x="874295" y="36518"/>
                </a:cubicBezTo>
                <a:cubicBezTo>
                  <a:pt x="879603" y="31945"/>
                  <a:pt x="887833" y="29659"/>
                  <a:pt x="898986" y="29659"/>
                </a:cubicBezTo>
                <a:cubicBezTo>
                  <a:pt x="909602" y="29659"/>
                  <a:pt x="917492" y="31381"/>
                  <a:pt x="922654" y="34827"/>
                </a:cubicBezTo>
                <a:cubicBezTo>
                  <a:pt x="927816" y="38272"/>
                  <a:pt x="931371" y="43368"/>
                  <a:pt x="933319" y="50113"/>
                </a:cubicBezTo>
                <a:lnTo>
                  <a:pt x="913961" y="53765"/>
                </a:lnTo>
                <a:cubicBezTo>
                  <a:pt x="913133" y="50746"/>
                  <a:pt x="911563" y="48433"/>
                  <a:pt x="909249" y="46825"/>
                </a:cubicBezTo>
                <a:cubicBezTo>
                  <a:pt x="906936" y="45218"/>
                  <a:pt x="903637" y="44415"/>
                  <a:pt x="899351" y="44415"/>
                </a:cubicBezTo>
                <a:cubicBezTo>
                  <a:pt x="893945" y="44415"/>
                  <a:pt x="890074" y="45169"/>
                  <a:pt x="887736" y="46677"/>
                </a:cubicBezTo>
                <a:cubicBezTo>
                  <a:pt x="886177" y="47745"/>
                  <a:pt x="885398" y="49131"/>
                  <a:pt x="885398" y="50834"/>
                </a:cubicBezTo>
                <a:cubicBezTo>
                  <a:pt x="885398" y="52292"/>
                  <a:pt x="886080" y="53532"/>
                  <a:pt x="887444" y="54553"/>
                </a:cubicBezTo>
                <a:cubicBezTo>
                  <a:pt x="889294" y="55915"/>
                  <a:pt x="895686" y="57836"/>
                  <a:pt x="906619" y="60317"/>
                </a:cubicBezTo>
                <a:cubicBezTo>
                  <a:pt x="917553" y="62798"/>
                  <a:pt x="925186" y="65841"/>
                  <a:pt x="929521" y="69446"/>
                </a:cubicBezTo>
                <a:cubicBezTo>
                  <a:pt x="933806" y="73102"/>
                  <a:pt x="935949" y="78194"/>
                  <a:pt x="935949" y="84723"/>
                </a:cubicBezTo>
                <a:cubicBezTo>
                  <a:pt x="935949" y="91837"/>
                  <a:pt x="932979" y="97953"/>
                  <a:pt x="927037" y="103070"/>
                </a:cubicBezTo>
                <a:cubicBezTo>
                  <a:pt x="921096" y="108186"/>
                  <a:pt x="912305" y="110745"/>
                  <a:pt x="900666" y="110745"/>
                </a:cubicBezTo>
                <a:cubicBezTo>
                  <a:pt x="890098" y="110745"/>
                  <a:pt x="881734" y="108609"/>
                  <a:pt x="875573" y="104337"/>
                </a:cubicBezTo>
                <a:cubicBezTo>
                  <a:pt x="869412" y="100063"/>
                  <a:pt x="865382" y="94261"/>
                  <a:pt x="863483" y="86930"/>
                </a:cubicBezTo>
                <a:close/>
                <a:moveTo>
                  <a:pt x="998224" y="84300"/>
                </a:moveTo>
                <a:lnTo>
                  <a:pt x="1018678" y="87807"/>
                </a:lnTo>
                <a:cubicBezTo>
                  <a:pt x="1016048" y="95282"/>
                  <a:pt x="1011896" y="100974"/>
                  <a:pt x="1006223" y="104882"/>
                </a:cubicBezTo>
                <a:cubicBezTo>
                  <a:pt x="1000549" y="108791"/>
                  <a:pt x="993451" y="110745"/>
                  <a:pt x="984928" y="110745"/>
                </a:cubicBezTo>
                <a:cubicBezTo>
                  <a:pt x="971438" y="110745"/>
                  <a:pt x="961455" y="106337"/>
                  <a:pt x="954978" y="97522"/>
                </a:cubicBezTo>
                <a:cubicBezTo>
                  <a:pt x="949864" y="90461"/>
                  <a:pt x="947307" y="81549"/>
                  <a:pt x="947307" y="70786"/>
                </a:cubicBezTo>
                <a:cubicBezTo>
                  <a:pt x="947307" y="57929"/>
                  <a:pt x="950668" y="47860"/>
                  <a:pt x="957388" y="40580"/>
                </a:cubicBezTo>
                <a:cubicBezTo>
                  <a:pt x="964109" y="33299"/>
                  <a:pt x="972607" y="29659"/>
                  <a:pt x="982883" y="29659"/>
                </a:cubicBezTo>
                <a:cubicBezTo>
                  <a:pt x="994425" y="29659"/>
                  <a:pt x="1003532" y="33469"/>
                  <a:pt x="1010204" y="41091"/>
                </a:cubicBezTo>
                <a:cubicBezTo>
                  <a:pt x="1016876" y="48713"/>
                  <a:pt x="1020066" y="60388"/>
                  <a:pt x="1019773" y="76119"/>
                </a:cubicBezTo>
                <a:lnTo>
                  <a:pt x="968346" y="76119"/>
                </a:lnTo>
                <a:cubicBezTo>
                  <a:pt x="968492" y="82206"/>
                  <a:pt x="970148" y="86942"/>
                  <a:pt x="973313" y="90327"/>
                </a:cubicBezTo>
                <a:cubicBezTo>
                  <a:pt x="976479" y="93712"/>
                  <a:pt x="980424" y="95404"/>
                  <a:pt x="985147" y="95404"/>
                </a:cubicBezTo>
                <a:cubicBezTo>
                  <a:pt x="988362" y="95404"/>
                  <a:pt x="991065" y="94527"/>
                  <a:pt x="993256" y="92774"/>
                </a:cubicBezTo>
                <a:cubicBezTo>
                  <a:pt x="995448" y="91021"/>
                  <a:pt x="997103" y="88196"/>
                  <a:pt x="998224" y="84300"/>
                </a:cubicBezTo>
                <a:moveTo>
                  <a:pt x="999392" y="63554"/>
                </a:moveTo>
                <a:cubicBezTo>
                  <a:pt x="999246" y="57637"/>
                  <a:pt x="997712" y="53138"/>
                  <a:pt x="994790" y="50058"/>
                </a:cubicBezTo>
                <a:cubicBezTo>
                  <a:pt x="991868" y="46978"/>
                  <a:pt x="988313" y="45437"/>
                  <a:pt x="984125" y="45437"/>
                </a:cubicBezTo>
                <a:cubicBezTo>
                  <a:pt x="979644" y="45437"/>
                  <a:pt x="975943" y="47062"/>
                  <a:pt x="973021" y="50311"/>
                </a:cubicBezTo>
                <a:cubicBezTo>
                  <a:pt x="970099" y="53562"/>
                  <a:pt x="968662" y="57976"/>
                  <a:pt x="968711" y="63554"/>
                </a:cubicBezTo>
                <a:lnTo>
                  <a:pt x="999392" y="63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triggering">
            <a:extLst xmlns:a="http://schemas.openxmlformats.org/drawingml/2006/main">
              <a:ext uri="{FF2B5EF4-FFF2-40B4-BE49-F238E27FC236}">
                <a16:creationId xmlns:a16="http://schemas.microsoft.com/office/drawing/2014/main" id="{A490C161-3510-4264-9626-9CD74CD3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409" y="1311113"/>
            <a:ext cx="688006" cy="138650"/>
          </a:xfrm>
          <a:custGeom xmlns:a="http://schemas.openxmlformats.org/drawingml/2006/main">
            <a:pathLst>
              <a:path w="688006" h="138650">
                <a:moveTo>
                  <a:pt x="44049" y="29512"/>
                </a:moveTo>
                <a:lnTo>
                  <a:pt x="44049" y="45876"/>
                </a:lnTo>
                <a:lnTo>
                  <a:pt x="30024" y="45876"/>
                </a:lnTo>
                <a:lnTo>
                  <a:pt x="30024" y="77091"/>
                </a:lnTo>
                <a:cubicBezTo>
                  <a:pt x="30024" y="83413"/>
                  <a:pt x="30158" y="87097"/>
                  <a:pt x="30426" y="88142"/>
                </a:cubicBezTo>
                <a:cubicBezTo>
                  <a:pt x="30693" y="89186"/>
                  <a:pt x="31302" y="90049"/>
                  <a:pt x="32252" y="90731"/>
                </a:cubicBezTo>
                <a:cubicBezTo>
                  <a:pt x="33201" y="91411"/>
                  <a:pt x="34358" y="91752"/>
                  <a:pt x="35722" y="91752"/>
                </a:cubicBezTo>
                <a:cubicBezTo>
                  <a:pt x="37621" y="91752"/>
                  <a:pt x="40373" y="91094"/>
                  <a:pt x="43976" y="89779"/>
                </a:cubicBezTo>
                <a:lnTo>
                  <a:pt x="45730" y="105764"/>
                </a:lnTo>
                <a:cubicBezTo>
                  <a:pt x="40957" y="107818"/>
                  <a:pt x="35551" y="108845"/>
                  <a:pt x="29512" y="108845"/>
                </a:cubicBezTo>
                <a:cubicBezTo>
                  <a:pt x="25811" y="108845"/>
                  <a:pt x="22475" y="108224"/>
                  <a:pt x="19504" y="106983"/>
                </a:cubicBezTo>
                <a:cubicBezTo>
                  <a:pt x="16534" y="105741"/>
                  <a:pt x="14354" y="104134"/>
                  <a:pt x="12966" y="102161"/>
                </a:cubicBezTo>
                <a:cubicBezTo>
                  <a:pt x="11579" y="100189"/>
                  <a:pt x="10617" y="97522"/>
                  <a:pt x="10081" y="94162"/>
                </a:cubicBezTo>
                <a:cubicBezTo>
                  <a:pt x="9643" y="91776"/>
                  <a:pt x="9424" y="86955"/>
                  <a:pt x="9424" y="79698"/>
                </a:cubicBezTo>
                <a:lnTo>
                  <a:pt x="9424" y="45876"/>
                </a:lnTo>
                <a:lnTo>
                  <a:pt x="0" y="45876"/>
                </a:lnTo>
                <a:lnTo>
                  <a:pt x="0" y="29512"/>
                </a:lnTo>
                <a:lnTo>
                  <a:pt x="9424" y="29512"/>
                </a:lnTo>
                <a:lnTo>
                  <a:pt x="9424" y="14026"/>
                </a:lnTo>
                <a:lnTo>
                  <a:pt x="30024" y="1899"/>
                </a:lnTo>
                <a:lnTo>
                  <a:pt x="30024" y="29512"/>
                </a:lnTo>
                <a:lnTo>
                  <a:pt x="44049" y="29512"/>
                </a:lnTo>
                <a:close/>
                <a:moveTo>
                  <a:pt x="77944" y="107092"/>
                </a:moveTo>
                <a:lnTo>
                  <a:pt x="57417" y="107092"/>
                </a:lnTo>
                <a:lnTo>
                  <a:pt x="57417" y="29512"/>
                </a:lnTo>
                <a:lnTo>
                  <a:pt x="76483" y="29512"/>
                </a:lnTo>
                <a:lnTo>
                  <a:pt x="76483" y="40543"/>
                </a:lnTo>
                <a:cubicBezTo>
                  <a:pt x="79746" y="35332"/>
                  <a:pt x="82680" y="31899"/>
                  <a:pt x="85286" y="30243"/>
                </a:cubicBezTo>
                <a:cubicBezTo>
                  <a:pt x="87891" y="28587"/>
                  <a:pt x="90850" y="27759"/>
                  <a:pt x="94161" y="27759"/>
                </a:cubicBezTo>
                <a:cubicBezTo>
                  <a:pt x="98837" y="27759"/>
                  <a:pt x="103341" y="29050"/>
                  <a:pt x="107676" y="31631"/>
                </a:cubicBezTo>
                <a:lnTo>
                  <a:pt x="101320" y="49528"/>
                </a:lnTo>
                <a:cubicBezTo>
                  <a:pt x="97863" y="47288"/>
                  <a:pt x="94648" y="46168"/>
                  <a:pt x="91678" y="46168"/>
                </a:cubicBezTo>
                <a:cubicBezTo>
                  <a:pt x="88804" y="46168"/>
                  <a:pt x="86369" y="46959"/>
                  <a:pt x="84373" y="48542"/>
                </a:cubicBezTo>
                <a:cubicBezTo>
                  <a:pt x="82376" y="50125"/>
                  <a:pt x="80805" y="52986"/>
                  <a:pt x="79661" y="57126"/>
                </a:cubicBezTo>
                <a:cubicBezTo>
                  <a:pt x="78516" y="61265"/>
                  <a:pt x="77944" y="69934"/>
                  <a:pt x="77944" y="83132"/>
                </a:cubicBezTo>
                <a:lnTo>
                  <a:pt x="77944" y="107092"/>
                </a:lnTo>
                <a:close/>
                <a:moveTo>
                  <a:pt x="116042" y="18993"/>
                </a:moveTo>
                <a:lnTo>
                  <a:pt x="116042" y="0"/>
                </a:lnTo>
                <a:lnTo>
                  <a:pt x="136569" y="0"/>
                </a:lnTo>
                <a:lnTo>
                  <a:pt x="136569" y="18993"/>
                </a:lnTo>
                <a:lnTo>
                  <a:pt x="116042" y="18993"/>
                </a:lnTo>
                <a:moveTo>
                  <a:pt x="116042" y="107092"/>
                </a:moveTo>
                <a:lnTo>
                  <a:pt x="116042" y="29512"/>
                </a:lnTo>
                <a:lnTo>
                  <a:pt x="136569" y="29512"/>
                </a:lnTo>
                <a:lnTo>
                  <a:pt x="136569" y="107092"/>
                </a:lnTo>
                <a:lnTo>
                  <a:pt x="116042" y="107092"/>
                </a:lnTo>
                <a:close/>
                <a:moveTo>
                  <a:pt x="156032" y="112060"/>
                </a:moveTo>
                <a:lnTo>
                  <a:pt x="179482" y="114982"/>
                </a:lnTo>
                <a:cubicBezTo>
                  <a:pt x="179871" y="117735"/>
                  <a:pt x="180772" y="119627"/>
                  <a:pt x="182184" y="120659"/>
                </a:cubicBezTo>
                <a:cubicBezTo>
                  <a:pt x="184132" y="122134"/>
                  <a:pt x="187201" y="122871"/>
                  <a:pt x="191389" y="122871"/>
                </a:cubicBezTo>
                <a:cubicBezTo>
                  <a:pt x="196746" y="122871"/>
                  <a:pt x="200764" y="122061"/>
                  <a:pt x="203442" y="120442"/>
                </a:cubicBezTo>
                <a:cubicBezTo>
                  <a:pt x="205244" y="119363"/>
                  <a:pt x="206608" y="117622"/>
                  <a:pt x="207533" y="115219"/>
                </a:cubicBezTo>
                <a:cubicBezTo>
                  <a:pt x="208166" y="113502"/>
                  <a:pt x="208483" y="110339"/>
                  <a:pt x="208483" y="105729"/>
                </a:cubicBezTo>
                <a:lnTo>
                  <a:pt x="208483" y="94324"/>
                </a:lnTo>
                <a:cubicBezTo>
                  <a:pt x="202346" y="102836"/>
                  <a:pt x="194603" y="107092"/>
                  <a:pt x="185253" y="107092"/>
                </a:cubicBezTo>
                <a:cubicBezTo>
                  <a:pt x="174831" y="107092"/>
                  <a:pt x="166576" y="102685"/>
                  <a:pt x="160488" y="93870"/>
                </a:cubicBezTo>
                <a:cubicBezTo>
                  <a:pt x="155716" y="86906"/>
                  <a:pt x="153330" y="78237"/>
                  <a:pt x="153330" y="67864"/>
                </a:cubicBezTo>
                <a:cubicBezTo>
                  <a:pt x="153330" y="54861"/>
                  <a:pt x="156459" y="44926"/>
                  <a:pt x="162716" y="38059"/>
                </a:cubicBezTo>
                <a:cubicBezTo>
                  <a:pt x="168974" y="31193"/>
                  <a:pt x="176754" y="27759"/>
                  <a:pt x="186056" y="27759"/>
                </a:cubicBezTo>
                <a:cubicBezTo>
                  <a:pt x="195650" y="27759"/>
                  <a:pt x="203564" y="31992"/>
                  <a:pt x="209798" y="40456"/>
                </a:cubicBezTo>
                <a:lnTo>
                  <a:pt x="209798" y="29512"/>
                </a:lnTo>
                <a:lnTo>
                  <a:pt x="229010" y="29512"/>
                </a:lnTo>
                <a:lnTo>
                  <a:pt x="229010" y="99175"/>
                </a:lnTo>
                <a:cubicBezTo>
                  <a:pt x="229010" y="108337"/>
                  <a:pt x="228255" y="115184"/>
                  <a:pt x="226745" y="119716"/>
                </a:cubicBezTo>
                <a:cubicBezTo>
                  <a:pt x="225236" y="124248"/>
                  <a:pt x="223117" y="127806"/>
                  <a:pt x="220390" y="130388"/>
                </a:cubicBezTo>
                <a:cubicBezTo>
                  <a:pt x="217663" y="132973"/>
                  <a:pt x="214022" y="134995"/>
                  <a:pt x="209469" y="136456"/>
                </a:cubicBezTo>
                <a:cubicBezTo>
                  <a:pt x="204915" y="137919"/>
                  <a:pt x="199157" y="138650"/>
                  <a:pt x="192192" y="138650"/>
                </a:cubicBezTo>
                <a:cubicBezTo>
                  <a:pt x="179043" y="138650"/>
                  <a:pt x="169717" y="136379"/>
                  <a:pt x="164214" y="131836"/>
                </a:cubicBezTo>
                <a:cubicBezTo>
                  <a:pt x="158711" y="127294"/>
                  <a:pt x="155959" y="121537"/>
                  <a:pt x="155959" y="114564"/>
                </a:cubicBezTo>
                <a:cubicBezTo>
                  <a:pt x="155959" y="113876"/>
                  <a:pt x="155984" y="113041"/>
                  <a:pt x="156032" y="112060"/>
                </a:cubicBezTo>
                <a:moveTo>
                  <a:pt x="174368" y="66695"/>
                </a:moveTo>
                <a:cubicBezTo>
                  <a:pt x="174368" y="74901"/>
                  <a:pt x="175963" y="80910"/>
                  <a:pt x="179153" y="84720"/>
                </a:cubicBezTo>
                <a:cubicBezTo>
                  <a:pt x="182343" y="88531"/>
                  <a:pt x="186275" y="90437"/>
                  <a:pt x="190951" y="90437"/>
                </a:cubicBezTo>
                <a:cubicBezTo>
                  <a:pt x="195967" y="90437"/>
                  <a:pt x="200204" y="88482"/>
                  <a:pt x="203661" y="84574"/>
                </a:cubicBezTo>
                <a:cubicBezTo>
                  <a:pt x="207119" y="80666"/>
                  <a:pt x="208848" y="74877"/>
                  <a:pt x="208848" y="67207"/>
                </a:cubicBezTo>
                <a:cubicBezTo>
                  <a:pt x="208848" y="59195"/>
                  <a:pt x="207192" y="53248"/>
                  <a:pt x="203880" y="49364"/>
                </a:cubicBezTo>
                <a:cubicBezTo>
                  <a:pt x="200569" y="45480"/>
                  <a:pt x="196381" y="43538"/>
                  <a:pt x="191316" y="43538"/>
                </a:cubicBezTo>
                <a:cubicBezTo>
                  <a:pt x="186397" y="43538"/>
                  <a:pt x="182343" y="45444"/>
                  <a:pt x="179153" y="49254"/>
                </a:cubicBezTo>
                <a:cubicBezTo>
                  <a:pt x="175963" y="53065"/>
                  <a:pt x="174368" y="58879"/>
                  <a:pt x="174368" y="66695"/>
                </a:cubicBezTo>
                <a:close/>
                <a:moveTo>
                  <a:pt x="248191" y="112060"/>
                </a:moveTo>
                <a:lnTo>
                  <a:pt x="271640" y="114982"/>
                </a:lnTo>
                <a:cubicBezTo>
                  <a:pt x="272030" y="117735"/>
                  <a:pt x="272931" y="119627"/>
                  <a:pt x="274343" y="120659"/>
                </a:cubicBezTo>
                <a:cubicBezTo>
                  <a:pt x="276291" y="122134"/>
                  <a:pt x="279359" y="122871"/>
                  <a:pt x="283547" y="122871"/>
                </a:cubicBezTo>
                <a:cubicBezTo>
                  <a:pt x="288904" y="122871"/>
                  <a:pt x="292922" y="122061"/>
                  <a:pt x="295601" y="120442"/>
                </a:cubicBezTo>
                <a:cubicBezTo>
                  <a:pt x="297402" y="119363"/>
                  <a:pt x="298766" y="117622"/>
                  <a:pt x="299691" y="115219"/>
                </a:cubicBezTo>
                <a:cubicBezTo>
                  <a:pt x="300325" y="113502"/>
                  <a:pt x="300641" y="110339"/>
                  <a:pt x="300641" y="105729"/>
                </a:cubicBezTo>
                <a:lnTo>
                  <a:pt x="300641" y="94324"/>
                </a:lnTo>
                <a:cubicBezTo>
                  <a:pt x="294505" y="102836"/>
                  <a:pt x="286761" y="107092"/>
                  <a:pt x="277411" y="107092"/>
                </a:cubicBezTo>
                <a:cubicBezTo>
                  <a:pt x="266989" y="107092"/>
                  <a:pt x="258734" y="102685"/>
                  <a:pt x="252647" y="93870"/>
                </a:cubicBezTo>
                <a:cubicBezTo>
                  <a:pt x="247874" y="86906"/>
                  <a:pt x="245488" y="78237"/>
                  <a:pt x="245488" y="67864"/>
                </a:cubicBezTo>
                <a:cubicBezTo>
                  <a:pt x="245488" y="54861"/>
                  <a:pt x="248617" y="44926"/>
                  <a:pt x="254875" y="38059"/>
                </a:cubicBezTo>
                <a:cubicBezTo>
                  <a:pt x="261133" y="31193"/>
                  <a:pt x="268913" y="27759"/>
                  <a:pt x="278215" y="27759"/>
                </a:cubicBezTo>
                <a:cubicBezTo>
                  <a:pt x="287809" y="27759"/>
                  <a:pt x="295722" y="31992"/>
                  <a:pt x="301956" y="40456"/>
                </a:cubicBezTo>
                <a:lnTo>
                  <a:pt x="301956" y="29512"/>
                </a:lnTo>
                <a:lnTo>
                  <a:pt x="321168" y="29512"/>
                </a:lnTo>
                <a:lnTo>
                  <a:pt x="321168" y="99175"/>
                </a:lnTo>
                <a:cubicBezTo>
                  <a:pt x="321168" y="108337"/>
                  <a:pt x="320413" y="115184"/>
                  <a:pt x="318904" y="119716"/>
                </a:cubicBezTo>
                <a:cubicBezTo>
                  <a:pt x="317394" y="124248"/>
                  <a:pt x="315276" y="127806"/>
                  <a:pt x="312548" y="130388"/>
                </a:cubicBezTo>
                <a:cubicBezTo>
                  <a:pt x="309821" y="132973"/>
                  <a:pt x="306181" y="134995"/>
                  <a:pt x="301627" y="136456"/>
                </a:cubicBezTo>
                <a:cubicBezTo>
                  <a:pt x="297074" y="137919"/>
                  <a:pt x="291315" y="138650"/>
                  <a:pt x="284351" y="138650"/>
                </a:cubicBezTo>
                <a:cubicBezTo>
                  <a:pt x="271202" y="138650"/>
                  <a:pt x="261876" y="136379"/>
                  <a:pt x="256372" y="131836"/>
                </a:cubicBezTo>
                <a:cubicBezTo>
                  <a:pt x="250869" y="127294"/>
                  <a:pt x="248118" y="121537"/>
                  <a:pt x="248118" y="114564"/>
                </a:cubicBezTo>
                <a:cubicBezTo>
                  <a:pt x="248118" y="113876"/>
                  <a:pt x="248142" y="113041"/>
                  <a:pt x="248191" y="112060"/>
                </a:cubicBezTo>
                <a:moveTo>
                  <a:pt x="266526" y="66695"/>
                </a:moveTo>
                <a:cubicBezTo>
                  <a:pt x="266526" y="74901"/>
                  <a:pt x="268121" y="80910"/>
                  <a:pt x="271311" y="84720"/>
                </a:cubicBezTo>
                <a:cubicBezTo>
                  <a:pt x="274501" y="88531"/>
                  <a:pt x="278434" y="90437"/>
                  <a:pt x="283109" y="90437"/>
                </a:cubicBezTo>
                <a:cubicBezTo>
                  <a:pt x="288125" y="90437"/>
                  <a:pt x="292362" y="88482"/>
                  <a:pt x="295820" y="84574"/>
                </a:cubicBezTo>
                <a:cubicBezTo>
                  <a:pt x="299277" y="80666"/>
                  <a:pt x="301006" y="74877"/>
                  <a:pt x="301006" y="67207"/>
                </a:cubicBezTo>
                <a:cubicBezTo>
                  <a:pt x="301006" y="59195"/>
                  <a:pt x="299350" y="53248"/>
                  <a:pt x="296039" y="49364"/>
                </a:cubicBezTo>
                <a:cubicBezTo>
                  <a:pt x="292727" y="45480"/>
                  <a:pt x="288539" y="43538"/>
                  <a:pt x="283474" y="43538"/>
                </a:cubicBezTo>
                <a:cubicBezTo>
                  <a:pt x="278555" y="43538"/>
                  <a:pt x="274501" y="45444"/>
                  <a:pt x="271311" y="49254"/>
                </a:cubicBezTo>
                <a:cubicBezTo>
                  <a:pt x="268121" y="53065"/>
                  <a:pt x="266526" y="58879"/>
                  <a:pt x="266526" y="66695"/>
                </a:cubicBezTo>
                <a:close/>
                <a:moveTo>
                  <a:pt x="387174" y="82401"/>
                </a:moveTo>
                <a:lnTo>
                  <a:pt x="407628" y="85907"/>
                </a:lnTo>
                <a:cubicBezTo>
                  <a:pt x="404999" y="93383"/>
                  <a:pt x="400847" y="99075"/>
                  <a:pt x="395173" y="102983"/>
                </a:cubicBezTo>
                <a:cubicBezTo>
                  <a:pt x="389500" y="106891"/>
                  <a:pt x="382402" y="108845"/>
                  <a:pt x="373879" y="108845"/>
                </a:cubicBezTo>
                <a:cubicBezTo>
                  <a:pt x="360389" y="108845"/>
                  <a:pt x="350405" y="104438"/>
                  <a:pt x="343928" y="95623"/>
                </a:cubicBezTo>
                <a:cubicBezTo>
                  <a:pt x="338815" y="88562"/>
                  <a:pt x="336258" y="79649"/>
                  <a:pt x="336258" y="68887"/>
                </a:cubicBezTo>
                <a:cubicBezTo>
                  <a:pt x="336258" y="56030"/>
                  <a:pt x="339618" y="45961"/>
                  <a:pt x="346339" y="38680"/>
                </a:cubicBezTo>
                <a:cubicBezTo>
                  <a:pt x="353060" y="31400"/>
                  <a:pt x="361558" y="27759"/>
                  <a:pt x="371834" y="27759"/>
                </a:cubicBezTo>
                <a:cubicBezTo>
                  <a:pt x="383376" y="27759"/>
                  <a:pt x="392483" y="31570"/>
                  <a:pt x="399155" y="39192"/>
                </a:cubicBezTo>
                <a:cubicBezTo>
                  <a:pt x="405826" y="46813"/>
                  <a:pt x="409016" y="58489"/>
                  <a:pt x="408724" y="74219"/>
                </a:cubicBezTo>
                <a:lnTo>
                  <a:pt x="357297" y="74219"/>
                </a:lnTo>
                <a:cubicBezTo>
                  <a:pt x="357443" y="80307"/>
                  <a:pt x="359098" y="85043"/>
                  <a:pt x="362264" y="88428"/>
                </a:cubicBezTo>
                <a:cubicBezTo>
                  <a:pt x="365430" y="91812"/>
                  <a:pt x="369374" y="93505"/>
                  <a:pt x="374098" y="93505"/>
                </a:cubicBezTo>
                <a:cubicBezTo>
                  <a:pt x="377312" y="93505"/>
                  <a:pt x="380015" y="92628"/>
                  <a:pt x="382207" y="90875"/>
                </a:cubicBezTo>
                <a:cubicBezTo>
                  <a:pt x="384398" y="89122"/>
                  <a:pt x="386054" y="86297"/>
                  <a:pt x="387174" y="82401"/>
                </a:cubicBezTo>
                <a:moveTo>
                  <a:pt x="388343" y="61655"/>
                </a:moveTo>
                <a:cubicBezTo>
                  <a:pt x="388197" y="55738"/>
                  <a:pt x="386663" y="51239"/>
                  <a:pt x="383741" y="48159"/>
                </a:cubicBezTo>
                <a:cubicBezTo>
                  <a:pt x="380819" y="45078"/>
                  <a:pt x="377264" y="43538"/>
                  <a:pt x="373075" y="43538"/>
                </a:cubicBezTo>
                <a:cubicBezTo>
                  <a:pt x="368595" y="43538"/>
                  <a:pt x="364894" y="45163"/>
                  <a:pt x="361972" y="48412"/>
                </a:cubicBezTo>
                <a:cubicBezTo>
                  <a:pt x="359050" y="51663"/>
                  <a:pt x="357613" y="56077"/>
                  <a:pt x="357662" y="61655"/>
                </a:cubicBezTo>
                <a:lnTo>
                  <a:pt x="388343" y="61655"/>
                </a:lnTo>
                <a:close/>
                <a:moveTo>
                  <a:pt x="445081" y="107092"/>
                </a:moveTo>
                <a:lnTo>
                  <a:pt x="424554" y="107092"/>
                </a:lnTo>
                <a:lnTo>
                  <a:pt x="424554" y="29512"/>
                </a:lnTo>
                <a:lnTo>
                  <a:pt x="443620" y="29512"/>
                </a:lnTo>
                <a:lnTo>
                  <a:pt x="443620" y="40543"/>
                </a:lnTo>
                <a:cubicBezTo>
                  <a:pt x="446883" y="35332"/>
                  <a:pt x="449817" y="31899"/>
                  <a:pt x="452422" y="30243"/>
                </a:cubicBezTo>
                <a:cubicBezTo>
                  <a:pt x="455028" y="28587"/>
                  <a:pt x="457986" y="27759"/>
                  <a:pt x="461298" y="27759"/>
                </a:cubicBezTo>
                <a:cubicBezTo>
                  <a:pt x="465973" y="27759"/>
                  <a:pt x="470478" y="29050"/>
                  <a:pt x="474812" y="31631"/>
                </a:cubicBezTo>
                <a:lnTo>
                  <a:pt x="468457" y="49528"/>
                </a:lnTo>
                <a:cubicBezTo>
                  <a:pt x="464999" y="47288"/>
                  <a:pt x="461785" y="46168"/>
                  <a:pt x="458814" y="46168"/>
                </a:cubicBezTo>
                <a:cubicBezTo>
                  <a:pt x="455941" y="46168"/>
                  <a:pt x="453506" y="46959"/>
                  <a:pt x="451509" y="48542"/>
                </a:cubicBezTo>
                <a:cubicBezTo>
                  <a:pt x="449513" y="50125"/>
                  <a:pt x="447942" y="52986"/>
                  <a:pt x="446798" y="57126"/>
                </a:cubicBezTo>
                <a:cubicBezTo>
                  <a:pt x="445653" y="61265"/>
                  <a:pt x="445081" y="69934"/>
                  <a:pt x="445081" y="83132"/>
                </a:cubicBezTo>
                <a:lnTo>
                  <a:pt x="445081" y="107092"/>
                </a:lnTo>
                <a:close/>
                <a:moveTo>
                  <a:pt x="482879" y="18993"/>
                </a:moveTo>
                <a:lnTo>
                  <a:pt x="482879" y="0"/>
                </a:lnTo>
                <a:lnTo>
                  <a:pt x="503407" y="0"/>
                </a:lnTo>
                <a:lnTo>
                  <a:pt x="503407" y="18993"/>
                </a:lnTo>
                <a:lnTo>
                  <a:pt x="482879" y="18993"/>
                </a:lnTo>
                <a:moveTo>
                  <a:pt x="482879" y="107092"/>
                </a:moveTo>
                <a:lnTo>
                  <a:pt x="482879" y="29512"/>
                </a:lnTo>
                <a:lnTo>
                  <a:pt x="503407" y="29512"/>
                </a:lnTo>
                <a:lnTo>
                  <a:pt x="503407" y="107092"/>
                </a:lnTo>
                <a:lnTo>
                  <a:pt x="482879" y="107092"/>
                </a:lnTo>
                <a:close/>
                <a:moveTo>
                  <a:pt x="595336" y="107092"/>
                </a:moveTo>
                <a:lnTo>
                  <a:pt x="574809" y="107092"/>
                </a:lnTo>
                <a:lnTo>
                  <a:pt x="574809" y="67544"/>
                </a:lnTo>
                <a:cubicBezTo>
                  <a:pt x="574809" y="59177"/>
                  <a:pt x="574370" y="53765"/>
                  <a:pt x="573494" y="51309"/>
                </a:cubicBezTo>
                <a:cubicBezTo>
                  <a:pt x="572617" y="48853"/>
                  <a:pt x="571193" y="46943"/>
                  <a:pt x="569220" y="45581"/>
                </a:cubicBezTo>
                <a:cubicBezTo>
                  <a:pt x="567248" y="44219"/>
                  <a:pt x="564874" y="43538"/>
                  <a:pt x="562098" y="43538"/>
                </a:cubicBezTo>
                <a:cubicBezTo>
                  <a:pt x="558543" y="43538"/>
                  <a:pt x="555353" y="44511"/>
                  <a:pt x="552528" y="46458"/>
                </a:cubicBezTo>
                <a:cubicBezTo>
                  <a:pt x="549704" y="48403"/>
                  <a:pt x="547768" y="50981"/>
                  <a:pt x="546721" y="54192"/>
                </a:cubicBezTo>
                <a:cubicBezTo>
                  <a:pt x="545674" y="57402"/>
                  <a:pt x="545150" y="63336"/>
                  <a:pt x="545150" y="71996"/>
                </a:cubicBezTo>
                <a:lnTo>
                  <a:pt x="545150" y="107092"/>
                </a:lnTo>
                <a:lnTo>
                  <a:pt x="524623" y="107092"/>
                </a:lnTo>
                <a:lnTo>
                  <a:pt x="524623" y="29512"/>
                </a:lnTo>
                <a:lnTo>
                  <a:pt x="543689" y="29512"/>
                </a:lnTo>
                <a:lnTo>
                  <a:pt x="543689" y="40908"/>
                </a:lnTo>
                <a:cubicBezTo>
                  <a:pt x="550458" y="32142"/>
                  <a:pt x="558981" y="27759"/>
                  <a:pt x="569257" y="27759"/>
                </a:cubicBezTo>
                <a:cubicBezTo>
                  <a:pt x="573786" y="27759"/>
                  <a:pt x="577925" y="28575"/>
                  <a:pt x="581675" y="30206"/>
                </a:cubicBezTo>
                <a:cubicBezTo>
                  <a:pt x="585425" y="31838"/>
                  <a:pt x="588262" y="33920"/>
                  <a:pt x="590186" y="36452"/>
                </a:cubicBezTo>
                <a:cubicBezTo>
                  <a:pt x="592109" y="38985"/>
                  <a:pt x="593449" y="41858"/>
                  <a:pt x="594204" y="45072"/>
                </a:cubicBezTo>
                <a:cubicBezTo>
                  <a:pt x="594958" y="48286"/>
                  <a:pt x="595336" y="52889"/>
                  <a:pt x="595336" y="58879"/>
                </a:cubicBezTo>
                <a:lnTo>
                  <a:pt x="595336" y="107092"/>
                </a:lnTo>
                <a:close/>
                <a:moveTo>
                  <a:pt x="615028" y="112060"/>
                </a:moveTo>
                <a:lnTo>
                  <a:pt x="638478" y="114982"/>
                </a:lnTo>
                <a:cubicBezTo>
                  <a:pt x="638867" y="117735"/>
                  <a:pt x="639768" y="119627"/>
                  <a:pt x="641180" y="120659"/>
                </a:cubicBezTo>
                <a:cubicBezTo>
                  <a:pt x="643128" y="122134"/>
                  <a:pt x="646197" y="122871"/>
                  <a:pt x="650385" y="122871"/>
                </a:cubicBezTo>
                <a:cubicBezTo>
                  <a:pt x="655742" y="122871"/>
                  <a:pt x="659760" y="122061"/>
                  <a:pt x="662438" y="120442"/>
                </a:cubicBezTo>
                <a:cubicBezTo>
                  <a:pt x="664240" y="119363"/>
                  <a:pt x="665604" y="117622"/>
                  <a:pt x="666529" y="115219"/>
                </a:cubicBezTo>
                <a:cubicBezTo>
                  <a:pt x="667162" y="113502"/>
                  <a:pt x="667479" y="110339"/>
                  <a:pt x="667479" y="105729"/>
                </a:cubicBezTo>
                <a:lnTo>
                  <a:pt x="667479" y="94324"/>
                </a:lnTo>
                <a:cubicBezTo>
                  <a:pt x="661342" y="102836"/>
                  <a:pt x="653599" y="107092"/>
                  <a:pt x="644249" y="107092"/>
                </a:cubicBezTo>
                <a:cubicBezTo>
                  <a:pt x="633827" y="107092"/>
                  <a:pt x="625572" y="102685"/>
                  <a:pt x="619484" y="93870"/>
                </a:cubicBezTo>
                <a:cubicBezTo>
                  <a:pt x="614712" y="86906"/>
                  <a:pt x="612325" y="78237"/>
                  <a:pt x="612325" y="67864"/>
                </a:cubicBezTo>
                <a:cubicBezTo>
                  <a:pt x="612325" y="54861"/>
                  <a:pt x="615454" y="44926"/>
                  <a:pt x="621712" y="38059"/>
                </a:cubicBezTo>
                <a:cubicBezTo>
                  <a:pt x="627970" y="31193"/>
                  <a:pt x="635750" y="27759"/>
                  <a:pt x="645052" y="27759"/>
                </a:cubicBezTo>
                <a:cubicBezTo>
                  <a:pt x="654646" y="27759"/>
                  <a:pt x="662560" y="31992"/>
                  <a:pt x="668794" y="40456"/>
                </a:cubicBezTo>
                <a:lnTo>
                  <a:pt x="668794" y="29512"/>
                </a:lnTo>
                <a:lnTo>
                  <a:pt x="688006" y="29512"/>
                </a:lnTo>
                <a:lnTo>
                  <a:pt x="688006" y="99175"/>
                </a:lnTo>
                <a:cubicBezTo>
                  <a:pt x="688006" y="108337"/>
                  <a:pt x="687251" y="115184"/>
                  <a:pt x="685741" y="119716"/>
                </a:cubicBezTo>
                <a:cubicBezTo>
                  <a:pt x="684232" y="124248"/>
                  <a:pt x="682113" y="127806"/>
                  <a:pt x="679386" y="130388"/>
                </a:cubicBezTo>
                <a:cubicBezTo>
                  <a:pt x="676659" y="132973"/>
                  <a:pt x="673018" y="134995"/>
                  <a:pt x="668465" y="136456"/>
                </a:cubicBezTo>
                <a:cubicBezTo>
                  <a:pt x="663911" y="137919"/>
                  <a:pt x="658152" y="138650"/>
                  <a:pt x="651188" y="138650"/>
                </a:cubicBezTo>
                <a:cubicBezTo>
                  <a:pt x="638039" y="138650"/>
                  <a:pt x="628713" y="136379"/>
                  <a:pt x="623210" y="131836"/>
                </a:cubicBezTo>
                <a:cubicBezTo>
                  <a:pt x="617707" y="127294"/>
                  <a:pt x="614955" y="121537"/>
                  <a:pt x="614955" y="114564"/>
                </a:cubicBezTo>
                <a:cubicBezTo>
                  <a:pt x="614955" y="113876"/>
                  <a:pt x="614980" y="113041"/>
                  <a:pt x="615028" y="112060"/>
                </a:cubicBezTo>
                <a:moveTo>
                  <a:pt x="633364" y="66695"/>
                </a:moveTo>
                <a:cubicBezTo>
                  <a:pt x="633364" y="74901"/>
                  <a:pt x="634959" y="80910"/>
                  <a:pt x="638149" y="84720"/>
                </a:cubicBezTo>
                <a:cubicBezTo>
                  <a:pt x="641339" y="88531"/>
                  <a:pt x="645271" y="90437"/>
                  <a:pt x="649946" y="90437"/>
                </a:cubicBezTo>
                <a:cubicBezTo>
                  <a:pt x="654963" y="90437"/>
                  <a:pt x="659200" y="88482"/>
                  <a:pt x="662657" y="84574"/>
                </a:cubicBezTo>
                <a:cubicBezTo>
                  <a:pt x="666115" y="80666"/>
                  <a:pt x="667844" y="74877"/>
                  <a:pt x="667844" y="67207"/>
                </a:cubicBezTo>
                <a:cubicBezTo>
                  <a:pt x="667844" y="59195"/>
                  <a:pt x="666188" y="53248"/>
                  <a:pt x="662876" y="49364"/>
                </a:cubicBezTo>
                <a:cubicBezTo>
                  <a:pt x="659565" y="45480"/>
                  <a:pt x="655377" y="43538"/>
                  <a:pt x="650312" y="43538"/>
                </a:cubicBezTo>
                <a:cubicBezTo>
                  <a:pt x="645393" y="43538"/>
                  <a:pt x="641339" y="45444"/>
                  <a:pt x="638149" y="49254"/>
                </a:cubicBezTo>
                <a:cubicBezTo>
                  <a:pt x="634959" y="53065"/>
                  <a:pt x="633364" y="58879"/>
                  <a:pt x="633364" y="666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thetargetexception">
            <a:extLst xmlns:a="http://schemas.openxmlformats.org/drawingml/2006/main">
              <a:ext uri="{FF2B5EF4-FFF2-40B4-BE49-F238E27FC236}">
                <a16:creationId xmlns:a16="http://schemas.microsoft.com/office/drawing/2014/main" id="{54194E51-D41E-4017-B32D-683137D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857" y="1490331"/>
            <a:ext cx="1409238" cy="138650"/>
          </a:xfrm>
          <a:custGeom xmlns:a="http://schemas.openxmlformats.org/drawingml/2006/main">
            <a:pathLst>
              <a:path w="1409238" h="138650">
                <a:moveTo>
                  <a:pt x="44049" y="29512"/>
                </a:moveTo>
                <a:lnTo>
                  <a:pt x="44049" y="45876"/>
                </a:lnTo>
                <a:lnTo>
                  <a:pt x="30024" y="45876"/>
                </a:lnTo>
                <a:lnTo>
                  <a:pt x="30024" y="77091"/>
                </a:lnTo>
                <a:cubicBezTo>
                  <a:pt x="30024" y="83413"/>
                  <a:pt x="30158" y="87097"/>
                  <a:pt x="30426" y="88142"/>
                </a:cubicBezTo>
                <a:cubicBezTo>
                  <a:pt x="30693" y="89186"/>
                  <a:pt x="31302" y="90049"/>
                  <a:pt x="32252" y="90731"/>
                </a:cubicBezTo>
                <a:cubicBezTo>
                  <a:pt x="33201" y="91411"/>
                  <a:pt x="34358" y="91752"/>
                  <a:pt x="35722" y="91752"/>
                </a:cubicBezTo>
                <a:cubicBezTo>
                  <a:pt x="37621" y="91752"/>
                  <a:pt x="40373" y="91094"/>
                  <a:pt x="43976" y="89779"/>
                </a:cubicBezTo>
                <a:lnTo>
                  <a:pt x="45730" y="105764"/>
                </a:lnTo>
                <a:cubicBezTo>
                  <a:pt x="40957" y="107818"/>
                  <a:pt x="35551" y="108845"/>
                  <a:pt x="29512" y="108845"/>
                </a:cubicBezTo>
                <a:cubicBezTo>
                  <a:pt x="25811" y="108845"/>
                  <a:pt x="22475" y="108224"/>
                  <a:pt x="19504" y="106983"/>
                </a:cubicBezTo>
                <a:cubicBezTo>
                  <a:pt x="16534" y="105741"/>
                  <a:pt x="14354" y="104134"/>
                  <a:pt x="12966" y="102161"/>
                </a:cubicBezTo>
                <a:cubicBezTo>
                  <a:pt x="11579" y="100189"/>
                  <a:pt x="10617" y="97522"/>
                  <a:pt x="10081" y="94162"/>
                </a:cubicBezTo>
                <a:cubicBezTo>
                  <a:pt x="9643" y="91776"/>
                  <a:pt x="9424" y="86955"/>
                  <a:pt x="9424" y="79698"/>
                </a:cubicBezTo>
                <a:lnTo>
                  <a:pt x="9424" y="45876"/>
                </a:lnTo>
                <a:lnTo>
                  <a:pt x="0" y="45876"/>
                </a:lnTo>
                <a:lnTo>
                  <a:pt x="0" y="29512"/>
                </a:lnTo>
                <a:lnTo>
                  <a:pt x="9424" y="29512"/>
                </a:lnTo>
                <a:lnTo>
                  <a:pt x="9424" y="14026"/>
                </a:lnTo>
                <a:lnTo>
                  <a:pt x="30024" y="1899"/>
                </a:lnTo>
                <a:lnTo>
                  <a:pt x="30024" y="29512"/>
                </a:lnTo>
                <a:lnTo>
                  <a:pt x="44049" y="29512"/>
                </a:lnTo>
                <a:close/>
                <a:moveTo>
                  <a:pt x="78748" y="0"/>
                </a:moveTo>
                <a:lnTo>
                  <a:pt x="78748" y="39429"/>
                </a:lnTo>
                <a:cubicBezTo>
                  <a:pt x="85371" y="31649"/>
                  <a:pt x="93285" y="27759"/>
                  <a:pt x="102489" y="27759"/>
                </a:cubicBezTo>
                <a:cubicBezTo>
                  <a:pt x="107213" y="27759"/>
                  <a:pt x="111474" y="28636"/>
                  <a:pt x="115273" y="30389"/>
                </a:cubicBezTo>
                <a:cubicBezTo>
                  <a:pt x="119072" y="32142"/>
                  <a:pt x="121933" y="34382"/>
                  <a:pt x="123856" y="37110"/>
                </a:cubicBezTo>
                <a:cubicBezTo>
                  <a:pt x="125780" y="39837"/>
                  <a:pt x="127095" y="42856"/>
                  <a:pt x="127801" y="46168"/>
                </a:cubicBezTo>
                <a:cubicBezTo>
                  <a:pt x="128507" y="49480"/>
                  <a:pt x="128860" y="54617"/>
                  <a:pt x="128860" y="61582"/>
                </a:cubicBezTo>
                <a:lnTo>
                  <a:pt x="128860" y="107092"/>
                </a:lnTo>
                <a:lnTo>
                  <a:pt x="108333" y="107092"/>
                </a:lnTo>
                <a:lnTo>
                  <a:pt x="108333" y="66159"/>
                </a:lnTo>
                <a:cubicBezTo>
                  <a:pt x="108333" y="58035"/>
                  <a:pt x="107944" y="52879"/>
                  <a:pt x="107164" y="50690"/>
                </a:cubicBezTo>
                <a:cubicBezTo>
                  <a:pt x="106385" y="48500"/>
                  <a:pt x="105009" y="46761"/>
                  <a:pt x="103037" y="45472"/>
                </a:cubicBezTo>
                <a:cubicBezTo>
                  <a:pt x="101065" y="44183"/>
                  <a:pt x="98593" y="43538"/>
                  <a:pt x="95622" y="43538"/>
                </a:cubicBezTo>
                <a:cubicBezTo>
                  <a:pt x="92213" y="43538"/>
                  <a:pt x="89170" y="44365"/>
                  <a:pt x="86491" y="46020"/>
                </a:cubicBezTo>
                <a:cubicBezTo>
                  <a:pt x="83813" y="47674"/>
                  <a:pt x="81852" y="50167"/>
                  <a:pt x="80610" y="53498"/>
                </a:cubicBezTo>
                <a:cubicBezTo>
                  <a:pt x="79369" y="56830"/>
                  <a:pt x="78748" y="61755"/>
                  <a:pt x="78748" y="68275"/>
                </a:cubicBezTo>
                <a:lnTo>
                  <a:pt x="78748" y="107092"/>
                </a:lnTo>
                <a:lnTo>
                  <a:pt x="58220" y="107092"/>
                </a:lnTo>
                <a:lnTo>
                  <a:pt x="58220" y="0"/>
                </a:lnTo>
                <a:lnTo>
                  <a:pt x="78748" y="0"/>
                </a:lnTo>
                <a:close/>
                <a:moveTo>
                  <a:pt x="195078" y="82401"/>
                </a:moveTo>
                <a:lnTo>
                  <a:pt x="215532" y="85907"/>
                </a:lnTo>
                <a:cubicBezTo>
                  <a:pt x="212902" y="93383"/>
                  <a:pt x="208751" y="99075"/>
                  <a:pt x="203077" y="102983"/>
                </a:cubicBezTo>
                <a:cubicBezTo>
                  <a:pt x="197403" y="106891"/>
                  <a:pt x="190305" y="108845"/>
                  <a:pt x="181783" y="108845"/>
                </a:cubicBezTo>
                <a:cubicBezTo>
                  <a:pt x="168293" y="108845"/>
                  <a:pt x="158309" y="104438"/>
                  <a:pt x="151832" y="95623"/>
                </a:cubicBezTo>
                <a:cubicBezTo>
                  <a:pt x="146718" y="88562"/>
                  <a:pt x="144162" y="79649"/>
                  <a:pt x="144162" y="68887"/>
                </a:cubicBezTo>
                <a:cubicBezTo>
                  <a:pt x="144162" y="56030"/>
                  <a:pt x="147522" y="45961"/>
                  <a:pt x="154243" y="38680"/>
                </a:cubicBezTo>
                <a:cubicBezTo>
                  <a:pt x="160963" y="31400"/>
                  <a:pt x="169462" y="27759"/>
                  <a:pt x="179737" y="27759"/>
                </a:cubicBezTo>
                <a:cubicBezTo>
                  <a:pt x="191279" y="27759"/>
                  <a:pt x="200386" y="31570"/>
                  <a:pt x="207058" y="39192"/>
                </a:cubicBezTo>
                <a:cubicBezTo>
                  <a:pt x="213730" y="46813"/>
                  <a:pt x="216920" y="58489"/>
                  <a:pt x="216628" y="74219"/>
                </a:cubicBezTo>
                <a:lnTo>
                  <a:pt x="165200" y="74219"/>
                </a:lnTo>
                <a:cubicBezTo>
                  <a:pt x="165346" y="80307"/>
                  <a:pt x="167002" y="85043"/>
                  <a:pt x="170168" y="88428"/>
                </a:cubicBezTo>
                <a:cubicBezTo>
                  <a:pt x="173333" y="91812"/>
                  <a:pt x="177278" y="93505"/>
                  <a:pt x="182002" y="93505"/>
                </a:cubicBezTo>
                <a:cubicBezTo>
                  <a:pt x="185216" y="93505"/>
                  <a:pt x="187919" y="92628"/>
                  <a:pt x="190111" y="90875"/>
                </a:cubicBezTo>
                <a:cubicBezTo>
                  <a:pt x="192302" y="89122"/>
                  <a:pt x="193958" y="86297"/>
                  <a:pt x="195078" y="82401"/>
                </a:cubicBezTo>
                <a:moveTo>
                  <a:pt x="196247" y="61655"/>
                </a:moveTo>
                <a:cubicBezTo>
                  <a:pt x="196101" y="55738"/>
                  <a:pt x="194567" y="51239"/>
                  <a:pt x="191645" y="48159"/>
                </a:cubicBezTo>
                <a:cubicBezTo>
                  <a:pt x="188723" y="45078"/>
                  <a:pt x="185167" y="43538"/>
                  <a:pt x="180979" y="43538"/>
                </a:cubicBezTo>
                <a:cubicBezTo>
                  <a:pt x="176499" y="43538"/>
                  <a:pt x="172798" y="45163"/>
                  <a:pt x="169876" y="48412"/>
                </a:cubicBezTo>
                <a:cubicBezTo>
                  <a:pt x="166953" y="51663"/>
                  <a:pt x="165517" y="56077"/>
                  <a:pt x="165566" y="61655"/>
                </a:cubicBezTo>
                <a:lnTo>
                  <a:pt x="196247" y="61655"/>
                </a:lnTo>
                <a:close/>
                <a:moveTo>
                  <a:pt x="310537" y="29512"/>
                </a:moveTo>
                <a:lnTo>
                  <a:pt x="310537" y="45876"/>
                </a:lnTo>
                <a:lnTo>
                  <a:pt x="296512" y="45876"/>
                </a:lnTo>
                <a:lnTo>
                  <a:pt x="296512" y="77091"/>
                </a:lnTo>
                <a:cubicBezTo>
                  <a:pt x="296512" y="83413"/>
                  <a:pt x="296646" y="87097"/>
                  <a:pt x="296913" y="88142"/>
                </a:cubicBezTo>
                <a:cubicBezTo>
                  <a:pt x="297181" y="89186"/>
                  <a:pt x="297790" y="90049"/>
                  <a:pt x="298740" y="90731"/>
                </a:cubicBezTo>
                <a:cubicBezTo>
                  <a:pt x="299689" y="91411"/>
                  <a:pt x="300846" y="91752"/>
                  <a:pt x="302210" y="91752"/>
                </a:cubicBezTo>
                <a:cubicBezTo>
                  <a:pt x="304109" y="91752"/>
                  <a:pt x="306860" y="91094"/>
                  <a:pt x="310464" y="89779"/>
                </a:cubicBezTo>
                <a:lnTo>
                  <a:pt x="312218" y="105764"/>
                </a:lnTo>
                <a:cubicBezTo>
                  <a:pt x="307445" y="107818"/>
                  <a:pt x="302039" y="108845"/>
                  <a:pt x="296000" y="108845"/>
                </a:cubicBezTo>
                <a:cubicBezTo>
                  <a:pt x="292299" y="108845"/>
                  <a:pt x="288963" y="108224"/>
                  <a:pt x="285992" y="106983"/>
                </a:cubicBezTo>
                <a:cubicBezTo>
                  <a:pt x="283022" y="105741"/>
                  <a:pt x="280842" y="104134"/>
                  <a:pt x="279454" y="102161"/>
                </a:cubicBezTo>
                <a:cubicBezTo>
                  <a:pt x="278066" y="100189"/>
                  <a:pt x="277105" y="97522"/>
                  <a:pt x="276569" y="94162"/>
                </a:cubicBezTo>
                <a:cubicBezTo>
                  <a:pt x="276131" y="91776"/>
                  <a:pt x="275911" y="86955"/>
                  <a:pt x="275911" y="79698"/>
                </a:cubicBezTo>
                <a:lnTo>
                  <a:pt x="275911" y="45876"/>
                </a:lnTo>
                <a:lnTo>
                  <a:pt x="266488" y="45876"/>
                </a:lnTo>
                <a:lnTo>
                  <a:pt x="266488" y="29512"/>
                </a:lnTo>
                <a:lnTo>
                  <a:pt x="275911" y="29512"/>
                </a:lnTo>
                <a:lnTo>
                  <a:pt x="275911" y="14026"/>
                </a:lnTo>
                <a:lnTo>
                  <a:pt x="296512" y="1899"/>
                </a:lnTo>
                <a:lnTo>
                  <a:pt x="296512" y="29512"/>
                </a:lnTo>
                <a:lnTo>
                  <a:pt x="310537" y="29512"/>
                </a:lnTo>
                <a:close/>
                <a:moveTo>
                  <a:pt x="340123" y="53473"/>
                </a:moveTo>
                <a:lnTo>
                  <a:pt x="321495" y="50113"/>
                </a:lnTo>
                <a:cubicBezTo>
                  <a:pt x="323589" y="42514"/>
                  <a:pt x="327193" y="36889"/>
                  <a:pt x="332306" y="33238"/>
                </a:cubicBezTo>
                <a:cubicBezTo>
                  <a:pt x="337420" y="29585"/>
                  <a:pt x="345017" y="27759"/>
                  <a:pt x="355098" y="27759"/>
                </a:cubicBezTo>
                <a:cubicBezTo>
                  <a:pt x="364254" y="27759"/>
                  <a:pt x="371072" y="28843"/>
                  <a:pt x="375552" y="31010"/>
                </a:cubicBezTo>
                <a:cubicBezTo>
                  <a:pt x="380033" y="33177"/>
                  <a:pt x="383186" y="35929"/>
                  <a:pt x="385012" y="39265"/>
                </a:cubicBezTo>
                <a:cubicBezTo>
                  <a:pt x="386838" y="42601"/>
                  <a:pt x="387752" y="48725"/>
                  <a:pt x="387752" y="57637"/>
                </a:cubicBezTo>
                <a:lnTo>
                  <a:pt x="387532" y="81597"/>
                </a:lnTo>
                <a:cubicBezTo>
                  <a:pt x="387532" y="88416"/>
                  <a:pt x="387861" y="93444"/>
                  <a:pt x="388519" y="96682"/>
                </a:cubicBezTo>
                <a:cubicBezTo>
                  <a:pt x="389176" y="99921"/>
                  <a:pt x="390406" y="103391"/>
                  <a:pt x="392208" y="107092"/>
                </a:cubicBezTo>
                <a:lnTo>
                  <a:pt x="371900" y="107092"/>
                </a:lnTo>
                <a:cubicBezTo>
                  <a:pt x="371364" y="105729"/>
                  <a:pt x="370706" y="103707"/>
                  <a:pt x="369927" y="101029"/>
                </a:cubicBezTo>
                <a:cubicBezTo>
                  <a:pt x="369586" y="99811"/>
                  <a:pt x="369343" y="99008"/>
                  <a:pt x="369197" y="98618"/>
                </a:cubicBezTo>
                <a:cubicBezTo>
                  <a:pt x="365690" y="102027"/>
                  <a:pt x="361940" y="104584"/>
                  <a:pt x="357947" y="106289"/>
                </a:cubicBezTo>
                <a:cubicBezTo>
                  <a:pt x="353953" y="107993"/>
                  <a:pt x="349692" y="108845"/>
                  <a:pt x="345163" y="108845"/>
                </a:cubicBezTo>
                <a:cubicBezTo>
                  <a:pt x="337176" y="108845"/>
                  <a:pt x="330882" y="106687"/>
                  <a:pt x="326280" y="102371"/>
                </a:cubicBezTo>
                <a:cubicBezTo>
                  <a:pt x="321677" y="98055"/>
                  <a:pt x="319376" y="92599"/>
                  <a:pt x="319376" y="86003"/>
                </a:cubicBezTo>
                <a:cubicBezTo>
                  <a:pt x="319376" y="81639"/>
                  <a:pt x="320423" y="77747"/>
                  <a:pt x="322517" y="74329"/>
                </a:cubicBezTo>
                <a:cubicBezTo>
                  <a:pt x="324612" y="70909"/>
                  <a:pt x="327546" y="68290"/>
                  <a:pt x="331320" y="66471"/>
                </a:cubicBezTo>
                <a:cubicBezTo>
                  <a:pt x="335094" y="64653"/>
                  <a:pt x="340537" y="63065"/>
                  <a:pt x="347647" y="61707"/>
                </a:cubicBezTo>
                <a:cubicBezTo>
                  <a:pt x="357241" y="59913"/>
                  <a:pt x="363888" y="58240"/>
                  <a:pt x="367590" y="56687"/>
                </a:cubicBezTo>
                <a:lnTo>
                  <a:pt x="367590" y="54619"/>
                </a:lnTo>
                <a:cubicBezTo>
                  <a:pt x="367590" y="50630"/>
                  <a:pt x="366616" y="47786"/>
                  <a:pt x="364668" y="46088"/>
                </a:cubicBezTo>
                <a:cubicBezTo>
                  <a:pt x="362720" y="44388"/>
                  <a:pt x="359043" y="43538"/>
                  <a:pt x="353637" y="43538"/>
                </a:cubicBezTo>
                <a:cubicBezTo>
                  <a:pt x="349984" y="43538"/>
                  <a:pt x="347135" y="44273"/>
                  <a:pt x="345090" y="45743"/>
                </a:cubicBezTo>
                <a:cubicBezTo>
                  <a:pt x="343045" y="47212"/>
                  <a:pt x="341389" y="49789"/>
                  <a:pt x="340123" y="53473"/>
                </a:cubicBezTo>
                <a:moveTo>
                  <a:pt x="367590" y="70129"/>
                </a:moveTo>
                <a:cubicBezTo>
                  <a:pt x="364960" y="70994"/>
                  <a:pt x="360796" y="72029"/>
                  <a:pt x="355098" y="73233"/>
                </a:cubicBezTo>
                <a:cubicBezTo>
                  <a:pt x="349400" y="74435"/>
                  <a:pt x="345674" y="75614"/>
                  <a:pt x="343921" y="76769"/>
                </a:cubicBezTo>
                <a:cubicBezTo>
                  <a:pt x="341243" y="78646"/>
                  <a:pt x="339903" y="81028"/>
                  <a:pt x="339903" y="83915"/>
                </a:cubicBezTo>
                <a:cubicBezTo>
                  <a:pt x="339903" y="86754"/>
                  <a:pt x="340975" y="89209"/>
                  <a:pt x="343118" y="91279"/>
                </a:cubicBezTo>
                <a:cubicBezTo>
                  <a:pt x="345260" y="93347"/>
                  <a:pt x="347988" y="94381"/>
                  <a:pt x="351299" y="94381"/>
                </a:cubicBezTo>
                <a:cubicBezTo>
                  <a:pt x="355001" y="94381"/>
                  <a:pt x="358531" y="93178"/>
                  <a:pt x="361892" y="90772"/>
                </a:cubicBezTo>
                <a:cubicBezTo>
                  <a:pt x="364375" y="88944"/>
                  <a:pt x="366007" y="86706"/>
                  <a:pt x="366786" y="84058"/>
                </a:cubicBezTo>
                <a:cubicBezTo>
                  <a:pt x="367322" y="82326"/>
                  <a:pt x="367590" y="79031"/>
                  <a:pt x="367590" y="74171"/>
                </a:cubicBezTo>
                <a:lnTo>
                  <a:pt x="367590" y="70129"/>
                </a:lnTo>
                <a:close/>
                <a:moveTo>
                  <a:pt x="427017" y="107092"/>
                </a:moveTo>
                <a:lnTo>
                  <a:pt x="406489" y="107092"/>
                </a:lnTo>
                <a:lnTo>
                  <a:pt x="406489" y="29512"/>
                </a:lnTo>
                <a:lnTo>
                  <a:pt x="425556" y="29512"/>
                </a:lnTo>
                <a:lnTo>
                  <a:pt x="425556" y="40543"/>
                </a:lnTo>
                <a:cubicBezTo>
                  <a:pt x="428819" y="35332"/>
                  <a:pt x="431753" y="31899"/>
                  <a:pt x="434358" y="30243"/>
                </a:cubicBezTo>
                <a:cubicBezTo>
                  <a:pt x="436964" y="28587"/>
                  <a:pt x="439922" y="27759"/>
                  <a:pt x="443234" y="27759"/>
                </a:cubicBezTo>
                <a:cubicBezTo>
                  <a:pt x="447909" y="27759"/>
                  <a:pt x="452414" y="29050"/>
                  <a:pt x="456748" y="31631"/>
                </a:cubicBezTo>
                <a:lnTo>
                  <a:pt x="450393" y="49528"/>
                </a:lnTo>
                <a:cubicBezTo>
                  <a:pt x="446935" y="47288"/>
                  <a:pt x="443721" y="46168"/>
                  <a:pt x="440750" y="46168"/>
                </a:cubicBezTo>
                <a:cubicBezTo>
                  <a:pt x="437877" y="46168"/>
                  <a:pt x="435442" y="46959"/>
                  <a:pt x="433445" y="48542"/>
                </a:cubicBezTo>
                <a:cubicBezTo>
                  <a:pt x="431448" y="50125"/>
                  <a:pt x="429878" y="52986"/>
                  <a:pt x="428733" y="57126"/>
                </a:cubicBezTo>
                <a:cubicBezTo>
                  <a:pt x="427589" y="61265"/>
                  <a:pt x="427017" y="69934"/>
                  <a:pt x="427017" y="83132"/>
                </a:cubicBezTo>
                <a:lnTo>
                  <a:pt x="427017" y="107092"/>
                </a:lnTo>
                <a:close/>
                <a:moveTo>
                  <a:pt x="463066" y="112060"/>
                </a:moveTo>
                <a:lnTo>
                  <a:pt x="486515" y="114982"/>
                </a:lnTo>
                <a:cubicBezTo>
                  <a:pt x="486904" y="117735"/>
                  <a:pt x="487805" y="119627"/>
                  <a:pt x="489218" y="120659"/>
                </a:cubicBezTo>
                <a:cubicBezTo>
                  <a:pt x="491166" y="122134"/>
                  <a:pt x="494234" y="122871"/>
                  <a:pt x="498422" y="122871"/>
                </a:cubicBezTo>
                <a:cubicBezTo>
                  <a:pt x="503779" y="122871"/>
                  <a:pt x="507797" y="122061"/>
                  <a:pt x="510475" y="120442"/>
                </a:cubicBezTo>
                <a:cubicBezTo>
                  <a:pt x="512277" y="119363"/>
                  <a:pt x="513641" y="117622"/>
                  <a:pt x="514566" y="115219"/>
                </a:cubicBezTo>
                <a:cubicBezTo>
                  <a:pt x="515199" y="113502"/>
                  <a:pt x="515516" y="110339"/>
                  <a:pt x="515516" y="105729"/>
                </a:cubicBezTo>
                <a:lnTo>
                  <a:pt x="515516" y="94324"/>
                </a:lnTo>
                <a:cubicBezTo>
                  <a:pt x="509380" y="102836"/>
                  <a:pt x="501636" y="107092"/>
                  <a:pt x="492286" y="107092"/>
                </a:cubicBezTo>
                <a:cubicBezTo>
                  <a:pt x="481864" y="107092"/>
                  <a:pt x="473609" y="102685"/>
                  <a:pt x="467522" y="93870"/>
                </a:cubicBezTo>
                <a:cubicBezTo>
                  <a:pt x="462749" y="86906"/>
                  <a:pt x="460363" y="78237"/>
                  <a:pt x="460363" y="67864"/>
                </a:cubicBezTo>
                <a:cubicBezTo>
                  <a:pt x="460363" y="54861"/>
                  <a:pt x="463492" y="44926"/>
                  <a:pt x="469750" y="38059"/>
                </a:cubicBezTo>
                <a:cubicBezTo>
                  <a:pt x="476008" y="31193"/>
                  <a:pt x="483788" y="27759"/>
                  <a:pt x="493089" y="27759"/>
                </a:cubicBezTo>
                <a:cubicBezTo>
                  <a:pt x="502683" y="27759"/>
                  <a:pt x="510597" y="31992"/>
                  <a:pt x="516831" y="40456"/>
                </a:cubicBezTo>
                <a:lnTo>
                  <a:pt x="516831" y="29512"/>
                </a:lnTo>
                <a:lnTo>
                  <a:pt x="536043" y="29512"/>
                </a:lnTo>
                <a:lnTo>
                  <a:pt x="536043" y="99175"/>
                </a:lnTo>
                <a:cubicBezTo>
                  <a:pt x="536043" y="108337"/>
                  <a:pt x="535288" y="115184"/>
                  <a:pt x="533779" y="119716"/>
                </a:cubicBezTo>
                <a:cubicBezTo>
                  <a:pt x="532269" y="124248"/>
                  <a:pt x="530150" y="127806"/>
                  <a:pt x="527423" y="130388"/>
                </a:cubicBezTo>
                <a:cubicBezTo>
                  <a:pt x="524696" y="132973"/>
                  <a:pt x="521056" y="134995"/>
                  <a:pt x="516502" y="136456"/>
                </a:cubicBezTo>
                <a:cubicBezTo>
                  <a:pt x="511949" y="137919"/>
                  <a:pt x="506190" y="138650"/>
                  <a:pt x="499226" y="138650"/>
                </a:cubicBezTo>
                <a:cubicBezTo>
                  <a:pt x="486077" y="138650"/>
                  <a:pt x="476750" y="136379"/>
                  <a:pt x="471247" y="131836"/>
                </a:cubicBezTo>
                <a:cubicBezTo>
                  <a:pt x="465744" y="127294"/>
                  <a:pt x="462993" y="121537"/>
                  <a:pt x="462993" y="114564"/>
                </a:cubicBezTo>
                <a:cubicBezTo>
                  <a:pt x="462993" y="113876"/>
                  <a:pt x="463017" y="113041"/>
                  <a:pt x="463066" y="112060"/>
                </a:cubicBezTo>
                <a:moveTo>
                  <a:pt x="481401" y="66695"/>
                </a:moveTo>
                <a:cubicBezTo>
                  <a:pt x="481401" y="74901"/>
                  <a:pt x="482996" y="80910"/>
                  <a:pt x="486186" y="84720"/>
                </a:cubicBezTo>
                <a:cubicBezTo>
                  <a:pt x="489376" y="88531"/>
                  <a:pt x="493309" y="90437"/>
                  <a:pt x="497984" y="90437"/>
                </a:cubicBezTo>
                <a:cubicBezTo>
                  <a:pt x="503000" y="90437"/>
                  <a:pt x="507237" y="88482"/>
                  <a:pt x="510695" y="84574"/>
                </a:cubicBezTo>
                <a:cubicBezTo>
                  <a:pt x="514152" y="80666"/>
                  <a:pt x="515881" y="74877"/>
                  <a:pt x="515881" y="67207"/>
                </a:cubicBezTo>
                <a:cubicBezTo>
                  <a:pt x="515881" y="59195"/>
                  <a:pt x="514225" y="53248"/>
                  <a:pt x="510914" y="49364"/>
                </a:cubicBezTo>
                <a:cubicBezTo>
                  <a:pt x="507602" y="45480"/>
                  <a:pt x="503414" y="43538"/>
                  <a:pt x="498349" y="43538"/>
                </a:cubicBezTo>
                <a:cubicBezTo>
                  <a:pt x="493430" y="43538"/>
                  <a:pt x="489376" y="45444"/>
                  <a:pt x="486186" y="49254"/>
                </a:cubicBezTo>
                <a:cubicBezTo>
                  <a:pt x="482996" y="53065"/>
                  <a:pt x="481401" y="58879"/>
                  <a:pt x="481401" y="66695"/>
                </a:cubicBezTo>
                <a:close/>
                <a:moveTo>
                  <a:pt x="601749" y="82401"/>
                </a:moveTo>
                <a:lnTo>
                  <a:pt x="622203" y="85907"/>
                </a:lnTo>
                <a:cubicBezTo>
                  <a:pt x="619573" y="93383"/>
                  <a:pt x="615421" y="99075"/>
                  <a:pt x="609748" y="102983"/>
                </a:cubicBezTo>
                <a:cubicBezTo>
                  <a:pt x="604074" y="106891"/>
                  <a:pt x="596976" y="108845"/>
                  <a:pt x="588454" y="108845"/>
                </a:cubicBezTo>
                <a:cubicBezTo>
                  <a:pt x="574964" y="108845"/>
                  <a:pt x="564980" y="104438"/>
                  <a:pt x="558503" y="95623"/>
                </a:cubicBezTo>
                <a:cubicBezTo>
                  <a:pt x="553389" y="88562"/>
                  <a:pt x="550833" y="79649"/>
                  <a:pt x="550833" y="68887"/>
                </a:cubicBezTo>
                <a:cubicBezTo>
                  <a:pt x="550833" y="56030"/>
                  <a:pt x="554193" y="45961"/>
                  <a:pt x="560914" y="38680"/>
                </a:cubicBezTo>
                <a:cubicBezTo>
                  <a:pt x="567634" y="31400"/>
                  <a:pt x="576132" y="27759"/>
                  <a:pt x="586408" y="27759"/>
                </a:cubicBezTo>
                <a:cubicBezTo>
                  <a:pt x="597950" y="27759"/>
                  <a:pt x="607057" y="31570"/>
                  <a:pt x="613729" y="39192"/>
                </a:cubicBezTo>
                <a:cubicBezTo>
                  <a:pt x="620401" y="46813"/>
                  <a:pt x="623591" y="58489"/>
                  <a:pt x="623299" y="74219"/>
                </a:cubicBezTo>
                <a:lnTo>
                  <a:pt x="571871" y="74219"/>
                </a:lnTo>
                <a:cubicBezTo>
                  <a:pt x="572017" y="80307"/>
                  <a:pt x="573673" y="85043"/>
                  <a:pt x="576839" y="88428"/>
                </a:cubicBezTo>
                <a:cubicBezTo>
                  <a:pt x="580004" y="91812"/>
                  <a:pt x="583949" y="93505"/>
                  <a:pt x="588673" y="93505"/>
                </a:cubicBezTo>
                <a:cubicBezTo>
                  <a:pt x="591887" y="93505"/>
                  <a:pt x="594590" y="92628"/>
                  <a:pt x="596781" y="90875"/>
                </a:cubicBezTo>
                <a:cubicBezTo>
                  <a:pt x="598973" y="89122"/>
                  <a:pt x="600629" y="86297"/>
                  <a:pt x="601749" y="82401"/>
                </a:cubicBezTo>
                <a:moveTo>
                  <a:pt x="602918" y="61655"/>
                </a:moveTo>
                <a:cubicBezTo>
                  <a:pt x="602771" y="55738"/>
                  <a:pt x="601237" y="51239"/>
                  <a:pt x="598315" y="48159"/>
                </a:cubicBezTo>
                <a:cubicBezTo>
                  <a:pt x="595393" y="45078"/>
                  <a:pt x="591838" y="43538"/>
                  <a:pt x="587650" y="43538"/>
                </a:cubicBezTo>
                <a:cubicBezTo>
                  <a:pt x="583170" y="43538"/>
                  <a:pt x="579468" y="45163"/>
                  <a:pt x="576546" y="48412"/>
                </a:cubicBezTo>
                <a:cubicBezTo>
                  <a:pt x="573624" y="51663"/>
                  <a:pt x="572188" y="56077"/>
                  <a:pt x="572236" y="61655"/>
                </a:cubicBezTo>
                <a:lnTo>
                  <a:pt x="602918" y="61655"/>
                </a:lnTo>
                <a:close/>
                <a:moveTo>
                  <a:pt x="674982" y="29512"/>
                </a:moveTo>
                <a:lnTo>
                  <a:pt x="674982" y="45876"/>
                </a:lnTo>
                <a:lnTo>
                  <a:pt x="660956" y="45876"/>
                </a:lnTo>
                <a:lnTo>
                  <a:pt x="660956" y="77091"/>
                </a:lnTo>
                <a:cubicBezTo>
                  <a:pt x="660956" y="83413"/>
                  <a:pt x="661090" y="87097"/>
                  <a:pt x="661358" y="88142"/>
                </a:cubicBezTo>
                <a:cubicBezTo>
                  <a:pt x="661626" y="89186"/>
                  <a:pt x="662234" y="90049"/>
                  <a:pt x="663184" y="90731"/>
                </a:cubicBezTo>
                <a:cubicBezTo>
                  <a:pt x="664134" y="91411"/>
                  <a:pt x="665290" y="91752"/>
                  <a:pt x="666654" y="91752"/>
                </a:cubicBezTo>
                <a:cubicBezTo>
                  <a:pt x="668553" y="91752"/>
                  <a:pt x="671305" y="91094"/>
                  <a:pt x="674909" y="89779"/>
                </a:cubicBezTo>
                <a:lnTo>
                  <a:pt x="676662" y="105764"/>
                </a:lnTo>
                <a:cubicBezTo>
                  <a:pt x="671889" y="107818"/>
                  <a:pt x="666484" y="108845"/>
                  <a:pt x="660445" y="108845"/>
                </a:cubicBezTo>
                <a:cubicBezTo>
                  <a:pt x="656743" y="108845"/>
                  <a:pt x="653408" y="108224"/>
                  <a:pt x="650437" y="106983"/>
                </a:cubicBezTo>
                <a:cubicBezTo>
                  <a:pt x="647466" y="105741"/>
                  <a:pt x="645287" y="104134"/>
                  <a:pt x="643899" y="102161"/>
                </a:cubicBezTo>
                <a:cubicBezTo>
                  <a:pt x="642511" y="100189"/>
                  <a:pt x="641549" y="97522"/>
                  <a:pt x="641013" y="94162"/>
                </a:cubicBezTo>
                <a:cubicBezTo>
                  <a:pt x="640575" y="91776"/>
                  <a:pt x="640356" y="86955"/>
                  <a:pt x="640356" y="79698"/>
                </a:cubicBezTo>
                <a:lnTo>
                  <a:pt x="640356" y="45876"/>
                </a:lnTo>
                <a:lnTo>
                  <a:pt x="630932" y="45876"/>
                </a:lnTo>
                <a:lnTo>
                  <a:pt x="630932" y="29512"/>
                </a:lnTo>
                <a:lnTo>
                  <a:pt x="640356" y="29512"/>
                </a:lnTo>
                <a:lnTo>
                  <a:pt x="640356" y="14026"/>
                </a:lnTo>
                <a:lnTo>
                  <a:pt x="660956" y="1899"/>
                </a:lnTo>
                <a:lnTo>
                  <a:pt x="660956" y="29512"/>
                </a:lnTo>
                <a:lnTo>
                  <a:pt x="674982" y="29512"/>
                </a:lnTo>
                <a:close/>
                <a:moveTo>
                  <a:pt x="777688" y="82401"/>
                </a:moveTo>
                <a:lnTo>
                  <a:pt x="798142" y="85907"/>
                </a:lnTo>
                <a:cubicBezTo>
                  <a:pt x="795512" y="93383"/>
                  <a:pt x="791361" y="99075"/>
                  <a:pt x="785687" y="102983"/>
                </a:cubicBezTo>
                <a:cubicBezTo>
                  <a:pt x="780013" y="106891"/>
                  <a:pt x="772915" y="108845"/>
                  <a:pt x="764393" y="108845"/>
                </a:cubicBezTo>
                <a:cubicBezTo>
                  <a:pt x="750903" y="108845"/>
                  <a:pt x="740919" y="104438"/>
                  <a:pt x="734442" y="95623"/>
                </a:cubicBezTo>
                <a:cubicBezTo>
                  <a:pt x="729328" y="88562"/>
                  <a:pt x="726772" y="79649"/>
                  <a:pt x="726772" y="68887"/>
                </a:cubicBezTo>
                <a:cubicBezTo>
                  <a:pt x="726772" y="56030"/>
                  <a:pt x="730132" y="45961"/>
                  <a:pt x="736853" y="38680"/>
                </a:cubicBezTo>
                <a:cubicBezTo>
                  <a:pt x="743573" y="31400"/>
                  <a:pt x="752072" y="27759"/>
                  <a:pt x="762347" y="27759"/>
                </a:cubicBezTo>
                <a:cubicBezTo>
                  <a:pt x="773889" y="27759"/>
                  <a:pt x="782996" y="31570"/>
                  <a:pt x="789668" y="39192"/>
                </a:cubicBezTo>
                <a:cubicBezTo>
                  <a:pt x="796340" y="46813"/>
                  <a:pt x="799530" y="58489"/>
                  <a:pt x="799238" y="74219"/>
                </a:cubicBezTo>
                <a:lnTo>
                  <a:pt x="747810" y="74219"/>
                </a:lnTo>
                <a:cubicBezTo>
                  <a:pt x="747956" y="80307"/>
                  <a:pt x="749612" y="85043"/>
                  <a:pt x="752778" y="88428"/>
                </a:cubicBezTo>
                <a:cubicBezTo>
                  <a:pt x="755943" y="91812"/>
                  <a:pt x="759888" y="93505"/>
                  <a:pt x="764612" y="93505"/>
                </a:cubicBezTo>
                <a:cubicBezTo>
                  <a:pt x="767826" y="93505"/>
                  <a:pt x="770529" y="92628"/>
                  <a:pt x="772720" y="90875"/>
                </a:cubicBezTo>
                <a:cubicBezTo>
                  <a:pt x="774912" y="89122"/>
                  <a:pt x="776568" y="86297"/>
                  <a:pt x="777688" y="82401"/>
                </a:cubicBezTo>
                <a:moveTo>
                  <a:pt x="778857" y="61655"/>
                </a:moveTo>
                <a:cubicBezTo>
                  <a:pt x="778711" y="55738"/>
                  <a:pt x="777177" y="51239"/>
                  <a:pt x="774255" y="48159"/>
                </a:cubicBezTo>
                <a:cubicBezTo>
                  <a:pt x="771333" y="45078"/>
                  <a:pt x="767777" y="43538"/>
                  <a:pt x="763589" y="43538"/>
                </a:cubicBezTo>
                <a:cubicBezTo>
                  <a:pt x="759109" y="43538"/>
                  <a:pt x="755407" y="45163"/>
                  <a:pt x="752485" y="48412"/>
                </a:cubicBezTo>
                <a:cubicBezTo>
                  <a:pt x="749563" y="51663"/>
                  <a:pt x="748127" y="56077"/>
                  <a:pt x="748175" y="61655"/>
                </a:cubicBezTo>
                <a:lnTo>
                  <a:pt x="778857" y="61655"/>
                </a:lnTo>
                <a:close/>
                <a:moveTo>
                  <a:pt x="805484" y="107092"/>
                </a:moveTo>
                <a:lnTo>
                  <a:pt x="833463" y="67133"/>
                </a:lnTo>
                <a:lnTo>
                  <a:pt x="806653" y="29512"/>
                </a:lnTo>
                <a:lnTo>
                  <a:pt x="831709" y="29512"/>
                </a:lnTo>
                <a:lnTo>
                  <a:pt x="845443" y="50843"/>
                </a:lnTo>
                <a:lnTo>
                  <a:pt x="859907" y="29512"/>
                </a:lnTo>
                <a:lnTo>
                  <a:pt x="884014" y="29512"/>
                </a:lnTo>
                <a:lnTo>
                  <a:pt x="857715" y="66257"/>
                </a:lnTo>
                <a:lnTo>
                  <a:pt x="886424" y="107092"/>
                </a:lnTo>
                <a:lnTo>
                  <a:pt x="861222" y="107092"/>
                </a:lnTo>
                <a:lnTo>
                  <a:pt x="845443" y="83058"/>
                </a:lnTo>
                <a:lnTo>
                  <a:pt x="829518" y="107092"/>
                </a:lnTo>
                <a:lnTo>
                  <a:pt x="805484" y="107092"/>
                </a:lnTo>
                <a:close/>
                <a:moveTo>
                  <a:pt x="965573" y="52450"/>
                </a:moveTo>
                <a:lnTo>
                  <a:pt x="945338" y="56103"/>
                </a:lnTo>
                <a:cubicBezTo>
                  <a:pt x="944656" y="52085"/>
                  <a:pt x="943110" y="49060"/>
                  <a:pt x="940699" y="47026"/>
                </a:cubicBezTo>
                <a:cubicBezTo>
                  <a:pt x="938289" y="44993"/>
                  <a:pt x="935160" y="43976"/>
                  <a:pt x="931312" y="43976"/>
                </a:cubicBezTo>
                <a:cubicBezTo>
                  <a:pt x="926199" y="43976"/>
                  <a:pt x="922120" y="45736"/>
                  <a:pt x="919076" y="49257"/>
                </a:cubicBezTo>
                <a:cubicBezTo>
                  <a:pt x="916033" y="52777"/>
                  <a:pt x="914511" y="58663"/>
                  <a:pt x="914511" y="66917"/>
                </a:cubicBezTo>
                <a:cubicBezTo>
                  <a:pt x="914511" y="76094"/>
                  <a:pt x="916057" y="82576"/>
                  <a:pt x="919149" y="86364"/>
                </a:cubicBezTo>
                <a:cubicBezTo>
                  <a:pt x="922242" y="90150"/>
                  <a:pt x="926394" y="92044"/>
                  <a:pt x="931604" y="92044"/>
                </a:cubicBezTo>
                <a:cubicBezTo>
                  <a:pt x="935501" y="92044"/>
                  <a:pt x="938690" y="90936"/>
                  <a:pt x="941174" y="88720"/>
                </a:cubicBezTo>
                <a:cubicBezTo>
                  <a:pt x="943658" y="86504"/>
                  <a:pt x="945411" y="82693"/>
                  <a:pt x="946434" y="77287"/>
                </a:cubicBezTo>
                <a:lnTo>
                  <a:pt x="966596" y="80794"/>
                </a:lnTo>
                <a:cubicBezTo>
                  <a:pt x="964502" y="90047"/>
                  <a:pt x="960484" y="97035"/>
                  <a:pt x="954542" y="101759"/>
                </a:cubicBezTo>
                <a:cubicBezTo>
                  <a:pt x="948601" y="106483"/>
                  <a:pt x="940638" y="108845"/>
                  <a:pt x="930655" y="108845"/>
                </a:cubicBezTo>
                <a:cubicBezTo>
                  <a:pt x="919308" y="108845"/>
                  <a:pt x="910262" y="105266"/>
                  <a:pt x="903517" y="98107"/>
                </a:cubicBezTo>
                <a:cubicBezTo>
                  <a:pt x="896772" y="90948"/>
                  <a:pt x="893399" y="81037"/>
                  <a:pt x="893399" y="68375"/>
                </a:cubicBezTo>
                <a:cubicBezTo>
                  <a:pt x="893399" y="55567"/>
                  <a:pt x="896784" y="45596"/>
                  <a:pt x="903553" y="38461"/>
                </a:cubicBezTo>
                <a:cubicBezTo>
                  <a:pt x="910322" y="31327"/>
                  <a:pt x="919478" y="27759"/>
                  <a:pt x="931020" y="27759"/>
                </a:cubicBezTo>
                <a:cubicBezTo>
                  <a:pt x="940468" y="27759"/>
                  <a:pt x="947980" y="29792"/>
                  <a:pt x="953556" y="33859"/>
                </a:cubicBezTo>
                <a:cubicBezTo>
                  <a:pt x="959132" y="37925"/>
                  <a:pt x="963138" y="44123"/>
                  <a:pt x="965573" y="52450"/>
                </a:cubicBezTo>
                <a:close/>
                <a:moveTo>
                  <a:pt x="1025437" y="82401"/>
                </a:moveTo>
                <a:lnTo>
                  <a:pt x="1045892" y="85907"/>
                </a:lnTo>
                <a:cubicBezTo>
                  <a:pt x="1043262" y="93383"/>
                  <a:pt x="1039110" y="99075"/>
                  <a:pt x="1033436" y="102983"/>
                </a:cubicBezTo>
                <a:cubicBezTo>
                  <a:pt x="1027763" y="106891"/>
                  <a:pt x="1020665" y="108845"/>
                  <a:pt x="1012142" y="108845"/>
                </a:cubicBezTo>
                <a:cubicBezTo>
                  <a:pt x="998652" y="108845"/>
                  <a:pt x="988669" y="104438"/>
                  <a:pt x="982192" y="95623"/>
                </a:cubicBezTo>
                <a:cubicBezTo>
                  <a:pt x="977078" y="88562"/>
                  <a:pt x="974521" y="79649"/>
                  <a:pt x="974521" y="68887"/>
                </a:cubicBezTo>
                <a:cubicBezTo>
                  <a:pt x="974521" y="56030"/>
                  <a:pt x="977882" y="45961"/>
                  <a:pt x="984602" y="38680"/>
                </a:cubicBezTo>
                <a:cubicBezTo>
                  <a:pt x="991323" y="31400"/>
                  <a:pt x="999821" y="27759"/>
                  <a:pt x="1010097" y="27759"/>
                </a:cubicBezTo>
                <a:cubicBezTo>
                  <a:pt x="1021639" y="27759"/>
                  <a:pt x="1030746" y="31570"/>
                  <a:pt x="1037418" y="39192"/>
                </a:cubicBezTo>
                <a:cubicBezTo>
                  <a:pt x="1044090" y="46813"/>
                  <a:pt x="1047280" y="58489"/>
                  <a:pt x="1046987" y="74219"/>
                </a:cubicBezTo>
                <a:lnTo>
                  <a:pt x="995560" y="74219"/>
                </a:lnTo>
                <a:cubicBezTo>
                  <a:pt x="995706" y="80307"/>
                  <a:pt x="997362" y="85043"/>
                  <a:pt x="1000527" y="88428"/>
                </a:cubicBezTo>
                <a:cubicBezTo>
                  <a:pt x="1003693" y="91812"/>
                  <a:pt x="1007637" y="93505"/>
                  <a:pt x="1012361" y="93505"/>
                </a:cubicBezTo>
                <a:cubicBezTo>
                  <a:pt x="1015576" y="93505"/>
                  <a:pt x="1018278" y="92628"/>
                  <a:pt x="1020470" y="90875"/>
                </a:cubicBezTo>
                <a:cubicBezTo>
                  <a:pt x="1022662" y="89122"/>
                  <a:pt x="1024317" y="86297"/>
                  <a:pt x="1025437" y="82401"/>
                </a:cubicBezTo>
                <a:moveTo>
                  <a:pt x="1026606" y="61655"/>
                </a:moveTo>
                <a:cubicBezTo>
                  <a:pt x="1026460" y="55738"/>
                  <a:pt x="1024926" y="51239"/>
                  <a:pt x="1022004" y="48159"/>
                </a:cubicBezTo>
                <a:cubicBezTo>
                  <a:pt x="1019082" y="45078"/>
                  <a:pt x="1015527" y="43538"/>
                  <a:pt x="1011339" y="43538"/>
                </a:cubicBezTo>
                <a:cubicBezTo>
                  <a:pt x="1006858" y="43538"/>
                  <a:pt x="1003157" y="45163"/>
                  <a:pt x="1000235" y="48412"/>
                </a:cubicBezTo>
                <a:cubicBezTo>
                  <a:pt x="997313" y="51663"/>
                  <a:pt x="995876" y="56077"/>
                  <a:pt x="995925" y="61655"/>
                </a:cubicBezTo>
                <a:lnTo>
                  <a:pt x="1026606" y="61655"/>
                </a:lnTo>
                <a:close/>
                <a:moveTo>
                  <a:pt x="1062510" y="29512"/>
                </a:moveTo>
                <a:lnTo>
                  <a:pt x="1081649" y="29512"/>
                </a:lnTo>
                <a:lnTo>
                  <a:pt x="1081649" y="40908"/>
                </a:lnTo>
                <a:cubicBezTo>
                  <a:pt x="1084133" y="37012"/>
                  <a:pt x="1087493" y="33847"/>
                  <a:pt x="1091730" y="31412"/>
                </a:cubicBezTo>
                <a:cubicBezTo>
                  <a:pt x="1095967" y="28977"/>
                  <a:pt x="1100667" y="27759"/>
                  <a:pt x="1105829" y="27759"/>
                </a:cubicBezTo>
                <a:cubicBezTo>
                  <a:pt x="1114839" y="27759"/>
                  <a:pt x="1122485" y="31290"/>
                  <a:pt x="1128767" y="38352"/>
                </a:cubicBezTo>
                <a:cubicBezTo>
                  <a:pt x="1135049" y="45413"/>
                  <a:pt x="1138191" y="55251"/>
                  <a:pt x="1138191" y="67864"/>
                </a:cubicBezTo>
                <a:cubicBezTo>
                  <a:pt x="1138191" y="80818"/>
                  <a:pt x="1135025" y="90887"/>
                  <a:pt x="1128694" y="98070"/>
                </a:cubicBezTo>
                <a:cubicBezTo>
                  <a:pt x="1122363" y="105254"/>
                  <a:pt x="1114693" y="108845"/>
                  <a:pt x="1105683" y="108845"/>
                </a:cubicBezTo>
                <a:cubicBezTo>
                  <a:pt x="1101397" y="108845"/>
                  <a:pt x="1097514" y="107993"/>
                  <a:pt x="1094031" y="106289"/>
                </a:cubicBezTo>
                <a:cubicBezTo>
                  <a:pt x="1090549" y="104584"/>
                  <a:pt x="1086885" y="101662"/>
                  <a:pt x="1083037" y="97522"/>
                </a:cubicBezTo>
                <a:lnTo>
                  <a:pt x="1083037" y="136605"/>
                </a:lnTo>
                <a:lnTo>
                  <a:pt x="1062510" y="136605"/>
                </a:lnTo>
                <a:lnTo>
                  <a:pt x="1062510" y="29512"/>
                </a:lnTo>
                <a:moveTo>
                  <a:pt x="1082818" y="66953"/>
                </a:moveTo>
                <a:cubicBezTo>
                  <a:pt x="1082818" y="75657"/>
                  <a:pt x="1084547" y="82088"/>
                  <a:pt x="1088005" y="86245"/>
                </a:cubicBezTo>
                <a:cubicBezTo>
                  <a:pt x="1091463" y="90403"/>
                  <a:pt x="1095675" y="92482"/>
                  <a:pt x="1100643" y="92482"/>
                </a:cubicBezTo>
                <a:cubicBezTo>
                  <a:pt x="1105415" y="92482"/>
                  <a:pt x="1109384" y="90574"/>
                  <a:pt x="1112550" y="86757"/>
                </a:cubicBezTo>
                <a:cubicBezTo>
                  <a:pt x="1115715" y="82940"/>
                  <a:pt x="1117298" y="76679"/>
                  <a:pt x="1117298" y="67974"/>
                </a:cubicBezTo>
                <a:cubicBezTo>
                  <a:pt x="1117298" y="59853"/>
                  <a:pt x="1115667" y="53823"/>
                  <a:pt x="1112404" y="49884"/>
                </a:cubicBezTo>
                <a:cubicBezTo>
                  <a:pt x="1109141" y="45946"/>
                  <a:pt x="1105099" y="43976"/>
                  <a:pt x="1100277" y="43976"/>
                </a:cubicBezTo>
                <a:cubicBezTo>
                  <a:pt x="1095261" y="43976"/>
                  <a:pt x="1091097" y="45909"/>
                  <a:pt x="1087786" y="49775"/>
                </a:cubicBezTo>
                <a:cubicBezTo>
                  <a:pt x="1084474" y="53640"/>
                  <a:pt x="1082818" y="59367"/>
                  <a:pt x="1082818" y="66953"/>
                </a:cubicBezTo>
                <a:close/>
                <a:moveTo>
                  <a:pt x="1190529" y="29512"/>
                </a:moveTo>
                <a:lnTo>
                  <a:pt x="1190529" y="45876"/>
                </a:lnTo>
                <a:lnTo>
                  <a:pt x="1176503" y="45876"/>
                </a:lnTo>
                <a:lnTo>
                  <a:pt x="1176503" y="77091"/>
                </a:lnTo>
                <a:cubicBezTo>
                  <a:pt x="1176503" y="83413"/>
                  <a:pt x="1176637" y="87097"/>
                  <a:pt x="1176905" y="88142"/>
                </a:cubicBezTo>
                <a:cubicBezTo>
                  <a:pt x="1177173" y="89186"/>
                  <a:pt x="1177782" y="90049"/>
                  <a:pt x="1178731" y="90731"/>
                </a:cubicBezTo>
                <a:cubicBezTo>
                  <a:pt x="1179681" y="91411"/>
                  <a:pt x="1180838" y="91752"/>
                  <a:pt x="1182201" y="91752"/>
                </a:cubicBezTo>
                <a:cubicBezTo>
                  <a:pt x="1184101" y="91752"/>
                  <a:pt x="1186852" y="91094"/>
                  <a:pt x="1190456" y="89779"/>
                </a:cubicBezTo>
                <a:lnTo>
                  <a:pt x="1192209" y="105764"/>
                </a:lnTo>
                <a:cubicBezTo>
                  <a:pt x="1187437" y="107818"/>
                  <a:pt x="1182031" y="108845"/>
                  <a:pt x="1175992" y="108845"/>
                </a:cubicBezTo>
                <a:cubicBezTo>
                  <a:pt x="1172291" y="108845"/>
                  <a:pt x="1168955" y="108224"/>
                  <a:pt x="1165984" y="106983"/>
                </a:cubicBezTo>
                <a:cubicBezTo>
                  <a:pt x="1163013" y="105741"/>
                  <a:pt x="1160834" y="104134"/>
                  <a:pt x="1159446" y="102161"/>
                </a:cubicBezTo>
                <a:cubicBezTo>
                  <a:pt x="1158058" y="100189"/>
                  <a:pt x="1157096" y="97522"/>
                  <a:pt x="1156561" y="94162"/>
                </a:cubicBezTo>
                <a:cubicBezTo>
                  <a:pt x="1156122" y="91776"/>
                  <a:pt x="1155903" y="86955"/>
                  <a:pt x="1155903" y="79698"/>
                </a:cubicBezTo>
                <a:lnTo>
                  <a:pt x="1155903" y="45876"/>
                </a:lnTo>
                <a:lnTo>
                  <a:pt x="1146480" y="45876"/>
                </a:lnTo>
                <a:lnTo>
                  <a:pt x="1146480" y="29512"/>
                </a:lnTo>
                <a:lnTo>
                  <a:pt x="1155903" y="29512"/>
                </a:lnTo>
                <a:lnTo>
                  <a:pt x="1155903" y="14026"/>
                </a:lnTo>
                <a:lnTo>
                  <a:pt x="1176503" y="1899"/>
                </a:lnTo>
                <a:lnTo>
                  <a:pt x="1176503" y="29512"/>
                </a:lnTo>
                <a:lnTo>
                  <a:pt x="1190529" y="29512"/>
                </a:lnTo>
                <a:close/>
                <a:moveTo>
                  <a:pt x="1204773" y="18993"/>
                </a:moveTo>
                <a:lnTo>
                  <a:pt x="1204773" y="0"/>
                </a:lnTo>
                <a:lnTo>
                  <a:pt x="1225300" y="0"/>
                </a:lnTo>
                <a:lnTo>
                  <a:pt x="1225300" y="18993"/>
                </a:lnTo>
                <a:lnTo>
                  <a:pt x="1204773" y="18993"/>
                </a:lnTo>
                <a:moveTo>
                  <a:pt x="1204773" y="107092"/>
                </a:moveTo>
                <a:lnTo>
                  <a:pt x="1204773" y="29512"/>
                </a:lnTo>
                <a:lnTo>
                  <a:pt x="1225300" y="29512"/>
                </a:lnTo>
                <a:lnTo>
                  <a:pt x="1225300" y="107092"/>
                </a:lnTo>
                <a:lnTo>
                  <a:pt x="1204773" y="107092"/>
                </a:lnTo>
                <a:close/>
                <a:moveTo>
                  <a:pt x="1242063" y="67207"/>
                </a:moveTo>
                <a:cubicBezTo>
                  <a:pt x="1242063" y="60388"/>
                  <a:pt x="1243744" y="53790"/>
                  <a:pt x="1247104" y="47410"/>
                </a:cubicBezTo>
                <a:cubicBezTo>
                  <a:pt x="1250464" y="41030"/>
                  <a:pt x="1255225" y="36160"/>
                  <a:pt x="1261385" y="32800"/>
                </a:cubicBezTo>
                <a:cubicBezTo>
                  <a:pt x="1267546" y="29439"/>
                  <a:pt x="1274425" y="27759"/>
                  <a:pt x="1282022" y="27759"/>
                </a:cubicBezTo>
                <a:cubicBezTo>
                  <a:pt x="1293759" y="27759"/>
                  <a:pt x="1303377" y="31570"/>
                  <a:pt x="1310877" y="39192"/>
                </a:cubicBezTo>
                <a:cubicBezTo>
                  <a:pt x="1318377" y="46813"/>
                  <a:pt x="1322127" y="56444"/>
                  <a:pt x="1322127" y="68083"/>
                </a:cubicBezTo>
                <a:cubicBezTo>
                  <a:pt x="1322127" y="79820"/>
                  <a:pt x="1318340" y="89548"/>
                  <a:pt x="1310768" y="97267"/>
                </a:cubicBezTo>
                <a:cubicBezTo>
                  <a:pt x="1303195" y="104986"/>
                  <a:pt x="1293662" y="108845"/>
                  <a:pt x="1282168" y="108845"/>
                </a:cubicBezTo>
                <a:cubicBezTo>
                  <a:pt x="1275058" y="108845"/>
                  <a:pt x="1268276" y="107238"/>
                  <a:pt x="1261824" y="104024"/>
                </a:cubicBezTo>
                <a:cubicBezTo>
                  <a:pt x="1255371" y="100810"/>
                  <a:pt x="1250464" y="96098"/>
                  <a:pt x="1247104" y="89889"/>
                </a:cubicBezTo>
                <a:cubicBezTo>
                  <a:pt x="1243744" y="83679"/>
                  <a:pt x="1242063" y="76119"/>
                  <a:pt x="1242063" y="67207"/>
                </a:cubicBezTo>
                <a:moveTo>
                  <a:pt x="1263102" y="68302"/>
                </a:moveTo>
                <a:cubicBezTo>
                  <a:pt x="1263102" y="75973"/>
                  <a:pt x="1264928" y="81847"/>
                  <a:pt x="1268581" y="85926"/>
                </a:cubicBezTo>
                <a:cubicBezTo>
                  <a:pt x="1272233" y="90004"/>
                  <a:pt x="1276738" y="92044"/>
                  <a:pt x="1282095" y="92044"/>
                </a:cubicBezTo>
                <a:cubicBezTo>
                  <a:pt x="1287452" y="92044"/>
                  <a:pt x="1291945" y="90004"/>
                  <a:pt x="1295573" y="85926"/>
                </a:cubicBezTo>
                <a:cubicBezTo>
                  <a:pt x="1299201" y="81847"/>
                  <a:pt x="1301015" y="75924"/>
                  <a:pt x="1301015" y="68156"/>
                </a:cubicBezTo>
                <a:cubicBezTo>
                  <a:pt x="1301015" y="60583"/>
                  <a:pt x="1299201" y="54757"/>
                  <a:pt x="1295573" y="50679"/>
                </a:cubicBezTo>
                <a:cubicBezTo>
                  <a:pt x="1291945" y="46600"/>
                  <a:pt x="1287452" y="44561"/>
                  <a:pt x="1282095" y="44561"/>
                </a:cubicBezTo>
                <a:cubicBezTo>
                  <a:pt x="1276738" y="44561"/>
                  <a:pt x="1272233" y="46600"/>
                  <a:pt x="1268581" y="50679"/>
                </a:cubicBezTo>
                <a:cubicBezTo>
                  <a:pt x="1264928" y="54757"/>
                  <a:pt x="1263102" y="60632"/>
                  <a:pt x="1263102" y="68302"/>
                </a:cubicBezTo>
                <a:close/>
                <a:moveTo>
                  <a:pt x="1409238" y="107092"/>
                </a:moveTo>
                <a:lnTo>
                  <a:pt x="1388711" y="107092"/>
                </a:lnTo>
                <a:lnTo>
                  <a:pt x="1388711" y="67544"/>
                </a:lnTo>
                <a:cubicBezTo>
                  <a:pt x="1388711" y="59177"/>
                  <a:pt x="1388273" y="53765"/>
                  <a:pt x="1387396" y="51309"/>
                </a:cubicBezTo>
                <a:cubicBezTo>
                  <a:pt x="1386519" y="48853"/>
                  <a:pt x="1385095" y="46943"/>
                  <a:pt x="1383123" y="45581"/>
                </a:cubicBezTo>
                <a:cubicBezTo>
                  <a:pt x="1381150" y="44219"/>
                  <a:pt x="1378776" y="43538"/>
                  <a:pt x="1376000" y="43538"/>
                </a:cubicBezTo>
                <a:cubicBezTo>
                  <a:pt x="1372445" y="43538"/>
                  <a:pt x="1369255" y="44511"/>
                  <a:pt x="1366430" y="46458"/>
                </a:cubicBezTo>
                <a:cubicBezTo>
                  <a:pt x="1363606" y="48403"/>
                  <a:pt x="1361670" y="50981"/>
                  <a:pt x="1360623" y="54192"/>
                </a:cubicBezTo>
                <a:cubicBezTo>
                  <a:pt x="1359576" y="57402"/>
                  <a:pt x="1359052" y="63336"/>
                  <a:pt x="1359052" y="71996"/>
                </a:cubicBezTo>
                <a:lnTo>
                  <a:pt x="1359052" y="107092"/>
                </a:lnTo>
                <a:lnTo>
                  <a:pt x="1338525" y="107092"/>
                </a:lnTo>
                <a:lnTo>
                  <a:pt x="1338525" y="29512"/>
                </a:lnTo>
                <a:lnTo>
                  <a:pt x="1357591" y="29512"/>
                </a:lnTo>
                <a:lnTo>
                  <a:pt x="1357591" y="40908"/>
                </a:lnTo>
                <a:cubicBezTo>
                  <a:pt x="1364361" y="32142"/>
                  <a:pt x="1372883" y="27759"/>
                  <a:pt x="1383159" y="27759"/>
                </a:cubicBezTo>
                <a:cubicBezTo>
                  <a:pt x="1387688" y="27759"/>
                  <a:pt x="1391828" y="28575"/>
                  <a:pt x="1395578" y="30206"/>
                </a:cubicBezTo>
                <a:cubicBezTo>
                  <a:pt x="1399328" y="31838"/>
                  <a:pt x="1402164" y="33920"/>
                  <a:pt x="1404088" y="36452"/>
                </a:cubicBezTo>
                <a:cubicBezTo>
                  <a:pt x="1406012" y="38985"/>
                  <a:pt x="1407351" y="41858"/>
                  <a:pt x="1408106" y="45072"/>
                </a:cubicBezTo>
                <a:cubicBezTo>
                  <a:pt x="1408861" y="48286"/>
                  <a:pt x="1409238" y="52889"/>
                  <a:pt x="1409238" y="58879"/>
                </a:cubicBezTo>
                <a:lnTo>
                  <a:pt x="1409238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A89E9-A360-4928-A857-AA43876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70" y="228748"/>
            <a:ext cx="507523" cy="723752"/>
          </a:xfrm>
          <a:custGeom xmlns:a="http://schemas.openxmlformats.org/drawingml/2006/main">
            <a:pathLst>
              <a:path w="507523" h="723752">
                <a:moveTo>
                  <a:pt x="0" y="0"/>
                </a:moveTo>
                <a:lnTo>
                  <a:pt x="422849" y="0"/>
                </a:lnTo>
                <a:lnTo>
                  <a:pt x="507523" y="84544"/>
                </a:lnTo>
                <a:lnTo>
                  <a:pt x="507523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35485A-2CB9-4030-BEC6-A0730479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870" y="228748"/>
            <a:ext cx="507523" cy="723752"/>
          </a:xfrm>
          <a:custGeom xmlns:a="http://schemas.openxmlformats.org/drawingml/2006/main">
            <a:pathLst>
              <a:path w="507523" h="723752" fill="none">
                <a:moveTo>
                  <a:pt x="0" y="0"/>
                </a:moveTo>
                <a:lnTo>
                  <a:pt x="422849" y="0"/>
                </a:lnTo>
                <a:lnTo>
                  <a:pt x="507523" y="84544"/>
                </a:lnTo>
                <a:lnTo>
                  <a:pt x="507523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89C5A-7594-44AD-9858-723356D3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316" y="228748"/>
            <a:ext cx="81946" cy="85193"/>
          </a:xfrm>
          <a:custGeom xmlns:a="http://schemas.openxmlformats.org/drawingml/2006/main">
            <a:pathLst>
              <a:path w="81946" h="85193">
                <a:moveTo>
                  <a:pt x="0" y="85193"/>
                </a:moveTo>
                <a:lnTo>
                  <a:pt x="0" y="0"/>
                </a:lnTo>
                <a:lnTo>
                  <a:pt x="81946" y="85193"/>
                </a:lnTo>
                <a:lnTo>
                  <a:pt x="0" y="85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DB929-F5F9-4B64-929D-A16B57DF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3316" y="228748"/>
            <a:ext cx="81946" cy="85193"/>
          </a:xfrm>
          <a:custGeom xmlns:a="http://schemas.openxmlformats.org/drawingml/2006/main">
            <a:pathLst>
              <a:path w="81946" h="85193" fill="none">
                <a:moveTo>
                  <a:pt x="0" y="85193"/>
                </a:moveTo>
                <a:lnTo>
                  <a:pt x="0" y="0"/>
                </a:lnTo>
                <a:lnTo>
                  <a:pt x="81946" y="85193"/>
                </a:lnTo>
                <a:lnTo>
                  <a:pt x="0" y="851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06735-A73F-4EAE-9468-A999F4E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284" y="552508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3179F-B50D-4ED4-9BBB-EA43CAE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284" y="698609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1BD970-138C-48B7-ABC9-ADFB8221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284" y="844840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955AF-67D4-4357-89C1-A6C5750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284" y="406407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17148-8910-491F-985E-AC2A5B7B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249" y="701336"/>
            <a:ext cx="300644" cy="300644"/>
          </a:xfrm>
          <a:custGeom xmlns:a="http://schemas.openxmlformats.org/drawingml/2006/main">
            <a:pathLst>
              <a:path w="300644" h="300644">
                <a:moveTo>
                  <a:pt x="0" y="150387"/>
                </a:moveTo>
                <a:cubicBezTo>
                  <a:pt x="0" y="67401"/>
                  <a:pt x="67271" y="0"/>
                  <a:pt x="150257" y="0"/>
                </a:cubicBezTo>
                <a:cubicBezTo>
                  <a:pt x="233372" y="0"/>
                  <a:pt x="300644" y="67401"/>
                  <a:pt x="300644" y="150387"/>
                </a:cubicBezTo>
                <a:cubicBezTo>
                  <a:pt x="300644" y="233372"/>
                  <a:pt x="233372" y="300644"/>
                  <a:pt x="150257" y="300644"/>
                </a:cubicBezTo>
                <a:cubicBezTo>
                  <a:pt x="67271" y="300644"/>
                  <a:pt x="0" y="233372"/>
                  <a:pt x="0" y="15038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DA85E-B9FD-4756-B0B9-FE29D3E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249" y="701336"/>
            <a:ext cx="300644" cy="300644"/>
          </a:xfrm>
          <a:custGeom xmlns:a="http://schemas.openxmlformats.org/drawingml/2006/main">
            <a:pathLst>
              <a:path w="300644" h="300644" fill="none">
                <a:moveTo>
                  <a:pt x="0" y="150387"/>
                </a:moveTo>
                <a:cubicBezTo>
                  <a:pt x="0" y="67401"/>
                  <a:pt x="67271" y="0"/>
                  <a:pt x="150257" y="0"/>
                </a:cubicBezTo>
                <a:cubicBezTo>
                  <a:pt x="233372" y="0"/>
                  <a:pt x="300644" y="67401"/>
                  <a:pt x="300644" y="150387"/>
                </a:cubicBezTo>
                <a:cubicBezTo>
                  <a:pt x="300644" y="233372"/>
                  <a:pt x="233372" y="300644"/>
                  <a:pt x="150257" y="300644"/>
                </a:cubicBezTo>
                <a:cubicBezTo>
                  <a:pt x="67271" y="300644"/>
                  <a:pt x="0" y="233372"/>
                  <a:pt x="0" y="1503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20" cap="flat">
            <a:solidFill>
              <a:srgbClr val="C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F9DD0-557C-4B1B-8AAD-81D5E0F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230" y="831444"/>
            <a:ext cx="155150" cy="115806"/>
          </a:xfrm>
          <a:custGeom xmlns:a="http://schemas.openxmlformats.org/drawingml/2006/main">
            <a:pathLst>
              <a:path w="155150" h="115806">
                <a:moveTo>
                  <a:pt x="154531" y="43111"/>
                </a:moveTo>
                <a:cubicBezTo>
                  <a:pt x="152526" y="33136"/>
                  <a:pt x="148181" y="25990"/>
                  <a:pt x="141678" y="21825"/>
                </a:cubicBezTo>
                <a:cubicBezTo>
                  <a:pt x="136290" y="18548"/>
                  <a:pt x="129904" y="17318"/>
                  <a:pt x="123683" y="18355"/>
                </a:cubicBezTo>
                <a:lnTo>
                  <a:pt x="123735" y="15424"/>
                </a:lnTo>
                <a:cubicBezTo>
                  <a:pt x="123966" y="9732"/>
                  <a:pt x="121922" y="4184"/>
                  <a:pt x="118053" y="0"/>
                </a:cubicBezTo>
                <a:lnTo>
                  <a:pt x="36899" y="0"/>
                </a:lnTo>
                <a:cubicBezTo>
                  <a:pt x="33034" y="4186"/>
                  <a:pt x="30984" y="9732"/>
                  <a:pt x="31192" y="15424"/>
                </a:cubicBezTo>
                <a:lnTo>
                  <a:pt x="31398" y="18355"/>
                </a:lnTo>
                <a:cubicBezTo>
                  <a:pt x="25179" y="17322"/>
                  <a:pt x="18793" y="18552"/>
                  <a:pt x="13404" y="21825"/>
                </a:cubicBezTo>
                <a:cubicBezTo>
                  <a:pt x="6823" y="25990"/>
                  <a:pt x="2478" y="33136"/>
                  <a:pt x="551" y="43111"/>
                </a:cubicBezTo>
                <a:cubicBezTo>
                  <a:pt x="0" y="45893"/>
                  <a:pt x="1806" y="48597"/>
                  <a:pt x="4586" y="49152"/>
                </a:cubicBezTo>
                <a:cubicBezTo>
                  <a:pt x="4929" y="49190"/>
                  <a:pt x="5274" y="49190"/>
                  <a:pt x="5615" y="49152"/>
                </a:cubicBezTo>
                <a:cubicBezTo>
                  <a:pt x="8097" y="49203"/>
                  <a:pt x="10261" y="47472"/>
                  <a:pt x="10756" y="45039"/>
                </a:cubicBezTo>
                <a:cubicBezTo>
                  <a:pt x="12144" y="37995"/>
                  <a:pt x="14920" y="33085"/>
                  <a:pt x="19008" y="30463"/>
                </a:cubicBezTo>
                <a:cubicBezTo>
                  <a:pt x="22311" y="28533"/>
                  <a:pt x="26199" y="27858"/>
                  <a:pt x="29958" y="28561"/>
                </a:cubicBezTo>
                <a:cubicBezTo>
                  <a:pt x="30640" y="28689"/>
                  <a:pt x="31336" y="28689"/>
                  <a:pt x="32015" y="28561"/>
                </a:cubicBezTo>
                <a:lnTo>
                  <a:pt x="33763" y="56555"/>
                </a:lnTo>
                <a:cubicBezTo>
                  <a:pt x="34003" y="59885"/>
                  <a:pt x="34641" y="63173"/>
                  <a:pt x="35665" y="66350"/>
                </a:cubicBezTo>
                <a:cubicBezTo>
                  <a:pt x="32996" y="66616"/>
                  <a:pt x="30436" y="67562"/>
                  <a:pt x="28236" y="69101"/>
                </a:cubicBezTo>
                <a:cubicBezTo>
                  <a:pt x="23403" y="72597"/>
                  <a:pt x="20961" y="78741"/>
                  <a:pt x="20961" y="87404"/>
                </a:cubicBezTo>
                <a:lnTo>
                  <a:pt x="20961" y="105399"/>
                </a:lnTo>
                <a:lnTo>
                  <a:pt x="10679" y="105399"/>
                </a:lnTo>
                <a:cubicBezTo>
                  <a:pt x="7841" y="105388"/>
                  <a:pt x="5529" y="107678"/>
                  <a:pt x="5516" y="110519"/>
                </a:cubicBezTo>
                <a:cubicBezTo>
                  <a:pt x="5514" y="111095"/>
                  <a:pt x="5608" y="111667"/>
                  <a:pt x="5795" y="112211"/>
                </a:cubicBezTo>
                <a:cubicBezTo>
                  <a:pt x="6540" y="114388"/>
                  <a:pt x="8640" y="115806"/>
                  <a:pt x="10936" y="115682"/>
                </a:cubicBezTo>
                <a:lnTo>
                  <a:pt x="26103" y="115682"/>
                </a:lnTo>
                <a:cubicBezTo>
                  <a:pt x="28943" y="115682"/>
                  <a:pt x="31244" y="113381"/>
                  <a:pt x="31244" y="110540"/>
                </a:cubicBezTo>
                <a:lnTo>
                  <a:pt x="31244" y="87404"/>
                </a:lnTo>
                <a:cubicBezTo>
                  <a:pt x="31244" y="82417"/>
                  <a:pt x="32298" y="78895"/>
                  <a:pt x="34226" y="77481"/>
                </a:cubicBezTo>
                <a:cubicBezTo>
                  <a:pt x="35987" y="76543"/>
                  <a:pt x="38041" y="76322"/>
                  <a:pt x="39958" y="76864"/>
                </a:cubicBezTo>
                <a:cubicBezTo>
                  <a:pt x="40310" y="76978"/>
                  <a:pt x="40672" y="77055"/>
                  <a:pt x="41038" y="77095"/>
                </a:cubicBezTo>
                <a:cubicBezTo>
                  <a:pt x="49467" y="88614"/>
                  <a:pt x="62963" y="95324"/>
                  <a:pt x="77232" y="95090"/>
                </a:cubicBezTo>
                <a:lnTo>
                  <a:pt x="77721" y="95090"/>
                </a:lnTo>
                <a:cubicBezTo>
                  <a:pt x="91992" y="95320"/>
                  <a:pt x="105486" y="88610"/>
                  <a:pt x="113915" y="77095"/>
                </a:cubicBezTo>
                <a:cubicBezTo>
                  <a:pt x="114301" y="77068"/>
                  <a:pt x="114682" y="76990"/>
                  <a:pt x="115046" y="76864"/>
                </a:cubicBezTo>
                <a:cubicBezTo>
                  <a:pt x="116957" y="76311"/>
                  <a:pt x="119007" y="76534"/>
                  <a:pt x="120753" y="77481"/>
                </a:cubicBezTo>
                <a:cubicBezTo>
                  <a:pt x="122681" y="78895"/>
                  <a:pt x="123735" y="82417"/>
                  <a:pt x="123735" y="87404"/>
                </a:cubicBezTo>
                <a:lnTo>
                  <a:pt x="123735" y="110540"/>
                </a:lnTo>
                <a:cubicBezTo>
                  <a:pt x="123735" y="113381"/>
                  <a:pt x="126038" y="115682"/>
                  <a:pt x="128876" y="115682"/>
                </a:cubicBezTo>
                <a:lnTo>
                  <a:pt x="144094" y="115682"/>
                </a:lnTo>
                <a:cubicBezTo>
                  <a:pt x="146393" y="115806"/>
                  <a:pt x="148492" y="114388"/>
                  <a:pt x="149235" y="112211"/>
                </a:cubicBezTo>
                <a:cubicBezTo>
                  <a:pt x="150159" y="109527"/>
                  <a:pt x="148732" y="106601"/>
                  <a:pt x="146046" y="105677"/>
                </a:cubicBezTo>
                <a:cubicBezTo>
                  <a:pt x="145484" y="105485"/>
                  <a:pt x="144893" y="105390"/>
                  <a:pt x="144300" y="105399"/>
                </a:cubicBezTo>
                <a:lnTo>
                  <a:pt x="134017" y="105399"/>
                </a:lnTo>
                <a:lnTo>
                  <a:pt x="134017" y="87404"/>
                </a:lnTo>
                <a:cubicBezTo>
                  <a:pt x="134017" y="78741"/>
                  <a:pt x="131447" y="72597"/>
                  <a:pt x="126742" y="69101"/>
                </a:cubicBezTo>
                <a:cubicBezTo>
                  <a:pt x="124538" y="67537"/>
                  <a:pt x="121957" y="66586"/>
                  <a:pt x="119262" y="66350"/>
                </a:cubicBezTo>
                <a:cubicBezTo>
                  <a:pt x="120312" y="63179"/>
                  <a:pt x="120952" y="59889"/>
                  <a:pt x="121164" y="56556"/>
                </a:cubicBezTo>
                <a:lnTo>
                  <a:pt x="122912" y="28638"/>
                </a:lnTo>
                <a:cubicBezTo>
                  <a:pt x="123602" y="28766"/>
                  <a:pt x="124307" y="28766"/>
                  <a:pt x="124994" y="28638"/>
                </a:cubicBezTo>
                <a:cubicBezTo>
                  <a:pt x="128850" y="27909"/>
                  <a:pt x="132839" y="28623"/>
                  <a:pt x="136202" y="30643"/>
                </a:cubicBezTo>
                <a:cubicBezTo>
                  <a:pt x="140264" y="33214"/>
                  <a:pt x="143040" y="38175"/>
                  <a:pt x="144454" y="45219"/>
                </a:cubicBezTo>
                <a:cubicBezTo>
                  <a:pt x="144951" y="47652"/>
                  <a:pt x="147114" y="49383"/>
                  <a:pt x="149595" y="49332"/>
                </a:cubicBezTo>
                <a:cubicBezTo>
                  <a:pt x="149929" y="49370"/>
                  <a:pt x="150266" y="49370"/>
                  <a:pt x="150598" y="49332"/>
                </a:cubicBezTo>
                <a:cubicBezTo>
                  <a:pt x="153376" y="48743"/>
                  <a:pt x="155150" y="46014"/>
                  <a:pt x="154559" y="43235"/>
                </a:cubicBezTo>
                <a:cubicBezTo>
                  <a:pt x="154550" y="43194"/>
                  <a:pt x="154541" y="43151"/>
                  <a:pt x="154531" y="43111"/>
                </a:cubicBezTo>
                <a:close/>
                <a:moveTo>
                  <a:pt x="82553" y="84550"/>
                </a:moveTo>
                <a:cubicBezTo>
                  <a:pt x="79130" y="84730"/>
                  <a:pt x="75696" y="84730"/>
                  <a:pt x="72271" y="84550"/>
                </a:cubicBezTo>
                <a:lnTo>
                  <a:pt x="72271" y="10283"/>
                </a:lnTo>
                <a:lnTo>
                  <a:pt x="82553" y="10283"/>
                </a:lnTo>
                <a:lnTo>
                  <a:pt x="82553" y="8455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4B90D-AA54-480F-B81F-DEAA366A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197" y="750861"/>
            <a:ext cx="148916" cy="70300"/>
          </a:xfrm>
          <a:custGeom xmlns:a="http://schemas.openxmlformats.org/drawingml/2006/main">
            <a:pathLst>
              <a:path w="148916" h="70300">
                <a:moveTo>
                  <a:pt x="143775" y="20711"/>
                </a:moveTo>
                <a:lnTo>
                  <a:pt x="128351" y="20711"/>
                </a:lnTo>
                <a:cubicBezTo>
                  <a:pt x="125513" y="20711"/>
                  <a:pt x="123210" y="23014"/>
                  <a:pt x="123210" y="25853"/>
                </a:cubicBezTo>
                <a:lnTo>
                  <a:pt x="123210" y="48989"/>
                </a:lnTo>
                <a:cubicBezTo>
                  <a:pt x="123210" y="54002"/>
                  <a:pt x="122130" y="57524"/>
                  <a:pt x="120177" y="58938"/>
                </a:cubicBezTo>
                <a:cubicBezTo>
                  <a:pt x="119270" y="59538"/>
                  <a:pt x="118206" y="59850"/>
                  <a:pt x="117118" y="59837"/>
                </a:cubicBezTo>
                <a:cubicBezTo>
                  <a:pt x="114253" y="50632"/>
                  <a:pt x="106522" y="43773"/>
                  <a:pt x="97041" y="42022"/>
                </a:cubicBezTo>
                <a:cubicBezTo>
                  <a:pt x="95996" y="37434"/>
                  <a:pt x="93575" y="33271"/>
                  <a:pt x="90100" y="30094"/>
                </a:cubicBezTo>
                <a:cubicBezTo>
                  <a:pt x="89291" y="25300"/>
                  <a:pt x="90327" y="20375"/>
                  <a:pt x="93005" y="16315"/>
                </a:cubicBezTo>
                <a:cubicBezTo>
                  <a:pt x="96270" y="12228"/>
                  <a:pt x="102491" y="10476"/>
                  <a:pt x="111488" y="11183"/>
                </a:cubicBezTo>
                <a:cubicBezTo>
                  <a:pt x="114328" y="11375"/>
                  <a:pt x="116796" y="9255"/>
                  <a:pt x="117002" y="6405"/>
                </a:cubicBezTo>
                <a:cubicBezTo>
                  <a:pt x="117210" y="3556"/>
                  <a:pt x="115074" y="1093"/>
                  <a:pt x="112233" y="900"/>
                </a:cubicBezTo>
                <a:cubicBezTo>
                  <a:pt x="99637" y="0"/>
                  <a:pt x="90434" y="3042"/>
                  <a:pt x="84933" y="9983"/>
                </a:cubicBezTo>
                <a:cubicBezTo>
                  <a:pt x="81750" y="14229"/>
                  <a:pt x="79955" y="19347"/>
                  <a:pt x="79792" y="24645"/>
                </a:cubicBezTo>
                <a:cubicBezTo>
                  <a:pt x="78108" y="24248"/>
                  <a:pt x="76384" y="24040"/>
                  <a:pt x="74651" y="24028"/>
                </a:cubicBezTo>
                <a:cubicBezTo>
                  <a:pt x="73351" y="24030"/>
                  <a:pt x="72050" y="24152"/>
                  <a:pt x="70769" y="24387"/>
                </a:cubicBezTo>
                <a:cubicBezTo>
                  <a:pt x="70555" y="19180"/>
                  <a:pt x="68762" y="14158"/>
                  <a:pt x="65628" y="9983"/>
                </a:cubicBezTo>
                <a:cubicBezTo>
                  <a:pt x="59947" y="3042"/>
                  <a:pt x="50744" y="0"/>
                  <a:pt x="38148" y="900"/>
                </a:cubicBezTo>
                <a:cubicBezTo>
                  <a:pt x="35310" y="1093"/>
                  <a:pt x="33174" y="3556"/>
                  <a:pt x="33379" y="6405"/>
                </a:cubicBezTo>
                <a:cubicBezTo>
                  <a:pt x="33587" y="9255"/>
                  <a:pt x="36055" y="11375"/>
                  <a:pt x="38893" y="11183"/>
                </a:cubicBezTo>
                <a:cubicBezTo>
                  <a:pt x="47891" y="10497"/>
                  <a:pt x="54112" y="12254"/>
                  <a:pt x="57376" y="16315"/>
                </a:cubicBezTo>
                <a:cubicBezTo>
                  <a:pt x="59874" y="19992"/>
                  <a:pt x="60952" y="24450"/>
                  <a:pt x="60410" y="28860"/>
                </a:cubicBezTo>
                <a:cubicBezTo>
                  <a:pt x="56149" y="32134"/>
                  <a:pt x="53158" y="36787"/>
                  <a:pt x="51952" y="42022"/>
                </a:cubicBezTo>
                <a:cubicBezTo>
                  <a:pt x="42477" y="43771"/>
                  <a:pt x="34753" y="50634"/>
                  <a:pt x="31902" y="59837"/>
                </a:cubicBezTo>
                <a:cubicBezTo>
                  <a:pt x="30775" y="59861"/>
                  <a:pt x="29665" y="59548"/>
                  <a:pt x="28714" y="58938"/>
                </a:cubicBezTo>
                <a:cubicBezTo>
                  <a:pt x="26786" y="57524"/>
                  <a:pt x="25706" y="54002"/>
                  <a:pt x="25706" y="48989"/>
                </a:cubicBezTo>
                <a:lnTo>
                  <a:pt x="25706" y="25853"/>
                </a:lnTo>
                <a:cubicBezTo>
                  <a:pt x="25706" y="23014"/>
                  <a:pt x="23405" y="20711"/>
                  <a:pt x="20565" y="20711"/>
                </a:cubicBezTo>
                <a:lnTo>
                  <a:pt x="5141" y="20711"/>
                </a:lnTo>
                <a:cubicBezTo>
                  <a:pt x="2303" y="20711"/>
                  <a:pt x="0" y="23014"/>
                  <a:pt x="0" y="25853"/>
                </a:cubicBezTo>
                <a:cubicBezTo>
                  <a:pt x="0" y="28693"/>
                  <a:pt x="2303" y="30994"/>
                  <a:pt x="5141" y="30994"/>
                </a:cubicBezTo>
                <a:lnTo>
                  <a:pt x="15424" y="30994"/>
                </a:lnTo>
                <a:lnTo>
                  <a:pt x="15424" y="48989"/>
                </a:lnTo>
                <a:cubicBezTo>
                  <a:pt x="15424" y="57627"/>
                  <a:pt x="17866" y="63796"/>
                  <a:pt x="22699" y="67267"/>
                </a:cubicBezTo>
                <a:cubicBezTo>
                  <a:pt x="25083" y="69013"/>
                  <a:pt x="27904" y="70062"/>
                  <a:pt x="30848" y="70300"/>
                </a:cubicBezTo>
                <a:lnTo>
                  <a:pt x="118249" y="70300"/>
                </a:lnTo>
                <a:cubicBezTo>
                  <a:pt x="121126" y="70037"/>
                  <a:pt x="123874" y="68989"/>
                  <a:pt x="126192" y="67267"/>
                </a:cubicBezTo>
                <a:cubicBezTo>
                  <a:pt x="131025" y="63796"/>
                  <a:pt x="133492" y="57627"/>
                  <a:pt x="133492" y="48989"/>
                </a:cubicBezTo>
                <a:lnTo>
                  <a:pt x="133492" y="30994"/>
                </a:lnTo>
                <a:lnTo>
                  <a:pt x="143775" y="30994"/>
                </a:lnTo>
                <a:cubicBezTo>
                  <a:pt x="146615" y="30994"/>
                  <a:pt x="148916" y="28693"/>
                  <a:pt x="148916" y="25853"/>
                </a:cubicBezTo>
                <a:cubicBezTo>
                  <a:pt x="148916" y="23014"/>
                  <a:pt x="146615" y="20711"/>
                  <a:pt x="143775" y="2071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StaticAnalyzer">
            <a:extLst xmlns:a="http://schemas.openxmlformats.org/drawingml/2006/main">
              <a:ext uri="{FF2B5EF4-FFF2-40B4-BE49-F238E27FC236}">
                <a16:creationId xmlns:a16="http://schemas.microsoft.com/office/drawing/2014/main" id="{620734DC-F6B9-4349-8BF5-D8366DED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144" y="2088784"/>
            <a:ext cx="1062472" cy="140549"/>
          </a:xfrm>
          <a:custGeom xmlns:a="http://schemas.openxmlformats.org/drawingml/2006/main">
            <a:pathLst>
              <a:path w="1062472" h="140549">
                <a:moveTo>
                  <a:pt x="0" y="74219"/>
                </a:moveTo>
                <a:lnTo>
                  <a:pt x="21039" y="72174"/>
                </a:lnTo>
                <a:cubicBezTo>
                  <a:pt x="22305" y="79261"/>
                  <a:pt x="24874" y="84467"/>
                  <a:pt x="28745" y="87791"/>
                </a:cubicBezTo>
                <a:cubicBezTo>
                  <a:pt x="32617" y="91113"/>
                  <a:pt x="37840" y="92774"/>
                  <a:pt x="44415" y="92774"/>
                </a:cubicBezTo>
                <a:cubicBezTo>
                  <a:pt x="51379" y="92774"/>
                  <a:pt x="56626" y="91296"/>
                  <a:pt x="60157" y="88341"/>
                </a:cubicBezTo>
                <a:cubicBezTo>
                  <a:pt x="63688" y="85385"/>
                  <a:pt x="65453" y="81928"/>
                  <a:pt x="65453" y="77970"/>
                </a:cubicBezTo>
                <a:cubicBezTo>
                  <a:pt x="65453" y="75430"/>
                  <a:pt x="64711" y="73269"/>
                  <a:pt x="63225" y="71487"/>
                </a:cubicBezTo>
                <a:cubicBezTo>
                  <a:pt x="61740" y="69703"/>
                  <a:pt x="59147" y="68152"/>
                  <a:pt x="55445" y="66832"/>
                </a:cubicBezTo>
                <a:cubicBezTo>
                  <a:pt x="52913" y="65954"/>
                  <a:pt x="47142" y="64393"/>
                  <a:pt x="38132" y="62148"/>
                </a:cubicBezTo>
                <a:cubicBezTo>
                  <a:pt x="26542" y="59268"/>
                  <a:pt x="18409" y="55730"/>
                  <a:pt x="13734" y="51533"/>
                </a:cubicBezTo>
                <a:cubicBezTo>
                  <a:pt x="7159" y="45628"/>
                  <a:pt x="3872" y="38430"/>
                  <a:pt x="3872" y="29939"/>
                </a:cubicBezTo>
                <a:cubicBezTo>
                  <a:pt x="3872" y="24474"/>
                  <a:pt x="5418" y="19363"/>
                  <a:pt x="8510" y="14606"/>
                </a:cubicBezTo>
                <a:cubicBezTo>
                  <a:pt x="11603" y="9847"/>
                  <a:pt x="16059" y="6223"/>
                  <a:pt x="21879" y="3735"/>
                </a:cubicBezTo>
                <a:cubicBezTo>
                  <a:pt x="27698" y="1245"/>
                  <a:pt x="34723" y="0"/>
                  <a:pt x="42954" y="0"/>
                </a:cubicBezTo>
                <a:cubicBezTo>
                  <a:pt x="56395" y="0"/>
                  <a:pt x="66513" y="2960"/>
                  <a:pt x="73306" y="8880"/>
                </a:cubicBezTo>
                <a:cubicBezTo>
                  <a:pt x="80100" y="14799"/>
                  <a:pt x="83667" y="22699"/>
                  <a:pt x="84008" y="32581"/>
                </a:cubicBezTo>
                <a:lnTo>
                  <a:pt x="62385" y="33457"/>
                </a:lnTo>
                <a:cubicBezTo>
                  <a:pt x="61460" y="27954"/>
                  <a:pt x="59475" y="23997"/>
                  <a:pt x="56432" y="21586"/>
                </a:cubicBezTo>
                <a:cubicBezTo>
                  <a:pt x="53388" y="19176"/>
                  <a:pt x="48822" y="17970"/>
                  <a:pt x="42735" y="17970"/>
                </a:cubicBezTo>
                <a:cubicBezTo>
                  <a:pt x="36452" y="17970"/>
                  <a:pt x="31533" y="19262"/>
                  <a:pt x="27978" y="21844"/>
                </a:cubicBezTo>
                <a:cubicBezTo>
                  <a:pt x="25689" y="23500"/>
                  <a:pt x="24545" y="25717"/>
                  <a:pt x="24545" y="28494"/>
                </a:cubicBezTo>
                <a:cubicBezTo>
                  <a:pt x="24545" y="31028"/>
                  <a:pt x="25616" y="33196"/>
                  <a:pt x="27759" y="34998"/>
                </a:cubicBezTo>
                <a:cubicBezTo>
                  <a:pt x="30486" y="37289"/>
                  <a:pt x="37110" y="39678"/>
                  <a:pt x="47629" y="42166"/>
                </a:cubicBezTo>
                <a:cubicBezTo>
                  <a:pt x="58148" y="44654"/>
                  <a:pt x="65928" y="47229"/>
                  <a:pt x="70969" y="49889"/>
                </a:cubicBezTo>
                <a:cubicBezTo>
                  <a:pt x="76009" y="52548"/>
                  <a:pt x="79954" y="56183"/>
                  <a:pt x="82803" y="60794"/>
                </a:cubicBezTo>
                <a:cubicBezTo>
                  <a:pt x="85652" y="65404"/>
                  <a:pt x="87076" y="71100"/>
                  <a:pt x="87076" y="77883"/>
                </a:cubicBezTo>
                <a:cubicBezTo>
                  <a:pt x="87076" y="84030"/>
                  <a:pt x="85372" y="89788"/>
                  <a:pt x="81963" y="95155"/>
                </a:cubicBezTo>
                <a:cubicBezTo>
                  <a:pt x="78554" y="100523"/>
                  <a:pt x="73732" y="104512"/>
                  <a:pt x="67499" y="107122"/>
                </a:cubicBezTo>
                <a:cubicBezTo>
                  <a:pt x="61265" y="109732"/>
                  <a:pt x="53497" y="111037"/>
                  <a:pt x="44196" y="111037"/>
                </a:cubicBezTo>
                <a:cubicBezTo>
                  <a:pt x="30657" y="111037"/>
                  <a:pt x="20259" y="107902"/>
                  <a:pt x="13003" y="101632"/>
                </a:cubicBezTo>
                <a:cubicBezTo>
                  <a:pt x="5747" y="95361"/>
                  <a:pt x="1412" y="86224"/>
                  <a:pt x="0" y="74219"/>
                </a:cubicBezTo>
                <a:close/>
                <a:moveTo>
                  <a:pt x="140696" y="31412"/>
                </a:moveTo>
                <a:lnTo>
                  <a:pt x="140696" y="47775"/>
                </a:lnTo>
                <a:lnTo>
                  <a:pt x="126671" y="47775"/>
                </a:lnTo>
                <a:lnTo>
                  <a:pt x="126671" y="78990"/>
                </a:lnTo>
                <a:cubicBezTo>
                  <a:pt x="126671" y="85312"/>
                  <a:pt x="126805" y="88996"/>
                  <a:pt x="127073" y="90042"/>
                </a:cubicBezTo>
                <a:cubicBezTo>
                  <a:pt x="127340" y="91086"/>
                  <a:pt x="127949" y="91949"/>
                  <a:pt x="128899" y="92630"/>
                </a:cubicBezTo>
                <a:cubicBezTo>
                  <a:pt x="129848" y="93311"/>
                  <a:pt x="131005" y="93651"/>
                  <a:pt x="132369" y="93651"/>
                </a:cubicBezTo>
                <a:cubicBezTo>
                  <a:pt x="134268" y="93651"/>
                  <a:pt x="137020" y="92993"/>
                  <a:pt x="140623" y="91678"/>
                </a:cubicBezTo>
                <a:lnTo>
                  <a:pt x="142377" y="107663"/>
                </a:lnTo>
                <a:cubicBezTo>
                  <a:pt x="137604" y="109717"/>
                  <a:pt x="132198" y="110745"/>
                  <a:pt x="126159" y="110745"/>
                </a:cubicBezTo>
                <a:cubicBezTo>
                  <a:pt x="122458" y="110745"/>
                  <a:pt x="119122" y="110124"/>
                  <a:pt x="116152" y="108882"/>
                </a:cubicBezTo>
                <a:cubicBezTo>
                  <a:pt x="113181" y="107640"/>
                  <a:pt x="111001" y="106033"/>
                  <a:pt x="109613" y="104061"/>
                </a:cubicBezTo>
                <a:cubicBezTo>
                  <a:pt x="108226" y="102088"/>
                  <a:pt x="107264" y="99422"/>
                  <a:pt x="106728" y="96061"/>
                </a:cubicBezTo>
                <a:cubicBezTo>
                  <a:pt x="106290" y="93675"/>
                  <a:pt x="106071" y="88854"/>
                  <a:pt x="106071" y="81597"/>
                </a:cubicBezTo>
                <a:lnTo>
                  <a:pt x="106071" y="47775"/>
                </a:lnTo>
                <a:lnTo>
                  <a:pt x="96647" y="47775"/>
                </a:lnTo>
                <a:lnTo>
                  <a:pt x="96647" y="31412"/>
                </a:lnTo>
                <a:lnTo>
                  <a:pt x="106071" y="31412"/>
                </a:lnTo>
                <a:lnTo>
                  <a:pt x="106071" y="15925"/>
                </a:lnTo>
                <a:lnTo>
                  <a:pt x="126671" y="3799"/>
                </a:lnTo>
                <a:lnTo>
                  <a:pt x="126671" y="31412"/>
                </a:lnTo>
                <a:lnTo>
                  <a:pt x="140696" y="31412"/>
                </a:lnTo>
                <a:close/>
                <a:moveTo>
                  <a:pt x="170281" y="55372"/>
                </a:moveTo>
                <a:lnTo>
                  <a:pt x="151653" y="52012"/>
                </a:lnTo>
                <a:cubicBezTo>
                  <a:pt x="153747" y="44413"/>
                  <a:pt x="157351" y="38788"/>
                  <a:pt x="162464" y="35137"/>
                </a:cubicBezTo>
                <a:cubicBezTo>
                  <a:pt x="167578" y="31485"/>
                  <a:pt x="175175" y="29659"/>
                  <a:pt x="185256" y="29659"/>
                </a:cubicBezTo>
                <a:cubicBezTo>
                  <a:pt x="194412" y="29659"/>
                  <a:pt x="201230" y="30742"/>
                  <a:pt x="205710" y="32909"/>
                </a:cubicBezTo>
                <a:cubicBezTo>
                  <a:pt x="210191" y="35076"/>
                  <a:pt x="213344" y="37828"/>
                  <a:pt x="215170" y="41164"/>
                </a:cubicBezTo>
                <a:cubicBezTo>
                  <a:pt x="216997" y="44500"/>
                  <a:pt x="217910" y="50624"/>
                  <a:pt x="217910" y="59536"/>
                </a:cubicBezTo>
                <a:lnTo>
                  <a:pt x="217691" y="83497"/>
                </a:lnTo>
                <a:cubicBezTo>
                  <a:pt x="217691" y="90315"/>
                  <a:pt x="218019" y="95343"/>
                  <a:pt x="218677" y="98582"/>
                </a:cubicBezTo>
                <a:cubicBezTo>
                  <a:pt x="219334" y="101820"/>
                  <a:pt x="220564" y="105290"/>
                  <a:pt x="222366" y="108991"/>
                </a:cubicBezTo>
                <a:lnTo>
                  <a:pt x="202058" y="108991"/>
                </a:lnTo>
                <a:cubicBezTo>
                  <a:pt x="201522" y="107628"/>
                  <a:pt x="200865" y="105607"/>
                  <a:pt x="200085" y="102928"/>
                </a:cubicBezTo>
                <a:cubicBezTo>
                  <a:pt x="199744" y="101711"/>
                  <a:pt x="199501" y="100907"/>
                  <a:pt x="199355" y="100518"/>
                </a:cubicBezTo>
                <a:cubicBezTo>
                  <a:pt x="195848" y="103927"/>
                  <a:pt x="192099" y="106483"/>
                  <a:pt x="188105" y="108188"/>
                </a:cubicBezTo>
                <a:cubicBezTo>
                  <a:pt x="184112" y="109892"/>
                  <a:pt x="179850" y="110745"/>
                  <a:pt x="175321" y="110745"/>
                </a:cubicBezTo>
                <a:cubicBezTo>
                  <a:pt x="167334" y="110745"/>
                  <a:pt x="161040" y="108587"/>
                  <a:pt x="156438" y="104271"/>
                </a:cubicBezTo>
                <a:cubicBezTo>
                  <a:pt x="151835" y="99954"/>
                  <a:pt x="149534" y="94499"/>
                  <a:pt x="149534" y="87903"/>
                </a:cubicBezTo>
                <a:cubicBezTo>
                  <a:pt x="149534" y="83538"/>
                  <a:pt x="150581" y="79646"/>
                  <a:pt x="152676" y="76228"/>
                </a:cubicBezTo>
                <a:cubicBezTo>
                  <a:pt x="154770" y="72809"/>
                  <a:pt x="157704" y="70189"/>
                  <a:pt x="161478" y="68371"/>
                </a:cubicBezTo>
                <a:cubicBezTo>
                  <a:pt x="165252" y="66552"/>
                  <a:pt x="170695" y="64964"/>
                  <a:pt x="177805" y="63606"/>
                </a:cubicBezTo>
                <a:cubicBezTo>
                  <a:pt x="187399" y="61812"/>
                  <a:pt x="194047" y="60139"/>
                  <a:pt x="197748" y="58587"/>
                </a:cubicBezTo>
                <a:lnTo>
                  <a:pt x="197748" y="56518"/>
                </a:lnTo>
                <a:cubicBezTo>
                  <a:pt x="197748" y="52529"/>
                  <a:pt x="196774" y="49686"/>
                  <a:pt x="194826" y="47987"/>
                </a:cubicBezTo>
                <a:cubicBezTo>
                  <a:pt x="192878" y="46287"/>
                  <a:pt x="189201" y="45437"/>
                  <a:pt x="183795" y="45437"/>
                </a:cubicBezTo>
                <a:cubicBezTo>
                  <a:pt x="180143" y="45437"/>
                  <a:pt x="177294" y="46173"/>
                  <a:pt x="175248" y="47643"/>
                </a:cubicBezTo>
                <a:cubicBezTo>
                  <a:pt x="173203" y="49111"/>
                  <a:pt x="171547" y="51688"/>
                  <a:pt x="170281" y="55372"/>
                </a:cubicBezTo>
                <a:moveTo>
                  <a:pt x="197748" y="72028"/>
                </a:moveTo>
                <a:cubicBezTo>
                  <a:pt x="195118" y="72894"/>
                  <a:pt x="190954" y="73929"/>
                  <a:pt x="185256" y="75132"/>
                </a:cubicBezTo>
                <a:cubicBezTo>
                  <a:pt x="179558" y="76335"/>
                  <a:pt x="175833" y="77513"/>
                  <a:pt x="174079" y="78669"/>
                </a:cubicBezTo>
                <a:cubicBezTo>
                  <a:pt x="171401" y="80545"/>
                  <a:pt x="170062" y="82927"/>
                  <a:pt x="170062" y="85814"/>
                </a:cubicBezTo>
                <a:cubicBezTo>
                  <a:pt x="170062" y="88654"/>
                  <a:pt x="171133" y="91109"/>
                  <a:pt x="173276" y="93178"/>
                </a:cubicBezTo>
                <a:cubicBezTo>
                  <a:pt x="175419" y="95247"/>
                  <a:pt x="178146" y="96281"/>
                  <a:pt x="181457" y="96281"/>
                </a:cubicBezTo>
                <a:cubicBezTo>
                  <a:pt x="185159" y="96281"/>
                  <a:pt x="188689" y="95078"/>
                  <a:pt x="192050" y="92671"/>
                </a:cubicBezTo>
                <a:cubicBezTo>
                  <a:pt x="194534" y="90844"/>
                  <a:pt x="196165" y="88606"/>
                  <a:pt x="196944" y="85958"/>
                </a:cubicBezTo>
                <a:cubicBezTo>
                  <a:pt x="197480" y="84226"/>
                  <a:pt x="197748" y="80930"/>
                  <a:pt x="197748" y="76071"/>
                </a:cubicBezTo>
                <a:lnTo>
                  <a:pt x="197748" y="72028"/>
                </a:lnTo>
                <a:close/>
                <a:moveTo>
                  <a:pt x="273099" y="31412"/>
                </a:moveTo>
                <a:lnTo>
                  <a:pt x="273099" y="47775"/>
                </a:lnTo>
                <a:lnTo>
                  <a:pt x="259073" y="47775"/>
                </a:lnTo>
                <a:lnTo>
                  <a:pt x="259073" y="78990"/>
                </a:lnTo>
                <a:cubicBezTo>
                  <a:pt x="259073" y="85312"/>
                  <a:pt x="259207" y="88996"/>
                  <a:pt x="259475" y="90042"/>
                </a:cubicBezTo>
                <a:cubicBezTo>
                  <a:pt x="259743" y="91086"/>
                  <a:pt x="260352" y="91949"/>
                  <a:pt x="261301" y="92630"/>
                </a:cubicBezTo>
                <a:cubicBezTo>
                  <a:pt x="262251" y="93311"/>
                  <a:pt x="263408" y="93651"/>
                  <a:pt x="264771" y="93651"/>
                </a:cubicBezTo>
                <a:cubicBezTo>
                  <a:pt x="266671" y="93651"/>
                  <a:pt x="269422" y="92993"/>
                  <a:pt x="273026" y="91678"/>
                </a:cubicBezTo>
                <a:lnTo>
                  <a:pt x="274779" y="107663"/>
                </a:lnTo>
                <a:cubicBezTo>
                  <a:pt x="270007" y="109717"/>
                  <a:pt x="264601" y="110745"/>
                  <a:pt x="258562" y="110745"/>
                </a:cubicBezTo>
                <a:cubicBezTo>
                  <a:pt x="254861" y="110745"/>
                  <a:pt x="251525" y="110124"/>
                  <a:pt x="248554" y="108882"/>
                </a:cubicBezTo>
                <a:cubicBezTo>
                  <a:pt x="245583" y="107640"/>
                  <a:pt x="243404" y="106033"/>
                  <a:pt x="242016" y="104061"/>
                </a:cubicBezTo>
                <a:cubicBezTo>
                  <a:pt x="240628" y="102088"/>
                  <a:pt x="239666" y="99422"/>
                  <a:pt x="239131" y="96061"/>
                </a:cubicBezTo>
                <a:cubicBezTo>
                  <a:pt x="238692" y="93675"/>
                  <a:pt x="238473" y="88854"/>
                  <a:pt x="238473" y="81597"/>
                </a:cubicBezTo>
                <a:lnTo>
                  <a:pt x="238473" y="47775"/>
                </a:lnTo>
                <a:lnTo>
                  <a:pt x="229050" y="47775"/>
                </a:lnTo>
                <a:lnTo>
                  <a:pt x="229050" y="31412"/>
                </a:lnTo>
                <a:lnTo>
                  <a:pt x="238473" y="31412"/>
                </a:lnTo>
                <a:lnTo>
                  <a:pt x="238473" y="15925"/>
                </a:lnTo>
                <a:lnTo>
                  <a:pt x="259073" y="3799"/>
                </a:lnTo>
                <a:lnTo>
                  <a:pt x="259073" y="31412"/>
                </a:lnTo>
                <a:lnTo>
                  <a:pt x="273099" y="31412"/>
                </a:lnTo>
                <a:close/>
                <a:moveTo>
                  <a:pt x="287343" y="20892"/>
                </a:moveTo>
                <a:lnTo>
                  <a:pt x="287343" y="1899"/>
                </a:lnTo>
                <a:lnTo>
                  <a:pt x="307870" y="1899"/>
                </a:lnTo>
                <a:lnTo>
                  <a:pt x="307870" y="20892"/>
                </a:lnTo>
                <a:lnTo>
                  <a:pt x="287343" y="20892"/>
                </a:lnTo>
                <a:moveTo>
                  <a:pt x="287343" y="108991"/>
                </a:moveTo>
                <a:lnTo>
                  <a:pt x="287343" y="31412"/>
                </a:lnTo>
                <a:lnTo>
                  <a:pt x="307870" y="31412"/>
                </a:lnTo>
                <a:lnTo>
                  <a:pt x="307870" y="108991"/>
                </a:lnTo>
                <a:lnTo>
                  <a:pt x="287343" y="108991"/>
                </a:lnTo>
                <a:close/>
                <a:moveTo>
                  <a:pt x="397027" y="54350"/>
                </a:moveTo>
                <a:lnTo>
                  <a:pt x="376792" y="58002"/>
                </a:lnTo>
                <a:cubicBezTo>
                  <a:pt x="376111" y="53984"/>
                  <a:pt x="374564" y="50959"/>
                  <a:pt x="372154" y="48926"/>
                </a:cubicBezTo>
                <a:cubicBezTo>
                  <a:pt x="369743" y="46892"/>
                  <a:pt x="366614" y="45876"/>
                  <a:pt x="362767" y="45876"/>
                </a:cubicBezTo>
                <a:cubicBezTo>
                  <a:pt x="357653" y="45876"/>
                  <a:pt x="353574" y="47636"/>
                  <a:pt x="350531" y="51156"/>
                </a:cubicBezTo>
                <a:cubicBezTo>
                  <a:pt x="347487" y="54676"/>
                  <a:pt x="345965" y="60563"/>
                  <a:pt x="345965" y="68816"/>
                </a:cubicBezTo>
                <a:cubicBezTo>
                  <a:pt x="345965" y="77993"/>
                  <a:pt x="347511" y="84475"/>
                  <a:pt x="350604" y="88263"/>
                </a:cubicBezTo>
                <a:cubicBezTo>
                  <a:pt x="353696" y="92050"/>
                  <a:pt x="357848" y="93943"/>
                  <a:pt x="363059" y="93943"/>
                </a:cubicBezTo>
                <a:cubicBezTo>
                  <a:pt x="366955" y="93943"/>
                  <a:pt x="370145" y="92835"/>
                  <a:pt x="372628" y="90619"/>
                </a:cubicBezTo>
                <a:cubicBezTo>
                  <a:pt x="375112" y="88403"/>
                  <a:pt x="376865" y="84593"/>
                  <a:pt x="377888" y="79187"/>
                </a:cubicBezTo>
                <a:lnTo>
                  <a:pt x="398050" y="82693"/>
                </a:lnTo>
                <a:cubicBezTo>
                  <a:pt x="395956" y="91946"/>
                  <a:pt x="391938" y="98935"/>
                  <a:pt x="385997" y="103659"/>
                </a:cubicBezTo>
                <a:cubicBezTo>
                  <a:pt x="380055" y="108383"/>
                  <a:pt x="372093" y="110745"/>
                  <a:pt x="362109" y="110745"/>
                </a:cubicBezTo>
                <a:cubicBezTo>
                  <a:pt x="350762" y="110745"/>
                  <a:pt x="341716" y="107165"/>
                  <a:pt x="334971" y="100006"/>
                </a:cubicBezTo>
                <a:cubicBezTo>
                  <a:pt x="328226" y="92847"/>
                  <a:pt x="324853" y="82937"/>
                  <a:pt x="324853" y="70275"/>
                </a:cubicBezTo>
                <a:cubicBezTo>
                  <a:pt x="324853" y="57466"/>
                  <a:pt x="328238" y="47495"/>
                  <a:pt x="335007" y="40360"/>
                </a:cubicBezTo>
                <a:cubicBezTo>
                  <a:pt x="341777" y="33226"/>
                  <a:pt x="350932" y="29659"/>
                  <a:pt x="362474" y="29659"/>
                </a:cubicBezTo>
                <a:cubicBezTo>
                  <a:pt x="371922" y="29659"/>
                  <a:pt x="379434" y="31692"/>
                  <a:pt x="385011" y="35758"/>
                </a:cubicBezTo>
                <a:cubicBezTo>
                  <a:pt x="390587" y="39825"/>
                  <a:pt x="394592" y="46022"/>
                  <a:pt x="397027" y="54350"/>
                </a:cubicBezTo>
                <a:close/>
                <a:moveTo>
                  <a:pt x="552221" y="108991"/>
                </a:moveTo>
                <a:lnTo>
                  <a:pt x="528698" y="108991"/>
                </a:lnTo>
                <a:lnTo>
                  <a:pt x="519348" y="84593"/>
                </a:lnTo>
                <a:lnTo>
                  <a:pt x="476540" y="84593"/>
                </a:lnTo>
                <a:lnTo>
                  <a:pt x="467701" y="108991"/>
                </a:lnTo>
                <a:lnTo>
                  <a:pt x="444763" y="108991"/>
                </a:lnTo>
                <a:lnTo>
                  <a:pt x="486475" y="1899"/>
                </a:lnTo>
                <a:lnTo>
                  <a:pt x="509340" y="1899"/>
                </a:lnTo>
                <a:lnTo>
                  <a:pt x="552221" y="108991"/>
                </a:lnTo>
                <a:moveTo>
                  <a:pt x="512408" y="66476"/>
                </a:moveTo>
                <a:lnTo>
                  <a:pt x="497652" y="26883"/>
                </a:lnTo>
                <a:lnTo>
                  <a:pt x="483188" y="66476"/>
                </a:lnTo>
                <a:lnTo>
                  <a:pt x="512408" y="66476"/>
                </a:lnTo>
                <a:close/>
                <a:moveTo>
                  <a:pt x="630495" y="108991"/>
                </a:moveTo>
                <a:lnTo>
                  <a:pt x="609968" y="108991"/>
                </a:lnTo>
                <a:lnTo>
                  <a:pt x="609968" y="69444"/>
                </a:lnTo>
                <a:cubicBezTo>
                  <a:pt x="609968" y="61076"/>
                  <a:pt x="609529" y="55665"/>
                  <a:pt x="608653" y="53208"/>
                </a:cubicBezTo>
                <a:cubicBezTo>
                  <a:pt x="607776" y="50752"/>
                  <a:pt x="606352" y="48843"/>
                  <a:pt x="604379" y="47481"/>
                </a:cubicBezTo>
                <a:cubicBezTo>
                  <a:pt x="602407" y="46118"/>
                  <a:pt x="600033" y="45437"/>
                  <a:pt x="597257" y="45437"/>
                </a:cubicBezTo>
                <a:cubicBezTo>
                  <a:pt x="593702" y="45437"/>
                  <a:pt x="590512" y="46411"/>
                  <a:pt x="587687" y="48357"/>
                </a:cubicBezTo>
                <a:cubicBezTo>
                  <a:pt x="584863" y="50302"/>
                  <a:pt x="582927" y="52880"/>
                  <a:pt x="581880" y="56091"/>
                </a:cubicBezTo>
                <a:cubicBezTo>
                  <a:pt x="580833" y="59301"/>
                  <a:pt x="580309" y="65236"/>
                  <a:pt x="580309" y="73895"/>
                </a:cubicBezTo>
                <a:lnTo>
                  <a:pt x="580309" y="108991"/>
                </a:lnTo>
                <a:lnTo>
                  <a:pt x="559782" y="108991"/>
                </a:lnTo>
                <a:lnTo>
                  <a:pt x="559782" y="31412"/>
                </a:lnTo>
                <a:lnTo>
                  <a:pt x="578848" y="31412"/>
                </a:lnTo>
                <a:lnTo>
                  <a:pt x="578848" y="42808"/>
                </a:lnTo>
                <a:cubicBezTo>
                  <a:pt x="585618" y="34042"/>
                  <a:pt x="594140" y="29659"/>
                  <a:pt x="604416" y="29659"/>
                </a:cubicBezTo>
                <a:cubicBezTo>
                  <a:pt x="608945" y="29659"/>
                  <a:pt x="613085" y="30474"/>
                  <a:pt x="616835" y="32106"/>
                </a:cubicBezTo>
                <a:cubicBezTo>
                  <a:pt x="620584" y="33737"/>
                  <a:pt x="623421" y="35819"/>
                  <a:pt x="625345" y="38352"/>
                </a:cubicBezTo>
                <a:cubicBezTo>
                  <a:pt x="627269" y="40884"/>
                  <a:pt x="628608" y="43757"/>
                  <a:pt x="629363" y="46972"/>
                </a:cubicBezTo>
                <a:cubicBezTo>
                  <a:pt x="630118" y="50186"/>
                  <a:pt x="630495" y="54788"/>
                  <a:pt x="630495" y="60778"/>
                </a:cubicBezTo>
                <a:lnTo>
                  <a:pt x="630495" y="108991"/>
                </a:lnTo>
                <a:close/>
                <a:moveTo>
                  <a:pt x="667128" y="55372"/>
                </a:moveTo>
                <a:lnTo>
                  <a:pt x="648500" y="52012"/>
                </a:lnTo>
                <a:cubicBezTo>
                  <a:pt x="650594" y="44413"/>
                  <a:pt x="654198" y="38788"/>
                  <a:pt x="659312" y="35137"/>
                </a:cubicBezTo>
                <a:cubicBezTo>
                  <a:pt x="664425" y="31485"/>
                  <a:pt x="672022" y="29659"/>
                  <a:pt x="682103" y="29659"/>
                </a:cubicBezTo>
                <a:cubicBezTo>
                  <a:pt x="691259" y="29659"/>
                  <a:pt x="698077" y="30742"/>
                  <a:pt x="702557" y="32909"/>
                </a:cubicBezTo>
                <a:cubicBezTo>
                  <a:pt x="707038" y="35076"/>
                  <a:pt x="710191" y="37828"/>
                  <a:pt x="712018" y="41164"/>
                </a:cubicBezTo>
                <a:cubicBezTo>
                  <a:pt x="713844" y="44500"/>
                  <a:pt x="714757" y="50624"/>
                  <a:pt x="714757" y="59536"/>
                </a:cubicBezTo>
                <a:lnTo>
                  <a:pt x="714538" y="83497"/>
                </a:lnTo>
                <a:cubicBezTo>
                  <a:pt x="714538" y="90315"/>
                  <a:pt x="714866" y="95343"/>
                  <a:pt x="715524" y="98582"/>
                </a:cubicBezTo>
                <a:cubicBezTo>
                  <a:pt x="716181" y="101820"/>
                  <a:pt x="717411" y="105290"/>
                  <a:pt x="719213" y="108991"/>
                </a:cubicBezTo>
                <a:lnTo>
                  <a:pt x="698905" y="108991"/>
                </a:lnTo>
                <a:cubicBezTo>
                  <a:pt x="698369" y="107628"/>
                  <a:pt x="697712" y="105607"/>
                  <a:pt x="696933" y="102928"/>
                </a:cubicBezTo>
                <a:cubicBezTo>
                  <a:pt x="696592" y="101711"/>
                  <a:pt x="696348" y="100907"/>
                  <a:pt x="696202" y="100518"/>
                </a:cubicBezTo>
                <a:cubicBezTo>
                  <a:pt x="692696" y="103927"/>
                  <a:pt x="688946" y="106483"/>
                  <a:pt x="684952" y="108188"/>
                </a:cubicBezTo>
                <a:cubicBezTo>
                  <a:pt x="680959" y="109892"/>
                  <a:pt x="676698" y="110745"/>
                  <a:pt x="672168" y="110745"/>
                </a:cubicBezTo>
                <a:cubicBezTo>
                  <a:pt x="664182" y="110745"/>
                  <a:pt x="657887" y="108587"/>
                  <a:pt x="653285" y="104271"/>
                </a:cubicBezTo>
                <a:cubicBezTo>
                  <a:pt x="648683" y="99954"/>
                  <a:pt x="646382" y="94499"/>
                  <a:pt x="646382" y="87903"/>
                </a:cubicBezTo>
                <a:cubicBezTo>
                  <a:pt x="646382" y="83538"/>
                  <a:pt x="647429" y="79646"/>
                  <a:pt x="649523" y="76228"/>
                </a:cubicBezTo>
                <a:cubicBezTo>
                  <a:pt x="651617" y="72809"/>
                  <a:pt x="654551" y="70189"/>
                  <a:pt x="658325" y="68371"/>
                </a:cubicBezTo>
                <a:cubicBezTo>
                  <a:pt x="662100" y="66552"/>
                  <a:pt x="667542" y="64964"/>
                  <a:pt x="674652" y="63606"/>
                </a:cubicBezTo>
                <a:cubicBezTo>
                  <a:pt x="684246" y="61812"/>
                  <a:pt x="690894" y="60139"/>
                  <a:pt x="694595" y="58587"/>
                </a:cubicBezTo>
                <a:lnTo>
                  <a:pt x="694595" y="56518"/>
                </a:lnTo>
                <a:cubicBezTo>
                  <a:pt x="694595" y="52529"/>
                  <a:pt x="693621" y="49686"/>
                  <a:pt x="691673" y="47987"/>
                </a:cubicBezTo>
                <a:cubicBezTo>
                  <a:pt x="689725" y="46287"/>
                  <a:pt x="686048" y="45437"/>
                  <a:pt x="680642" y="45437"/>
                </a:cubicBezTo>
                <a:cubicBezTo>
                  <a:pt x="676990" y="45437"/>
                  <a:pt x="674141" y="46173"/>
                  <a:pt x="672095" y="47643"/>
                </a:cubicBezTo>
                <a:cubicBezTo>
                  <a:pt x="670050" y="49111"/>
                  <a:pt x="668394" y="51688"/>
                  <a:pt x="667128" y="55372"/>
                </a:cubicBezTo>
                <a:moveTo>
                  <a:pt x="694595" y="72028"/>
                </a:moveTo>
                <a:cubicBezTo>
                  <a:pt x="691965" y="72894"/>
                  <a:pt x="687801" y="73929"/>
                  <a:pt x="682103" y="75132"/>
                </a:cubicBezTo>
                <a:cubicBezTo>
                  <a:pt x="676405" y="76335"/>
                  <a:pt x="672680" y="77513"/>
                  <a:pt x="670927" y="78669"/>
                </a:cubicBezTo>
                <a:cubicBezTo>
                  <a:pt x="668248" y="80545"/>
                  <a:pt x="666909" y="82927"/>
                  <a:pt x="666909" y="85814"/>
                </a:cubicBezTo>
                <a:cubicBezTo>
                  <a:pt x="666909" y="88654"/>
                  <a:pt x="667980" y="91109"/>
                  <a:pt x="670123" y="93178"/>
                </a:cubicBezTo>
                <a:cubicBezTo>
                  <a:pt x="672266" y="95247"/>
                  <a:pt x="674993" y="96281"/>
                  <a:pt x="678305" y="96281"/>
                </a:cubicBezTo>
                <a:cubicBezTo>
                  <a:pt x="682006" y="96281"/>
                  <a:pt x="685537" y="95078"/>
                  <a:pt x="688897" y="92671"/>
                </a:cubicBezTo>
                <a:cubicBezTo>
                  <a:pt x="691381" y="90844"/>
                  <a:pt x="693012" y="88606"/>
                  <a:pt x="693791" y="85958"/>
                </a:cubicBezTo>
                <a:cubicBezTo>
                  <a:pt x="694327" y="84226"/>
                  <a:pt x="694595" y="80930"/>
                  <a:pt x="694595" y="76071"/>
                </a:cubicBezTo>
                <a:lnTo>
                  <a:pt x="694595" y="72028"/>
                </a:lnTo>
                <a:close/>
                <a:moveTo>
                  <a:pt x="734371" y="108991"/>
                </a:moveTo>
                <a:lnTo>
                  <a:pt x="734371" y="1899"/>
                </a:lnTo>
                <a:lnTo>
                  <a:pt x="754898" y="1899"/>
                </a:lnTo>
                <a:lnTo>
                  <a:pt x="754898" y="108991"/>
                </a:lnTo>
                <a:lnTo>
                  <a:pt x="734371" y="108991"/>
                </a:lnTo>
                <a:close/>
                <a:moveTo>
                  <a:pt x="766545" y="31412"/>
                </a:moveTo>
                <a:lnTo>
                  <a:pt x="788387" y="31412"/>
                </a:lnTo>
                <a:lnTo>
                  <a:pt x="806942" y="86544"/>
                </a:lnTo>
                <a:lnTo>
                  <a:pt x="825058" y="31412"/>
                </a:lnTo>
                <a:lnTo>
                  <a:pt x="846316" y="31412"/>
                </a:lnTo>
                <a:lnTo>
                  <a:pt x="818922" y="106095"/>
                </a:lnTo>
                <a:lnTo>
                  <a:pt x="814028" y="119657"/>
                </a:lnTo>
                <a:cubicBezTo>
                  <a:pt x="812226" y="124186"/>
                  <a:pt x="810509" y="127644"/>
                  <a:pt x="808878" y="130030"/>
                </a:cubicBezTo>
                <a:cubicBezTo>
                  <a:pt x="807246" y="132416"/>
                  <a:pt x="805371" y="134352"/>
                  <a:pt x="803253" y="135838"/>
                </a:cubicBezTo>
                <a:cubicBezTo>
                  <a:pt x="801134" y="137323"/>
                  <a:pt x="798529" y="138480"/>
                  <a:pt x="795436" y="139307"/>
                </a:cubicBezTo>
                <a:cubicBezTo>
                  <a:pt x="792344" y="140135"/>
                  <a:pt x="788850" y="140549"/>
                  <a:pt x="784954" y="140549"/>
                </a:cubicBezTo>
                <a:cubicBezTo>
                  <a:pt x="781009" y="140549"/>
                  <a:pt x="777137" y="140135"/>
                  <a:pt x="773339" y="139307"/>
                </a:cubicBezTo>
                <a:lnTo>
                  <a:pt x="771512" y="123236"/>
                </a:lnTo>
                <a:cubicBezTo>
                  <a:pt x="774727" y="123869"/>
                  <a:pt x="777624" y="124186"/>
                  <a:pt x="780205" y="124186"/>
                </a:cubicBezTo>
                <a:cubicBezTo>
                  <a:pt x="784978" y="124186"/>
                  <a:pt x="788509" y="122786"/>
                  <a:pt x="790798" y="119986"/>
                </a:cubicBezTo>
                <a:cubicBezTo>
                  <a:pt x="793087" y="117185"/>
                  <a:pt x="794840" y="113618"/>
                  <a:pt x="796057" y="109284"/>
                </a:cubicBezTo>
                <a:lnTo>
                  <a:pt x="766545" y="31412"/>
                </a:lnTo>
                <a:close/>
                <a:moveTo>
                  <a:pt x="847448" y="108991"/>
                </a:moveTo>
                <a:lnTo>
                  <a:pt x="847448" y="92774"/>
                </a:lnTo>
                <a:lnTo>
                  <a:pt x="876522" y="59607"/>
                </a:lnTo>
                <a:cubicBezTo>
                  <a:pt x="881294" y="54188"/>
                  <a:pt x="884825" y="50341"/>
                  <a:pt x="887114" y="48067"/>
                </a:cubicBezTo>
                <a:cubicBezTo>
                  <a:pt x="884728" y="48213"/>
                  <a:pt x="881587" y="48311"/>
                  <a:pt x="877691" y="48359"/>
                </a:cubicBezTo>
                <a:lnTo>
                  <a:pt x="850297" y="48506"/>
                </a:lnTo>
                <a:lnTo>
                  <a:pt x="850297" y="31412"/>
                </a:lnTo>
                <a:lnTo>
                  <a:pt x="914435" y="31412"/>
                </a:lnTo>
                <a:lnTo>
                  <a:pt x="914435" y="46022"/>
                </a:lnTo>
                <a:lnTo>
                  <a:pt x="884776" y="80045"/>
                </a:lnTo>
                <a:lnTo>
                  <a:pt x="874330" y="91313"/>
                </a:lnTo>
                <a:cubicBezTo>
                  <a:pt x="880028" y="91021"/>
                  <a:pt x="883559" y="90875"/>
                  <a:pt x="884923" y="90875"/>
                </a:cubicBezTo>
                <a:lnTo>
                  <a:pt x="916700" y="90875"/>
                </a:lnTo>
                <a:lnTo>
                  <a:pt x="916700" y="108991"/>
                </a:lnTo>
                <a:lnTo>
                  <a:pt x="847448" y="108991"/>
                </a:lnTo>
                <a:close/>
                <a:moveTo>
                  <a:pt x="975432" y="84300"/>
                </a:moveTo>
                <a:lnTo>
                  <a:pt x="995886" y="87807"/>
                </a:lnTo>
                <a:cubicBezTo>
                  <a:pt x="993256" y="95282"/>
                  <a:pt x="989105" y="100974"/>
                  <a:pt x="983431" y="104882"/>
                </a:cubicBezTo>
                <a:cubicBezTo>
                  <a:pt x="977757" y="108791"/>
                  <a:pt x="970659" y="110745"/>
                  <a:pt x="962137" y="110745"/>
                </a:cubicBezTo>
                <a:cubicBezTo>
                  <a:pt x="948647" y="110745"/>
                  <a:pt x="938663" y="106337"/>
                  <a:pt x="932186" y="97522"/>
                </a:cubicBezTo>
                <a:cubicBezTo>
                  <a:pt x="927073" y="90461"/>
                  <a:pt x="924516" y="81549"/>
                  <a:pt x="924516" y="70786"/>
                </a:cubicBezTo>
                <a:cubicBezTo>
                  <a:pt x="924516" y="57929"/>
                  <a:pt x="927876" y="47860"/>
                  <a:pt x="934597" y="40580"/>
                </a:cubicBezTo>
                <a:cubicBezTo>
                  <a:pt x="941317" y="33299"/>
                  <a:pt x="949816" y="29659"/>
                  <a:pt x="960091" y="29659"/>
                </a:cubicBezTo>
                <a:cubicBezTo>
                  <a:pt x="971633" y="29659"/>
                  <a:pt x="980740" y="33469"/>
                  <a:pt x="987412" y="41091"/>
                </a:cubicBezTo>
                <a:cubicBezTo>
                  <a:pt x="994084" y="48713"/>
                  <a:pt x="997274" y="60388"/>
                  <a:pt x="996982" y="76119"/>
                </a:cubicBezTo>
                <a:lnTo>
                  <a:pt x="945554" y="76119"/>
                </a:lnTo>
                <a:cubicBezTo>
                  <a:pt x="945700" y="82206"/>
                  <a:pt x="947356" y="86942"/>
                  <a:pt x="950522" y="90327"/>
                </a:cubicBezTo>
                <a:cubicBezTo>
                  <a:pt x="953687" y="93712"/>
                  <a:pt x="957632" y="95404"/>
                  <a:pt x="962356" y="95404"/>
                </a:cubicBezTo>
                <a:cubicBezTo>
                  <a:pt x="965570" y="95404"/>
                  <a:pt x="968273" y="94527"/>
                  <a:pt x="970465" y="92774"/>
                </a:cubicBezTo>
                <a:cubicBezTo>
                  <a:pt x="972656" y="91021"/>
                  <a:pt x="974312" y="88196"/>
                  <a:pt x="975432" y="84300"/>
                </a:cubicBezTo>
                <a:moveTo>
                  <a:pt x="976601" y="63554"/>
                </a:moveTo>
                <a:cubicBezTo>
                  <a:pt x="976455" y="57637"/>
                  <a:pt x="974921" y="53138"/>
                  <a:pt x="971999" y="50058"/>
                </a:cubicBezTo>
                <a:cubicBezTo>
                  <a:pt x="969077" y="46978"/>
                  <a:pt x="965521" y="45437"/>
                  <a:pt x="961333" y="45437"/>
                </a:cubicBezTo>
                <a:cubicBezTo>
                  <a:pt x="956853" y="45437"/>
                  <a:pt x="953152" y="47062"/>
                  <a:pt x="950230" y="50311"/>
                </a:cubicBezTo>
                <a:cubicBezTo>
                  <a:pt x="947308" y="53562"/>
                  <a:pt x="945871" y="57976"/>
                  <a:pt x="945920" y="63554"/>
                </a:cubicBezTo>
                <a:lnTo>
                  <a:pt x="976601" y="63554"/>
                </a:lnTo>
                <a:close/>
                <a:moveTo>
                  <a:pt x="1032740" y="108991"/>
                </a:moveTo>
                <a:lnTo>
                  <a:pt x="1012213" y="108991"/>
                </a:lnTo>
                <a:lnTo>
                  <a:pt x="1012213" y="31412"/>
                </a:lnTo>
                <a:lnTo>
                  <a:pt x="1031279" y="31412"/>
                </a:lnTo>
                <a:lnTo>
                  <a:pt x="1031279" y="42442"/>
                </a:lnTo>
                <a:cubicBezTo>
                  <a:pt x="1034542" y="37231"/>
                  <a:pt x="1037476" y="33798"/>
                  <a:pt x="1040082" y="32142"/>
                </a:cubicBezTo>
                <a:cubicBezTo>
                  <a:pt x="1042687" y="30486"/>
                  <a:pt x="1045646" y="29659"/>
                  <a:pt x="1048957" y="29659"/>
                </a:cubicBezTo>
                <a:cubicBezTo>
                  <a:pt x="1053632" y="29659"/>
                  <a:pt x="1058137" y="30949"/>
                  <a:pt x="1062472" y="33530"/>
                </a:cubicBezTo>
                <a:lnTo>
                  <a:pt x="1056116" y="51428"/>
                </a:lnTo>
                <a:cubicBezTo>
                  <a:pt x="1052658" y="49187"/>
                  <a:pt x="1049444" y="48067"/>
                  <a:pt x="1046473" y="48067"/>
                </a:cubicBezTo>
                <a:cubicBezTo>
                  <a:pt x="1043600" y="48067"/>
                  <a:pt x="1041165" y="48859"/>
                  <a:pt x="1039168" y="50441"/>
                </a:cubicBezTo>
                <a:cubicBezTo>
                  <a:pt x="1037172" y="52024"/>
                  <a:pt x="1035601" y="54885"/>
                  <a:pt x="1034457" y="59025"/>
                </a:cubicBezTo>
                <a:cubicBezTo>
                  <a:pt x="1033312" y="63164"/>
                  <a:pt x="1032740" y="71833"/>
                  <a:pt x="1032740" y="85031"/>
                </a:cubicBezTo>
                <a:lnTo>
                  <a:pt x="1032740" y="108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0FDF16-2250-4C60-885E-3E8BDA50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892" y="1304783"/>
            <a:ext cx="591202" cy="586740"/>
          </a:xfrm>
          <a:custGeom xmlns:a="http://schemas.openxmlformats.org/drawingml/2006/main">
            <a:pathLst>
              <a:path w="591202" h="586740">
                <a:moveTo>
                  <a:pt x="20053" y="497611"/>
                </a:moveTo>
                <a:lnTo>
                  <a:pt x="112893" y="404768"/>
                </a:lnTo>
                <a:cubicBezTo>
                  <a:pt x="125519" y="392142"/>
                  <a:pt x="142601" y="387685"/>
                  <a:pt x="158941" y="390656"/>
                </a:cubicBezTo>
                <a:lnTo>
                  <a:pt x="191621" y="357976"/>
                </a:lnTo>
                <a:cubicBezTo>
                  <a:pt x="162655" y="320839"/>
                  <a:pt x="145572" y="273303"/>
                  <a:pt x="145572" y="222797"/>
                </a:cubicBezTo>
                <a:cubicBezTo>
                  <a:pt x="145572" y="100245"/>
                  <a:pt x="245839" y="0"/>
                  <a:pt x="368387" y="0"/>
                </a:cubicBezTo>
                <a:cubicBezTo>
                  <a:pt x="490935" y="0"/>
                  <a:pt x="591201" y="100245"/>
                  <a:pt x="591202" y="222797"/>
                </a:cubicBezTo>
                <a:cubicBezTo>
                  <a:pt x="591202" y="345349"/>
                  <a:pt x="490935" y="445619"/>
                  <a:pt x="368387" y="445619"/>
                </a:cubicBezTo>
                <a:cubicBezTo>
                  <a:pt x="317882" y="445619"/>
                  <a:pt x="271091" y="428536"/>
                  <a:pt x="233213" y="399569"/>
                </a:cubicBezTo>
                <a:lnTo>
                  <a:pt x="200533" y="432250"/>
                </a:lnTo>
                <a:cubicBezTo>
                  <a:pt x="203504" y="448590"/>
                  <a:pt x="199048" y="465673"/>
                  <a:pt x="186422" y="478300"/>
                </a:cubicBezTo>
                <a:lnTo>
                  <a:pt x="93582" y="571142"/>
                </a:lnTo>
                <a:cubicBezTo>
                  <a:pt x="83184" y="581540"/>
                  <a:pt x="69815" y="586740"/>
                  <a:pt x="56446" y="586740"/>
                </a:cubicBezTo>
                <a:cubicBezTo>
                  <a:pt x="43078" y="586740"/>
                  <a:pt x="29709" y="581540"/>
                  <a:pt x="19311" y="571142"/>
                </a:cubicBezTo>
                <a:cubicBezTo>
                  <a:pt x="0" y="550345"/>
                  <a:pt x="0" y="517665"/>
                  <a:pt x="20053" y="497611"/>
                </a:cubicBezTo>
                <a:close/>
                <a:moveTo>
                  <a:pt x="369130" y="400312"/>
                </a:moveTo>
                <a:cubicBezTo>
                  <a:pt x="467168" y="400312"/>
                  <a:pt x="547381" y="320096"/>
                  <a:pt x="547381" y="222054"/>
                </a:cubicBezTo>
                <a:cubicBezTo>
                  <a:pt x="547381" y="124013"/>
                  <a:pt x="467168" y="43797"/>
                  <a:pt x="369130" y="43797"/>
                </a:cubicBezTo>
                <a:cubicBezTo>
                  <a:pt x="271091" y="43797"/>
                  <a:pt x="190878" y="124013"/>
                  <a:pt x="190878" y="222054"/>
                </a:cubicBezTo>
                <a:cubicBezTo>
                  <a:pt x="190878" y="320096"/>
                  <a:pt x="271091" y="400312"/>
                  <a:pt x="369130" y="400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057F4-D830-4B84-BB44-0846942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23" y="1329896"/>
            <a:ext cx="1093343" cy="532977"/>
          </a:xfrm>
          <a:custGeom xmlns:a="http://schemas.openxmlformats.org/drawingml/2006/main">
            <a:pathLst>
              <a:path w="1093343" h="532977">
                <a:moveTo>
                  <a:pt x="0" y="532977"/>
                </a:moveTo>
                <a:lnTo>
                  <a:pt x="0" y="0"/>
                </a:lnTo>
                <a:lnTo>
                  <a:pt x="1093343" y="0"/>
                </a:lnTo>
                <a:lnTo>
                  <a:pt x="1093343" y="532977"/>
                </a:lnTo>
                <a:lnTo>
                  <a:pt x="0" y="5329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C9233-CFA7-4221-9B6A-CE3649EC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423" y="1329896"/>
            <a:ext cx="1093343" cy="532977"/>
          </a:xfrm>
          <a:custGeom xmlns:a="http://schemas.openxmlformats.org/drawingml/2006/main">
            <a:pathLst>
              <a:path w="1093343" h="532977" fill="none">
                <a:moveTo>
                  <a:pt x="0" y="532977"/>
                </a:moveTo>
                <a:lnTo>
                  <a:pt x="1093343" y="532977"/>
                </a:lnTo>
                <a:lnTo>
                  <a:pt x="1093343" y="0"/>
                </a:lnTo>
                <a:lnTo>
                  <a:pt x="0" y="0"/>
                </a:lnTo>
                <a:lnTo>
                  <a:pt x="0" y="532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595959"/>
            </a:solidFill>
            <a:round/>
          </a:ln>
        </p:spPr>
      </p:sp>
      <p:sp>
        <p:nvSpPr>
          <p:cNvPr id="38" name="Text Enumeration">
            <a:extLst xmlns:a="http://schemas.openxmlformats.org/drawingml/2006/main">
              <a:ext uri="{FF2B5EF4-FFF2-40B4-BE49-F238E27FC236}">
                <a16:creationId xmlns:a16="http://schemas.microsoft.com/office/drawing/2014/main" id="{BC4366B0-F55A-4F0A-B468-F46BD49E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566" y="1545265"/>
            <a:ext cx="892664" cy="108845"/>
          </a:xfrm>
          <a:custGeom xmlns:a="http://schemas.openxmlformats.org/drawingml/2006/main">
            <a:pathLst>
              <a:path w="892664" h="108845">
                <a:moveTo>
                  <a:pt x="0" y="107092"/>
                </a:moveTo>
                <a:lnTo>
                  <a:pt x="0" y="0"/>
                </a:lnTo>
                <a:lnTo>
                  <a:pt x="79406" y="0"/>
                </a:lnTo>
                <a:lnTo>
                  <a:pt x="79406" y="18117"/>
                </a:lnTo>
                <a:lnTo>
                  <a:pt x="21623" y="18117"/>
                </a:lnTo>
                <a:lnTo>
                  <a:pt x="21623" y="41785"/>
                </a:lnTo>
                <a:lnTo>
                  <a:pt x="75388" y="41785"/>
                </a:lnTo>
                <a:lnTo>
                  <a:pt x="75388" y="59901"/>
                </a:lnTo>
                <a:lnTo>
                  <a:pt x="21623" y="59901"/>
                </a:lnTo>
                <a:lnTo>
                  <a:pt x="21623" y="88976"/>
                </a:lnTo>
                <a:lnTo>
                  <a:pt x="81451" y="88976"/>
                </a:lnTo>
                <a:lnTo>
                  <a:pt x="81451" y="107092"/>
                </a:lnTo>
                <a:lnTo>
                  <a:pt x="0" y="107092"/>
                </a:lnTo>
                <a:close/>
                <a:moveTo>
                  <a:pt x="170209" y="107092"/>
                </a:moveTo>
                <a:lnTo>
                  <a:pt x="149682" y="107092"/>
                </a:lnTo>
                <a:lnTo>
                  <a:pt x="149682" y="67544"/>
                </a:lnTo>
                <a:cubicBezTo>
                  <a:pt x="149682" y="59177"/>
                  <a:pt x="149243" y="53765"/>
                  <a:pt x="148367" y="51309"/>
                </a:cubicBezTo>
                <a:cubicBezTo>
                  <a:pt x="147490" y="48853"/>
                  <a:pt x="146066" y="46943"/>
                  <a:pt x="144093" y="45581"/>
                </a:cubicBezTo>
                <a:cubicBezTo>
                  <a:pt x="142121" y="44219"/>
                  <a:pt x="139747" y="43538"/>
                  <a:pt x="136971" y="43538"/>
                </a:cubicBezTo>
                <a:cubicBezTo>
                  <a:pt x="133416" y="43538"/>
                  <a:pt x="130226" y="44511"/>
                  <a:pt x="127401" y="46458"/>
                </a:cubicBezTo>
                <a:cubicBezTo>
                  <a:pt x="124577" y="48403"/>
                  <a:pt x="122641" y="50981"/>
                  <a:pt x="121594" y="54192"/>
                </a:cubicBezTo>
                <a:cubicBezTo>
                  <a:pt x="120547" y="57402"/>
                  <a:pt x="120023" y="63336"/>
                  <a:pt x="120023" y="71996"/>
                </a:cubicBezTo>
                <a:lnTo>
                  <a:pt x="120023" y="107092"/>
                </a:lnTo>
                <a:lnTo>
                  <a:pt x="99496" y="107092"/>
                </a:lnTo>
                <a:lnTo>
                  <a:pt x="99496" y="29512"/>
                </a:lnTo>
                <a:lnTo>
                  <a:pt x="118562" y="29512"/>
                </a:lnTo>
                <a:lnTo>
                  <a:pt x="118562" y="40908"/>
                </a:lnTo>
                <a:cubicBezTo>
                  <a:pt x="125332" y="32142"/>
                  <a:pt x="133854" y="27759"/>
                  <a:pt x="144130" y="27759"/>
                </a:cubicBezTo>
                <a:cubicBezTo>
                  <a:pt x="148659" y="27759"/>
                  <a:pt x="152799" y="28575"/>
                  <a:pt x="156548" y="30206"/>
                </a:cubicBezTo>
                <a:cubicBezTo>
                  <a:pt x="160298" y="31838"/>
                  <a:pt x="163135" y="33920"/>
                  <a:pt x="165059" y="36452"/>
                </a:cubicBezTo>
                <a:cubicBezTo>
                  <a:pt x="166983" y="38985"/>
                  <a:pt x="168322" y="41858"/>
                  <a:pt x="169077" y="45072"/>
                </a:cubicBezTo>
                <a:cubicBezTo>
                  <a:pt x="169832" y="48286"/>
                  <a:pt x="170209" y="52889"/>
                  <a:pt x="170209" y="58879"/>
                </a:cubicBezTo>
                <a:lnTo>
                  <a:pt x="170209" y="107092"/>
                </a:lnTo>
                <a:close/>
                <a:moveTo>
                  <a:pt x="242414" y="107092"/>
                </a:moveTo>
                <a:lnTo>
                  <a:pt x="242414" y="95477"/>
                </a:lnTo>
                <a:cubicBezTo>
                  <a:pt x="239590" y="99617"/>
                  <a:pt x="235876" y="102880"/>
                  <a:pt x="231274" y="105266"/>
                </a:cubicBezTo>
                <a:cubicBezTo>
                  <a:pt x="226672" y="107652"/>
                  <a:pt x="221814" y="108845"/>
                  <a:pt x="216700" y="108845"/>
                </a:cubicBezTo>
                <a:cubicBezTo>
                  <a:pt x="211489" y="108845"/>
                  <a:pt x="206814" y="107701"/>
                  <a:pt x="202675" y="105412"/>
                </a:cubicBezTo>
                <a:cubicBezTo>
                  <a:pt x="198535" y="103123"/>
                  <a:pt x="195540" y="99909"/>
                  <a:pt x="193689" y="95769"/>
                </a:cubicBezTo>
                <a:cubicBezTo>
                  <a:pt x="191839" y="91630"/>
                  <a:pt x="190914" y="85907"/>
                  <a:pt x="190914" y="78602"/>
                </a:cubicBezTo>
                <a:lnTo>
                  <a:pt x="190914" y="29512"/>
                </a:lnTo>
                <a:lnTo>
                  <a:pt x="211441" y="29512"/>
                </a:lnTo>
                <a:lnTo>
                  <a:pt x="211441" y="65079"/>
                </a:lnTo>
                <a:cubicBezTo>
                  <a:pt x="211441" y="75963"/>
                  <a:pt x="211818" y="82632"/>
                  <a:pt x="212573" y="85086"/>
                </a:cubicBezTo>
                <a:cubicBezTo>
                  <a:pt x="213328" y="87539"/>
                  <a:pt x="214704" y="89482"/>
                  <a:pt x="216700" y="90916"/>
                </a:cubicBezTo>
                <a:cubicBezTo>
                  <a:pt x="218697" y="92350"/>
                  <a:pt x="221230" y="93066"/>
                  <a:pt x="224298" y="93066"/>
                </a:cubicBezTo>
                <a:cubicBezTo>
                  <a:pt x="227804" y="93066"/>
                  <a:pt x="230945" y="92107"/>
                  <a:pt x="233721" y="90188"/>
                </a:cubicBezTo>
                <a:cubicBezTo>
                  <a:pt x="236497" y="88269"/>
                  <a:pt x="238396" y="85888"/>
                  <a:pt x="239419" y="83045"/>
                </a:cubicBezTo>
                <a:cubicBezTo>
                  <a:pt x="240442" y="80202"/>
                  <a:pt x="240953" y="73242"/>
                  <a:pt x="240953" y="62164"/>
                </a:cubicBezTo>
                <a:lnTo>
                  <a:pt x="240953" y="29512"/>
                </a:lnTo>
                <a:lnTo>
                  <a:pt x="261480" y="29512"/>
                </a:lnTo>
                <a:lnTo>
                  <a:pt x="261480" y="107092"/>
                </a:lnTo>
                <a:lnTo>
                  <a:pt x="242414" y="107092"/>
                </a:lnTo>
                <a:close/>
                <a:moveTo>
                  <a:pt x="281677" y="29512"/>
                </a:moveTo>
                <a:lnTo>
                  <a:pt x="300597" y="29512"/>
                </a:lnTo>
                <a:lnTo>
                  <a:pt x="300597" y="40105"/>
                </a:lnTo>
                <a:cubicBezTo>
                  <a:pt x="307366" y="31874"/>
                  <a:pt x="315426" y="27759"/>
                  <a:pt x="324777" y="27759"/>
                </a:cubicBezTo>
                <a:cubicBezTo>
                  <a:pt x="329744" y="27759"/>
                  <a:pt x="334054" y="28786"/>
                  <a:pt x="337707" y="30841"/>
                </a:cubicBezTo>
                <a:cubicBezTo>
                  <a:pt x="341359" y="32896"/>
                  <a:pt x="344354" y="36003"/>
                  <a:pt x="346692" y="40162"/>
                </a:cubicBezTo>
                <a:cubicBezTo>
                  <a:pt x="350101" y="36003"/>
                  <a:pt x="353778" y="32896"/>
                  <a:pt x="357723" y="30841"/>
                </a:cubicBezTo>
                <a:cubicBezTo>
                  <a:pt x="361667" y="28786"/>
                  <a:pt x="365880" y="27759"/>
                  <a:pt x="370360" y="27759"/>
                </a:cubicBezTo>
                <a:cubicBezTo>
                  <a:pt x="376058" y="27759"/>
                  <a:pt x="380880" y="28916"/>
                  <a:pt x="384824" y="31229"/>
                </a:cubicBezTo>
                <a:cubicBezTo>
                  <a:pt x="388769" y="33542"/>
                  <a:pt x="391715" y="36939"/>
                  <a:pt x="393663" y="41420"/>
                </a:cubicBezTo>
                <a:cubicBezTo>
                  <a:pt x="395076" y="44731"/>
                  <a:pt x="395782" y="50088"/>
                  <a:pt x="395782" y="57491"/>
                </a:cubicBezTo>
                <a:lnTo>
                  <a:pt x="395782" y="107092"/>
                </a:lnTo>
                <a:lnTo>
                  <a:pt x="375255" y="107092"/>
                </a:lnTo>
                <a:lnTo>
                  <a:pt x="375255" y="62801"/>
                </a:lnTo>
                <a:cubicBezTo>
                  <a:pt x="375255" y="55115"/>
                  <a:pt x="374549" y="50154"/>
                  <a:pt x="373136" y="47917"/>
                </a:cubicBezTo>
                <a:cubicBezTo>
                  <a:pt x="371237" y="44998"/>
                  <a:pt x="368315" y="43538"/>
                  <a:pt x="364370" y="43538"/>
                </a:cubicBezTo>
                <a:cubicBezTo>
                  <a:pt x="361497" y="43538"/>
                  <a:pt x="358794" y="44414"/>
                  <a:pt x="356262" y="46166"/>
                </a:cubicBezTo>
                <a:cubicBezTo>
                  <a:pt x="353729" y="47916"/>
                  <a:pt x="351903" y="50482"/>
                  <a:pt x="350783" y="53863"/>
                </a:cubicBezTo>
                <a:cubicBezTo>
                  <a:pt x="349663" y="57243"/>
                  <a:pt x="349103" y="62582"/>
                  <a:pt x="349103" y="69880"/>
                </a:cubicBezTo>
                <a:lnTo>
                  <a:pt x="349103" y="107092"/>
                </a:lnTo>
                <a:lnTo>
                  <a:pt x="328575" y="107092"/>
                </a:lnTo>
                <a:lnTo>
                  <a:pt x="328575" y="64625"/>
                </a:lnTo>
                <a:cubicBezTo>
                  <a:pt x="328575" y="57085"/>
                  <a:pt x="328210" y="52221"/>
                  <a:pt x="327480" y="50033"/>
                </a:cubicBezTo>
                <a:cubicBezTo>
                  <a:pt x="326749" y="47843"/>
                  <a:pt x="325617" y="46213"/>
                  <a:pt x="324083" y="45143"/>
                </a:cubicBezTo>
                <a:cubicBezTo>
                  <a:pt x="322549" y="44073"/>
                  <a:pt x="320467" y="43538"/>
                  <a:pt x="317837" y="43538"/>
                </a:cubicBezTo>
                <a:cubicBezTo>
                  <a:pt x="314671" y="43538"/>
                  <a:pt x="311822" y="44390"/>
                  <a:pt x="309290" y="46093"/>
                </a:cubicBezTo>
                <a:cubicBezTo>
                  <a:pt x="306758" y="47794"/>
                  <a:pt x="304944" y="50250"/>
                  <a:pt x="303848" y="53462"/>
                </a:cubicBezTo>
                <a:cubicBezTo>
                  <a:pt x="302752" y="56673"/>
                  <a:pt x="302204" y="61999"/>
                  <a:pt x="302204" y="69441"/>
                </a:cubicBezTo>
                <a:lnTo>
                  <a:pt x="302204" y="107092"/>
                </a:lnTo>
                <a:lnTo>
                  <a:pt x="281677" y="107092"/>
                </a:lnTo>
                <a:lnTo>
                  <a:pt x="281677" y="29512"/>
                </a:lnTo>
                <a:close/>
                <a:moveTo>
                  <a:pt x="460539" y="82401"/>
                </a:moveTo>
                <a:lnTo>
                  <a:pt x="480993" y="85907"/>
                </a:lnTo>
                <a:cubicBezTo>
                  <a:pt x="478363" y="93383"/>
                  <a:pt x="474211" y="99075"/>
                  <a:pt x="468538" y="102983"/>
                </a:cubicBezTo>
                <a:cubicBezTo>
                  <a:pt x="462864" y="106891"/>
                  <a:pt x="455766" y="108845"/>
                  <a:pt x="447244" y="108845"/>
                </a:cubicBezTo>
                <a:cubicBezTo>
                  <a:pt x="433754" y="108845"/>
                  <a:pt x="423770" y="104438"/>
                  <a:pt x="417293" y="95623"/>
                </a:cubicBezTo>
                <a:cubicBezTo>
                  <a:pt x="412179" y="88562"/>
                  <a:pt x="409623" y="79649"/>
                  <a:pt x="409623" y="68887"/>
                </a:cubicBezTo>
                <a:cubicBezTo>
                  <a:pt x="409623" y="56030"/>
                  <a:pt x="412983" y="45961"/>
                  <a:pt x="419704" y="38680"/>
                </a:cubicBezTo>
                <a:cubicBezTo>
                  <a:pt x="426424" y="31400"/>
                  <a:pt x="434922" y="27759"/>
                  <a:pt x="445198" y="27759"/>
                </a:cubicBezTo>
                <a:cubicBezTo>
                  <a:pt x="456740" y="27759"/>
                  <a:pt x="465847" y="31570"/>
                  <a:pt x="472519" y="39192"/>
                </a:cubicBezTo>
                <a:cubicBezTo>
                  <a:pt x="479191" y="46813"/>
                  <a:pt x="482381" y="58489"/>
                  <a:pt x="482089" y="74219"/>
                </a:cubicBezTo>
                <a:lnTo>
                  <a:pt x="430661" y="74219"/>
                </a:lnTo>
                <a:cubicBezTo>
                  <a:pt x="430807" y="80307"/>
                  <a:pt x="432463" y="85043"/>
                  <a:pt x="435629" y="88428"/>
                </a:cubicBezTo>
                <a:cubicBezTo>
                  <a:pt x="438794" y="91812"/>
                  <a:pt x="442739" y="93505"/>
                  <a:pt x="447463" y="93505"/>
                </a:cubicBezTo>
                <a:cubicBezTo>
                  <a:pt x="450677" y="93505"/>
                  <a:pt x="453380" y="92628"/>
                  <a:pt x="455571" y="90875"/>
                </a:cubicBezTo>
                <a:cubicBezTo>
                  <a:pt x="457763" y="89122"/>
                  <a:pt x="459419" y="86297"/>
                  <a:pt x="460539" y="82401"/>
                </a:cubicBezTo>
                <a:moveTo>
                  <a:pt x="461708" y="61655"/>
                </a:moveTo>
                <a:cubicBezTo>
                  <a:pt x="461562" y="55738"/>
                  <a:pt x="460027" y="51239"/>
                  <a:pt x="457105" y="48159"/>
                </a:cubicBezTo>
                <a:cubicBezTo>
                  <a:pt x="454183" y="45078"/>
                  <a:pt x="450628" y="43538"/>
                  <a:pt x="446440" y="43538"/>
                </a:cubicBezTo>
                <a:cubicBezTo>
                  <a:pt x="441960" y="43538"/>
                  <a:pt x="438258" y="45163"/>
                  <a:pt x="435336" y="48412"/>
                </a:cubicBezTo>
                <a:cubicBezTo>
                  <a:pt x="432414" y="51663"/>
                  <a:pt x="430978" y="56077"/>
                  <a:pt x="431026" y="61655"/>
                </a:cubicBezTo>
                <a:lnTo>
                  <a:pt x="461708" y="61655"/>
                </a:lnTo>
                <a:close/>
                <a:moveTo>
                  <a:pt x="517847" y="107092"/>
                </a:moveTo>
                <a:lnTo>
                  <a:pt x="497320" y="107092"/>
                </a:lnTo>
                <a:lnTo>
                  <a:pt x="497320" y="29512"/>
                </a:lnTo>
                <a:lnTo>
                  <a:pt x="516386" y="29512"/>
                </a:lnTo>
                <a:lnTo>
                  <a:pt x="516386" y="40543"/>
                </a:lnTo>
                <a:cubicBezTo>
                  <a:pt x="519649" y="35332"/>
                  <a:pt x="522583" y="31899"/>
                  <a:pt x="525189" y="30243"/>
                </a:cubicBezTo>
                <a:cubicBezTo>
                  <a:pt x="527794" y="28587"/>
                  <a:pt x="530753" y="27759"/>
                  <a:pt x="534064" y="27759"/>
                </a:cubicBezTo>
                <a:cubicBezTo>
                  <a:pt x="538740" y="27759"/>
                  <a:pt x="543244" y="29050"/>
                  <a:pt x="547579" y="31631"/>
                </a:cubicBezTo>
                <a:lnTo>
                  <a:pt x="541223" y="49528"/>
                </a:lnTo>
                <a:cubicBezTo>
                  <a:pt x="537766" y="47288"/>
                  <a:pt x="534551" y="46168"/>
                  <a:pt x="531581" y="46168"/>
                </a:cubicBezTo>
                <a:cubicBezTo>
                  <a:pt x="528707" y="46168"/>
                  <a:pt x="526272" y="46959"/>
                  <a:pt x="524276" y="48542"/>
                </a:cubicBezTo>
                <a:cubicBezTo>
                  <a:pt x="522279" y="50125"/>
                  <a:pt x="520708" y="52986"/>
                  <a:pt x="519564" y="57126"/>
                </a:cubicBezTo>
                <a:cubicBezTo>
                  <a:pt x="518419" y="61265"/>
                  <a:pt x="517847" y="69934"/>
                  <a:pt x="517847" y="83132"/>
                </a:cubicBezTo>
                <a:lnTo>
                  <a:pt x="517847" y="107092"/>
                </a:lnTo>
                <a:close/>
                <a:moveTo>
                  <a:pt x="571136" y="53473"/>
                </a:moveTo>
                <a:lnTo>
                  <a:pt x="552508" y="50113"/>
                </a:lnTo>
                <a:cubicBezTo>
                  <a:pt x="554603" y="42514"/>
                  <a:pt x="558206" y="36889"/>
                  <a:pt x="563320" y="33238"/>
                </a:cubicBezTo>
                <a:cubicBezTo>
                  <a:pt x="568433" y="29585"/>
                  <a:pt x="576031" y="27759"/>
                  <a:pt x="586112" y="27759"/>
                </a:cubicBezTo>
                <a:cubicBezTo>
                  <a:pt x="595267" y="27759"/>
                  <a:pt x="602085" y="28843"/>
                  <a:pt x="606566" y="31010"/>
                </a:cubicBezTo>
                <a:cubicBezTo>
                  <a:pt x="611046" y="33177"/>
                  <a:pt x="614200" y="35929"/>
                  <a:pt x="616026" y="39265"/>
                </a:cubicBezTo>
                <a:cubicBezTo>
                  <a:pt x="617852" y="42601"/>
                  <a:pt x="618765" y="48725"/>
                  <a:pt x="618765" y="57637"/>
                </a:cubicBezTo>
                <a:lnTo>
                  <a:pt x="618546" y="81597"/>
                </a:lnTo>
                <a:cubicBezTo>
                  <a:pt x="618546" y="88416"/>
                  <a:pt x="618875" y="93444"/>
                  <a:pt x="619532" y="96682"/>
                </a:cubicBezTo>
                <a:cubicBezTo>
                  <a:pt x="620190" y="99921"/>
                  <a:pt x="621419" y="103391"/>
                  <a:pt x="623221" y="107092"/>
                </a:cubicBezTo>
                <a:lnTo>
                  <a:pt x="602913" y="107092"/>
                </a:lnTo>
                <a:cubicBezTo>
                  <a:pt x="602378" y="105729"/>
                  <a:pt x="601720" y="103707"/>
                  <a:pt x="600941" y="101029"/>
                </a:cubicBezTo>
                <a:cubicBezTo>
                  <a:pt x="600600" y="99811"/>
                  <a:pt x="600357" y="99008"/>
                  <a:pt x="600210" y="98618"/>
                </a:cubicBezTo>
                <a:cubicBezTo>
                  <a:pt x="596704" y="102027"/>
                  <a:pt x="592954" y="104584"/>
                  <a:pt x="588961" y="106289"/>
                </a:cubicBezTo>
                <a:cubicBezTo>
                  <a:pt x="584967" y="107993"/>
                  <a:pt x="580706" y="108845"/>
                  <a:pt x="576177" y="108845"/>
                </a:cubicBezTo>
                <a:cubicBezTo>
                  <a:pt x="568190" y="108845"/>
                  <a:pt x="561895" y="106687"/>
                  <a:pt x="557293" y="102371"/>
                </a:cubicBezTo>
                <a:cubicBezTo>
                  <a:pt x="552691" y="98055"/>
                  <a:pt x="550390" y="92599"/>
                  <a:pt x="550390" y="86003"/>
                </a:cubicBezTo>
                <a:cubicBezTo>
                  <a:pt x="550390" y="81639"/>
                  <a:pt x="551437" y="77747"/>
                  <a:pt x="553531" y="74329"/>
                </a:cubicBezTo>
                <a:cubicBezTo>
                  <a:pt x="555625" y="70909"/>
                  <a:pt x="558559" y="68290"/>
                  <a:pt x="562334" y="66471"/>
                </a:cubicBezTo>
                <a:cubicBezTo>
                  <a:pt x="566108" y="64653"/>
                  <a:pt x="571550" y="63065"/>
                  <a:pt x="578660" y="61707"/>
                </a:cubicBezTo>
                <a:cubicBezTo>
                  <a:pt x="588254" y="59913"/>
                  <a:pt x="594902" y="58240"/>
                  <a:pt x="598603" y="56687"/>
                </a:cubicBezTo>
                <a:lnTo>
                  <a:pt x="598603" y="54619"/>
                </a:lnTo>
                <a:cubicBezTo>
                  <a:pt x="598603" y="50630"/>
                  <a:pt x="597629" y="47786"/>
                  <a:pt x="595681" y="46088"/>
                </a:cubicBezTo>
                <a:cubicBezTo>
                  <a:pt x="593733" y="44388"/>
                  <a:pt x="590056" y="43538"/>
                  <a:pt x="584651" y="43538"/>
                </a:cubicBezTo>
                <a:cubicBezTo>
                  <a:pt x="580998" y="43538"/>
                  <a:pt x="578149" y="44273"/>
                  <a:pt x="576104" y="45743"/>
                </a:cubicBezTo>
                <a:cubicBezTo>
                  <a:pt x="574058" y="47212"/>
                  <a:pt x="572402" y="49789"/>
                  <a:pt x="571136" y="53473"/>
                </a:cubicBezTo>
                <a:moveTo>
                  <a:pt x="598603" y="70129"/>
                </a:moveTo>
                <a:cubicBezTo>
                  <a:pt x="595973" y="70994"/>
                  <a:pt x="591810" y="72029"/>
                  <a:pt x="586112" y="73233"/>
                </a:cubicBezTo>
                <a:cubicBezTo>
                  <a:pt x="580414" y="74435"/>
                  <a:pt x="576688" y="75614"/>
                  <a:pt x="574935" y="76769"/>
                </a:cubicBezTo>
                <a:cubicBezTo>
                  <a:pt x="572256" y="78646"/>
                  <a:pt x="570917" y="81028"/>
                  <a:pt x="570917" y="83915"/>
                </a:cubicBezTo>
                <a:cubicBezTo>
                  <a:pt x="570917" y="86754"/>
                  <a:pt x="571989" y="89209"/>
                  <a:pt x="574131" y="91279"/>
                </a:cubicBezTo>
                <a:cubicBezTo>
                  <a:pt x="576274" y="93347"/>
                  <a:pt x="579001" y="94381"/>
                  <a:pt x="582313" y="94381"/>
                </a:cubicBezTo>
                <a:cubicBezTo>
                  <a:pt x="586014" y="94381"/>
                  <a:pt x="589545" y="93178"/>
                  <a:pt x="592905" y="90772"/>
                </a:cubicBezTo>
                <a:cubicBezTo>
                  <a:pt x="595389" y="88944"/>
                  <a:pt x="597021" y="86706"/>
                  <a:pt x="597800" y="84058"/>
                </a:cubicBezTo>
                <a:cubicBezTo>
                  <a:pt x="598335" y="82326"/>
                  <a:pt x="598603" y="79031"/>
                  <a:pt x="598603" y="74171"/>
                </a:cubicBezTo>
                <a:lnTo>
                  <a:pt x="598603" y="70129"/>
                </a:lnTo>
                <a:close/>
                <a:moveTo>
                  <a:pt x="673954" y="29512"/>
                </a:moveTo>
                <a:lnTo>
                  <a:pt x="673954" y="45876"/>
                </a:lnTo>
                <a:lnTo>
                  <a:pt x="659929" y="45876"/>
                </a:lnTo>
                <a:lnTo>
                  <a:pt x="659929" y="77091"/>
                </a:lnTo>
                <a:cubicBezTo>
                  <a:pt x="659929" y="83413"/>
                  <a:pt x="660063" y="87097"/>
                  <a:pt x="660331" y="88142"/>
                </a:cubicBezTo>
                <a:cubicBezTo>
                  <a:pt x="660598" y="89186"/>
                  <a:pt x="661207" y="90049"/>
                  <a:pt x="662157" y="90731"/>
                </a:cubicBezTo>
                <a:cubicBezTo>
                  <a:pt x="663106" y="91411"/>
                  <a:pt x="664263" y="91752"/>
                  <a:pt x="665627" y="91752"/>
                </a:cubicBezTo>
                <a:cubicBezTo>
                  <a:pt x="667526" y="91752"/>
                  <a:pt x="670278" y="91094"/>
                  <a:pt x="673881" y="89779"/>
                </a:cubicBezTo>
                <a:lnTo>
                  <a:pt x="675635" y="105764"/>
                </a:lnTo>
                <a:cubicBezTo>
                  <a:pt x="670862" y="107818"/>
                  <a:pt x="665456" y="108845"/>
                  <a:pt x="659417" y="108845"/>
                </a:cubicBezTo>
                <a:cubicBezTo>
                  <a:pt x="655716" y="108845"/>
                  <a:pt x="652380" y="108224"/>
                  <a:pt x="649409" y="106983"/>
                </a:cubicBezTo>
                <a:cubicBezTo>
                  <a:pt x="646439" y="105741"/>
                  <a:pt x="644259" y="104134"/>
                  <a:pt x="642871" y="102161"/>
                </a:cubicBezTo>
                <a:cubicBezTo>
                  <a:pt x="641483" y="100189"/>
                  <a:pt x="640522" y="97522"/>
                  <a:pt x="639986" y="94162"/>
                </a:cubicBezTo>
                <a:cubicBezTo>
                  <a:pt x="639548" y="91776"/>
                  <a:pt x="639329" y="86955"/>
                  <a:pt x="639329" y="79698"/>
                </a:cubicBezTo>
                <a:lnTo>
                  <a:pt x="639329" y="45876"/>
                </a:lnTo>
                <a:lnTo>
                  <a:pt x="629905" y="45876"/>
                </a:lnTo>
                <a:lnTo>
                  <a:pt x="629905" y="29512"/>
                </a:lnTo>
                <a:lnTo>
                  <a:pt x="639329" y="29512"/>
                </a:lnTo>
                <a:lnTo>
                  <a:pt x="639329" y="14026"/>
                </a:lnTo>
                <a:lnTo>
                  <a:pt x="659929" y="1899"/>
                </a:lnTo>
                <a:lnTo>
                  <a:pt x="659929" y="29512"/>
                </a:lnTo>
                <a:lnTo>
                  <a:pt x="673954" y="29512"/>
                </a:lnTo>
                <a:close/>
                <a:moveTo>
                  <a:pt x="688199" y="18993"/>
                </a:moveTo>
                <a:lnTo>
                  <a:pt x="688199" y="0"/>
                </a:lnTo>
                <a:lnTo>
                  <a:pt x="708726" y="0"/>
                </a:lnTo>
                <a:lnTo>
                  <a:pt x="708726" y="18993"/>
                </a:lnTo>
                <a:lnTo>
                  <a:pt x="688199" y="18993"/>
                </a:lnTo>
                <a:moveTo>
                  <a:pt x="688199" y="107092"/>
                </a:moveTo>
                <a:lnTo>
                  <a:pt x="688199" y="29512"/>
                </a:lnTo>
                <a:lnTo>
                  <a:pt x="708726" y="29512"/>
                </a:lnTo>
                <a:lnTo>
                  <a:pt x="708726" y="107092"/>
                </a:lnTo>
                <a:lnTo>
                  <a:pt x="688199" y="107092"/>
                </a:lnTo>
                <a:close/>
                <a:moveTo>
                  <a:pt x="725489" y="67207"/>
                </a:moveTo>
                <a:cubicBezTo>
                  <a:pt x="725489" y="60388"/>
                  <a:pt x="727170" y="53790"/>
                  <a:pt x="730530" y="47410"/>
                </a:cubicBezTo>
                <a:cubicBezTo>
                  <a:pt x="733890" y="41030"/>
                  <a:pt x="738651" y="36160"/>
                  <a:pt x="744811" y="32800"/>
                </a:cubicBezTo>
                <a:cubicBezTo>
                  <a:pt x="750972" y="29439"/>
                  <a:pt x="757851" y="27759"/>
                  <a:pt x="765448" y="27759"/>
                </a:cubicBezTo>
                <a:cubicBezTo>
                  <a:pt x="777185" y="27759"/>
                  <a:pt x="786803" y="31570"/>
                  <a:pt x="794303" y="39192"/>
                </a:cubicBezTo>
                <a:cubicBezTo>
                  <a:pt x="801803" y="46813"/>
                  <a:pt x="805553" y="56444"/>
                  <a:pt x="805553" y="68083"/>
                </a:cubicBezTo>
                <a:cubicBezTo>
                  <a:pt x="805553" y="79820"/>
                  <a:pt x="801766" y="89548"/>
                  <a:pt x="794194" y="97267"/>
                </a:cubicBezTo>
                <a:cubicBezTo>
                  <a:pt x="786621" y="104986"/>
                  <a:pt x="777088" y="108845"/>
                  <a:pt x="765594" y="108845"/>
                </a:cubicBezTo>
                <a:cubicBezTo>
                  <a:pt x="758484" y="108845"/>
                  <a:pt x="751702" y="107238"/>
                  <a:pt x="745250" y="104024"/>
                </a:cubicBezTo>
                <a:cubicBezTo>
                  <a:pt x="738797" y="100810"/>
                  <a:pt x="733890" y="96098"/>
                  <a:pt x="730530" y="89889"/>
                </a:cubicBezTo>
                <a:cubicBezTo>
                  <a:pt x="727170" y="83679"/>
                  <a:pt x="725489" y="76119"/>
                  <a:pt x="725489" y="67207"/>
                </a:cubicBezTo>
                <a:moveTo>
                  <a:pt x="746528" y="68302"/>
                </a:moveTo>
                <a:cubicBezTo>
                  <a:pt x="746528" y="75973"/>
                  <a:pt x="748354" y="81847"/>
                  <a:pt x="752007" y="85926"/>
                </a:cubicBezTo>
                <a:cubicBezTo>
                  <a:pt x="755659" y="90004"/>
                  <a:pt x="760164" y="92044"/>
                  <a:pt x="765521" y="92044"/>
                </a:cubicBezTo>
                <a:cubicBezTo>
                  <a:pt x="770878" y="92044"/>
                  <a:pt x="775371" y="90004"/>
                  <a:pt x="778999" y="85926"/>
                </a:cubicBezTo>
                <a:cubicBezTo>
                  <a:pt x="782627" y="81847"/>
                  <a:pt x="784441" y="75924"/>
                  <a:pt x="784441" y="68156"/>
                </a:cubicBezTo>
                <a:cubicBezTo>
                  <a:pt x="784441" y="60583"/>
                  <a:pt x="782627" y="54757"/>
                  <a:pt x="778999" y="50679"/>
                </a:cubicBezTo>
                <a:cubicBezTo>
                  <a:pt x="775371" y="46600"/>
                  <a:pt x="770878" y="44561"/>
                  <a:pt x="765521" y="44561"/>
                </a:cubicBezTo>
                <a:cubicBezTo>
                  <a:pt x="760164" y="44561"/>
                  <a:pt x="755659" y="46600"/>
                  <a:pt x="752007" y="50679"/>
                </a:cubicBezTo>
                <a:cubicBezTo>
                  <a:pt x="748354" y="54757"/>
                  <a:pt x="746528" y="60632"/>
                  <a:pt x="746528" y="68302"/>
                </a:cubicBezTo>
                <a:close/>
                <a:moveTo>
                  <a:pt x="892664" y="107092"/>
                </a:moveTo>
                <a:lnTo>
                  <a:pt x="872136" y="107092"/>
                </a:lnTo>
                <a:lnTo>
                  <a:pt x="872136" y="67544"/>
                </a:lnTo>
                <a:cubicBezTo>
                  <a:pt x="872136" y="59177"/>
                  <a:pt x="871698" y="53765"/>
                  <a:pt x="870821" y="51309"/>
                </a:cubicBezTo>
                <a:cubicBezTo>
                  <a:pt x="869945" y="48853"/>
                  <a:pt x="868520" y="46943"/>
                  <a:pt x="866548" y="45581"/>
                </a:cubicBezTo>
                <a:cubicBezTo>
                  <a:pt x="864576" y="44219"/>
                  <a:pt x="862201" y="43538"/>
                  <a:pt x="859426" y="43538"/>
                </a:cubicBezTo>
                <a:cubicBezTo>
                  <a:pt x="855870" y="43538"/>
                  <a:pt x="852681" y="44511"/>
                  <a:pt x="849856" y="46458"/>
                </a:cubicBezTo>
                <a:cubicBezTo>
                  <a:pt x="847031" y="48403"/>
                  <a:pt x="845095" y="50981"/>
                  <a:pt x="844048" y="54192"/>
                </a:cubicBezTo>
                <a:cubicBezTo>
                  <a:pt x="843001" y="57402"/>
                  <a:pt x="842478" y="63336"/>
                  <a:pt x="842478" y="71996"/>
                </a:cubicBezTo>
                <a:lnTo>
                  <a:pt x="842478" y="107092"/>
                </a:lnTo>
                <a:lnTo>
                  <a:pt x="821951" y="107092"/>
                </a:lnTo>
                <a:lnTo>
                  <a:pt x="821951" y="29512"/>
                </a:lnTo>
                <a:lnTo>
                  <a:pt x="841017" y="29512"/>
                </a:lnTo>
                <a:lnTo>
                  <a:pt x="841017" y="40908"/>
                </a:lnTo>
                <a:cubicBezTo>
                  <a:pt x="847786" y="32142"/>
                  <a:pt x="856309" y="27759"/>
                  <a:pt x="866584" y="27759"/>
                </a:cubicBezTo>
                <a:cubicBezTo>
                  <a:pt x="871114" y="27759"/>
                  <a:pt x="875253" y="28575"/>
                  <a:pt x="879003" y="30206"/>
                </a:cubicBezTo>
                <a:cubicBezTo>
                  <a:pt x="882753" y="31838"/>
                  <a:pt x="885590" y="33920"/>
                  <a:pt x="887513" y="36452"/>
                </a:cubicBezTo>
                <a:cubicBezTo>
                  <a:pt x="889437" y="38985"/>
                  <a:pt x="890776" y="41858"/>
                  <a:pt x="891531" y="45072"/>
                </a:cubicBezTo>
                <a:cubicBezTo>
                  <a:pt x="892286" y="48286"/>
                  <a:pt x="892664" y="52889"/>
                  <a:pt x="892664" y="58879"/>
                </a:cubicBezTo>
                <a:lnTo>
                  <a:pt x="892664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74CF5-511D-49F9-94F4-A8B039E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198" y="1329896"/>
            <a:ext cx="1093343" cy="532977"/>
          </a:xfrm>
          <a:custGeom xmlns:a="http://schemas.openxmlformats.org/drawingml/2006/main">
            <a:pathLst>
              <a:path w="1093343" h="532977">
                <a:moveTo>
                  <a:pt x="0" y="532977"/>
                </a:moveTo>
                <a:lnTo>
                  <a:pt x="0" y="0"/>
                </a:lnTo>
                <a:lnTo>
                  <a:pt x="1093343" y="0"/>
                </a:lnTo>
                <a:lnTo>
                  <a:pt x="1093343" y="532977"/>
                </a:lnTo>
                <a:lnTo>
                  <a:pt x="0" y="5329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38FD9-DB5E-4899-98A8-C2BE7A35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198" y="1329896"/>
            <a:ext cx="1093343" cy="532977"/>
          </a:xfrm>
          <a:custGeom xmlns:a="http://schemas.openxmlformats.org/drawingml/2006/main">
            <a:pathLst>
              <a:path w="1093343" h="532977" fill="none">
                <a:moveTo>
                  <a:pt x="0" y="532977"/>
                </a:moveTo>
                <a:lnTo>
                  <a:pt x="1093343" y="532977"/>
                </a:lnTo>
                <a:lnTo>
                  <a:pt x="1093343" y="0"/>
                </a:lnTo>
                <a:lnTo>
                  <a:pt x="0" y="0"/>
                </a:lnTo>
                <a:lnTo>
                  <a:pt x="0" y="532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595959"/>
            </a:solidFill>
            <a:round/>
          </a:ln>
        </p:spPr>
      </p:sp>
      <p:sp>
        <p:nvSpPr>
          <p:cNvPr id="41" name="Text Pruning/">
            <a:extLst xmlns:a="http://schemas.openxmlformats.org/drawingml/2006/main">
              <a:ext uri="{FF2B5EF4-FFF2-40B4-BE49-F238E27FC236}">
                <a16:creationId xmlns:a16="http://schemas.microsoft.com/office/drawing/2014/main" id="{04F809C8-1E96-4628-BA91-85CCED02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935" y="1453887"/>
            <a:ext cx="636438" cy="140549"/>
          </a:xfrm>
          <a:custGeom xmlns:a="http://schemas.openxmlformats.org/drawingml/2006/main">
            <a:pathLst>
              <a:path w="636438" h="140549">
                <a:moveTo>
                  <a:pt x="0" y="108991"/>
                </a:moveTo>
                <a:lnTo>
                  <a:pt x="0" y="1899"/>
                </a:lnTo>
                <a:lnTo>
                  <a:pt x="34699" y="1899"/>
                </a:lnTo>
                <a:cubicBezTo>
                  <a:pt x="47848" y="1899"/>
                  <a:pt x="56419" y="2434"/>
                  <a:pt x="60413" y="3504"/>
                </a:cubicBezTo>
                <a:cubicBezTo>
                  <a:pt x="66549" y="5110"/>
                  <a:pt x="71687" y="8600"/>
                  <a:pt x="75826" y="13975"/>
                </a:cubicBezTo>
                <a:cubicBezTo>
                  <a:pt x="79966" y="19351"/>
                  <a:pt x="82036" y="26295"/>
                  <a:pt x="82036" y="34809"/>
                </a:cubicBezTo>
                <a:cubicBezTo>
                  <a:pt x="82036" y="41376"/>
                  <a:pt x="80843" y="46897"/>
                  <a:pt x="78456" y="51373"/>
                </a:cubicBezTo>
                <a:cubicBezTo>
                  <a:pt x="76070" y="55849"/>
                  <a:pt x="73038" y="59363"/>
                  <a:pt x="69362" y="61917"/>
                </a:cubicBezTo>
                <a:cubicBezTo>
                  <a:pt x="65685" y="64471"/>
                  <a:pt x="61947" y="66162"/>
                  <a:pt x="58148" y="66990"/>
                </a:cubicBezTo>
                <a:cubicBezTo>
                  <a:pt x="52986" y="68011"/>
                  <a:pt x="45510" y="68521"/>
                  <a:pt x="35722" y="68521"/>
                </a:cubicBezTo>
                <a:lnTo>
                  <a:pt x="21623" y="68521"/>
                </a:lnTo>
                <a:lnTo>
                  <a:pt x="21623" y="108991"/>
                </a:lnTo>
                <a:lnTo>
                  <a:pt x="0" y="108991"/>
                </a:lnTo>
                <a:moveTo>
                  <a:pt x="21623" y="20016"/>
                </a:moveTo>
                <a:lnTo>
                  <a:pt x="21623" y="50405"/>
                </a:lnTo>
                <a:lnTo>
                  <a:pt x="33457" y="50405"/>
                </a:lnTo>
                <a:cubicBezTo>
                  <a:pt x="41980" y="50405"/>
                  <a:pt x="47678" y="49845"/>
                  <a:pt x="50551" y="48725"/>
                </a:cubicBezTo>
                <a:cubicBezTo>
                  <a:pt x="53424" y="47605"/>
                  <a:pt x="55677" y="45851"/>
                  <a:pt x="57308" y="43465"/>
                </a:cubicBezTo>
                <a:cubicBezTo>
                  <a:pt x="58940" y="41079"/>
                  <a:pt x="59755" y="38303"/>
                  <a:pt x="59755" y="35137"/>
                </a:cubicBezTo>
                <a:cubicBezTo>
                  <a:pt x="59755" y="31241"/>
                  <a:pt x="58611" y="28027"/>
                  <a:pt x="56322" y="25495"/>
                </a:cubicBezTo>
                <a:cubicBezTo>
                  <a:pt x="54033" y="22962"/>
                  <a:pt x="51135" y="21379"/>
                  <a:pt x="47629" y="20746"/>
                </a:cubicBezTo>
                <a:cubicBezTo>
                  <a:pt x="45048" y="20259"/>
                  <a:pt x="39861" y="20016"/>
                  <a:pt x="32069" y="20016"/>
                </a:cubicBezTo>
                <a:lnTo>
                  <a:pt x="21623" y="20016"/>
                </a:lnTo>
                <a:close/>
                <a:moveTo>
                  <a:pt x="119293" y="108991"/>
                </a:moveTo>
                <a:lnTo>
                  <a:pt x="98766" y="108991"/>
                </a:lnTo>
                <a:lnTo>
                  <a:pt x="98766" y="31412"/>
                </a:lnTo>
                <a:lnTo>
                  <a:pt x="117832" y="31412"/>
                </a:lnTo>
                <a:lnTo>
                  <a:pt x="117832" y="42442"/>
                </a:lnTo>
                <a:cubicBezTo>
                  <a:pt x="121095" y="37231"/>
                  <a:pt x="124029" y="33798"/>
                  <a:pt x="126635" y="32142"/>
                </a:cubicBezTo>
                <a:cubicBezTo>
                  <a:pt x="129240" y="30486"/>
                  <a:pt x="132199" y="29659"/>
                  <a:pt x="135510" y="29659"/>
                </a:cubicBezTo>
                <a:cubicBezTo>
                  <a:pt x="140185" y="29659"/>
                  <a:pt x="144690" y="30949"/>
                  <a:pt x="149025" y="33530"/>
                </a:cubicBezTo>
                <a:lnTo>
                  <a:pt x="142669" y="51428"/>
                </a:lnTo>
                <a:cubicBezTo>
                  <a:pt x="139211" y="49187"/>
                  <a:pt x="135997" y="48067"/>
                  <a:pt x="133026" y="48067"/>
                </a:cubicBezTo>
                <a:cubicBezTo>
                  <a:pt x="130153" y="48067"/>
                  <a:pt x="127718" y="48859"/>
                  <a:pt x="125721" y="50441"/>
                </a:cubicBezTo>
                <a:cubicBezTo>
                  <a:pt x="123725" y="52024"/>
                  <a:pt x="122154" y="54885"/>
                  <a:pt x="121010" y="59025"/>
                </a:cubicBezTo>
                <a:cubicBezTo>
                  <a:pt x="119865" y="63164"/>
                  <a:pt x="119293" y="71833"/>
                  <a:pt x="119293" y="85031"/>
                </a:cubicBezTo>
                <a:lnTo>
                  <a:pt x="119293" y="108991"/>
                </a:lnTo>
                <a:close/>
                <a:moveTo>
                  <a:pt x="208304" y="108991"/>
                </a:moveTo>
                <a:lnTo>
                  <a:pt x="208304" y="97376"/>
                </a:lnTo>
                <a:cubicBezTo>
                  <a:pt x="205479" y="101516"/>
                  <a:pt x="201766" y="104779"/>
                  <a:pt x="197164" y="107165"/>
                </a:cubicBezTo>
                <a:cubicBezTo>
                  <a:pt x="192562" y="109551"/>
                  <a:pt x="187704" y="110745"/>
                  <a:pt x="182590" y="110745"/>
                </a:cubicBezTo>
                <a:cubicBezTo>
                  <a:pt x="177379" y="110745"/>
                  <a:pt x="172704" y="109600"/>
                  <a:pt x="168564" y="107311"/>
                </a:cubicBezTo>
                <a:cubicBezTo>
                  <a:pt x="164425" y="105022"/>
                  <a:pt x="161430" y="101808"/>
                  <a:pt x="159579" y="97669"/>
                </a:cubicBezTo>
                <a:cubicBezTo>
                  <a:pt x="157729" y="93529"/>
                  <a:pt x="156803" y="87807"/>
                  <a:pt x="156803" y="80502"/>
                </a:cubicBezTo>
                <a:lnTo>
                  <a:pt x="156803" y="31412"/>
                </a:lnTo>
                <a:lnTo>
                  <a:pt x="177330" y="31412"/>
                </a:lnTo>
                <a:lnTo>
                  <a:pt x="177330" y="66978"/>
                </a:lnTo>
                <a:cubicBezTo>
                  <a:pt x="177330" y="77863"/>
                  <a:pt x="177708" y="84532"/>
                  <a:pt x="178463" y="86985"/>
                </a:cubicBezTo>
                <a:cubicBezTo>
                  <a:pt x="179218" y="89438"/>
                  <a:pt x="180593" y="91382"/>
                  <a:pt x="182590" y="92815"/>
                </a:cubicBezTo>
                <a:cubicBezTo>
                  <a:pt x="184587" y="94249"/>
                  <a:pt x="187119" y="94966"/>
                  <a:pt x="190187" y="94966"/>
                </a:cubicBezTo>
                <a:cubicBezTo>
                  <a:pt x="193694" y="94966"/>
                  <a:pt x="196835" y="94006"/>
                  <a:pt x="199611" y="92087"/>
                </a:cubicBezTo>
                <a:cubicBezTo>
                  <a:pt x="202387" y="90168"/>
                  <a:pt x="204286" y="87787"/>
                  <a:pt x="205309" y="84944"/>
                </a:cubicBezTo>
                <a:cubicBezTo>
                  <a:pt x="206332" y="82101"/>
                  <a:pt x="206843" y="75141"/>
                  <a:pt x="206843" y="64063"/>
                </a:cubicBezTo>
                <a:lnTo>
                  <a:pt x="206843" y="31412"/>
                </a:lnTo>
                <a:lnTo>
                  <a:pt x="227370" y="31412"/>
                </a:lnTo>
                <a:lnTo>
                  <a:pt x="227370" y="108991"/>
                </a:lnTo>
                <a:lnTo>
                  <a:pt x="208304" y="108991"/>
                </a:lnTo>
                <a:close/>
                <a:moveTo>
                  <a:pt x="319667" y="108991"/>
                </a:moveTo>
                <a:lnTo>
                  <a:pt x="299140" y="108991"/>
                </a:lnTo>
                <a:lnTo>
                  <a:pt x="299140" y="69444"/>
                </a:lnTo>
                <a:cubicBezTo>
                  <a:pt x="299140" y="61076"/>
                  <a:pt x="298702" y="55665"/>
                  <a:pt x="297825" y="53208"/>
                </a:cubicBezTo>
                <a:cubicBezTo>
                  <a:pt x="296949" y="50752"/>
                  <a:pt x="295524" y="48843"/>
                  <a:pt x="293552" y="47481"/>
                </a:cubicBezTo>
                <a:cubicBezTo>
                  <a:pt x="291579" y="46118"/>
                  <a:pt x="289205" y="45437"/>
                  <a:pt x="286429" y="45437"/>
                </a:cubicBezTo>
                <a:cubicBezTo>
                  <a:pt x="282874" y="45437"/>
                  <a:pt x="279684" y="46411"/>
                  <a:pt x="276860" y="48357"/>
                </a:cubicBezTo>
                <a:cubicBezTo>
                  <a:pt x="274035" y="50302"/>
                  <a:pt x="272099" y="52880"/>
                  <a:pt x="271052" y="56091"/>
                </a:cubicBezTo>
                <a:cubicBezTo>
                  <a:pt x="270005" y="59301"/>
                  <a:pt x="269482" y="65236"/>
                  <a:pt x="269482" y="73895"/>
                </a:cubicBezTo>
                <a:lnTo>
                  <a:pt x="269482" y="108991"/>
                </a:lnTo>
                <a:lnTo>
                  <a:pt x="248954" y="108991"/>
                </a:lnTo>
                <a:lnTo>
                  <a:pt x="248954" y="31412"/>
                </a:lnTo>
                <a:lnTo>
                  <a:pt x="268021" y="31412"/>
                </a:lnTo>
                <a:lnTo>
                  <a:pt x="268021" y="42808"/>
                </a:lnTo>
                <a:cubicBezTo>
                  <a:pt x="274790" y="34042"/>
                  <a:pt x="283312" y="29659"/>
                  <a:pt x="293588" y="29659"/>
                </a:cubicBezTo>
                <a:cubicBezTo>
                  <a:pt x="298117" y="29659"/>
                  <a:pt x="302257" y="30474"/>
                  <a:pt x="306007" y="32106"/>
                </a:cubicBezTo>
                <a:cubicBezTo>
                  <a:pt x="309757" y="33737"/>
                  <a:pt x="312594" y="35819"/>
                  <a:pt x="314517" y="38352"/>
                </a:cubicBezTo>
                <a:cubicBezTo>
                  <a:pt x="316441" y="40884"/>
                  <a:pt x="317780" y="43757"/>
                  <a:pt x="318535" y="46972"/>
                </a:cubicBezTo>
                <a:cubicBezTo>
                  <a:pt x="319290" y="50186"/>
                  <a:pt x="319667" y="54788"/>
                  <a:pt x="319667" y="60778"/>
                </a:cubicBezTo>
                <a:lnTo>
                  <a:pt x="319667" y="108991"/>
                </a:lnTo>
                <a:close/>
                <a:moveTo>
                  <a:pt x="340959" y="20892"/>
                </a:moveTo>
                <a:lnTo>
                  <a:pt x="340959" y="1899"/>
                </a:lnTo>
                <a:lnTo>
                  <a:pt x="361487" y="1899"/>
                </a:lnTo>
                <a:lnTo>
                  <a:pt x="361487" y="20892"/>
                </a:lnTo>
                <a:lnTo>
                  <a:pt x="340959" y="20892"/>
                </a:lnTo>
                <a:moveTo>
                  <a:pt x="340959" y="108991"/>
                </a:moveTo>
                <a:lnTo>
                  <a:pt x="340959" y="31412"/>
                </a:lnTo>
                <a:lnTo>
                  <a:pt x="361487" y="31412"/>
                </a:lnTo>
                <a:lnTo>
                  <a:pt x="361487" y="108991"/>
                </a:lnTo>
                <a:lnTo>
                  <a:pt x="340959" y="108991"/>
                </a:lnTo>
                <a:close/>
                <a:moveTo>
                  <a:pt x="453416" y="108991"/>
                </a:moveTo>
                <a:lnTo>
                  <a:pt x="432889" y="108991"/>
                </a:lnTo>
                <a:lnTo>
                  <a:pt x="432889" y="69444"/>
                </a:lnTo>
                <a:cubicBezTo>
                  <a:pt x="432889" y="61076"/>
                  <a:pt x="432451" y="55665"/>
                  <a:pt x="431574" y="53208"/>
                </a:cubicBezTo>
                <a:cubicBezTo>
                  <a:pt x="430698" y="50752"/>
                  <a:pt x="429273" y="48843"/>
                  <a:pt x="427301" y="47481"/>
                </a:cubicBezTo>
                <a:cubicBezTo>
                  <a:pt x="425328" y="46118"/>
                  <a:pt x="422954" y="45437"/>
                  <a:pt x="420178" y="45437"/>
                </a:cubicBezTo>
                <a:cubicBezTo>
                  <a:pt x="416623" y="45437"/>
                  <a:pt x="413433" y="46411"/>
                  <a:pt x="410609" y="48357"/>
                </a:cubicBezTo>
                <a:cubicBezTo>
                  <a:pt x="407784" y="50302"/>
                  <a:pt x="405848" y="52880"/>
                  <a:pt x="404801" y="56091"/>
                </a:cubicBezTo>
                <a:cubicBezTo>
                  <a:pt x="403754" y="59301"/>
                  <a:pt x="403231" y="65236"/>
                  <a:pt x="403231" y="73895"/>
                </a:cubicBezTo>
                <a:lnTo>
                  <a:pt x="403231" y="108991"/>
                </a:lnTo>
                <a:lnTo>
                  <a:pt x="382703" y="108991"/>
                </a:lnTo>
                <a:lnTo>
                  <a:pt x="382703" y="31412"/>
                </a:lnTo>
                <a:lnTo>
                  <a:pt x="401770" y="31412"/>
                </a:lnTo>
                <a:lnTo>
                  <a:pt x="401770" y="42808"/>
                </a:lnTo>
                <a:cubicBezTo>
                  <a:pt x="408539" y="34042"/>
                  <a:pt x="417061" y="29659"/>
                  <a:pt x="427337" y="29659"/>
                </a:cubicBezTo>
                <a:cubicBezTo>
                  <a:pt x="431866" y="29659"/>
                  <a:pt x="436006" y="30474"/>
                  <a:pt x="439756" y="32106"/>
                </a:cubicBezTo>
                <a:cubicBezTo>
                  <a:pt x="443506" y="33737"/>
                  <a:pt x="446343" y="35819"/>
                  <a:pt x="448266" y="38352"/>
                </a:cubicBezTo>
                <a:cubicBezTo>
                  <a:pt x="450190" y="40884"/>
                  <a:pt x="451529" y="43757"/>
                  <a:pt x="452284" y="46972"/>
                </a:cubicBezTo>
                <a:cubicBezTo>
                  <a:pt x="453039" y="50186"/>
                  <a:pt x="453416" y="54788"/>
                  <a:pt x="453416" y="60778"/>
                </a:cubicBezTo>
                <a:lnTo>
                  <a:pt x="453416" y="108991"/>
                </a:lnTo>
                <a:close/>
                <a:moveTo>
                  <a:pt x="472809" y="113959"/>
                </a:moveTo>
                <a:lnTo>
                  <a:pt x="496258" y="116881"/>
                </a:lnTo>
                <a:cubicBezTo>
                  <a:pt x="496648" y="119634"/>
                  <a:pt x="497549" y="121526"/>
                  <a:pt x="498961" y="122558"/>
                </a:cubicBezTo>
                <a:cubicBezTo>
                  <a:pt x="500909" y="124033"/>
                  <a:pt x="503977" y="124770"/>
                  <a:pt x="508166" y="124770"/>
                </a:cubicBezTo>
                <a:cubicBezTo>
                  <a:pt x="513523" y="124770"/>
                  <a:pt x="517540" y="123961"/>
                  <a:pt x="520219" y="122341"/>
                </a:cubicBezTo>
                <a:cubicBezTo>
                  <a:pt x="522021" y="121262"/>
                  <a:pt x="523384" y="119521"/>
                  <a:pt x="524310" y="117118"/>
                </a:cubicBezTo>
                <a:cubicBezTo>
                  <a:pt x="524943" y="115402"/>
                  <a:pt x="525259" y="112238"/>
                  <a:pt x="525259" y="107629"/>
                </a:cubicBezTo>
                <a:lnTo>
                  <a:pt x="525259" y="96224"/>
                </a:lnTo>
                <a:cubicBezTo>
                  <a:pt x="519123" y="104735"/>
                  <a:pt x="511380" y="108991"/>
                  <a:pt x="502029" y="108991"/>
                </a:cubicBezTo>
                <a:cubicBezTo>
                  <a:pt x="491607" y="108991"/>
                  <a:pt x="483353" y="104584"/>
                  <a:pt x="477265" y="95769"/>
                </a:cubicBezTo>
                <a:cubicBezTo>
                  <a:pt x="472493" y="88805"/>
                  <a:pt x="470106" y="80136"/>
                  <a:pt x="470106" y="69763"/>
                </a:cubicBezTo>
                <a:cubicBezTo>
                  <a:pt x="470106" y="56760"/>
                  <a:pt x="473235" y="46825"/>
                  <a:pt x="479493" y="39959"/>
                </a:cubicBezTo>
                <a:cubicBezTo>
                  <a:pt x="485751" y="33092"/>
                  <a:pt x="493531" y="29659"/>
                  <a:pt x="502833" y="29659"/>
                </a:cubicBezTo>
                <a:cubicBezTo>
                  <a:pt x="512427" y="29659"/>
                  <a:pt x="520341" y="33891"/>
                  <a:pt x="526574" y="42356"/>
                </a:cubicBezTo>
                <a:lnTo>
                  <a:pt x="526574" y="31412"/>
                </a:lnTo>
                <a:lnTo>
                  <a:pt x="545787" y="31412"/>
                </a:lnTo>
                <a:lnTo>
                  <a:pt x="545787" y="101075"/>
                </a:lnTo>
                <a:cubicBezTo>
                  <a:pt x="545787" y="110236"/>
                  <a:pt x="545032" y="117083"/>
                  <a:pt x="543522" y="121615"/>
                </a:cubicBezTo>
                <a:cubicBezTo>
                  <a:pt x="542012" y="126148"/>
                  <a:pt x="539894" y="129705"/>
                  <a:pt x="537167" y="132288"/>
                </a:cubicBezTo>
                <a:cubicBezTo>
                  <a:pt x="534439" y="134872"/>
                  <a:pt x="530799" y="136894"/>
                  <a:pt x="526246" y="138355"/>
                </a:cubicBezTo>
                <a:cubicBezTo>
                  <a:pt x="521692" y="139818"/>
                  <a:pt x="515933" y="140549"/>
                  <a:pt x="508969" y="140549"/>
                </a:cubicBezTo>
                <a:cubicBezTo>
                  <a:pt x="495820" y="140549"/>
                  <a:pt x="486494" y="138278"/>
                  <a:pt x="480991" y="133735"/>
                </a:cubicBezTo>
                <a:cubicBezTo>
                  <a:pt x="475488" y="129194"/>
                  <a:pt x="472736" y="123436"/>
                  <a:pt x="472736" y="116463"/>
                </a:cubicBezTo>
                <a:cubicBezTo>
                  <a:pt x="472736" y="115775"/>
                  <a:pt x="472760" y="114940"/>
                  <a:pt x="472809" y="113959"/>
                </a:cubicBezTo>
                <a:moveTo>
                  <a:pt x="491145" y="68594"/>
                </a:moveTo>
                <a:cubicBezTo>
                  <a:pt x="491145" y="76800"/>
                  <a:pt x="492740" y="82809"/>
                  <a:pt x="495930" y="86620"/>
                </a:cubicBezTo>
                <a:cubicBezTo>
                  <a:pt x="499119" y="90431"/>
                  <a:pt x="503052" y="92336"/>
                  <a:pt x="507727" y="92336"/>
                </a:cubicBezTo>
                <a:cubicBezTo>
                  <a:pt x="512743" y="92336"/>
                  <a:pt x="516980" y="90382"/>
                  <a:pt x="520438" y="86474"/>
                </a:cubicBezTo>
                <a:cubicBezTo>
                  <a:pt x="523896" y="82565"/>
                  <a:pt x="525625" y="76776"/>
                  <a:pt x="525625" y="69106"/>
                </a:cubicBezTo>
                <a:cubicBezTo>
                  <a:pt x="525625" y="61095"/>
                  <a:pt x="523969" y="55147"/>
                  <a:pt x="520657" y="51263"/>
                </a:cubicBezTo>
                <a:cubicBezTo>
                  <a:pt x="517346" y="47379"/>
                  <a:pt x="513157" y="45437"/>
                  <a:pt x="508092" y="45437"/>
                </a:cubicBezTo>
                <a:cubicBezTo>
                  <a:pt x="503174" y="45437"/>
                  <a:pt x="499119" y="47343"/>
                  <a:pt x="495930" y="51154"/>
                </a:cubicBezTo>
                <a:cubicBezTo>
                  <a:pt x="492740" y="54964"/>
                  <a:pt x="491145" y="60778"/>
                  <a:pt x="491145" y="68594"/>
                </a:cubicBezTo>
                <a:close/>
                <a:moveTo>
                  <a:pt x="594507" y="110891"/>
                </a:moveTo>
                <a:lnTo>
                  <a:pt x="621025" y="0"/>
                </a:lnTo>
                <a:lnTo>
                  <a:pt x="636438" y="0"/>
                </a:lnTo>
                <a:lnTo>
                  <a:pt x="609629" y="110891"/>
                </a:lnTo>
                <a:lnTo>
                  <a:pt x="594507" y="1108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Prioritization">
            <a:extLst xmlns:a="http://schemas.openxmlformats.org/drawingml/2006/main">
              <a:ext uri="{FF2B5EF4-FFF2-40B4-BE49-F238E27FC236}">
                <a16:creationId xmlns:a16="http://schemas.microsoft.com/office/drawing/2014/main" id="{57BA2091-D3FC-4078-A9A1-74527EE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912" y="1635003"/>
            <a:ext cx="894010" cy="108845"/>
          </a:xfrm>
          <a:custGeom xmlns:a="http://schemas.openxmlformats.org/drawingml/2006/main">
            <a:pathLst>
              <a:path w="894010" h="108845">
                <a:moveTo>
                  <a:pt x="0" y="107092"/>
                </a:moveTo>
                <a:lnTo>
                  <a:pt x="0" y="0"/>
                </a:lnTo>
                <a:lnTo>
                  <a:pt x="34699" y="0"/>
                </a:lnTo>
                <a:cubicBezTo>
                  <a:pt x="47848" y="0"/>
                  <a:pt x="56419" y="535"/>
                  <a:pt x="60413" y="1605"/>
                </a:cubicBezTo>
                <a:cubicBezTo>
                  <a:pt x="66549" y="3210"/>
                  <a:pt x="71687" y="6701"/>
                  <a:pt x="75826" y="12076"/>
                </a:cubicBezTo>
                <a:cubicBezTo>
                  <a:pt x="79966" y="17451"/>
                  <a:pt x="82036" y="24396"/>
                  <a:pt x="82036" y="32909"/>
                </a:cubicBezTo>
                <a:cubicBezTo>
                  <a:pt x="82036" y="39476"/>
                  <a:pt x="80843" y="44998"/>
                  <a:pt x="78456" y="49473"/>
                </a:cubicBezTo>
                <a:cubicBezTo>
                  <a:pt x="76070" y="53949"/>
                  <a:pt x="73038" y="57464"/>
                  <a:pt x="69362" y="60018"/>
                </a:cubicBezTo>
                <a:cubicBezTo>
                  <a:pt x="65685" y="62572"/>
                  <a:pt x="61947" y="64262"/>
                  <a:pt x="58148" y="65090"/>
                </a:cubicBezTo>
                <a:cubicBezTo>
                  <a:pt x="52986" y="66112"/>
                  <a:pt x="45510" y="66622"/>
                  <a:pt x="35722" y="66622"/>
                </a:cubicBezTo>
                <a:lnTo>
                  <a:pt x="21623" y="66622"/>
                </a:lnTo>
                <a:lnTo>
                  <a:pt x="21623" y="107092"/>
                </a:lnTo>
                <a:lnTo>
                  <a:pt x="0" y="107092"/>
                </a:lnTo>
                <a:moveTo>
                  <a:pt x="21623" y="18117"/>
                </a:moveTo>
                <a:lnTo>
                  <a:pt x="21623" y="48506"/>
                </a:lnTo>
                <a:lnTo>
                  <a:pt x="33457" y="48506"/>
                </a:lnTo>
                <a:cubicBezTo>
                  <a:pt x="41980" y="48506"/>
                  <a:pt x="47678" y="47946"/>
                  <a:pt x="50551" y="46825"/>
                </a:cubicBezTo>
                <a:cubicBezTo>
                  <a:pt x="53424" y="45705"/>
                  <a:pt x="55677" y="43952"/>
                  <a:pt x="57308" y="41566"/>
                </a:cubicBezTo>
                <a:cubicBezTo>
                  <a:pt x="58940" y="39179"/>
                  <a:pt x="59755" y="36404"/>
                  <a:pt x="59755" y="33238"/>
                </a:cubicBezTo>
                <a:cubicBezTo>
                  <a:pt x="59755" y="29342"/>
                  <a:pt x="58611" y="26128"/>
                  <a:pt x="56322" y="23595"/>
                </a:cubicBezTo>
                <a:cubicBezTo>
                  <a:pt x="54033" y="21063"/>
                  <a:pt x="51135" y="19480"/>
                  <a:pt x="47629" y="18847"/>
                </a:cubicBezTo>
                <a:cubicBezTo>
                  <a:pt x="45048" y="18360"/>
                  <a:pt x="39861" y="18117"/>
                  <a:pt x="32069" y="18117"/>
                </a:cubicBezTo>
                <a:lnTo>
                  <a:pt x="21623" y="18117"/>
                </a:lnTo>
                <a:close/>
                <a:moveTo>
                  <a:pt x="119293" y="107092"/>
                </a:moveTo>
                <a:lnTo>
                  <a:pt x="98765" y="107092"/>
                </a:lnTo>
                <a:lnTo>
                  <a:pt x="98765" y="29512"/>
                </a:lnTo>
                <a:lnTo>
                  <a:pt x="117832" y="29512"/>
                </a:lnTo>
                <a:lnTo>
                  <a:pt x="117832" y="40543"/>
                </a:lnTo>
                <a:cubicBezTo>
                  <a:pt x="121095" y="35332"/>
                  <a:pt x="124029" y="31899"/>
                  <a:pt x="126634" y="30243"/>
                </a:cubicBezTo>
                <a:cubicBezTo>
                  <a:pt x="129240" y="28587"/>
                  <a:pt x="132198" y="27759"/>
                  <a:pt x="135510" y="27759"/>
                </a:cubicBezTo>
                <a:cubicBezTo>
                  <a:pt x="140185" y="27759"/>
                  <a:pt x="144690" y="29050"/>
                  <a:pt x="149024" y="31631"/>
                </a:cubicBezTo>
                <a:lnTo>
                  <a:pt x="142669" y="49528"/>
                </a:lnTo>
                <a:cubicBezTo>
                  <a:pt x="139211" y="47288"/>
                  <a:pt x="135997" y="46168"/>
                  <a:pt x="133026" y="46168"/>
                </a:cubicBezTo>
                <a:cubicBezTo>
                  <a:pt x="130153" y="46168"/>
                  <a:pt x="127718" y="46959"/>
                  <a:pt x="125721" y="48542"/>
                </a:cubicBezTo>
                <a:cubicBezTo>
                  <a:pt x="123724" y="50125"/>
                  <a:pt x="122154" y="52986"/>
                  <a:pt x="121009" y="57126"/>
                </a:cubicBezTo>
                <a:cubicBezTo>
                  <a:pt x="119865" y="61265"/>
                  <a:pt x="119293" y="69934"/>
                  <a:pt x="119293" y="83132"/>
                </a:cubicBezTo>
                <a:lnTo>
                  <a:pt x="119293" y="107092"/>
                </a:lnTo>
                <a:close/>
                <a:moveTo>
                  <a:pt x="157241" y="18993"/>
                </a:moveTo>
                <a:lnTo>
                  <a:pt x="157241" y="0"/>
                </a:lnTo>
                <a:lnTo>
                  <a:pt x="177768" y="0"/>
                </a:lnTo>
                <a:lnTo>
                  <a:pt x="177768" y="18993"/>
                </a:lnTo>
                <a:lnTo>
                  <a:pt x="157241" y="18993"/>
                </a:lnTo>
                <a:moveTo>
                  <a:pt x="157241" y="107092"/>
                </a:moveTo>
                <a:lnTo>
                  <a:pt x="157241" y="29512"/>
                </a:lnTo>
                <a:lnTo>
                  <a:pt x="177768" y="29512"/>
                </a:lnTo>
                <a:lnTo>
                  <a:pt x="177768" y="107092"/>
                </a:lnTo>
                <a:lnTo>
                  <a:pt x="157241" y="107092"/>
                </a:lnTo>
                <a:close/>
                <a:moveTo>
                  <a:pt x="194382" y="67207"/>
                </a:moveTo>
                <a:cubicBezTo>
                  <a:pt x="194382" y="60388"/>
                  <a:pt x="196062" y="53790"/>
                  <a:pt x="199423" y="47410"/>
                </a:cubicBezTo>
                <a:cubicBezTo>
                  <a:pt x="202783" y="41030"/>
                  <a:pt x="207544" y="36160"/>
                  <a:pt x="213704" y="32800"/>
                </a:cubicBezTo>
                <a:cubicBezTo>
                  <a:pt x="219865" y="29439"/>
                  <a:pt x="226744" y="27759"/>
                  <a:pt x="234341" y="27759"/>
                </a:cubicBezTo>
                <a:cubicBezTo>
                  <a:pt x="246078" y="27759"/>
                  <a:pt x="255696" y="31570"/>
                  <a:pt x="263196" y="39192"/>
                </a:cubicBezTo>
                <a:cubicBezTo>
                  <a:pt x="270696" y="46813"/>
                  <a:pt x="274446" y="56444"/>
                  <a:pt x="274446" y="68083"/>
                </a:cubicBezTo>
                <a:cubicBezTo>
                  <a:pt x="274446" y="79820"/>
                  <a:pt x="270659" y="89548"/>
                  <a:pt x="263086" y="97267"/>
                </a:cubicBezTo>
                <a:cubicBezTo>
                  <a:pt x="255513" y="104986"/>
                  <a:pt x="245980" y="108845"/>
                  <a:pt x="234487" y="108845"/>
                </a:cubicBezTo>
                <a:cubicBezTo>
                  <a:pt x="227377" y="108845"/>
                  <a:pt x="220595" y="107238"/>
                  <a:pt x="214142" y="104024"/>
                </a:cubicBezTo>
                <a:cubicBezTo>
                  <a:pt x="207690" y="100810"/>
                  <a:pt x="202783" y="96098"/>
                  <a:pt x="199423" y="89889"/>
                </a:cubicBezTo>
                <a:cubicBezTo>
                  <a:pt x="196062" y="83679"/>
                  <a:pt x="194382" y="76119"/>
                  <a:pt x="194382" y="67207"/>
                </a:cubicBezTo>
                <a:moveTo>
                  <a:pt x="215421" y="68302"/>
                </a:moveTo>
                <a:cubicBezTo>
                  <a:pt x="215421" y="75973"/>
                  <a:pt x="217247" y="81847"/>
                  <a:pt x="220900" y="85926"/>
                </a:cubicBezTo>
                <a:cubicBezTo>
                  <a:pt x="224552" y="90004"/>
                  <a:pt x="229057" y="92044"/>
                  <a:pt x="234414" y="92044"/>
                </a:cubicBezTo>
                <a:cubicBezTo>
                  <a:pt x="239771" y="92044"/>
                  <a:pt x="244264" y="90004"/>
                  <a:pt x="247892" y="85926"/>
                </a:cubicBezTo>
                <a:cubicBezTo>
                  <a:pt x="251520" y="81847"/>
                  <a:pt x="253334" y="75924"/>
                  <a:pt x="253334" y="68156"/>
                </a:cubicBezTo>
                <a:cubicBezTo>
                  <a:pt x="253334" y="60583"/>
                  <a:pt x="251520" y="54757"/>
                  <a:pt x="247892" y="50679"/>
                </a:cubicBezTo>
                <a:cubicBezTo>
                  <a:pt x="244264" y="46600"/>
                  <a:pt x="239771" y="44561"/>
                  <a:pt x="234414" y="44561"/>
                </a:cubicBezTo>
                <a:cubicBezTo>
                  <a:pt x="229057" y="44561"/>
                  <a:pt x="224552" y="46600"/>
                  <a:pt x="220900" y="50679"/>
                </a:cubicBezTo>
                <a:cubicBezTo>
                  <a:pt x="217247" y="54757"/>
                  <a:pt x="215421" y="60632"/>
                  <a:pt x="215421" y="68302"/>
                </a:cubicBezTo>
                <a:close/>
                <a:moveTo>
                  <a:pt x="310640" y="107092"/>
                </a:moveTo>
                <a:lnTo>
                  <a:pt x="290113" y="107092"/>
                </a:lnTo>
                <a:lnTo>
                  <a:pt x="290113" y="29512"/>
                </a:lnTo>
                <a:lnTo>
                  <a:pt x="309179" y="29512"/>
                </a:lnTo>
                <a:lnTo>
                  <a:pt x="309179" y="40543"/>
                </a:lnTo>
                <a:cubicBezTo>
                  <a:pt x="312442" y="35332"/>
                  <a:pt x="315376" y="31899"/>
                  <a:pt x="317982" y="30243"/>
                </a:cubicBezTo>
                <a:cubicBezTo>
                  <a:pt x="320587" y="28587"/>
                  <a:pt x="323546" y="27759"/>
                  <a:pt x="326857" y="27759"/>
                </a:cubicBezTo>
                <a:cubicBezTo>
                  <a:pt x="331532" y="27759"/>
                  <a:pt x="336037" y="29050"/>
                  <a:pt x="340372" y="31631"/>
                </a:cubicBezTo>
                <a:lnTo>
                  <a:pt x="334016" y="49528"/>
                </a:lnTo>
                <a:cubicBezTo>
                  <a:pt x="330558" y="47288"/>
                  <a:pt x="327344" y="46168"/>
                  <a:pt x="324374" y="46168"/>
                </a:cubicBezTo>
                <a:cubicBezTo>
                  <a:pt x="321500" y="46168"/>
                  <a:pt x="319065" y="46959"/>
                  <a:pt x="317068" y="48542"/>
                </a:cubicBezTo>
                <a:cubicBezTo>
                  <a:pt x="315072" y="50125"/>
                  <a:pt x="313501" y="52986"/>
                  <a:pt x="312357" y="57126"/>
                </a:cubicBezTo>
                <a:cubicBezTo>
                  <a:pt x="311212" y="61265"/>
                  <a:pt x="310640" y="69934"/>
                  <a:pt x="310640" y="83132"/>
                </a:cubicBezTo>
                <a:lnTo>
                  <a:pt x="310640" y="107092"/>
                </a:lnTo>
                <a:close/>
                <a:moveTo>
                  <a:pt x="348589" y="18993"/>
                </a:moveTo>
                <a:lnTo>
                  <a:pt x="348589" y="0"/>
                </a:lnTo>
                <a:lnTo>
                  <a:pt x="369116" y="0"/>
                </a:lnTo>
                <a:lnTo>
                  <a:pt x="369116" y="18993"/>
                </a:lnTo>
                <a:lnTo>
                  <a:pt x="348589" y="18993"/>
                </a:lnTo>
                <a:moveTo>
                  <a:pt x="348589" y="107092"/>
                </a:moveTo>
                <a:lnTo>
                  <a:pt x="348589" y="29512"/>
                </a:lnTo>
                <a:lnTo>
                  <a:pt x="369116" y="29512"/>
                </a:lnTo>
                <a:lnTo>
                  <a:pt x="369116" y="107092"/>
                </a:lnTo>
                <a:lnTo>
                  <a:pt x="348589" y="107092"/>
                </a:lnTo>
                <a:close/>
                <a:moveTo>
                  <a:pt x="426054" y="29512"/>
                </a:moveTo>
                <a:lnTo>
                  <a:pt x="426054" y="45876"/>
                </a:lnTo>
                <a:lnTo>
                  <a:pt x="412029" y="45876"/>
                </a:lnTo>
                <a:lnTo>
                  <a:pt x="412029" y="77091"/>
                </a:lnTo>
                <a:cubicBezTo>
                  <a:pt x="412029" y="83413"/>
                  <a:pt x="412163" y="87097"/>
                  <a:pt x="412430" y="88142"/>
                </a:cubicBezTo>
                <a:cubicBezTo>
                  <a:pt x="412698" y="89186"/>
                  <a:pt x="413307" y="90049"/>
                  <a:pt x="414257" y="90731"/>
                </a:cubicBezTo>
                <a:cubicBezTo>
                  <a:pt x="415206" y="91411"/>
                  <a:pt x="416363" y="91752"/>
                  <a:pt x="417727" y="91752"/>
                </a:cubicBezTo>
                <a:cubicBezTo>
                  <a:pt x="419626" y="91752"/>
                  <a:pt x="422377" y="91094"/>
                  <a:pt x="425981" y="89779"/>
                </a:cubicBezTo>
                <a:lnTo>
                  <a:pt x="427735" y="105764"/>
                </a:lnTo>
                <a:cubicBezTo>
                  <a:pt x="422962" y="107818"/>
                  <a:pt x="417556" y="108845"/>
                  <a:pt x="411517" y="108845"/>
                </a:cubicBezTo>
                <a:cubicBezTo>
                  <a:pt x="407816" y="108845"/>
                  <a:pt x="404480" y="108224"/>
                  <a:pt x="401509" y="106983"/>
                </a:cubicBezTo>
                <a:cubicBezTo>
                  <a:pt x="398539" y="105741"/>
                  <a:pt x="396359" y="104134"/>
                  <a:pt x="394971" y="102161"/>
                </a:cubicBezTo>
                <a:cubicBezTo>
                  <a:pt x="393583" y="100189"/>
                  <a:pt x="392622" y="97522"/>
                  <a:pt x="392086" y="94162"/>
                </a:cubicBezTo>
                <a:cubicBezTo>
                  <a:pt x="391648" y="91776"/>
                  <a:pt x="391428" y="86955"/>
                  <a:pt x="391428" y="79698"/>
                </a:cubicBezTo>
                <a:lnTo>
                  <a:pt x="391428" y="45876"/>
                </a:lnTo>
                <a:lnTo>
                  <a:pt x="382005" y="45876"/>
                </a:lnTo>
                <a:lnTo>
                  <a:pt x="382005" y="29512"/>
                </a:lnTo>
                <a:lnTo>
                  <a:pt x="391428" y="29512"/>
                </a:lnTo>
                <a:lnTo>
                  <a:pt x="391428" y="14026"/>
                </a:lnTo>
                <a:lnTo>
                  <a:pt x="412029" y="1899"/>
                </a:lnTo>
                <a:lnTo>
                  <a:pt x="412029" y="29512"/>
                </a:lnTo>
                <a:lnTo>
                  <a:pt x="426054" y="29512"/>
                </a:lnTo>
                <a:close/>
                <a:moveTo>
                  <a:pt x="440298" y="18993"/>
                </a:moveTo>
                <a:lnTo>
                  <a:pt x="440298" y="0"/>
                </a:lnTo>
                <a:lnTo>
                  <a:pt x="460825" y="0"/>
                </a:lnTo>
                <a:lnTo>
                  <a:pt x="460825" y="18993"/>
                </a:lnTo>
                <a:lnTo>
                  <a:pt x="440298" y="18993"/>
                </a:lnTo>
                <a:moveTo>
                  <a:pt x="440298" y="107092"/>
                </a:moveTo>
                <a:lnTo>
                  <a:pt x="440298" y="29512"/>
                </a:lnTo>
                <a:lnTo>
                  <a:pt x="460825" y="29512"/>
                </a:lnTo>
                <a:lnTo>
                  <a:pt x="460825" y="107092"/>
                </a:lnTo>
                <a:lnTo>
                  <a:pt x="440298" y="107092"/>
                </a:lnTo>
                <a:close/>
                <a:moveTo>
                  <a:pt x="474083" y="107092"/>
                </a:moveTo>
                <a:lnTo>
                  <a:pt x="474083" y="90875"/>
                </a:lnTo>
                <a:lnTo>
                  <a:pt x="503157" y="57708"/>
                </a:lnTo>
                <a:cubicBezTo>
                  <a:pt x="507930" y="52288"/>
                  <a:pt x="511460" y="48442"/>
                  <a:pt x="513749" y="46168"/>
                </a:cubicBezTo>
                <a:cubicBezTo>
                  <a:pt x="511363" y="46314"/>
                  <a:pt x="508222" y="46411"/>
                  <a:pt x="504326" y="46460"/>
                </a:cubicBezTo>
                <a:lnTo>
                  <a:pt x="476932" y="46606"/>
                </a:lnTo>
                <a:lnTo>
                  <a:pt x="476932" y="29512"/>
                </a:lnTo>
                <a:lnTo>
                  <a:pt x="541070" y="29512"/>
                </a:lnTo>
                <a:lnTo>
                  <a:pt x="541070" y="44123"/>
                </a:lnTo>
                <a:lnTo>
                  <a:pt x="511412" y="78146"/>
                </a:lnTo>
                <a:lnTo>
                  <a:pt x="500966" y="89414"/>
                </a:lnTo>
                <a:cubicBezTo>
                  <a:pt x="506663" y="89122"/>
                  <a:pt x="510194" y="88976"/>
                  <a:pt x="511558" y="88976"/>
                </a:cubicBezTo>
                <a:lnTo>
                  <a:pt x="543335" y="88976"/>
                </a:lnTo>
                <a:lnTo>
                  <a:pt x="543335" y="107092"/>
                </a:lnTo>
                <a:lnTo>
                  <a:pt x="474083" y="107092"/>
                </a:lnTo>
                <a:close/>
                <a:moveTo>
                  <a:pt x="572482" y="53473"/>
                </a:moveTo>
                <a:lnTo>
                  <a:pt x="553854" y="50113"/>
                </a:lnTo>
                <a:cubicBezTo>
                  <a:pt x="555948" y="42514"/>
                  <a:pt x="559552" y="36889"/>
                  <a:pt x="564665" y="33238"/>
                </a:cubicBezTo>
                <a:cubicBezTo>
                  <a:pt x="569779" y="29585"/>
                  <a:pt x="577376" y="27759"/>
                  <a:pt x="587457" y="27759"/>
                </a:cubicBezTo>
                <a:cubicBezTo>
                  <a:pt x="596613" y="27759"/>
                  <a:pt x="603431" y="28843"/>
                  <a:pt x="607911" y="31010"/>
                </a:cubicBezTo>
                <a:cubicBezTo>
                  <a:pt x="612392" y="33177"/>
                  <a:pt x="615545" y="35929"/>
                  <a:pt x="617371" y="39265"/>
                </a:cubicBezTo>
                <a:cubicBezTo>
                  <a:pt x="619198" y="42601"/>
                  <a:pt x="620111" y="48725"/>
                  <a:pt x="620111" y="57637"/>
                </a:cubicBezTo>
                <a:lnTo>
                  <a:pt x="619892" y="81597"/>
                </a:lnTo>
                <a:cubicBezTo>
                  <a:pt x="619892" y="88416"/>
                  <a:pt x="620220" y="93444"/>
                  <a:pt x="620878" y="96682"/>
                </a:cubicBezTo>
                <a:cubicBezTo>
                  <a:pt x="621535" y="99921"/>
                  <a:pt x="622765" y="103391"/>
                  <a:pt x="624567" y="107092"/>
                </a:cubicBezTo>
                <a:lnTo>
                  <a:pt x="604259" y="107092"/>
                </a:lnTo>
                <a:cubicBezTo>
                  <a:pt x="603723" y="105729"/>
                  <a:pt x="603066" y="103707"/>
                  <a:pt x="602287" y="101029"/>
                </a:cubicBezTo>
                <a:cubicBezTo>
                  <a:pt x="601946" y="99811"/>
                  <a:pt x="601702" y="99008"/>
                  <a:pt x="601556" y="98618"/>
                </a:cubicBezTo>
                <a:cubicBezTo>
                  <a:pt x="598050" y="102027"/>
                  <a:pt x="594300" y="104584"/>
                  <a:pt x="590306" y="106289"/>
                </a:cubicBezTo>
                <a:cubicBezTo>
                  <a:pt x="586313" y="107993"/>
                  <a:pt x="582052" y="108845"/>
                  <a:pt x="577522" y="108845"/>
                </a:cubicBezTo>
                <a:cubicBezTo>
                  <a:pt x="569536" y="108845"/>
                  <a:pt x="563241" y="106687"/>
                  <a:pt x="558639" y="102371"/>
                </a:cubicBezTo>
                <a:cubicBezTo>
                  <a:pt x="554037" y="98055"/>
                  <a:pt x="551736" y="92599"/>
                  <a:pt x="551736" y="86003"/>
                </a:cubicBezTo>
                <a:cubicBezTo>
                  <a:pt x="551736" y="81639"/>
                  <a:pt x="552783" y="77747"/>
                  <a:pt x="554877" y="74329"/>
                </a:cubicBezTo>
                <a:cubicBezTo>
                  <a:pt x="556971" y="70909"/>
                  <a:pt x="559905" y="68290"/>
                  <a:pt x="563679" y="66471"/>
                </a:cubicBezTo>
                <a:cubicBezTo>
                  <a:pt x="567454" y="64653"/>
                  <a:pt x="572896" y="63065"/>
                  <a:pt x="580006" y="61707"/>
                </a:cubicBezTo>
                <a:cubicBezTo>
                  <a:pt x="589600" y="59913"/>
                  <a:pt x="596248" y="58240"/>
                  <a:pt x="599949" y="56687"/>
                </a:cubicBezTo>
                <a:lnTo>
                  <a:pt x="599949" y="54619"/>
                </a:lnTo>
                <a:cubicBezTo>
                  <a:pt x="599949" y="50630"/>
                  <a:pt x="598975" y="47786"/>
                  <a:pt x="597027" y="46088"/>
                </a:cubicBezTo>
                <a:cubicBezTo>
                  <a:pt x="595079" y="44388"/>
                  <a:pt x="591402" y="43538"/>
                  <a:pt x="585996" y="43538"/>
                </a:cubicBezTo>
                <a:cubicBezTo>
                  <a:pt x="582344" y="43538"/>
                  <a:pt x="579495" y="44273"/>
                  <a:pt x="577449" y="45743"/>
                </a:cubicBezTo>
                <a:cubicBezTo>
                  <a:pt x="575404" y="47212"/>
                  <a:pt x="573748" y="49789"/>
                  <a:pt x="572482" y="53473"/>
                </a:cubicBezTo>
                <a:moveTo>
                  <a:pt x="599949" y="70129"/>
                </a:moveTo>
                <a:cubicBezTo>
                  <a:pt x="597319" y="70994"/>
                  <a:pt x="593155" y="72029"/>
                  <a:pt x="587457" y="73233"/>
                </a:cubicBezTo>
                <a:cubicBezTo>
                  <a:pt x="581759" y="74435"/>
                  <a:pt x="578034" y="75614"/>
                  <a:pt x="576281" y="76769"/>
                </a:cubicBezTo>
                <a:cubicBezTo>
                  <a:pt x="573602" y="78646"/>
                  <a:pt x="572263" y="81028"/>
                  <a:pt x="572263" y="83915"/>
                </a:cubicBezTo>
                <a:cubicBezTo>
                  <a:pt x="572263" y="86754"/>
                  <a:pt x="573334" y="89209"/>
                  <a:pt x="575477" y="91279"/>
                </a:cubicBezTo>
                <a:cubicBezTo>
                  <a:pt x="577620" y="93347"/>
                  <a:pt x="580347" y="94381"/>
                  <a:pt x="583659" y="94381"/>
                </a:cubicBezTo>
                <a:cubicBezTo>
                  <a:pt x="587360" y="94381"/>
                  <a:pt x="590891" y="93178"/>
                  <a:pt x="594251" y="90772"/>
                </a:cubicBezTo>
                <a:cubicBezTo>
                  <a:pt x="596735" y="88944"/>
                  <a:pt x="598366" y="86706"/>
                  <a:pt x="599145" y="84058"/>
                </a:cubicBezTo>
                <a:cubicBezTo>
                  <a:pt x="599681" y="82326"/>
                  <a:pt x="599949" y="79031"/>
                  <a:pt x="599949" y="74171"/>
                </a:cubicBezTo>
                <a:lnTo>
                  <a:pt x="599949" y="70129"/>
                </a:lnTo>
                <a:close/>
                <a:moveTo>
                  <a:pt x="675301" y="29512"/>
                </a:moveTo>
                <a:lnTo>
                  <a:pt x="675301" y="45876"/>
                </a:lnTo>
                <a:lnTo>
                  <a:pt x="661275" y="45876"/>
                </a:lnTo>
                <a:lnTo>
                  <a:pt x="661275" y="77091"/>
                </a:lnTo>
                <a:cubicBezTo>
                  <a:pt x="661275" y="83413"/>
                  <a:pt x="661409" y="87097"/>
                  <a:pt x="661677" y="88142"/>
                </a:cubicBezTo>
                <a:cubicBezTo>
                  <a:pt x="661945" y="89186"/>
                  <a:pt x="662554" y="90049"/>
                  <a:pt x="663503" y="90731"/>
                </a:cubicBezTo>
                <a:cubicBezTo>
                  <a:pt x="664453" y="91411"/>
                  <a:pt x="665610" y="91752"/>
                  <a:pt x="666973" y="91752"/>
                </a:cubicBezTo>
                <a:cubicBezTo>
                  <a:pt x="668872" y="91752"/>
                  <a:pt x="671624" y="91094"/>
                  <a:pt x="675228" y="89779"/>
                </a:cubicBezTo>
                <a:lnTo>
                  <a:pt x="676981" y="105764"/>
                </a:lnTo>
                <a:cubicBezTo>
                  <a:pt x="672208" y="107818"/>
                  <a:pt x="666803" y="108845"/>
                  <a:pt x="660764" y="108845"/>
                </a:cubicBezTo>
                <a:cubicBezTo>
                  <a:pt x="657063" y="108845"/>
                  <a:pt x="653727" y="108224"/>
                  <a:pt x="650756" y="106983"/>
                </a:cubicBezTo>
                <a:cubicBezTo>
                  <a:pt x="647785" y="105741"/>
                  <a:pt x="645606" y="104134"/>
                  <a:pt x="644218" y="102161"/>
                </a:cubicBezTo>
                <a:cubicBezTo>
                  <a:pt x="642830" y="100189"/>
                  <a:pt x="641868" y="97522"/>
                  <a:pt x="641332" y="94162"/>
                </a:cubicBezTo>
                <a:cubicBezTo>
                  <a:pt x="640894" y="91776"/>
                  <a:pt x="640675" y="86955"/>
                  <a:pt x="640675" y="79698"/>
                </a:cubicBezTo>
                <a:lnTo>
                  <a:pt x="640675" y="45876"/>
                </a:lnTo>
                <a:lnTo>
                  <a:pt x="631251" y="45876"/>
                </a:lnTo>
                <a:lnTo>
                  <a:pt x="631251" y="29512"/>
                </a:lnTo>
                <a:lnTo>
                  <a:pt x="640675" y="29512"/>
                </a:lnTo>
                <a:lnTo>
                  <a:pt x="640675" y="14026"/>
                </a:lnTo>
                <a:lnTo>
                  <a:pt x="661275" y="1899"/>
                </a:lnTo>
                <a:lnTo>
                  <a:pt x="661275" y="29512"/>
                </a:lnTo>
                <a:lnTo>
                  <a:pt x="675301" y="29512"/>
                </a:lnTo>
                <a:close/>
                <a:moveTo>
                  <a:pt x="689544" y="18993"/>
                </a:moveTo>
                <a:lnTo>
                  <a:pt x="689544" y="0"/>
                </a:lnTo>
                <a:lnTo>
                  <a:pt x="710071" y="0"/>
                </a:lnTo>
                <a:lnTo>
                  <a:pt x="710071" y="18993"/>
                </a:lnTo>
                <a:lnTo>
                  <a:pt x="689544" y="18993"/>
                </a:lnTo>
                <a:moveTo>
                  <a:pt x="689544" y="107092"/>
                </a:moveTo>
                <a:lnTo>
                  <a:pt x="689544" y="29512"/>
                </a:lnTo>
                <a:lnTo>
                  <a:pt x="710071" y="29512"/>
                </a:lnTo>
                <a:lnTo>
                  <a:pt x="710071" y="107092"/>
                </a:lnTo>
                <a:lnTo>
                  <a:pt x="689544" y="107092"/>
                </a:lnTo>
                <a:close/>
                <a:moveTo>
                  <a:pt x="726836" y="67207"/>
                </a:moveTo>
                <a:cubicBezTo>
                  <a:pt x="726836" y="60388"/>
                  <a:pt x="728516" y="53790"/>
                  <a:pt x="731876" y="47410"/>
                </a:cubicBezTo>
                <a:cubicBezTo>
                  <a:pt x="735236" y="41030"/>
                  <a:pt x="739997" y="36160"/>
                  <a:pt x="746158" y="32800"/>
                </a:cubicBezTo>
                <a:cubicBezTo>
                  <a:pt x="752318" y="29439"/>
                  <a:pt x="759197" y="27759"/>
                  <a:pt x="766794" y="27759"/>
                </a:cubicBezTo>
                <a:cubicBezTo>
                  <a:pt x="778531" y="27759"/>
                  <a:pt x="788149" y="31570"/>
                  <a:pt x="795649" y="39192"/>
                </a:cubicBezTo>
                <a:cubicBezTo>
                  <a:pt x="803149" y="46813"/>
                  <a:pt x="806899" y="56444"/>
                  <a:pt x="806899" y="68083"/>
                </a:cubicBezTo>
                <a:cubicBezTo>
                  <a:pt x="806899" y="79820"/>
                  <a:pt x="803113" y="89548"/>
                  <a:pt x="795540" y="97267"/>
                </a:cubicBezTo>
                <a:cubicBezTo>
                  <a:pt x="787967" y="104986"/>
                  <a:pt x="778434" y="108845"/>
                  <a:pt x="766940" y="108845"/>
                </a:cubicBezTo>
                <a:cubicBezTo>
                  <a:pt x="759830" y="108845"/>
                  <a:pt x="753049" y="107238"/>
                  <a:pt x="746596" y="104024"/>
                </a:cubicBezTo>
                <a:cubicBezTo>
                  <a:pt x="740143" y="100810"/>
                  <a:pt x="735236" y="96098"/>
                  <a:pt x="731876" y="89889"/>
                </a:cubicBezTo>
                <a:cubicBezTo>
                  <a:pt x="728516" y="83679"/>
                  <a:pt x="726836" y="76119"/>
                  <a:pt x="726836" y="67207"/>
                </a:cubicBezTo>
                <a:moveTo>
                  <a:pt x="747874" y="68302"/>
                </a:moveTo>
                <a:cubicBezTo>
                  <a:pt x="747874" y="75973"/>
                  <a:pt x="749700" y="81847"/>
                  <a:pt x="753353" y="85926"/>
                </a:cubicBezTo>
                <a:cubicBezTo>
                  <a:pt x="757006" y="90004"/>
                  <a:pt x="761510" y="92044"/>
                  <a:pt x="766867" y="92044"/>
                </a:cubicBezTo>
                <a:cubicBezTo>
                  <a:pt x="772224" y="92044"/>
                  <a:pt x="776717" y="90004"/>
                  <a:pt x="780345" y="85926"/>
                </a:cubicBezTo>
                <a:cubicBezTo>
                  <a:pt x="783973" y="81847"/>
                  <a:pt x="785787" y="75924"/>
                  <a:pt x="785787" y="68156"/>
                </a:cubicBezTo>
                <a:cubicBezTo>
                  <a:pt x="785787" y="60583"/>
                  <a:pt x="783973" y="54757"/>
                  <a:pt x="780345" y="50679"/>
                </a:cubicBezTo>
                <a:cubicBezTo>
                  <a:pt x="776717" y="46600"/>
                  <a:pt x="772224" y="44561"/>
                  <a:pt x="766867" y="44561"/>
                </a:cubicBezTo>
                <a:cubicBezTo>
                  <a:pt x="761510" y="44561"/>
                  <a:pt x="757006" y="46600"/>
                  <a:pt x="753353" y="50679"/>
                </a:cubicBezTo>
                <a:cubicBezTo>
                  <a:pt x="749700" y="54757"/>
                  <a:pt x="747874" y="60632"/>
                  <a:pt x="747874" y="68302"/>
                </a:cubicBezTo>
                <a:close/>
                <a:moveTo>
                  <a:pt x="894010" y="107092"/>
                </a:moveTo>
                <a:lnTo>
                  <a:pt x="873483" y="107092"/>
                </a:lnTo>
                <a:lnTo>
                  <a:pt x="873483" y="67544"/>
                </a:lnTo>
                <a:cubicBezTo>
                  <a:pt x="873483" y="59177"/>
                  <a:pt x="873044" y="53765"/>
                  <a:pt x="872168" y="51309"/>
                </a:cubicBezTo>
                <a:cubicBezTo>
                  <a:pt x="871291" y="48853"/>
                  <a:pt x="869867" y="46943"/>
                  <a:pt x="867894" y="45581"/>
                </a:cubicBezTo>
                <a:cubicBezTo>
                  <a:pt x="865922" y="44219"/>
                  <a:pt x="863548" y="43538"/>
                  <a:pt x="860772" y="43538"/>
                </a:cubicBezTo>
                <a:cubicBezTo>
                  <a:pt x="857217" y="43538"/>
                  <a:pt x="854027" y="44511"/>
                  <a:pt x="851202" y="46458"/>
                </a:cubicBezTo>
                <a:cubicBezTo>
                  <a:pt x="848378" y="48403"/>
                  <a:pt x="846442" y="50981"/>
                  <a:pt x="845395" y="54192"/>
                </a:cubicBezTo>
                <a:cubicBezTo>
                  <a:pt x="844348" y="57402"/>
                  <a:pt x="843824" y="63336"/>
                  <a:pt x="843824" y="71996"/>
                </a:cubicBezTo>
                <a:lnTo>
                  <a:pt x="843824" y="107092"/>
                </a:lnTo>
                <a:lnTo>
                  <a:pt x="823297" y="107092"/>
                </a:lnTo>
                <a:lnTo>
                  <a:pt x="823297" y="29512"/>
                </a:lnTo>
                <a:lnTo>
                  <a:pt x="842363" y="29512"/>
                </a:lnTo>
                <a:lnTo>
                  <a:pt x="842363" y="40908"/>
                </a:lnTo>
                <a:cubicBezTo>
                  <a:pt x="849133" y="32142"/>
                  <a:pt x="857655" y="27759"/>
                  <a:pt x="867931" y="27759"/>
                </a:cubicBezTo>
                <a:cubicBezTo>
                  <a:pt x="872460" y="27759"/>
                  <a:pt x="876600" y="28575"/>
                  <a:pt x="880350" y="30206"/>
                </a:cubicBezTo>
                <a:cubicBezTo>
                  <a:pt x="884099" y="31838"/>
                  <a:pt x="886936" y="33920"/>
                  <a:pt x="888860" y="36452"/>
                </a:cubicBezTo>
                <a:cubicBezTo>
                  <a:pt x="890784" y="38985"/>
                  <a:pt x="892123" y="41858"/>
                  <a:pt x="892878" y="45072"/>
                </a:cubicBezTo>
                <a:cubicBezTo>
                  <a:pt x="893633" y="48286"/>
                  <a:pt x="894010" y="52889"/>
                  <a:pt x="894010" y="58879"/>
                </a:cubicBezTo>
                <a:lnTo>
                  <a:pt x="894010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B1E6A7-5C53-42B7-9D1C-A1F98533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78" y="1329896"/>
            <a:ext cx="1093343" cy="532977"/>
          </a:xfrm>
          <a:custGeom xmlns:a="http://schemas.openxmlformats.org/drawingml/2006/main">
            <a:pathLst>
              <a:path w="1093343" h="532977">
                <a:moveTo>
                  <a:pt x="0" y="532977"/>
                </a:moveTo>
                <a:lnTo>
                  <a:pt x="0" y="0"/>
                </a:lnTo>
                <a:lnTo>
                  <a:pt x="1093343" y="0"/>
                </a:lnTo>
                <a:lnTo>
                  <a:pt x="1093343" y="532977"/>
                </a:lnTo>
                <a:lnTo>
                  <a:pt x="0" y="5329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E367F-C741-448A-8FCE-AB40F3A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78" y="1329896"/>
            <a:ext cx="1093343" cy="532977"/>
          </a:xfrm>
          <a:custGeom xmlns:a="http://schemas.openxmlformats.org/drawingml/2006/main">
            <a:pathLst>
              <a:path w="1093343" h="532977" fill="none">
                <a:moveTo>
                  <a:pt x="0" y="532977"/>
                </a:moveTo>
                <a:lnTo>
                  <a:pt x="1093343" y="532977"/>
                </a:lnTo>
                <a:lnTo>
                  <a:pt x="1093343" y="0"/>
                </a:lnTo>
                <a:lnTo>
                  <a:pt x="0" y="0"/>
                </a:lnTo>
                <a:lnTo>
                  <a:pt x="0" y="532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595959"/>
            </a:solidFill>
            <a:round/>
          </a:ln>
        </p:spPr>
      </p:sp>
      <p:sp>
        <p:nvSpPr>
          <p:cNvPr id="45" name="Text initialization">
            <a:extLst xmlns:a="http://schemas.openxmlformats.org/drawingml/2006/main">
              <a:ext uri="{FF2B5EF4-FFF2-40B4-BE49-F238E27FC236}">
                <a16:creationId xmlns:a16="http://schemas.microsoft.com/office/drawing/2014/main" id="{7D0A01A4-B01D-4F40-BF59-D7A115BA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891" y="1545265"/>
            <a:ext cx="845534" cy="108845"/>
          </a:xfrm>
          <a:custGeom xmlns:a="http://schemas.openxmlformats.org/drawingml/2006/main">
            <a:pathLst>
              <a:path w="845534" h="108845">
                <a:moveTo>
                  <a:pt x="0" y="18993"/>
                </a:moveTo>
                <a:lnTo>
                  <a:pt x="0" y="0"/>
                </a:lnTo>
                <a:lnTo>
                  <a:pt x="20527" y="0"/>
                </a:lnTo>
                <a:lnTo>
                  <a:pt x="20527" y="18993"/>
                </a:lnTo>
                <a:lnTo>
                  <a:pt x="0" y="18993"/>
                </a:lnTo>
                <a:moveTo>
                  <a:pt x="0" y="107092"/>
                </a:moveTo>
                <a:lnTo>
                  <a:pt x="0" y="29512"/>
                </a:lnTo>
                <a:lnTo>
                  <a:pt x="20527" y="29512"/>
                </a:lnTo>
                <a:lnTo>
                  <a:pt x="20527" y="107092"/>
                </a:lnTo>
                <a:lnTo>
                  <a:pt x="0" y="107092"/>
                </a:lnTo>
                <a:close/>
                <a:moveTo>
                  <a:pt x="112457" y="107092"/>
                </a:moveTo>
                <a:lnTo>
                  <a:pt x="91930" y="107092"/>
                </a:lnTo>
                <a:lnTo>
                  <a:pt x="91930" y="67544"/>
                </a:lnTo>
                <a:cubicBezTo>
                  <a:pt x="91930" y="59177"/>
                  <a:pt x="91491" y="53765"/>
                  <a:pt x="90615" y="51309"/>
                </a:cubicBezTo>
                <a:cubicBezTo>
                  <a:pt x="89738" y="48853"/>
                  <a:pt x="88314" y="46943"/>
                  <a:pt x="86341" y="45581"/>
                </a:cubicBezTo>
                <a:cubicBezTo>
                  <a:pt x="84369" y="44219"/>
                  <a:pt x="81995" y="43538"/>
                  <a:pt x="79219" y="43538"/>
                </a:cubicBezTo>
                <a:cubicBezTo>
                  <a:pt x="75664" y="43538"/>
                  <a:pt x="72474" y="44511"/>
                  <a:pt x="69649" y="46458"/>
                </a:cubicBezTo>
                <a:cubicBezTo>
                  <a:pt x="66825" y="48403"/>
                  <a:pt x="64889" y="50981"/>
                  <a:pt x="63842" y="54192"/>
                </a:cubicBezTo>
                <a:cubicBezTo>
                  <a:pt x="62795" y="57402"/>
                  <a:pt x="62271" y="63336"/>
                  <a:pt x="62271" y="71996"/>
                </a:cubicBezTo>
                <a:lnTo>
                  <a:pt x="62271" y="107092"/>
                </a:lnTo>
                <a:lnTo>
                  <a:pt x="41744" y="107092"/>
                </a:lnTo>
                <a:lnTo>
                  <a:pt x="41744" y="29512"/>
                </a:lnTo>
                <a:lnTo>
                  <a:pt x="60810" y="29512"/>
                </a:lnTo>
                <a:lnTo>
                  <a:pt x="60810" y="40908"/>
                </a:lnTo>
                <a:cubicBezTo>
                  <a:pt x="67580" y="32142"/>
                  <a:pt x="76102" y="27759"/>
                  <a:pt x="86378" y="27759"/>
                </a:cubicBezTo>
                <a:cubicBezTo>
                  <a:pt x="90907" y="27759"/>
                  <a:pt x="95047" y="28575"/>
                  <a:pt x="98796" y="30206"/>
                </a:cubicBezTo>
                <a:cubicBezTo>
                  <a:pt x="102546" y="31838"/>
                  <a:pt x="105383" y="33920"/>
                  <a:pt x="107307" y="36452"/>
                </a:cubicBezTo>
                <a:cubicBezTo>
                  <a:pt x="109231" y="38985"/>
                  <a:pt x="110570" y="41858"/>
                  <a:pt x="111325" y="45072"/>
                </a:cubicBezTo>
                <a:cubicBezTo>
                  <a:pt x="112080" y="48286"/>
                  <a:pt x="112457" y="52889"/>
                  <a:pt x="112457" y="58879"/>
                </a:cubicBezTo>
                <a:lnTo>
                  <a:pt x="112457" y="107092"/>
                </a:lnTo>
                <a:close/>
                <a:moveTo>
                  <a:pt x="133749" y="18993"/>
                </a:moveTo>
                <a:lnTo>
                  <a:pt x="133749" y="0"/>
                </a:lnTo>
                <a:lnTo>
                  <a:pt x="154276" y="0"/>
                </a:lnTo>
                <a:lnTo>
                  <a:pt x="154276" y="18993"/>
                </a:lnTo>
                <a:lnTo>
                  <a:pt x="133749" y="18993"/>
                </a:lnTo>
                <a:moveTo>
                  <a:pt x="133749" y="107092"/>
                </a:moveTo>
                <a:lnTo>
                  <a:pt x="133749" y="29512"/>
                </a:lnTo>
                <a:lnTo>
                  <a:pt x="154276" y="29512"/>
                </a:lnTo>
                <a:lnTo>
                  <a:pt x="154276" y="107092"/>
                </a:lnTo>
                <a:lnTo>
                  <a:pt x="133749" y="107092"/>
                </a:lnTo>
                <a:close/>
                <a:moveTo>
                  <a:pt x="211215" y="29512"/>
                </a:moveTo>
                <a:lnTo>
                  <a:pt x="211215" y="45876"/>
                </a:lnTo>
                <a:lnTo>
                  <a:pt x="197189" y="45876"/>
                </a:lnTo>
                <a:lnTo>
                  <a:pt x="197189" y="77091"/>
                </a:lnTo>
                <a:cubicBezTo>
                  <a:pt x="197189" y="83413"/>
                  <a:pt x="197323" y="87097"/>
                  <a:pt x="197591" y="88142"/>
                </a:cubicBezTo>
                <a:cubicBezTo>
                  <a:pt x="197859" y="89186"/>
                  <a:pt x="198468" y="90049"/>
                  <a:pt x="199417" y="90731"/>
                </a:cubicBezTo>
                <a:cubicBezTo>
                  <a:pt x="200367" y="91411"/>
                  <a:pt x="201524" y="91752"/>
                  <a:pt x="202887" y="91752"/>
                </a:cubicBezTo>
                <a:cubicBezTo>
                  <a:pt x="204787" y="91752"/>
                  <a:pt x="207538" y="91094"/>
                  <a:pt x="211142" y="89779"/>
                </a:cubicBezTo>
                <a:lnTo>
                  <a:pt x="212895" y="105764"/>
                </a:lnTo>
                <a:cubicBezTo>
                  <a:pt x="208123" y="107818"/>
                  <a:pt x="202717" y="108845"/>
                  <a:pt x="196678" y="108845"/>
                </a:cubicBezTo>
                <a:cubicBezTo>
                  <a:pt x="192977" y="108845"/>
                  <a:pt x="189641" y="108224"/>
                  <a:pt x="186670" y="106983"/>
                </a:cubicBezTo>
                <a:cubicBezTo>
                  <a:pt x="183699" y="105741"/>
                  <a:pt x="181520" y="104134"/>
                  <a:pt x="180132" y="102161"/>
                </a:cubicBezTo>
                <a:cubicBezTo>
                  <a:pt x="178744" y="100189"/>
                  <a:pt x="177782" y="97522"/>
                  <a:pt x="177246" y="94162"/>
                </a:cubicBezTo>
                <a:cubicBezTo>
                  <a:pt x="176808" y="91776"/>
                  <a:pt x="176589" y="86955"/>
                  <a:pt x="176589" y="79698"/>
                </a:cubicBezTo>
                <a:lnTo>
                  <a:pt x="176589" y="45876"/>
                </a:lnTo>
                <a:lnTo>
                  <a:pt x="167166" y="45876"/>
                </a:lnTo>
                <a:lnTo>
                  <a:pt x="167166" y="29512"/>
                </a:lnTo>
                <a:lnTo>
                  <a:pt x="176589" y="29512"/>
                </a:lnTo>
                <a:lnTo>
                  <a:pt x="176589" y="14026"/>
                </a:lnTo>
                <a:lnTo>
                  <a:pt x="197189" y="1899"/>
                </a:lnTo>
                <a:lnTo>
                  <a:pt x="197189" y="29512"/>
                </a:lnTo>
                <a:lnTo>
                  <a:pt x="211215" y="29512"/>
                </a:lnTo>
                <a:close/>
                <a:moveTo>
                  <a:pt x="225459" y="18993"/>
                </a:moveTo>
                <a:lnTo>
                  <a:pt x="225459" y="0"/>
                </a:lnTo>
                <a:lnTo>
                  <a:pt x="245986" y="0"/>
                </a:lnTo>
                <a:lnTo>
                  <a:pt x="245986" y="18993"/>
                </a:lnTo>
                <a:lnTo>
                  <a:pt x="225459" y="18993"/>
                </a:lnTo>
                <a:moveTo>
                  <a:pt x="225459" y="107092"/>
                </a:moveTo>
                <a:lnTo>
                  <a:pt x="225459" y="29512"/>
                </a:lnTo>
                <a:lnTo>
                  <a:pt x="245986" y="29512"/>
                </a:lnTo>
                <a:lnTo>
                  <a:pt x="245986" y="107092"/>
                </a:lnTo>
                <a:lnTo>
                  <a:pt x="225459" y="107092"/>
                </a:lnTo>
                <a:close/>
                <a:moveTo>
                  <a:pt x="282839" y="53473"/>
                </a:moveTo>
                <a:lnTo>
                  <a:pt x="264211" y="50113"/>
                </a:lnTo>
                <a:cubicBezTo>
                  <a:pt x="266305" y="42514"/>
                  <a:pt x="269909" y="36889"/>
                  <a:pt x="275023" y="33238"/>
                </a:cubicBezTo>
                <a:cubicBezTo>
                  <a:pt x="280136" y="29585"/>
                  <a:pt x="287734" y="27759"/>
                  <a:pt x="297815" y="27759"/>
                </a:cubicBezTo>
                <a:cubicBezTo>
                  <a:pt x="306970" y="27759"/>
                  <a:pt x="313788" y="28843"/>
                  <a:pt x="318269" y="31010"/>
                </a:cubicBezTo>
                <a:cubicBezTo>
                  <a:pt x="322749" y="33177"/>
                  <a:pt x="325902" y="35929"/>
                  <a:pt x="327729" y="39265"/>
                </a:cubicBezTo>
                <a:cubicBezTo>
                  <a:pt x="329555" y="42601"/>
                  <a:pt x="330468" y="48725"/>
                  <a:pt x="330468" y="57637"/>
                </a:cubicBezTo>
                <a:lnTo>
                  <a:pt x="330249" y="81597"/>
                </a:lnTo>
                <a:cubicBezTo>
                  <a:pt x="330249" y="88416"/>
                  <a:pt x="330578" y="93444"/>
                  <a:pt x="331235" y="96682"/>
                </a:cubicBezTo>
                <a:cubicBezTo>
                  <a:pt x="331893" y="99921"/>
                  <a:pt x="333122" y="103391"/>
                  <a:pt x="334924" y="107092"/>
                </a:cubicBezTo>
                <a:lnTo>
                  <a:pt x="314616" y="107092"/>
                </a:lnTo>
                <a:cubicBezTo>
                  <a:pt x="314080" y="105729"/>
                  <a:pt x="313423" y="103707"/>
                  <a:pt x="312644" y="101029"/>
                </a:cubicBezTo>
                <a:cubicBezTo>
                  <a:pt x="312303" y="99811"/>
                  <a:pt x="312059" y="99008"/>
                  <a:pt x="311913" y="98618"/>
                </a:cubicBezTo>
                <a:cubicBezTo>
                  <a:pt x="308407" y="102027"/>
                  <a:pt x="304657" y="104584"/>
                  <a:pt x="300664" y="106289"/>
                </a:cubicBezTo>
                <a:cubicBezTo>
                  <a:pt x="296670" y="107993"/>
                  <a:pt x="292409" y="108845"/>
                  <a:pt x="287880" y="108845"/>
                </a:cubicBezTo>
                <a:cubicBezTo>
                  <a:pt x="279893" y="108845"/>
                  <a:pt x="273598" y="106687"/>
                  <a:pt x="268996" y="102371"/>
                </a:cubicBezTo>
                <a:cubicBezTo>
                  <a:pt x="264394" y="98055"/>
                  <a:pt x="262093" y="92599"/>
                  <a:pt x="262093" y="86003"/>
                </a:cubicBezTo>
                <a:cubicBezTo>
                  <a:pt x="262093" y="81639"/>
                  <a:pt x="263140" y="77747"/>
                  <a:pt x="265234" y="74329"/>
                </a:cubicBezTo>
                <a:cubicBezTo>
                  <a:pt x="267328" y="70909"/>
                  <a:pt x="270262" y="68290"/>
                  <a:pt x="274037" y="66471"/>
                </a:cubicBezTo>
                <a:cubicBezTo>
                  <a:pt x="277811" y="64653"/>
                  <a:pt x="283253" y="63065"/>
                  <a:pt x="290363" y="61707"/>
                </a:cubicBezTo>
                <a:cubicBezTo>
                  <a:pt x="299957" y="59913"/>
                  <a:pt x="306605" y="58240"/>
                  <a:pt x="310306" y="56687"/>
                </a:cubicBezTo>
                <a:lnTo>
                  <a:pt x="310306" y="54619"/>
                </a:lnTo>
                <a:cubicBezTo>
                  <a:pt x="310306" y="50630"/>
                  <a:pt x="309332" y="47786"/>
                  <a:pt x="307384" y="46088"/>
                </a:cubicBezTo>
                <a:cubicBezTo>
                  <a:pt x="305436" y="44388"/>
                  <a:pt x="301759" y="43538"/>
                  <a:pt x="296354" y="43538"/>
                </a:cubicBezTo>
                <a:cubicBezTo>
                  <a:pt x="292701" y="43538"/>
                  <a:pt x="289852" y="44273"/>
                  <a:pt x="287807" y="45743"/>
                </a:cubicBezTo>
                <a:cubicBezTo>
                  <a:pt x="285761" y="47212"/>
                  <a:pt x="284105" y="49789"/>
                  <a:pt x="282839" y="53473"/>
                </a:cubicBezTo>
                <a:moveTo>
                  <a:pt x="310306" y="70129"/>
                </a:moveTo>
                <a:cubicBezTo>
                  <a:pt x="307676" y="70994"/>
                  <a:pt x="303513" y="72029"/>
                  <a:pt x="297815" y="73233"/>
                </a:cubicBezTo>
                <a:cubicBezTo>
                  <a:pt x="292117" y="74435"/>
                  <a:pt x="288391" y="75614"/>
                  <a:pt x="286638" y="76769"/>
                </a:cubicBezTo>
                <a:cubicBezTo>
                  <a:pt x="283959" y="78646"/>
                  <a:pt x="282620" y="81028"/>
                  <a:pt x="282620" y="83915"/>
                </a:cubicBezTo>
                <a:cubicBezTo>
                  <a:pt x="282620" y="86754"/>
                  <a:pt x="283691" y="89209"/>
                  <a:pt x="285834" y="91279"/>
                </a:cubicBezTo>
                <a:cubicBezTo>
                  <a:pt x="287977" y="93347"/>
                  <a:pt x="290704" y="94381"/>
                  <a:pt x="294016" y="94381"/>
                </a:cubicBezTo>
                <a:cubicBezTo>
                  <a:pt x="297717" y="94381"/>
                  <a:pt x="301248" y="93178"/>
                  <a:pt x="304608" y="90772"/>
                </a:cubicBezTo>
                <a:cubicBezTo>
                  <a:pt x="307092" y="88944"/>
                  <a:pt x="308723" y="86706"/>
                  <a:pt x="309503" y="84058"/>
                </a:cubicBezTo>
                <a:cubicBezTo>
                  <a:pt x="310038" y="82326"/>
                  <a:pt x="310306" y="79031"/>
                  <a:pt x="310306" y="74171"/>
                </a:cubicBezTo>
                <a:lnTo>
                  <a:pt x="310306" y="70129"/>
                </a:lnTo>
                <a:close/>
                <a:moveTo>
                  <a:pt x="350082" y="107092"/>
                </a:moveTo>
                <a:lnTo>
                  <a:pt x="350082" y="0"/>
                </a:lnTo>
                <a:lnTo>
                  <a:pt x="370609" y="0"/>
                </a:lnTo>
                <a:lnTo>
                  <a:pt x="370609" y="107092"/>
                </a:lnTo>
                <a:lnTo>
                  <a:pt x="350082" y="107092"/>
                </a:lnTo>
                <a:close/>
                <a:moveTo>
                  <a:pt x="391972" y="18993"/>
                </a:moveTo>
                <a:lnTo>
                  <a:pt x="391972" y="0"/>
                </a:lnTo>
                <a:lnTo>
                  <a:pt x="412499" y="0"/>
                </a:lnTo>
                <a:lnTo>
                  <a:pt x="412499" y="18993"/>
                </a:lnTo>
                <a:lnTo>
                  <a:pt x="391972" y="18993"/>
                </a:lnTo>
                <a:moveTo>
                  <a:pt x="391972" y="107092"/>
                </a:moveTo>
                <a:lnTo>
                  <a:pt x="391972" y="29512"/>
                </a:lnTo>
                <a:lnTo>
                  <a:pt x="412499" y="29512"/>
                </a:lnTo>
                <a:lnTo>
                  <a:pt x="412499" y="107092"/>
                </a:lnTo>
                <a:lnTo>
                  <a:pt x="391972" y="107092"/>
                </a:lnTo>
                <a:close/>
                <a:moveTo>
                  <a:pt x="425607" y="107092"/>
                </a:moveTo>
                <a:lnTo>
                  <a:pt x="425607" y="90875"/>
                </a:lnTo>
                <a:lnTo>
                  <a:pt x="454682" y="57708"/>
                </a:lnTo>
                <a:cubicBezTo>
                  <a:pt x="459454" y="52288"/>
                  <a:pt x="462985" y="48442"/>
                  <a:pt x="465274" y="46168"/>
                </a:cubicBezTo>
                <a:cubicBezTo>
                  <a:pt x="462888" y="46314"/>
                  <a:pt x="459746" y="46411"/>
                  <a:pt x="455850" y="46460"/>
                </a:cubicBezTo>
                <a:lnTo>
                  <a:pt x="428456" y="46606"/>
                </a:lnTo>
                <a:lnTo>
                  <a:pt x="428456" y="29512"/>
                </a:lnTo>
                <a:lnTo>
                  <a:pt x="492595" y="29512"/>
                </a:lnTo>
                <a:lnTo>
                  <a:pt x="492595" y="44123"/>
                </a:lnTo>
                <a:lnTo>
                  <a:pt x="462936" y="78146"/>
                </a:lnTo>
                <a:lnTo>
                  <a:pt x="452490" y="89414"/>
                </a:lnTo>
                <a:cubicBezTo>
                  <a:pt x="458188" y="89122"/>
                  <a:pt x="461719" y="88976"/>
                  <a:pt x="463082" y="88976"/>
                </a:cubicBezTo>
                <a:lnTo>
                  <a:pt x="494859" y="88976"/>
                </a:lnTo>
                <a:lnTo>
                  <a:pt x="494859" y="107092"/>
                </a:lnTo>
                <a:lnTo>
                  <a:pt x="425607" y="107092"/>
                </a:lnTo>
                <a:close/>
                <a:moveTo>
                  <a:pt x="524006" y="53473"/>
                </a:moveTo>
                <a:lnTo>
                  <a:pt x="505379" y="50113"/>
                </a:lnTo>
                <a:cubicBezTo>
                  <a:pt x="507473" y="42514"/>
                  <a:pt x="511077" y="36889"/>
                  <a:pt x="516190" y="33238"/>
                </a:cubicBezTo>
                <a:cubicBezTo>
                  <a:pt x="521304" y="29585"/>
                  <a:pt x="528901" y="27759"/>
                  <a:pt x="538982" y="27759"/>
                </a:cubicBezTo>
                <a:cubicBezTo>
                  <a:pt x="548138" y="27759"/>
                  <a:pt x="554956" y="28843"/>
                  <a:pt x="559436" y="31010"/>
                </a:cubicBezTo>
                <a:cubicBezTo>
                  <a:pt x="563916" y="33177"/>
                  <a:pt x="567070" y="35929"/>
                  <a:pt x="568896" y="39265"/>
                </a:cubicBezTo>
                <a:cubicBezTo>
                  <a:pt x="570722" y="42601"/>
                  <a:pt x="571635" y="48725"/>
                  <a:pt x="571635" y="57637"/>
                </a:cubicBezTo>
                <a:lnTo>
                  <a:pt x="571416" y="81597"/>
                </a:lnTo>
                <a:cubicBezTo>
                  <a:pt x="571416" y="88416"/>
                  <a:pt x="571745" y="93444"/>
                  <a:pt x="572402" y="96682"/>
                </a:cubicBezTo>
                <a:cubicBezTo>
                  <a:pt x="573060" y="99921"/>
                  <a:pt x="574290" y="103391"/>
                  <a:pt x="576092" y="107092"/>
                </a:cubicBezTo>
                <a:lnTo>
                  <a:pt x="555783" y="107092"/>
                </a:lnTo>
                <a:cubicBezTo>
                  <a:pt x="555248" y="105729"/>
                  <a:pt x="554590" y="103707"/>
                  <a:pt x="553811" y="101029"/>
                </a:cubicBezTo>
                <a:cubicBezTo>
                  <a:pt x="553470" y="99811"/>
                  <a:pt x="553227" y="99008"/>
                  <a:pt x="553081" y="98618"/>
                </a:cubicBezTo>
                <a:cubicBezTo>
                  <a:pt x="549574" y="102027"/>
                  <a:pt x="545824" y="104584"/>
                  <a:pt x="541831" y="106289"/>
                </a:cubicBezTo>
                <a:cubicBezTo>
                  <a:pt x="537837" y="107993"/>
                  <a:pt x="533576" y="108845"/>
                  <a:pt x="529047" y="108845"/>
                </a:cubicBezTo>
                <a:cubicBezTo>
                  <a:pt x="521060" y="108845"/>
                  <a:pt x="514766" y="106687"/>
                  <a:pt x="510163" y="102371"/>
                </a:cubicBezTo>
                <a:cubicBezTo>
                  <a:pt x="505561" y="98055"/>
                  <a:pt x="503260" y="92599"/>
                  <a:pt x="503260" y="86003"/>
                </a:cubicBezTo>
                <a:cubicBezTo>
                  <a:pt x="503260" y="81639"/>
                  <a:pt x="504307" y="77747"/>
                  <a:pt x="506401" y="74329"/>
                </a:cubicBezTo>
                <a:cubicBezTo>
                  <a:pt x="508495" y="70909"/>
                  <a:pt x="511430" y="68290"/>
                  <a:pt x="515204" y="66471"/>
                </a:cubicBezTo>
                <a:cubicBezTo>
                  <a:pt x="518978" y="64653"/>
                  <a:pt x="524420" y="63065"/>
                  <a:pt x="531531" y="61707"/>
                </a:cubicBezTo>
                <a:cubicBezTo>
                  <a:pt x="541125" y="59913"/>
                  <a:pt x="547772" y="58240"/>
                  <a:pt x="551473" y="56687"/>
                </a:cubicBezTo>
                <a:lnTo>
                  <a:pt x="551473" y="54619"/>
                </a:lnTo>
                <a:cubicBezTo>
                  <a:pt x="551473" y="50630"/>
                  <a:pt x="550499" y="47786"/>
                  <a:pt x="548551" y="46088"/>
                </a:cubicBezTo>
                <a:cubicBezTo>
                  <a:pt x="546603" y="44388"/>
                  <a:pt x="542927" y="43538"/>
                  <a:pt x="537521" y="43538"/>
                </a:cubicBezTo>
                <a:cubicBezTo>
                  <a:pt x="533868" y="43538"/>
                  <a:pt x="531019" y="44273"/>
                  <a:pt x="528974" y="45743"/>
                </a:cubicBezTo>
                <a:cubicBezTo>
                  <a:pt x="526929" y="47212"/>
                  <a:pt x="525273" y="49789"/>
                  <a:pt x="524006" y="53473"/>
                </a:cubicBezTo>
                <a:moveTo>
                  <a:pt x="551473" y="70129"/>
                </a:moveTo>
                <a:cubicBezTo>
                  <a:pt x="548844" y="70994"/>
                  <a:pt x="544680" y="72029"/>
                  <a:pt x="538982" y="73233"/>
                </a:cubicBezTo>
                <a:cubicBezTo>
                  <a:pt x="533284" y="74435"/>
                  <a:pt x="529558" y="75614"/>
                  <a:pt x="527805" y="76769"/>
                </a:cubicBezTo>
                <a:cubicBezTo>
                  <a:pt x="525127" y="78646"/>
                  <a:pt x="523787" y="81028"/>
                  <a:pt x="523787" y="83915"/>
                </a:cubicBezTo>
                <a:cubicBezTo>
                  <a:pt x="523787" y="86754"/>
                  <a:pt x="524859" y="89209"/>
                  <a:pt x="527002" y="91279"/>
                </a:cubicBezTo>
                <a:cubicBezTo>
                  <a:pt x="529144" y="93347"/>
                  <a:pt x="531872" y="94381"/>
                  <a:pt x="535183" y="94381"/>
                </a:cubicBezTo>
                <a:cubicBezTo>
                  <a:pt x="538884" y="94381"/>
                  <a:pt x="542415" y="93178"/>
                  <a:pt x="545776" y="90772"/>
                </a:cubicBezTo>
                <a:cubicBezTo>
                  <a:pt x="548259" y="88944"/>
                  <a:pt x="549891" y="86706"/>
                  <a:pt x="550670" y="84058"/>
                </a:cubicBezTo>
                <a:cubicBezTo>
                  <a:pt x="551206" y="82326"/>
                  <a:pt x="551473" y="79031"/>
                  <a:pt x="551473" y="74171"/>
                </a:cubicBezTo>
                <a:lnTo>
                  <a:pt x="551473" y="70129"/>
                </a:lnTo>
                <a:close/>
                <a:moveTo>
                  <a:pt x="626825" y="29512"/>
                </a:moveTo>
                <a:lnTo>
                  <a:pt x="626825" y="45876"/>
                </a:lnTo>
                <a:lnTo>
                  <a:pt x="612799" y="45876"/>
                </a:lnTo>
                <a:lnTo>
                  <a:pt x="612799" y="77091"/>
                </a:lnTo>
                <a:cubicBezTo>
                  <a:pt x="612799" y="83413"/>
                  <a:pt x="612933" y="87097"/>
                  <a:pt x="613201" y="88142"/>
                </a:cubicBezTo>
                <a:cubicBezTo>
                  <a:pt x="613469" y="89186"/>
                  <a:pt x="614078" y="90049"/>
                  <a:pt x="615027" y="90731"/>
                </a:cubicBezTo>
                <a:cubicBezTo>
                  <a:pt x="615977" y="91411"/>
                  <a:pt x="617133" y="91752"/>
                  <a:pt x="618497" y="91752"/>
                </a:cubicBezTo>
                <a:cubicBezTo>
                  <a:pt x="620396" y="91752"/>
                  <a:pt x="623148" y="91094"/>
                  <a:pt x="626752" y="89779"/>
                </a:cubicBezTo>
                <a:lnTo>
                  <a:pt x="628505" y="105764"/>
                </a:lnTo>
                <a:cubicBezTo>
                  <a:pt x="623732" y="107818"/>
                  <a:pt x="618327" y="108845"/>
                  <a:pt x="612288" y="108845"/>
                </a:cubicBezTo>
                <a:cubicBezTo>
                  <a:pt x="608587" y="108845"/>
                  <a:pt x="605251" y="108224"/>
                  <a:pt x="602280" y="106983"/>
                </a:cubicBezTo>
                <a:cubicBezTo>
                  <a:pt x="599309" y="105741"/>
                  <a:pt x="597130" y="104134"/>
                  <a:pt x="595742" y="102161"/>
                </a:cubicBezTo>
                <a:cubicBezTo>
                  <a:pt x="594354" y="100189"/>
                  <a:pt x="593392" y="97522"/>
                  <a:pt x="592856" y="94162"/>
                </a:cubicBezTo>
                <a:cubicBezTo>
                  <a:pt x="592418" y="91776"/>
                  <a:pt x="592199" y="86955"/>
                  <a:pt x="592199" y="79698"/>
                </a:cubicBezTo>
                <a:lnTo>
                  <a:pt x="592199" y="45876"/>
                </a:lnTo>
                <a:lnTo>
                  <a:pt x="582775" y="45876"/>
                </a:lnTo>
                <a:lnTo>
                  <a:pt x="582775" y="29512"/>
                </a:lnTo>
                <a:lnTo>
                  <a:pt x="592199" y="29512"/>
                </a:lnTo>
                <a:lnTo>
                  <a:pt x="592199" y="14026"/>
                </a:lnTo>
                <a:lnTo>
                  <a:pt x="612799" y="1899"/>
                </a:lnTo>
                <a:lnTo>
                  <a:pt x="612799" y="29512"/>
                </a:lnTo>
                <a:lnTo>
                  <a:pt x="626825" y="29512"/>
                </a:lnTo>
                <a:close/>
                <a:moveTo>
                  <a:pt x="641069" y="18993"/>
                </a:moveTo>
                <a:lnTo>
                  <a:pt x="641069" y="0"/>
                </a:lnTo>
                <a:lnTo>
                  <a:pt x="661596" y="0"/>
                </a:lnTo>
                <a:lnTo>
                  <a:pt x="661596" y="18993"/>
                </a:lnTo>
                <a:lnTo>
                  <a:pt x="641069" y="18993"/>
                </a:lnTo>
                <a:moveTo>
                  <a:pt x="641069" y="107092"/>
                </a:moveTo>
                <a:lnTo>
                  <a:pt x="641069" y="29512"/>
                </a:lnTo>
                <a:lnTo>
                  <a:pt x="661596" y="29512"/>
                </a:lnTo>
                <a:lnTo>
                  <a:pt x="661596" y="107092"/>
                </a:lnTo>
                <a:lnTo>
                  <a:pt x="641069" y="107092"/>
                </a:lnTo>
                <a:close/>
                <a:moveTo>
                  <a:pt x="678360" y="67207"/>
                </a:moveTo>
                <a:cubicBezTo>
                  <a:pt x="678360" y="60388"/>
                  <a:pt x="680040" y="53790"/>
                  <a:pt x="683400" y="47410"/>
                </a:cubicBezTo>
                <a:cubicBezTo>
                  <a:pt x="686761" y="41030"/>
                  <a:pt x="691521" y="36160"/>
                  <a:pt x="697682" y="32800"/>
                </a:cubicBezTo>
                <a:cubicBezTo>
                  <a:pt x="703842" y="29439"/>
                  <a:pt x="710721" y="27759"/>
                  <a:pt x="718319" y="27759"/>
                </a:cubicBezTo>
                <a:cubicBezTo>
                  <a:pt x="730055" y="27759"/>
                  <a:pt x="739674" y="31570"/>
                  <a:pt x="747174" y="39192"/>
                </a:cubicBezTo>
                <a:cubicBezTo>
                  <a:pt x="754673" y="46813"/>
                  <a:pt x="758423" y="56444"/>
                  <a:pt x="758423" y="68083"/>
                </a:cubicBezTo>
                <a:cubicBezTo>
                  <a:pt x="758423" y="79820"/>
                  <a:pt x="754637" y="89548"/>
                  <a:pt x="747064" y="97267"/>
                </a:cubicBezTo>
                <a:cubicBezTo>
                  <a:pt x="739491" y="104986"/>
                  <a:pt x="729958" y="108845"/>
                  <a:pt x="718465" y="108845"/>
                </a:cubicBezTo>
                <a:cubicBezTo>
                  <a:pt x="711354" y="108845"/>
                  <a:pt x="704573" y="107238"/>
                  <a:pt x="698120" y="104024"/>
                </a:cubicBezTo>
                <a:cubicBezTo>
                  <a:pt x="691667" y="100810"/>
                  <a:pt x="686761" y="96098"/>
                  <a:pt x="683400" y="89889"/>
                </a:cubicBezTo>
                <a:cubicBezTo>
                  <a:pt x="680040" y="83679"/>
                  <a:pt x="678360" y="76119"/>
                  <a:pt x="678360" y="67207"/>
                </a:cubicBezTo>
                <a:moveTo>
                  <a:pt x="699399" y="68302"/>
                </a:moveTo>
                <a:cubicBezTo>
                  <a:pt x="699399" y="75973"/>
                  <a:pt x="701225" y="81847"/>
                  <a:pt x="704877" y="85926"/>
                </a:cubicBezTo>
                <a:cubicBezTo>
                  <a:pt x="708530" y="90004"/>
                  <a:pt x="713035" y="92044"/>
                  <a:pt x="718392" y="92044"/>
                </a:cubicBezTo>
                <a:cubicBezTo>
                  <a:pt x="723749" y="92044"/>
                  <a:pt x="728241" y="90004"/>
                  <a:pt x="731869" y="85926"/>
                </a:cubicBezTo>
                <a:cubicBezTo>
                  <a:pt x="735498" y="81847"/>
                  <a:pt x="737312" y="75924"/>
                  <a:pt x="737312" y="68156"/>
                </a:cubicBezTo>
                <a:cubicBezTo>
                  <a:pt x="737312" y="60583"/>
                  <a:pt x="735498" y="54757"/>
                  <a:pt x="731869" y="50679"/>
                </a:cubicBezTo>
                <a:cubicBezTo>
                  <a:pt x="728241" y="46600"/>
                  <a:pt x="723749" y="44561"/>
                  <a:pt x="718392" y="44561"/>
                </a:cubicBezTo>
                <a:cubicBezTo>
                  <a:pt x="713035" y="44561"/>
                  <a:pt x="708530" y="46600"/>
                  <a:pt x="704877" y="50679"/>
                </a:cubicBezTo>
                <a:cubicBezTo>
                  <a:pt x="701225" y="54757"/>
                  <a:pt x="699399" y="60632"/>
                  <a:pt x="699399" y="68302"/>
                </a:cubicBezTo>
                <a:close/>
                <a:moveTo>
                  <a:pt x="845534" y="107092"/>
                </a:moveTo>
                <a:lnTo>
                  <a:pt x="825007" y="107092"/>
                </a:lnTo>
                <a:lnTo>
                  <a:pt x="825007" y="67544"/>
                </a:lnTo>
                <a:cubicBezTo>
                  <a:pt x="825007" y="59177"/>
                  <a:pt x="824568" y="53765"/>
                  <a:pt x="823692" y="51309"/>
                </a:cubicBezTo>
                <a:cubicBezTo>
                  <a:pt x="822815" y="48853"/>
                  <a:pt x="821391" y="46943"/>
                  <a:pt x="819418" y="45581"/>
                </a:cubicBezTo>
                <a:cubicBezTo>
                  <a:pt x="817446" y="44219"/>
                  <a:pt x="815072" y="43538"/>
                  <a:pt x="812296" y="43538"/>
                </a:cubicBezTo>
                <a:cubicBezTo>
                  <a:pt x="808741" y="43538"/>
                  <a:pt x="805551" y="44511"/>
                  <a:pt x="802726" y="46458"/>
                </a:cubicBezTo>
                <a:cubicBezTo>
                  <a:pt x="799902" y="48403"/>
                  <a:pt x="797966" y="50981"/>
                  <a:pt x="796919" y="54192"/>
                </a:cubicBezTo>
                <a:cubicBezTo>
                  <a:pt x="795872" y="57402"/>
                  <a:pt x="795348" y="63336"/>
                  <a:pt x="795348" y="71996"/>
                </a:cubicBezTo>
                <a:lnTo>
                  <a:pt x="795348" y="107092"/>
                </a:lnTo>
                <a:lnTo>
                  <a:pt x="774821" y="107092"/>
                </a:lnTo>
                <a:lnTo>
                  <a:pt x="774821" y="29512"/>
                </a:lnTo>
                <a:lnTo>
                  <a:pt x="793887" y="29512"/>
                </a:lnTo>
                <a:lnTo>
                  <a:pt x="793887" y="40908"/>
                </a:lnTo>
                <a:cubicBezTo>
                  <a:pt x="800657" y="32142"/>
                  <a:pt x="809179" y="27759"/>
                  <a:pt x="819455" y="27759"/>
                </a:cubicBezTo>
                <a:cubicBezTo>
                  <a:pt x="823984" y="27759"/>
                  <a:pt x="828124" y="28575"/>
                  <a:pt x="831874" y="30206"/>
                </a:cubicBezTo>
                <a:cubicBezTo>
                  <a:pt x="835623" y="31838"/>
                  <a:pt x="838460" y="33920"/>
                  <a:pt x="840384" y="36452"/>
                </a:cubicBezTo>
                <a:cubicBezTo>
                  <a:pt x="842308" y="38985"/>
                  <a:pt x="843647" y="41858"/>
                  <a:pt x="844402" y="45072"/>
                </a:cubicBezTo>
                <a:cubicBezTo>
                  <a:pt x="845157" y="48286"/>
                  <a:pt x="845534" y="52889"/>
                  <a:pt x="845534" y="58879"/>
                </a:cubicBezTo>
                <a:lnTo>
                  <a:pt x="845534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CallGraph">
            <a:extLst xmlns:a="http://schemas.openxmlformats.org/drawingml/2006/main">
              <a:ext uri="{FF2B5EF4-FFF2-40B4-BE49-F238E27FC236}">
                <a16:creationId xmlns:a16="http://schemas.microsoft.com/office/drawing/2014/main" id="{A4086C94-D57A-41DB-8CCF-A09ED20D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4865" y="946916"/>
            <a:ext cx="739704" cy="138792"/>
          </a:xfrm>
          <a:custGeom xmlns:a="http://schemas.openxmlformats.org/drawingml/2006/main">
            <a:pathLst>
              <a:path w="739704" h="138792">
                <a:moveTo>
                  <a:pt x="72471" y="69689"/>
                </a:moveTo>
                <a:lnTo>
                  <a:pt x="93480" y="76277"/>
                </a:lnTo>
                <a:cubicBezTo>
                  <a:pt x="90259" y="88064"/>
                  <a:pt x="84903" y="96819"/>
                  <a:pt x="77412" y="102541"/>
                </a:cubicBezTo>
                <a:cubicBezTo>
                  <a:pt x="69921" y="108262"/>
                  <a:pt x="60417" y="111122"/>
                  <a:pt x="48899" y="111122"/>
                </a:cubicBezTo>
                <a:cubicBezTo>
                  <a:pt x="34649" y="111122"/>
                  <a:pt x="22937" y="106248"/>
                  <a:pt x="13762" y="96500"/>
                </a:cubicBezTo>
                <a:cubicBezTo>
                  <a:pt x="4587" y="86750"/>
                  <a:pt x="0" y="73422"/>
                  <a:pt x="0" y="56515"/>
                </a:cubicBezTo>
                <a:cubicBezTo>
                  <a:pt x="0" y="38629"/>
                  <a:pt x="4612" y="24739"/>
                  <a:pt x="13835" y="14844"/>
                </a:cubicBezTo>
                <a:cubicBezTo>
                  <a:pt x="23059" y="4948"/>
                  <a:pt x="35186" y="0"/>
                  <a:pt x="50217" y="0"/>
                </a:cubicBezTo>
                <a:cubicBezTo>
                  <a:pt x="63345" y="0"/>
                  <a:pt x="74008" y="3889"/>
                  <a:pt x="82207" y="11667"/>
                </a:cubicBezTo>
                <a:cubicBezTo>
                  <a:pt x="87087" y="16265"/>
                  <a:pt x="90747" y="22868"/>
                  <a:pt x="93187" y="31477"/>
                </a:cubicBezTo>
                <a:lnTo>
                  <a:pt x="71739" y="36601"/>
                </a:lnTo>
                <a:cubicBezTo>
                  <a:pt x="70470" y="31038"/>
                  <a:pt x="67822" y="26646"/>
                  <a:pt x="63796" y="23425"/>
                </a:cubicBezTo>
                <a:cubicBezTo>
                  <a:pt x="59770" y="20204"/>
                  <a:pt x="54878" y="18593"/>
                  <a:pt x="49119" y="18593"/>
                </a:cubicBezTo>
                <a:cubicBezTo>
                  <a:pt x="41164" y="18593"/>
                  <a:pt x="34710" y="21448"/>
                  <a:pt x="29757" y="27158"/>
                </a:cubicBezTo>
                <a:cubicBezTo>
                  <a:pt x="24804" y="32868"/>
                  <a:pt x="22327" y="42116"/>
                  <a:pt x="22327" y="54902"/>
                </a:cubicBezTo>
                <a:cubicBezTo>
                  <a:pt x="22327" y="68469"/>
                  <a:pt x="24767" y="78132"/>
                  <a:pt x="29647" y="83890"/>
                </a:cubicBezTo>
                <a:cubicBezTo>
                  <a:pt x="34527" y="89649"/>
                  <a:pt x="40872" y="92528"/>
                  <a:pt x="48680" y="92528"/>
                </a:cubicBezTo>
                <a:cubicBezTo>
                  <a:pt x="54438" y="92528"/>
                  <a:pt x="59392" y="90693"/>
                  <a:pt x="63540" y="87022"/>
                </a:cubicBezTo>
                <a:cubicBezTo>
                  <a:pt x="67688" y="83350"/>
                  <a:pt x="70665" y="77572"/>
                  <a:pt x="72471" y="69689"/>
                </a:cubicBezTo>
                <a:close/>
                <a:moveTo>
                  <a:pt x="126525" y="55488"/>
                </a:moveTo>
                <a:lnTo>
                  <a:pt x="107858" y="52120"/>
                </a:lnTo>
                <a:cubicBezTo>
                  <a:pt x="109956" y="44506"/>
                  <a:pt x="113568" y="38869"/>
                  <a:pt x="118692" y="35211"/>
                </a:cubicBezTo>
                <a:cubicBezTo>
                  <a:pt x="123816" y="31550"/>
                  <a:pt x="131429" y="29720"/>
                  <a:pt x="141531" y="29720"/>
                </a:cubicBezTo>
                <a:cubicBezTo>
                  <a:pt x="150706" y="29720"/>
                  <a:pt x="157538" y="30806"/>
                  <a:pt x="162028" y="32978"/>
                </a:cubicBezTo>
                <a:cubicBezTo>
                  <a:pt x="166518" y="35150"/>
                  <a:pt x="169678" y="37907"/>
                  <a:pt x="171508" y="41250"/>
                </a:cubicBezTo>
                <a:cubicBezTo>
                  <a:pt x="173338" y="44593"/>
                  <a:pt x="174253" y="50729"/>
                  <a:pt x="174253" y="59660"/>
                </a:cubicBezTo>
                <a:lnTo>
                  <a:pt x="174033" y="83671"/>
                </a:lnTo>
                <a:cubicBezTo>
                  <a:pt x="174033" y="90503"/>
                  <a:pt x="174363" y="95542"/>
                  <a:pt x="175022" y="98787"/>
                </a:cubicBezTo>
                <a:cubicBezTo>
                  <a:pt x="175680" y="102032"/>
                  <a:pt x="176913" y="105510"/>
                  <a:pt x="178718" y="109218"/>
                </a:cubicBezTo>
                <a:lnTo>
                  <a:pt x="158368" y="109218"/>
                </a:lnTo>
                <a:cubicBezTo>
                  <a:pt x="157831" y="107852"/>
                  <a:pt x="157172" y="105827"/>
                  <a:pt x="156391" y="103143"/>
                </a:cubicBezTo>
                <a:cubicBezTo>
                  <a:pt x="156050" y="101923"/>
                  <a:pt x="155806" y="101117"/>
                  <a:pt x="155659" y="100727"/>
                </a:cubicBezTo>
                <a:cubicBezTo>
                  <a:pt x="152146" y="104143"/>
                  <a:pt x="148388" y="106705"/>
                  <a:pt x="144386" y="108413"/>
                </a:cubicBezTo>
                <a:cubicBezTo>
                  <a:pt x="140384" y="110121"/>
                  <a:pt x="136114" y="110975"/>
                  <a:pt x="131576" y="110975"/>
                </a:cubicBezTo>
                <a:cubicBezTo>
                  <a:pt x="123572" y="110975"/>
                  <a:pt x="117265" y="108813"/>
                  <a:pt x="112653" y="104488"/>
                </a:cubicBezTo>
                <a:cubicBezTo>
                  <a:pt x="108041" y="100163"/>
                  <a:pt x="105735" y="94695"/>
                  <a:pt x="105735" y="88086"/>
                </a:cubicBezTo>
                <a:cubicBezTo>
                  <a:pt x="105735" y="83712"/>
                  <a:pt x="106784" y="79812"/>
                  <a:pt x="108883" y="76387"/>
                </a:cubicBezTo>
                <a:cubicBezTo>
                  <a:pt x="110981" y="72960"/>
                  <a:pt x="113922" y="70336"/>
                  <a:pt x="117704" y="68513"/>
                </a:cubicBezTo>
                <a:cubicBezTo>
                  <a:pt x="121486" y="66691"/>
                  <a:pt x="126940" y="65099"/>
                  <a:pt x="134065" y="63739"/>
                </a:cubicBezTo>
                <a:cubicBezTo>
                  <a:pt x="143679" y="61941"/>
                  <a:pt x="150340" y="60264"/>
                  <a:pt x="154049" y="58709"/>
                </a:cubicBezTo>
                <a:lnTo>
                  <a:pt x="154049" y="56636"/>
                </a:lnTo>
                <a:cubicBezTo>
                  <a:pt x="154049" y="52639"/>
                  <a:pt x="153073" y="49789"/>
                  <a:pt x="151121" y="48087"/>
                </a:cubicBezTo>
                <a:cubicBezTo>
                  <a:pt x="149169" y="46384"/>
                  <a:pt x="145484" y="45532"/>
                  <a:pt x="140067" y="45532"/>
                </a:cubicBezTo>
                <a:cubicBezTo>
                  <a:pt x="136407" y="45532"/>
                  <a:pt x="133552" y="46269"/>
                  <a:pt x="131503" y="47742"/>
                </a:cubicBezTo>
                <a:cubicBezTo>
                  <a:pt x="129453" y="49214"/>
                  <a:pt x="127794" y="51796"/>
                  <a:pt x="126525" y="55488"/>
                </a:cubicBezTo>
                <a:moveTo>
                  <a:pt x="154049" y="72178"/>
                </a:moveTo>
                <a:cubicBezTo>
                  <a:pt x="151414" y="73046"/>
                  <a:pt x="147241" y="74083"/>
                  <a:pt x="141531" y="75289"/>
                </a:cubicBezTo>
                <a:cubicBezTo>
                  <a:pt x="135821" y="76494"/>
                  <a:pt x="132088" y="77675"/>
                  <a:pt x="130331" y="78832"/>
                </a:cubicBezTo>
                <a:cubicBezTo>
                  <a:pt x="127647" y="80713"/>
                  <a:pt x="126305" y="83100"/>
                  <a:pt x="126305" y="85993"/>
                </a:cubicBezTo>
                <a:cubicBezTo>
                  <a:pt x="126305" y="88838"/>
                  <a:pt x="127379" y="91298"/>
                  <a:pt x="129526" y="93372"/>
                </a:cubicBezTo>
                <a:cubicBezTo>
                  <a:pt x="131673" y="95445"/>
                  <a:pt x="134406" y="96481"/>
                  <a:pt x="137725" y="96481"/>
                </a:cubicBezTo>
                <a:cubicBezTo>
                  <a:pt x="141434" y="96481"/>
                  <a:pt x="144972" y="95276"/>
                  <a:pt x="148339" y="92865"/>
                </a:cubicBezTo>
                <a:cubicBezTo>
                  <a:pt x="150828" y="91033"/>
                  <a:pt x="152463" y="88790"/>
                  <a:pt x="153244" y="86137"/>
                </a:cubicBezTo>
                <a:cubicBezTo>
                  <a:pt x="153781" y="84401"/>
                  <a:pt x="154049" y="81099"/>
                  <a:pt x="154049" y="76229"/>
                </a:cubicBezTo>
                <a:lnTo>
                  <a:pt x="154049" y="72178"/>
                </a:lnTo>
                <a:close/>
                <a:moveTo>
                  <a:pt x="193757" y="109218"/>
                </a:moveTo>
                <a:lnTo>
                  <a:pt x="193757" y="1903"/>
                </a:lnTo>
                <a:lnTo>
                  <a:pt x="214327" y="1903"/>
                </a:lnTo>
                <a:lnTo>
                  <a:pt x="214327" y="109218"/>
                </a:lnTo>
                <a:lnTo>
                  <a:pt x="193757" y="109218"/>
                </a:lnTo>
                <a:close/>
                <a:moveTo>
                  <a:pt x="235435" y="109218"/>
                </a:moveTo>
                <a:lnTo>
                  <a:pt x="235435" y="1903"/>
                </a:lnTo>
                <a:lnTo>
                  <a:pt x="256005" y="1903"/>
                </a:lnTo>
                <a:lnTo>
                  <a:pt x="256005" y="109218"/>
                </a:lnTo>
                <a:lnTo>
                  <a:pt x="235435" y="109218"/>
                </a:lnTo>
                <a:close/>
                <a:moveTo>
                  <a:pt x="370348" y="69835"/>
                </a:moveTo>
                <a:lnTo>
                  <a:pt x="370348" y="51681"/>
                </a:lnTo>
                <a:lnTo>
                  <a:pt x="417051" y="51681"/>
                </a:lnTo>
                <a:lnTo>
                  <a:pt x="417051" y="94438"/>
                </a:lnTo>
                <a:cubicBezTo>
                  <a:pt x="412513" y="98847"/>
                  <a:pt x="405937" y="102730"/>
                  <a:pt x="397323" y="106087"/>
                </a:cubicBezTo>
                <a:cubicBezTo>
                  <a:pt x="388710" y="109443"/>
                  <a:pt x="379986" y="111122"/>
                  <a:pt x="371153" y="111122"/>
                </a:cubicBezTo>
                <a:cubicBezTo>
                  <a:pt x="359929" y="111122"/>
                  <a:pt x="350144" y="108764"/>
                  <a:pt x="341799" y="104049"/>
                </a:cubicBezTo>
                <a:cubicBezTo>
                  <a:pt x="333454" y="99333"/>
                  <a:pt x="327183" y="92590"/>
                  <a:pt x="322986" y="83819"/>
                </a:cubicBezTo>
                <a:cubicBezTo>
                  <a:pt x="318789" y="75047"/>
                  <a:pt x="316690" y="65506"/>
                  <a:pt x="316690" y="55195"/>
                </a:cubicBezTo>
                <a:cubicBezTo>
                  <a:pt x="316690" y="44004"/>
                  <a:pt x="319033" y="34060"/>
                  <a:pt x="323718" y="25362"/>
                </a:cubicBezTo>
                <a:cubicBezTo>
                  <a:pt x="328403" y="16664"/>
                  <a:pt x="335260" y="9993"/>
                  <a:pt x="344288" y="5351"/>
                </a:cubicBezTo>
                <a:cubicBezTo>
                  <a:pt x="351169" y="1784"/>
                  <a:pt x="359734" y="0"/>
                  <a:pt x="369982" y="0"/>
                </a:cubicBezTo>
                <a:cubicBezTo>
                  <a:pt x="383305" y="0"/>
                  <a:pt x="393712" y="2801"/>
                  <a:pt x="401203" y="8402"/>
                </a:cubicBezTo>
                <a:cubicBezTo>
                  <a:pt x="408694" y="14002"/>
                  <a:pt x="413513" y="21743"/>
                  <a:pt x="415661" y="31624"/>
                </a:cubicBezTo>
                <a:lnTo>
                  <a:pt x="394139" y="35723"/>
                </a:lnTo>
                <a:cubicBezTo>
                  <a:pt x="392626" y="30429"/>
                  <a:pt x="389783" y="26252"/>
                  <a:pt x="385611" y="23189"/>
                </a:cubicBezTo>
                <a:cubicBezTo>
                  <a:pt x="381438" y="20125"/>
                  <a:pt x="376229" y="18593"/>
                  <a:pt x="369982" y="18593"/>
                </a:cubicBezTo>
                <a:cubicBezTo>
                  <a:pt x="360515" y="18593"/>
                  <a:pt x="352987" y="21595"/>
                  <a:pt x="347399" y="27597"/>
                </a:cubicBezTo>
                <a:cubicBezTo>
                  <a:pt x="341811" y="33600"/>
                  <a:pt x="339017" y="42506"/>
                  <a:pt x="339017" y="54316"/>
                </a:cubicBezTo>
                <a:cubicBezTo>
                  <a:pt x="339017" y="67054"/>
                  <a:pt x="341848" y="76607"/>
                  <a:pt x="347509" y="82975"/>
                </a:cubicBezTo>
                <a:cubicBezTo>
                  <a:pt x="353170" y="89344"/>
                  <a:pt x="360588" y="92528"/>
                  <a:pt x="369762" y="92528"/>
                </a:cubicBezTo>
                <a:cubicBezTo>
                  <a:pt x="374301" y="92528"/>
                  <a:pt x="378852" y="91641"/>
                  <a:pt x="383415" y="89866"/>
                </a:cubicBezTo>
                <a:cubicBezTo>
                  <a:pt x="387978" y="88090"/>
                  <a:pt x="391894" y="85938"/>
                  <a:pt x="395164" y="83408"/>
                </a:cubicBezTo>
                <a:lnTo>
                  <a:pt x="395164" y="69835"/>
                </a:lnTo>
                <a:lnTo>
                  <a:pt x="370348" y="69835"/>
                </a:lnTo>
                <a:close/>
                <a:moveTo>
                  <a:pt x="456606" y="109218"/>
                </a:moveTo>
                <a:lnTo>
                  <a:pt x="436036" y="109218"/>
                </a:lnTo>
                <a:lnTo>
                  <a:pt x="436036" y="31477"/>
                </a:lnTo>
                <a:lnTo>
                  <a:pt x="455142" y="31477"/>
                </a:lnTo>
                <a:lnTo>
                  <a:pt x="455142" y="42531"/>
                </a:lnTo>
                <a:cubicBezTo>
                  <a:pt x="458412" y="37309"/>
                  <a:pt x="461352" y="33868"/>
                  <a:pt x="463963" y="32209"/>
                </a:cubicBezTo>
                <a:cubicBezTo>
                  <a:pt x="466574" y="30550"/>
                  <a:pt x="469539" y="29720"/>
                  <a:pt x="472857" y="29720"/>
                </a:cubicBezTo>
                <a:cubicBezTo>
                  <a:pt x="477542" y="29720"/>
                  <a:pt x="482056" y="31014"/>
                  <a:pt x="486400" y="33600"/>
                </a:cubicBezTo>
                <a:lnTo>
                  <a:pt x="480031" y="51535"/>
                </a:lnTo>
                <a:cubicBezTo>
                  <a:pt x="476566" y="49290"/>
                  <a:pt x="473345" y="48167"/>
                  <a:pt x="470368" y="48167"/>
                </a:cubicBezTo>
                <a:cubicBezTo>
                  <a:pt x="467489" y="48167"/>
                  <a:pt x="465049" y="48960"/>
                  <a:pt x="463048" y="50546"/>
                </a:cubicBezTo>
                <a:cubicBezTo>
                  <a:pt x="461047" y="52133"/>
                  <a:pt x="459473" y="55000"/>
                  <a:pt x="458326" y="59148"/>
                </a:cubicBezTo>
                <a:cubicBezTo>
                  <a:pt x="457180" y="63296"/>
                  <a:pt x="456606" y="71983"/>
                  <a:pt x="456606" y="85208"/>
                </a:cubicBezTo>
                <a:lnTo>
                  <a:pt x="456606" y="109218"/>
                </a:lnTo>
                <a:close/>
                <a:moveTo>
                  <a:pt x="510606" y="55488"/>
                </a:moveTo>
                <a:lnTo>
                  <a:pt x="491939" y="52120"/>
                </a:lnTo>
                <a:cubicBezTo>
                  <a:pt x="494037" y="44506"/>
                  <a:pt x="497649" y="38869"/>
                  <a:pt x="502773" y="35211"/>
                </a:cubicBezTo>
                <a:cubicBezTo>
                  <a:pt x="507897" y="31550"/>
                  <a:pt x="515510" y="29720"/>
                  <a:pt x="525612" y="29720"/>
                </a:cubicBezTo>
                <a:cubicBezTo>
                  <a:pt x="534787" y="29720"/>
                  <a:pt x="541619" y="30806"/>
                  <a:pt x="546109" y="32978"/>
                </a:cubicBezTo>
                <a:cubicBezTo>
                  <a:pt x="550599" y="35150"/>
                  <a:pt x="553759" y="37907"/>
                  <a:pt x="555589" y="41250"/>
                </a:cubicBezTo>
                <a:cubicBezTo>
                  <a:pt x="557419" y="44593"/>
                  <a:pt x="558334" y="50729"/>
                  <a:pt x="558334" y="59660"/>
                </a:cubicBezTo>
                <a:lnTo>
                  <a:pt x="558114" y="83671"/>
                </a:lnTo>
                <a:cubicBezTo>
                  <a:pt x="558114" y="90503"/>
                  <a:pt x="558444" y="95542"/>
                  <a:pt x="559102" y="98787"/>
                </a:cubicBezTo>
                <a:cubicBezTo>
                  <a:pt x="559761" y="102032"/>
                  <a:pt x="560993" y="105510"/>
                  <a:pt x="562799" y="109218"/>
                </a:cubicBezTo>
                <a:lnTo>
                  <a:pt x="542449" y="109218"/>
                </a:lnTo>
                <a:cubicBezTo>
                  <a:pt x="541912" y="107852"/>
                  <a:pt x="541253" y="105827"/>
                  <a:pt x="540472" y="103143"/>
                </a:cubicBezTo>
                <a:cubicBezTo>
                  <a:pt x="540131" y="101923"/>
                  <a:pt x="539887" y="101117"/>
                  <a:pt x="539740" y="100727"/>
                </a:cubicBezTo>
                <a:cubicBezTo>
                  <a:pt x="536227" y="104143"/>
                  <a:pt x="532469" y="106705"/>
                  <a:pt x="528467" y="108413"/>
                </a:cubicBezTo>
                <a:cubicBezTo>
                  <a:pt x="524465" y="110121"/>
                  <a:pt x="520195" y="110975"/>
                  <a:pt x="515657" y="110975"/>
                </a:cubicBezTo>
                <a:cubicBezTo>
                  <a:pt x="507653" y="110975"/>
                  <a:pt x="501345" y="108813"/>
                  <a:pt x="496734" y="104488"/>
                </a:cubicBezTo>
                <a:cubicBezTo>
                  <a:pt x="492122" y="100163"/>
                  <a:pt x="489816" y="94695"/>
                  <a:pt x="489816" y="88086"/>
                </a:cubicBezTo>
                <a:cubicBezTo>
                  <a:pt x="489816" y="83712"/>
                  <a:pt x="490865" y="79812"/>
                  <a:pt x="492964" y="76387"/>
                </a:cubicBezTo>
                <a:cubicBezTo>
                  <a:pt x="495062" y="72960"/>
                  <a:pt x="498003" y="70336"/>
                  <a:pt x="501785" y="68513"/>
                </a:cubicBezTo>
                <a:cubicBezTo>
                  <a:pt x="505567" y="66691"/>
                  <a:pt x="511020" y="65099"/>
                  <a:pt x="518145" y="63739"/>
                </a:cubicBezTo>
                <a:cubicBezTo>
                  <a:pt x="527759" y="61941"/>
                  <a:pt x="534421" y="60264"/>
                  <a:pt x="538130" y="58709"/>
                </a:cubicBezTo>
                <a:lnTo>
                  <a:pt x="538130" y="56636"/>
                </a:lnTo>
                <a:cubicBezTo>
                  <a:pt x="538130" y="52639"/>
                  <a:pt x="537154" y="49789"/>
                  <a:pt x="535202" y="48087"/>
                </a:cubicBezTo>
                <a:cubicBezTo>
                  <a:pt x="533250" y="46384"/>
                  <a:pt x="529565" y="45532"/>
                  <a:pt x="524148" y="45532"/>
                </a:cubicBezTo>
                <a:cubicBezTo>
                  <a:pt x="520488" y="45532"/>
                  <a:pt x="517633" y="46269"/>
                  <a:pt x="515583" y="47742"/>
                </a:cubicBezTo>
                <a:cubicBezTo>
                  <a:pt x="513534" y="49214"/>
                  <a:pt x="511874" y="51796"/>
                  <a:pt x="510606" y="55488"/>
                </a:cubicBezTo>
                <a:moveTo>
                  <a:pt x="538130" y="72178"/>
                </a:moveTo>
                <a:cubicBezTo>
                  <a:pt x="535495" y="73046"/>
                  <a:pt x="531322" y="74083"/>
                  <a:pt x="525612" y="75289"/>
                </a:cubicBezTo>
                <a:cubicBezTo>
                  <a:pt x="519902" y="76494"/>
                  <a:pt x="516169" y="77675"/>
                  <a:pt x="514412" y="78832"/>
                </a:cubicBezTo>
                <a:cubicBezTo>
                  <a:pt x="511728" y="80713"/>
                  <a:pt x="510386" y="83100"/>
                  <a:pt x="510386" y="85993"/>
                </a:cubicBezTo>
                <a:cubicBezTo>
                  <a:pt x="510386" y="88838"/>
                  <a:pt x="511460" y="91298"/>
                  <a:pt x="513607" y="93372"/>
                </a:cubicBezTo>
                <a:cubicBezTo>
                  <a:pt x="515754" y="95445"/>
                  <a:pt x="518487" y="96481"/>
                  <a:pt x="521806" y="96481"/>
                </a:cubicBezTo>
                <a:cubicBezTo>
                  <a:pt x="525515" y="96481"/>
                  <a:pt x="529053" y="95276"/>
                  <a:pt x="532420" y="92865"/>
                </a:cubicBezTo>
                <a:cubicBezTo>
                  <a:pt x="534909" y="91033"/>
                  <a:pt x="536544" y="88790"/>
                  <a:pt x="537325" y="86137"/>
                </a:cubicBezTo>
                <a:cubicBezTo>
                  <a:pt x="537861" y="84401"/>
                  <a:pt x="538130" y="81099"/>
                  <a:pt x="538130" y="76229"/>
                </a:cubicBezTo>
                <a:lnTo>
                  <a:pt x="538130" y="72178"/>
                </a:lnTo>
                <a:close/>
                <a:moveTo>
                  <a:pt x="576803" y="31477"/>
                </a:moveTo>
                <a:lnTo>
                  <a:pt x="595982" y="31477"/>
                </a:lnTo>
                <a:lnTo>
                  <a:pt x="595982" y="42897"/>
                </a:lnTo>
                <a:cubicBezTo>
                  <a:pt x="598471" y="38993"/>
                  <a:pt x="601839" y="35821"/>
                  <a:pt x="606084" y="33380"/>
                </a:cubicBezTo>
                <a:cubicBezTo>
                  <a:pt x="610330" y="30940"/>
                  <a:pt x="615040" y="29720"/>
                  <a:pt x="620213" y="29720"/>
                </a:cubicBezTo>
                <a:cubicBezTo>
                  <a:pt x="629241" y="29720"/>
                  <a:pt x="636903" y="33258"/>
                  <a:pt x="643198" y="40335"/>
                </a:cubicBezTo>
                <a:cubicBezTo>
                  <a:pt x="649494" y="47411"/>
                  <a:pt x="652641" y="57269"/>
                  <a:pt x="652641" y="69909"/>
                </a:cubicBezTo>
                <a:cubicBezTo>
                  <a:pt x="652641" y="82890"/>
                  <a:pt x="649469" y="92980"/>
                  <a:pt x="643125" y="100178"/>
                </a:cubicBezTo>
                <a:cubicBezTo>
                  <a:pt x="636781" y="107376"/>
                  <a:pt x="629095" y="110975"/>
                  <a:pt x="620066" y="110975"/>
                </a:cubicBezTo>
                <a:cubicBezTo>
                  <a:pt x="615772" y="110975"/>
                  <a:pt x="611880" y="110121"/>
                  <a:pt x="608390" y="108413"/>
                </a:cubicBezTo>
                <a:cubicBezTo>
                  <a:pt x="604901" y="106705"/>
                  <a:pt x="601229" y="103777"/>
                  <a:pt x="597373" y="99629"/>
                </a:cubicBezTo>
                <a:lnTo>
                  <a:pt x="597373" y="138792"/>
                </a:lnTo>
                <a:lnTo>
                  <a:pt x="576803" y="138792"/>
                </a:lnTo>
                <a:lnTo>
                  <a:pt x="576803" y="31477"/>
                </a:lnTo>
                <a:moveTo>
                  <a:pt x="597154" y="68996"/>
                </a:moveTo>
                <a:cubicBezTo>
                  <a:pt x="597154" y="77718"/>
                  <a:pt x="598886" y="84162"/>
                  <a:pt x="602351" y="88328"/>
                </a:cubicBezTo>
                <a:cubicBezTo>
                  <a:pt x="605816" y="92495"/>
                  <a:pt x="610037" y="94578"/>
                  <a:pt x="615015" y="94578"/>
                </a:cubicBezTo>
                <a:cubicBezTo>
                  <a:pt x="619798" y="94578"/>
                  <a:pt x="623775" y="92666"/>
                  <a:pt x="626947" y="88841"/>
                </a:cubicBezTo>
                <a:cubicBezTo>
                  <a:pt x="630119" y="85016"/>
                  <a:pt x="631705" y="78742"/>
                  <a:pt x="631705" y="70018"/>
                </a:cubicBezTo>
                <a:cubicBezTo>
                  <a:pt x="631705" y="61881"/>
                  <a:pt x="630071" y="55838"/>
                  <a:pt x="626801" y="51892"/>
                </a:cubicBezTo>
                <a:cubicBezTo>
                  <a:pt x="623531" y="47945"/>
                  <a:pt x="619481" y="45971"/>
                  <a:pt x="614649" y="45971"/>
                </a:cubicBezTo>
                <a:cubicBezTo>
                  <a:pt x="609623" y="45971"/>
                  <a:pt x="605450" y="47908"/>
                  <a:pt x="602132" y="51782"/>
                </a:cubicBezTo>
                <a:cubicBezTo>
                  <a:pt x="598813" y="55655"/>
                  <a:pt x="597154" y="61393"/>
                  <a:pt x="597154" y="68996"/>
                </a:cubicBezTo>
                <a:close/>
                <a:moveTo>
                  <a:pt x="689487" y="1903"/>
                </a:moveTo>
                <a:lnTo>
                  <a:pt x="689487" y="41414"/>
                </a:lnTo>
                <a:cubicBezTo>
                  <a:pt x="696124" y="33618"/>
                  <a:pt x="704054" y="29720"/>
                  <a:pt x="713278" y="29720"/>
                </a:cubicBezTo>
                <a:cubicBezTo>
                  <a:pt x="718011" y="29720"/>
                  <a:pt x="722281" y="30599"/>
                  <a:pt x="726088" y="32356"/>
                </a:cubicBezTo>
                <a:cubicBezTo>
                  <a:pt x="729895" y="34112"/>
                  <a:pt x="732762" y="36357"/>
                  <a:pt x="734689" y="39090"/>
                </a:cubicBezTo>
                <a:cubicBezTo>
                  <a:pt x="736617" y="41823"/>
                  <a:pt x="737935" y="44849"/>
                  <a:pt x="738642" y="48167"/>
                </a:cubicBezTo>
                <a:cubicBezTo>
                  <a:pt x="739350" y="51486"/>
                  <a:pt x="739704" y="56635"/>
                  <a:pt x="739704" y="63613"/>
                </a:cubicBezTo>
                <a:lnTo>
                  <a:pt x="739704" y="109218"/>
                </a:lnTo>
                <a:lnTo>
                  <a:pt x="719134" y="109218"/>
                </a:lnTo>
                <a:lnTo>
                  <a:pt x="719134" y="68200"/>
                </a:lnTo>
                <a:cubicBezTo>
                  <a:pt x="719134" y="60059"/>
                  <a:pt x="718743" y="54892"/>
                  <a:pt x="717963" y="52699"/>
                </a:cubicBezTo>
                <a:cubicBezTo>
                  <a:pt x="717182" y="50505"/>
                  <a:pt x="715803" y="48761"/>
                  <a:pt x="713827" y="47470"/>
                </a:cubicBezTo>
                <a:cubicBezTo>
                  <a:pt x="711850" y="46178"/>
                  <a:pt x="709373" y="45532"/>
                  <a:pt x="706396" y="45532"/>
                </a:cubicBezTo>
                <a:cubicBezTo>
                  <a:pt x="702980" y="45532"/>
                  <a:pt x="699930" y="46361"/>
                  <a:pt x="697246" y="48019"/>
                </a:cubicBezTo>
                <a:cubicBezTo>
                  <a:pt x="694562" y="49676"/>
                  <a:pt x="692598" y="52174"/>
                  <a:pt x="691353" y="55513"/>
                </a:cubicBezTo>
                <a:cubicBezTo>
                  <a:pt x="690109" y="58851"/>
                  <a:pt x="689487" y="63787"/>
                  <a:pt x="689487" y="70320"/>
                </a:cubicBezTo>
                <a:lnTo>
                  <a:pt x="689487" y="109218"/>
                </a:lnTo>
                <a:lnTo>
                  <a:pt x="668917" y="109218"/>
                </a:lnTo>
                <a:lnTo>
                  <a:pt x="668917" y="1903"/>
                </a:lnTo>
                <a:lnTo>
                  <a:pt x="689487" y="19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41CD0-7675-4563-8D27-327FB4FA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420" y="1148081"/>
            <a:ext cx="59739" cy="59739"/>
          </a:xfrm>
          <a:custGeom xmlns:a="http://schemas.openxmlformats.org/drawingml/2006/main">
            <a:pathLst>
              <a:path w="59739" h="59739" fill="none">
                <a:moveTo>
                  <a:pt x="0" y="29870"/>
                </a:moveTo>
                <a:cubicBezTo>
                  <a:pt x="0" y="13376"/>
                  <a:pt x="13376" y="0"/>
                  <a:pt x="29870" y="0"/>
                </a:cubicBezTo>
                <a:cubicBezTo>
                  <a:pt x="46363" y="0"/>
                  <a:pt x="59739" y="13376"/>
                  <a:pt x="59739" y="29870"/>
                </a:cubicBezTo>
                <a:cubicBezTo>
                  <a:pt x="59739" y="46363"/>
                  <a:pt x="46363" y="59739"/>
                  <a:pt x="29870" y="59739"/>
                </a:cubicBezTo>
                <a:cubicBezTo>
                  <a:pt x="13376" y="59739"/>
                  <a:pt x="0" y="46363"/>
                  <a:pt x="0" y="298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94985-A317-42A6-8EBF-3AB7F9C7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590" y="1267559"/>
            <a:ext cx="59869" cy="59869"/>
          </a:xfrm>
          <a:custGeom xmlns:a="http://schemas.openxmlformats.org/drawingml/2006/main">
            <a:pathLst>
              <a:path w="59869" h="59869" fill="none">
                <a:moveTo>
                  <a:pt x="0" y="29999"/>
                </a:moveTo>
                <a:cubicBezTo>
                  <a:pt x="0" y="13376"/>
                  <a:pt x="13376" y="0"/>
                  <a:pt x="29870" y="0"/>
                </a:cubicBezTo>
                <a:cubicBezTo>
                  <a:pt x="46493" y="0"/>
                  <a:pt x="59869" y="13376"/>
                  <a:pt x="59869" y="29999"/>
                </a:cubicBezTo>
                <a:cubicBezTo>
                  <a:pt x="59869" y="46493"/>
                  <a:pt x="46493" y="59869"/>
                  <a:pt x="29870" y="59869"/>
                </a:cubicBezTo>
                <a:cubicBezTo>
                  <a:pt x="13376" y="59869"/>
                  <a:pt x="0" y="46493"/>
                  <a:pt x="0" y="299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5AE6A1-EE62-43D4-B38F-214A51D2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120" y="1267559"/>
            <a:ext cx="59869" cy="59869"/>
          </a:xfrm>
          <a:custGeom xmlns:a="http://schemas.openxmlformats.org/drawingml/2006/main">
            <a:pathLst>
              <a:path w="59869" h="59869" fill="none">
                <a:moveTo>
                  <a:pt x="0" y="29999"/>
                </a:moveTo>
                <a:cubicBezTo>
                  <a:pt x="0" y="13376"/>
                  <a:pt x="13376" y="0"/>
                  <a:pt x="29870" y="0"/>
                </a:cubicBezTo>
                <a:cubicBezTo>
                  <a:pt x="46363" y="0"/>
                  <a:pt x="59869" y="13376"/>
                  <a:pt x="59869" y="29999"/>
                </a:cubicBezTo>
                <a:cubicBezTo>
                  <a:pt x="59869" y="46493"/>
                  <a:pt x="46363" y="59869"/>
                  <a:pt x="29870" y="59869"/>
                </a:cubicBezTo>
                <a:cubicBezTo>
                  <a:pt x="13376" y="59869"/>
                  <a:pt x="0" y="46493"/>
                  <a:pt x="0" y="2999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CBDC1-40FD-4512-9A59-08F6DD30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00" y="1387167"/>
            <a:ext cx="59869" cy="59869"/>
          </a:xfrm>
          <a:custGeom xmlns:a="http://schemas.openxmlformats.org/drawingml/2006/main">
            <a:pathLst>
              <a:path w="59869" h="59869" fill="none">
                <a:moveTo>
                  <a:pt x="0" y="29870"/>
                </a:moveTo>
                <a:cubicBezTo>
                  <a:pt x="0" y="13376"/>
                  <a:pt x="13506" y="0"/>
                  <a:pt x="29999" y="0"/>
                </a:cubicBezTo>
                <a:cubicBezTo>
                  <a:pt x="46493" y="0"/>
                  <a:pt x="59869" y="13376"/>
                  <a:pt x="59869" y="29870"/>
                </a:cubicBezTo>
                <a:cubicBezTo>
                  <a:pt x="59869" y="46363"/>
                  <a:pt x="46493" y="59869"/>
                  <a:pt x="29999" y="59869"/>
                </a:cubicBezTo>
                <a:cubicBezTo>
                  <a:pt x="13506" y="59869"/>
                  <a:pt x="0" y="46363"/>
                  <a:pt x="0" y="298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9F228-87BB-446C-A953-A596D705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251" y="1387167"/>
            <a:ext cx="59869" cy="59869"/>
          </a:xfrm>
          <a:custGeom xmlns:a="http://schemas.openxmlformats.org/drawingml/2006/main">
            <a:pathLst>
              <a:path w="59869" h="59869" fill="none">
                <a:moveTo>
                  <a:pt x="0" y="29870"/>
                </a:moveTo>
                <a:cubicBezTo>
                  <a:pt x="0" y="13376"/>
                  <a:pt x="13376" y="0"/>
                  <a:pt x="29999" y="0"/>
                </a:cubicBezTo>
                <a:cubicBezTo>
                  <a:pt x="46493" y="0"/>
                  <a:pt x="59869" y="13376"/>
                  <a:pt x="59869" y="29870"/>
                </a:cubicBezTo>
                <a:cubicBezTo>
                  <a:pt x="59869" y="46363"/>
                  <a:pt x="46493" y="59869"/>
                  <a:pt x="29999" y="59869"/>
                </a:cubicBezTo>
                <a:cubicBezTo>
                  <a:pt x="13376" y="59869"/>
                  <a:pt x="0" y="46363"/>
                  <a:pt x="0" y="298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FE019A-5799-4FEB-BD1C-0E15CEE4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67" y="1387167"/>
            <a:ext cx="59739" cy="59869"/>
          </a:xfrm>
          <a:custGeom xmlns:a="http://schemas.openxmlformats.org/drawingml/2006/main">
            <a:pathLst>
              <a:path w="59739" h="59869" fill="none">
                <a:moveTo>
                  <a:pt x="0" y="29870"/>
                </a:moveTo>
                <a:cubicBezTo>
                  <a:pt x="0" y="13376"/>
                  <a:pt x="13376" y="0"/>
                  <a:pt x="29870" y="0"/>
                </a:cubicBezTo>
                <a:cubicBezTo>
                  <a:pt x="46363" y="0"/>
                  <a:pt x="59739" y="13376"/>
                  <a:pt x="59739" y="29870"/>
                </a:cubicBezTo>
                <a:cubicBezTo>
                  <a:pt x="59739" y="46363"/>
                  <a:pt x="46363" y="59869"/>
                  <a:pt x="29870" y="59869"/>
                </a:cubicBezTo>
                <a:cubicBezTo>
                  <a:pt x="13376" y="59869"/>
                  <a:pt x="0" y="46363"/>
                  <a:pt x="0" y="298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5974" cap="flat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10B44-1A22-4EE1-B660-D2A16F15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460" y="1199119"/>
            <a:ext cx="57661" cy="68440"/>
          </a:xfrm>
          <a:custGeom xmlns:a="http://schemas.openxmlformats.org/drawingml/2006/main">
            <a:pathLst>
              <a:path w="57661" h="68440" fill="none">
                <a:moveTo>
                  <a:pt x="57661" y="0"/>
                </a:moveTo>
                <a:lnTo>
                  <a:pt x="0" y="68440"/>
                </a:lnTo>
              </a:path>
            </a:pathLst>
          </a:custGeom>
          <a:noFill xmlns:a="http://schemas.openxmlformats.org/drawingml/2006/main"/>
          <a:ln xmlns:a="http://schemas.openxmlformats.org/drawingml/2006/main" w="22727" cap="flat">
            <a:solidFill>
              <a:srgbClr val="000000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72CA1-D605-48E1-A34D-30251CC6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458" y="1199119"/>
            <a:ext cx="57531" cy="68440"/>
          </a:xfrm>
          <a:custGeom xmlns:a="http://schemas.openxmlformats.org/drawingml/2006/main">
            <a:pathLst>
              <a:path w="57531" h="68440" fill="none">
                <a:moveTo>
                  <a:pt x="0" y="0"/>
                </a:moveTo>
                <a:lnTo>
                  <a:pt x="57531" y="68440"/>
                </a:lnTo>
              </a:path>
            </a:pathLst>
          </a:custGeom>
          <a:noFill xmlns:a="http://schemas.openxmlformats.org/drawingml/2006/main"/>
          <a:ln xmlns:a="http://schemas.openxmlformats.org/drawingml/2006/main" w="22727" cap="flat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566AD3-CCE3-4AD8-AEB0-442EDD7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00" y="1318597"/>
            <a:ext cx="37791" cy="68570"/>
          </a:xfrm>
          <a:custGeom xmlns:a="http://schemas.openxmlformats.org/drawingml/2006/main">
            <a:pathLst>
              <a:path w="37791" h="68570" fill="none">
                <a:moveTo>
                  <a:pt x="37791" y="0"/>
                </a:moveTo>
                <a:lnTo>
                  <a:pt x="0" y="68570"/>
                </a:lnTo>
              </a:path>
            </a:pathLst>
          </a:custGeom>
          <a:noFill xmlns:a="http://schemas.openxmlformats.org/drawingml/2006/main"/>
          <a:ln xmlns:a="http://schemas.openxmlformats.org/drawingml/2006/main" w="22727" cap="flat">
            <a:solidFill>
              <a:srgbClr val="000000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CA58B-DEDC-4E97-B77C-485E0EB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250" y="1318597"/>
            <a:ext cx="38571" cy="68570"/>
          </a:xfrm>
          <a:custGeom xmlns:a="http://schemas.openxmlformats.org/drawingml/2006/main">
            <a:pathLst>
              <a:path w="38571" h="68570" fill="none">
                <a:moveTo>
                  <a:pt x="38571" y="0"/>
                </a:moveTo>
                <a:lnTo>
                  <a:pt x="0" y="68570"/>
                </a:lnTo>
              </a:path>
            </a:pathLst>
          </a:custGeom>
          <a:noFill xmlns:a="http://schemas.openxmlformats.org/drawingml/2006/main"/>
          <a:ln xmlns:a="http://schemas.openxmlformats.org/drawingml/2006/main" w="22727" cap="flat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6101F-BDD3-4AEC-91A9-8BD61D8E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158" y="1318597"/>
            <a:ext cx="40778" cy="68570"/>
          </a:xfrm>
          <a:custGeom xmlns:a="http://schemas.openxmlformats.org/drawingml/2006/main">
            <a:pathLst>
              <a:path w="40778" h="68570" fill="none">
                <a:moveTo>
                  <a:pt x="0" y="0"/>
                </a:moveTo>
                <a:lnTo>
                  <a:pt x="40778" y="68570"/>
                </a:lnTo>
              </a:path>
            </a:pathLst>
          </a:custGeom>
          <a:noFill xmlns:a="http://schemas.openxmlformats.org/drawingml/2006/main"/>
          <a:ln xmlns:a="http://schemas.openxmlformats.org/drawingml/2006/main" w="22727" cap="flat">
            <a:solidFill>
              <a:srgbClr val="000000"/>
            </a:solidFill>
            <a:round/>
          </a:ln>
        </p:spPr>
      </p:sp>
      <p:sp>
        <p:nvSpPr>
          <p:cNvPr id="58" name="Text InitialCandidate">
            <a:extLst xmlns:a="http://schemas.openxmlformats.org/drawingml/2006/main">
              <a:ext uri="{FF2B5EF4-FFF2-40B4-BE49-F238E27FC236}">
                <a16:creationId xmlns:a16="http://schemas.microsoft.com/office/drawing/2014/main" id="{398BFDC3-3307-412E-A7B9-6FF09E3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770" y="726368"/>
            <a:ext cx="1141163" cy="110891"/>
          </a:xfrm>
          <a:custGeom xmlns:a="http://schemas.openxmlformats.org/drawingml/2006/main">
            <a:pathLst>
              <a:path w="1141163" h="110891">
                <a:moveTo>
                  <a:pt x="0" y="108991"/>
                </a:moveTo>
                <a:lnTo>
                  <a:pt x="0" y="1899"/>
                </a:lnTo>
                <a:lnTo>
                  <a:pt x="21623" y="1899"/>
                </a:lnTo>
                <a:lnTo>
                  <a:pt x="21623" y="108991"/>
                </a:lnTo>
                <a:lnTo>
                  <a:pt x="0" y="108991"/>
                </a:lnTo>
                <a:close/>
                <a:moveTo>
                  <a:pt x="112969" y="108991"/>
                </a:moveTo>
                <a:lnTo>
                  <a:pt x="92441" y="108991"/>
                </a:lnTo>
                <a:lnTo>
                  <a:pt x="92441" y="69444"/>
                </a:lnTo>
                <a:cubicBezTo>
                  <a:pt x="92441" y="61076"/>
                  <a:pt x="92003" y="55665"/>
                  <a:pt x="91126" y="53208"/>
                </a:cubicBezTo>
                <a:cubicBezTo>
                  <a:pt x="90250" y="50752"/>
                  <a:pt x="88825" y="48843"/>
                  <a:pt x="86853" y="47481"/>
                </a:cubicBezTo>
                <a:cubicBezTo>
                  <a:pt x="84881" y="46118"/>
                  <a:pt x="82506" y="45437"/>
                  <a:pt x="79731" y="45437"/>
                </a:cubicBezTo>
                <a:cubicBezTo>
                  <a:pt x="76175" y="45437"/>
                  <a:pt x="72986" y="46411"/>
                  <a:pt x="70161" y="48357"/>
                </a:cubicBezTo>
                <a:cubicBezTo>
                  <a:pt x="67336" y="50302"/>
                  <a:pt x="65400" y="52880"/>
                  <a:pt x="64353" y="56091"/>
                </a:cubicBezTo>
                <a:cubicBezTo>
                  <a:pt x="63306" y="59301"/>
                  <a:pt x="62783" y="65236"/>
                  <a:pt x="62783" y="73895"/>
                </a:cubicBezTo>
                <a:lnTo>
                  <a:pt x="62783" y="108991"/>
                </a:lnTo>
                <a:lnTo>
                  <a:pt x="42256" y="108991"/>
                </a:lnTo>
                <a:lnTo>
                  <a:pt x="42256" y="31412"/>
                </a:lnTo>
                <a:lnTo>
                  <a:pt x="61322" y="31412"/>
                </a:lnTo>
                <a:lnTo>
                  <a:pt x="61322" y="42808"/>
                </a:lnTo>
                <a:cubicBezTo>
                  <a:pt x="68091" y="34042"/>
                  <a:pt x="76614" y="29659"/>
                  <a:pt x="86890" y="29659"/>
                </a:cubicBezTo>
                <a:cubicBezTo>
                  <a:pt x="91419" y="29659"/>
                  <a:pt x="95558" y="30474"/>
                  <a:pt x="99308" y="32106"/>
                </a:cubicBezTo>
                <a:cubicBezTo>
                  <a:pt x="103058" y="33737"/>
                  <a:pt x="105895" y="35819"/>
                  <a:pt x="107819" y="38352"/>
                </a:cubicBezTo>
                <a:cubicBezTo>
                  <a:pt x="109742" y="40884"/>
                  <a:pt x="111081" y="43757"/>
                  <a:pt x="111836" y="46972"/>
                </a:cubicBezTo>
                <a:cubicBezTo>
                  <a:pt x="112591" y="50186"/>
                  <a:pt x="112969" y="54788"/>
                  <a:pt x="112969" y="60778"/>
                </a:cubicBezTo>
                <a:lnTo>
                  <a:pt x="112969" y="108991"/>
                </a:lnTo>
                <a:close/>
                <a:moveTo>
                  <a:pt x="134261" y="20892"/>
                </a:moveTo>
                <a:lnTo>
                  <a:pt x="134261" y="1899"/>
                </a:lnTo>
                <a:lnTo>
                  <a:pt x="154788" y="1899"/>
                </a:lnTo>
                <a:lnTo>
                  <a:pt x="154788" y="20892"/>
                </a:lnTo>
                <a:lnTo>
                  <a:pt x="134261" y="20892"/>
                </a:lnTo>
                <a:moveTo>
                  <a:pt x="134261" y="108991"/>
                </a:moveTo>
                <a:lnTo>
                  <a:pt x="134261" y="31412"/>
                </a:lnTo>
                <a:lnTo>
                  <a:pt x="154788" y="31412"/>
                </a:lnTo>
                <a:lnTo>
                  <a:pt x="154788" y="108991"/>
                </a:lnTo>
                <a:lnTo>
                  <a:pt x="134261" y="108991"/>
                </a:lnTo>
                <a:close/>
                <a:moveTo>
                  <a:pt x="211727" y="31412"/>
                </a:moveTo>
                <a:lnTo>
                  <a:pt x="211727" y="47775"/>
                </a:lnTo>
                <a:lnTo>
                  <a:pt x="197701" y="47775"/>
                </a:lnTo>
                <a:lnTo>
                  <a:pt x="197701" y="78990"/>
                </a:lnTo>
                <a:cubicBezTo>
                  <a:pt x="197701" y="85312"/>
                  <a:pt x="197835" y="88996"/>
                  <a:pt x="198103" y="90042"/>
                </a:cubicBezTo>
                <a:cubicBezTo>
                  <a:pt x="198371" y="91086"/>
                  <a:pt x="198979" y="91949"/>
                  <a:pt x="199929" y="92630"/>
                </a:cubicBezTo>
                <a:cubicBezTo>
                  <a:pt x="200879" y="93311"/>
                  <a:pt x="202035" y="93651"/>
                  <a:pt x="203399" y="93651"/>
                </a:cubicBezTo>
                <a:cubicBezTo>
                  <a:pt x="205298" y="93651"/>
                  <a:pt x="208050" y="92993"/>
                  <a:pt x="211654" y="91678"/>
                </a:cubicBezTo>
                <a:lnTo>
                  <a:pt x="213407" y="107663"/>
                </a:lnTo>
                <a:cubicBezTo>
                  <a:pt x="208634" y="109717"/>
                  <a:pt x="203228" y="110745"/>
                  <a:pt x="197190" y="110745"/>
                </a:cubicBezTo>
                <a:cubicBezTo>
                  <a:pt x="193488" y="110745"/>
                  <a:pt x="190152" y="110124"/>
                  <a:pt x="187182" y="108882"/>
                </a:cubicBezTo>
                <a:cubicBezTo>
                  <a:pt x="184211" y="107640"/>
                  <a:pt x="182032" y="106033"/>
                  <a:pt x="180644" y="104061"/>
                </a:cubicBezTo>
                <a:cubicBezTo>
                  <a:pt x="179256" y="102088"/>
                  <a:pt x="178294" y="99422"/>
                  <a:pt x="177758" y="96061"/>
                </a:cubicBezTo>
                <a:cubicBezTo>
                  <a:pt x="177320" y="93675"/>
                  <a:pt x="177101" y="88854"/>
                  <a:pt x="177101" y="81597"/>
                </a:cubicBezTo>
                <a:lnTo>
                  <a:pt x="177101" y="47775"/>
                </a:lnTo>
                <a:lnTo>
                  <a:pt x="167677" y="47775"/>
                </a:lnTo>
                <a:lnTo>
                  <a:pt x="167677" y="31412"/>
                </a:lnTo>
                <a:lnTo>
                  <a:pt x="177101" y="31412"/>
                </a:lnTo>
                <a:lnTo>
                  <a:pt x="177101" y="15925"/>
                </a:lnTo>
                <a:lnTo>
                  <a:pt x="197701" y="3799"/>
                </a:lnTo>
                <a:lnTo>
                  <a:pt x="197701" y="31412"/>
                </a:lnTo>
                <a:lnTo>
                  <a:pt x="211727" y="31412"/>
                </a:lnTo>
                <a:close/>
                <a:moveTo>
                  <a:pt x="225971" y="20892"/>
                </a:moveTo>
                <a:lnTo>
                  <a:pt x="225971" y="1899"/>
                </a:lnTo>
                <a:lnTo>
                  <a:pt x="246498" y="1899"/>
                </a:lnTo>
                <a:lnTo>
                  <a:pt x="246498" y="20892"/>
                </a:lnTo>
                <a:lnTo>
                  <a:pt x="225971" y="20892"/>
                </a:lnTo>
                <a:moveTo>
                  <a:pt x="225971" y="108991"/>
                </a:moveTo>
                <a:lnTo>
                  <a:pt x="225971" y="31412"/>
                </a:lnTo>
                <a:lnTo>
                  <a:pt x="246498" y="31412"/>
                </a:lnTo>
                <a:lnTo>
                  <a:pt x="246498" y="108991"/>
                </a:lnTo>
                <a:lnTo>
                  <a:pt x="225971" y="108991"/>
                </a:lnTo>
                <a:close/>
                <a:moveTo>
                  <a:pt x="283350" y="55372"/>
                </a:moveTo>
                <a:lnTo>
                  <a:pt x="264722" y="52012"/>
                </a:lnTo>
                <a:cubicBezTo>
                  <a:pt x="266816" y="44413"/>
                  <a:pt x="270420" y="38788"/>
                  <a:pt x="275534" y="35137"/>
                </a:cubicBezTo>
                <a:cubicBezTo>
                  <a:pt x="280647" y="31485"/>
                  <a:pt x="288245" y="29659"/>
                  <a:pt x="298326" y="29659"/>
                </a:cubicBezTo>
                <a:cubicBezTo>
                  <a:pt x="307481" y="29659"/>
                  <a:pt x="314299" y="30742"/>
                  <a:pt x="318780" y="32909"/>
                </a:cubicBezTo>
                <a:cubicBezTo>
                  <a:pt x="323260" y="35076"/>
                  <a:pt x="326414" y="37828"/>
                  <a:pt x="328240" y="41164"/>
                </a:cubicBezTo>
                <a:cubicBezTo>
                  <a:pt x="330066" y="44500"/>
                  <a:pt x="330979" y="50624"/>
                  <a:pt x="330979" y="59536"/>
                </a:cubicBezTo>
                <a:lnTo>
                  <a:pt x="330760" y="83497"/>
                </a:lnTo>
                <a:cubicBezTo>
                  <a:pt x="330760" y="90315"/>
                  <a:pt x="331089" y="95343"/>
                  <a:pt x="331746" y="98582"/>
                </a:cubicBezTo>
                <a:cubicBezTo>
                  <a:pt x="332404" y="101820"/>
                  <a:pt x="333633" y="105290"/>
                  <a:pt x="335435" y="108991"/>
                </a:cubicBezTo>
                <a:lnTo>
                  <a:pt x="315127" y="108991"/>
                </a:lnTo>
                <a:cubicBezTo>
                  <a:pt x="314592" y="107628"/>
                  <a:pt x="313934" y="105607"/>
                  <a:pt x="313155" y="102928"/>
                </a:cubicBezTo>
                <a:cubicBezTo>
                  <a:pt x="312814" y="101711"/>
                  <a:pt x="312570" y="100907"/>
                  <a:pt x="312424" y="100518"/>
                </a:cubicBezTo>
                <a:cubicBezTo>
                  <a:pt x="308918" y="103927"/>
                  <a:pt x="305168" y="106483"/>
                  <a:pt x="301175" y="108188"/>
                </a:cubicBezTo>
                <a:cubicBezTo>
                  <a:pt x="297181" y="109892"/>
                  <a:pt x="292920" y="110745"/>
                  <a:pt x="288391" y="110745"/>
                </a:cubicBezTo>
                <a:cubicBezTo>
                  <a:pt x="280404" y="110745"/>
                  <a:pt x="274109" y="108587"/>
                  <a:pt x="269507" y="104271"/>
                </a:cubicBezTo>
                <a:cubicBezTo>
                  <a:pt x="264905" y="99954"/>
                  <a:pt x="262604" y="94499"/>
                  <a:pt x="262604" y="87903"/>
                </a:cubicBezTo>
                <a:cubicBezTo>
                  <a:pt x="262604" y="83538"/>
                  <a:pt x="263651" y="79646"/>
                  <a:pt x="265745" y="76228"/>
                </a:cubicBezTo>
                <a:cubicBezTo>
                  <a:pt x="267839" y="72809"/>
                  <a:pt x="270773" y="70189"/>
                  <a:pt x="274548" y="68371"/>
                </a:cubicBezTo>
                <a:cubicBezTo>
                  <a:pt x="278322" y="66552"/>
                  <a:pt x="283764" y="64964"/>
                  <a:pt x="290874" y="63606"/>
                </a:cubicBezTo>
                <a:cubicBezTo>
                  <a:pt x="300468" y="61812"/>
                  <a:pt x="307116" y="60139"/>
                  <a:pt x="310817" y="58587"/>
                </a:cubicBezTo>
                <a:lnTo>
                  <a:pt x="310817" y="56518"/>
                </a:lnTo>
                <a:cubicBezTo>
                  <a:pt x="310817" y="52529"/>
                  <a:pt x="309843" y="49686"/>
                  <a:pt x="307895" y="47987"/>
                </a:cubicBezTo>
                <a:cubicBezTo>
                  <a:pt x="305947" y="46287"/>
                  <a:pt x="302270" y="45437"/>
                  <a:pt x="296865" y="45437"/>
                </a:cubicBezTo>
                <a:cubicBezTo>
                  <a:pt x="293212" y="45437"/>
                  <a:pt x="290363" y="46173"/>
                  <a:pt x="288318" y="47643"/>
                </a:cubicBezTo>
                <a:cubicBezTo>
                  <a:pt x="286272" y="49111"/>
                  <a:pt x="284616" y="51688"/>
                  <a:pt x="283350" y="55372"/>
                </a:cubicBezTo>
                <a:moveTo>
                  <a:pt x="310817" y="72028"/>
                </a:moveTo>
                <a:cubicBezTo>
                  <a:pt x="308187" y="72894"/>
                  <a:pt x="304024" y="73929"/>
                  <a:pt x="298326" y="75132"/>
                </a:cubicBezTo>
                <a:cubicBezTo>
                  <a:pt x="292628" y="76335"/>
                  <a:pt x="288902" y="77513"/>
                  <a:pt x="287149" y="78669"/>
                </a:cubicBezTo>
                <a:cubicBezTo>
                  <a:pt x="284470" y="80545"/>
                  <a:pt x="283131" y="82927"/>
                  <a:pt x="283131" y="85814"/>
                </a:cubicBezTo>
                <a:cubicBezTo>
                  <a:pt x="283131" y="88654"/>
                  <a:pt x="284203" y="91109"/>
                  <a:pt x="286345" y="93178"/>
                </a:cubicBezTo>
                <a:cubicBezTo>
                  <a:pt x="288488" y="95247"/>
                  <a:pt x="291215" y="96281"/>
                  <a:pt x="294527" y="96281"/>
                </a:cubicBezTo>
                <a:cubicBezTo>
                  <a:pt x="298228" y="96281"/>
                  <a:pt x="301759" y="95078"/>
                  <a:pt x="305119" y="92671"/>
                </a:cubicBezTo>
                <a:cubicBezTo>
                  <a:pt x="307603" y="90844"/>
                  <a:pt x="309235" y="88606"/>
                  <a:pt x="310014" y="85958"/>
                </a:cubicBezTo>
                <a:cubicBezTo>
                  <a:pt x="310549" y="84226"/>
                  <a:pt x="310817" y="80930"/>
                  <a:pt x="310817" y="76071"/>
                </a:cubicBezTo>
                <a:lnTo>
                  <a:pt x="310817" y="72028"/>
                </a:lnTo>
                <a:close/>
                <a:moveTo>
                  <a:pt x="350594" y="108991"/>
                </a:moveTo>
                <a:lnTo>
                  <a:pt x="350594" y="1899"/>
                </a:lnTo>
                <a:lnTo>
                  <a:pt x="371121" y="1899"/>
                </a:lnTo>
                <a:lnTo>
                  <a:pt x="371121" y="108991"/>
                </a:lnTo>
                <a:lnTo>
                  <a:pt x="350594" y="108991"/>
                </a:lnTo>
                <a:close/>
                <a:moveTo>
                  <a:pt x="503041" y="69544"/>
                </a:moveTo>
                <a:lnTo>
                  <a:pt x="524006" y="76119"/>
                </a:lnTo>
                <a:cubicBezTo>
                  <a:pt x="520792" y="87881"/>
                  <a:pt x="515447" y="96618"/>
                  <a:pt x="507972" y="102328"/>
                </a:cubicBezTo>
                <a:cubicBezTo>
                  <a:pt x="500496" y="108036"/>
                  <a:pt x="491012" y="110891"/>
                  <a:pt x="479519" y="110891"/>
                </a:cubicBezTo>
                <a:cubicBezTo>
                  <a:pt x="465298" y="110891"/>
                  <a:pt x="453610" y="106027"/>
                  <a:pt x="444454" y="96299"/>
                </a:cubicBezTo>
                <a:cubicBezTo>
                  <a:pt x="435299" y="86569"/>
                  <a:pt x="430721" y="73269"/>
                  <a:pt x="430721" y="56397"/>
                </a:cubicBezTo>
                <a:cubicBezTo>
                  <a:pt x="430721" y="38549"/>
                  <a:pt x="435323" y="24687"/>
                  <a:pt x="444527" y="14813"/>
                </a:cubicBezTo>
                <a:cubicBezTo>
                  <a:pt x="453732" y="4938"/>
                  <a:pt x="465834" y="0"/>
                  <a:pt x="480833" y="0"/>
                </a:cubicBezTo>
                <a:cubicBezTo>
                  <a:pt x="493934" y="0"/>
                  <a:pt x="504575" y="3881"/>
                  <a:pt x="512757" y="11642"/>
                </a:cubicBezTo>
                <a:cubicBezTo>
                  <a:pt x="517627" y="16231"/>
                  <a:pt x="521279" y="22821"/>
                  <a:pt x="523714" y="31412"/>
                </a:cubicBezTo>
                <a:lnTo>
                  <a:pt x="502310" y="36525"/>
                </a:lnTo>
                <a:cubicBezTo>
                  <a:pt x="501044" y="30973"/>
                  <a:pt x="498402" y="26590"/>
                  <a:pt x="494384" y="23376"/>
                </a:cubicBezTo>
                <a:cubicBezTo>
                  <a:pt x="490367" y="20162"/>
                  <a:pt x="485484" y="18555"/>
                  <a:pt x="479738" y="18555"/>
                </a:cubicBezTo>
                <a:cubicBezTo>
                  <a:pt x="471800" y="18555"/>
                  <a:pt x="465359" y="21404"/>
                  <a:pt x="460416" y="27102"/>
                </a:cubicBezTo>
                <a:cubicBezTo>
                  <a:pt x="455473" y="32800"/>
                  <a:pt x="453001" y="42028"/>
                  <a:pt x="453001" y="54788"/>
                </a:cubicBezTo>
                <a:cubicBezTo>
                  <a:pt x="453001" y="68327"/>
                  <a:pt x="455436" y="77969"/>
                  <a:pt x="460306" y="83716"/>
                </a:cubicBezTo>
                <a:cubicBezTo>
                  <a:pt x="465176" y="89463"/>
                  <a:pt x="471507" y="92336"/>
                  <a:pt x="479299" y="92336"/>
                </a:cubicBezTo>
                <a:cubicBezTo>
                  <a:pt x="485046" y="92336"/>
                  <a:pt x="489989" y="90504"/>
                  <a:pt x="494129" y="86841"/>
                </a:cubicBezTo>
                <a:cubicBezTo>
                  <a:pt x="498268" y="83176"/>
                  <a:pt x="501239" y="77411"/>
                  <a:pt x="503041" y="69544"/>
                </a:cubicBezTo>
                <a:close/>
                <a:moveTo>
                  <a:pt x="557282" y="55372"/>
                </a:moveTo>
                <a:lnTo>
                  <a:pt x="538654" y="52012"/>
                </a:lnTo>
                <a:cubicBezTo>
                  <a:pt x="540748" y="44413"/>
                  <a:pt x="544352" y="38788"/>
                  <a:pt x="549465" y="35137"/>
                </a:cubicBezTo>
                <a:cubicBezTo>
                  <a:pt x="554579" y="31485"/>
                  <a:pt x="562176" y="29659"/>
                  <a:pt x="572257" y="29659"/>
                </a:cubicBezTo>
                <a:cubicBezTo>
                  <a:pt x="581413" y="29659"/>
                  <a:pt x="588231" y="30742"/>
                  <a:pt x="592711" y="32909"/>
                </a:cubicBezTo>
                <a:cubicBezTo>
                  <a:pt x="597192" y="35076"/>
                  <a:pt x="600345" y="37828"/>
                  <a:pt x="602171" y="41164"/>
                </a:cubicBezTo>
                <a:cubicBezTo>
                  <a:pt x="603997" y="44500"/>
                  <a:pt x="604911" y="50624"/>
                  <a:pt x="604911" y="59536"/>
                </a:cubicBezTo>
                <a:lnTo>
                  <a:pt x="604691" y="83497"/>
                </a:lnTo>
                <a:cubicBezTo>
                  <a:pt x="604691" y="90315"/>
                  <a:pt x="605020" y="95343"/>
                  <a:pt x="605678" y="98582"/>
                </a:cubicBezTo>
                <a:cubicBezTo>
                  <a:pt x="606335" y="101820"/>
                  <a:pt x="607565" y="105290"/>
                  <a:pt x="609367" y="108991"/>
                </a:cubicBezTo>
                <a:lnTo>
                  <a:pt x="589059" y="108991"/>
                </a:lnTo>
                <a:cubicBezTo>
                  <a:pt x="588523" y="107628"/>
                  <a:pt x="587865" y="105607"/>
                  <a:pt x="587086" y="102928"/>
                </a:cubicBezTo>
                <a:cubicBezTo>
                  <a:pt x="586745" y="101711"/>
                  <a:pt x="586502" y="100907"/>
                  <a:pt x="586356" y="100518"/>
                </a:cubicBezTo>
                <a:cubicBezTo>
                  <a:pt x="582849" y="103927"/>
                  <a:pt x="579099" y="106483"/>
                  <a:pt x="575106" y="108188"/>
                </a:cubicBezTo>
                <a:cubicBezTo>
                  <a:pt x="571113" y="109892"/>
                  <a:pt x="566851" y="110745"/>
                  <a:pt x="562322" y="110745"/>
                </a:cubicBezTo>
                <a:cubicBezTo>
                  <a:pt x="554335" y="110745"/>
                  <a:pt x="548041" y="108587"/>
                  <a:pt x="543439" y="104271"/>
                </a:cubicBezTo>
                <a:cubicBezTo>
                  <a:pt x="538836" y="99954"/>
                  <a:pt x="536535" y="94499"/>
                  <a:pt x="536535" y="87903"/>
                </a:cubicBezTo>
                <a:cubicBezTo>
                  <a:pt x="536535" y="83538"/>
                  <a:pt x="537582" y="79646"/>
                  <a:pt x="539676" y="76228"/>
                </a:cubicBezTo>
                <a:cubicBezTo>
                  <a:pt x="541771" y="72809"/>
                  <a:pt x="544705" y="70189"/>
                  <a:pt x="548479" y="68371"/>
                </a:cubicBezTo>
                <a:cubicBezTo>
                  <a:pt x="552253" y="66552"/>
                  <a:pt x="557696" y="64964"/>
                  <a:pt x="564806" y="63606"/>
                </a:cubicBezTo>
                <a:cubicBezTo>
                  <a:pt x="574400" y="61812"/>
                  <a:pt x="581047" y="60139"/>
                  <a:pt x="584749" y="58587"/>
                </a:cubicBezTo>
                <a:lnTo>
                  <a:pt x="584749" y="56518"/>
                </a:lnTo>
                <a:cubicBezTo>
                  <a:pt x="584749" y="52529"/>
                  <a:pt x="583775" y="49686"/>
                  <a:pt x="581827" y="47987"/>
                </a:cubicBezTo>
                <a:cubicBezTo>
                  <a:pt x="579879" y="46287"/>
                  <a:pt x="576202" y="45437"/>
                  <a:pt x="570796" y="45437"/>
                </a:cubicBezTo>
                <a:cubicBezTo>
                  <a:pt x="567143" y="45437"/>
                  <a:pt x="564294" y="46173"/>
                  <a:pt x="562249" y="47643"/>
                </a:cubicBezTo>
                <a:cubicBezTo>
                  <a:pt x="560204" y="49111"/>
                  <a:pt x="558548" y="51688"/>
                  <a:pt x="557282" y="55372"/>
                </a:cubicBezTo>
                <a:moveTo>
                  <a:pt x="584749" y="72028"/>
                </a:moveTo>
                <a:cubicBezTo>
                  <a:pt x="582119" y="72894"/>
                  <a:pt x="577955" y="73929"/>
                  <a:pt x="572257" y="75132"/>
                </a:cubicBezTo>
                <a:cubicBezTo>
                  <a:pt x="566559" y="76335"/>
                  <a:pt x="562833" y="77513"/>
                  <a:pt x="561080" y="78669"/>
                </a:cubicBezTo>
                <a:cubicBezTo>
                  <a:pt x="558402" y="80545"/>
                  <a:pt x="557062" y="82927"/>
                  <a:pt x="557062" y="85814"/>
                </a:cubicBezTo>
                <a:cubicBezTo>
                  <a:pt x="557062" y="88654"/>
                  <a:pt x="558134" y="91109"/>
                  <a:pt x="560277" y="93178"/>
                </a:cubicBezTo>
                <a:cubicBezTo>
                  <a:pt x="562420" y="95247"/>
                  <a:pt x="565147" y="96281"/>
                  <a:pt x="568458" y="96281"/>
                </a:cubicBezTo>
                <a:cubicBezTo>
                  <a:pt x="572160" y="96281"/>
                  <a:pt x="575690" y="95078"/>
                  <a:pt x="579051" y="92671"/>
                </a:cubicBezTo>
                <a:cubicBezTo>
                  <a:pt x="581534" y="90844"/>
                  <a:pt x="583166" y="88606"/>
                  <a:pt x="583945" y="85958"/>
                </a:cubicBezTo>
                <a:cubicBezTo>
                  <a:pt x="584481" y="84226"/>
                  <a:pt x="584749" y="80930"/>
                  <a:pt x="584749" y="76071"/>
                </a:cubicBezTo>
                <a:lnTo>
                  <a:pt x="584749" y="72028"/>
                </a:lnTo>
                <a:close/>
                <a:moveTo>
                  <a:pt x="695092" y="108991"/>
                </a:moveTo>
                <a:lnTo>
                  <a:pt x="674565" y="108991"/>
                </a:lnTo>
                <a:lnTo>
                  <a:pt x="674565" y="69444"/>
                </a:lnTo>
                <a:cubicBezTo>
                  <a:pt x="674565" y="61076"/>
                  <a:pt x="674126" y="55665"/>
                  <a:pt x="673250" y="53208"/>
                </a:cubicBezTo>
                <a:cubicBezTo>
                  <a:pt x="672373" y="50752"/>
                  <a:pt x="670949" y="48843"/>
                  <a:pt x="668976" y="47481"/>
                </a:cubicBezTo>
                <a:cubicBezTo>
                  <a:pt x="667004" y="46118"/>
                  <a:pt x="664630" y="45437"/>
                  <a:pt x="661854" y="45437"/>
                </a:cubicBezTo>
                <a:cubicBezTo>
                  <a:pt x="658299" y="45437"/>
                  <a:pt x="655109" y="46411"/>
                  <a:pt x="652284" y="48357"/>
                </a:cubicBezTo>
                <a:cubicBezTo>
                  <a:pt x="649460" y="50302"/>
                  <a:pt x="647524" y="52880"/>
                  <a:pt x="646477" y="56091"/>
                </a:cubicBezTo>
                <a:cubicBezTo>
                  <a:pt x="645430" y="59301"/>
                  <a:pt x="644906" y="65236"/>
                  <a:pt x="644906" y="73895"/>
                </a:cubicBezTo>
                <a:lnTo>
                  <a:pt x="644906" y="108991"/>
                </a:lnTo>
                <a:lnTo>
                  <a:pt x="624379" y="108991"/>
                </a:lnTo>
                <a:lnTo>
                  <a:pt x="624379" y="31412"/>
                </a:lnTo>
                <a:lnTo>
                  <a:pt x="643445" y="31412"/>
                </a:lnTo>
                <a:lnTo>
                  <a:pt x="643445" y="42808"/>
                </a:lnTo>
                <a:cubicBezTo>
                  <a:pt x="650215" y="34042"/>
                  <a:pt x="658737" y="29659"/>
                  <a:pt x="669013" y="29659"/>
                </a:cubicBezTo>
                <a:cubicBezTo>
                  <a:pt x="673542" y="29659"/>
                  <a:pt x="677682" y="30474"/>
                  <a:pt x="681431" y="32106"/>
                </a:cubicBezTo>
                <a:cubicBezTo>
                  <a:pt x="685181" y="33737"/>
                  <a:pt x="688018" y="35819"/>
                  <a:pt x="689942" y="38352"/>
                </a:cubicBezTo>
                <a:cubicBezTo>
                  <a:pt x="691866" y="40884"/>
                  <a:pt x="693205" y="43757"/>
                  <a:pt x="693960" y="46972"/>
                </a:cubicBezTo>
                <a:cubicBezTo>
                  <a:pt x="694714" y="50186"/>
                  <a:pt x="695092" y="54788"/>
                  <a:pt x="695092" y="60778"/>
                </a:cubicBezTo>
                <a:lnTo>
                  <a:pt x="695092" y="108991"/>
                </a:lnTo>
                <a:close/>
                <a:moveTo>
                  <a:pt x="787535" y="108991"/>
                </a:moveTo>
                <a:lnTo>
                  <a:pt x="768469" y="108991"/>
                </a:lnTo>
                <a:lnTo>
                  <a:pt x="768469" y="97596"/>
                </a:lnTo>
                <a:cubicBezTo>
                  <a:pt x="765303" y="102027"/>
                  <a:pt x="761566" y="105327"/>
                  <a:pt x="757256" y="107494"/>
                </a:cubicBezTo>
                <a:cubicBezTo>
                  <a:pt x="752946" y="109661"/>
                  <a:pt x="748599" y="110745"/>
                  <a:pt x="744216" y="110745"/>
                </a:cubicBezTo>
                <a:cubicBezTo>
                  <a:pt x="735304" y="110745"/>
                  <a:pt x="727670" y="107153"/>
                  <a:pt x="721315" y="99970"/>
                </a:cubicBezTo>
                <a:cubicBezTo>
                  <a:pt x="714959" y="92786"/>
                  <a:pt x="711782" y="82766"/>
                  <a:pt x="711782" y="69909"/>
                </a:cubicBezTo>
                <a:cubicBezTo>
                  <a:pt x="711782" y="56760"/>
                  <a:pt x="714874" y="46765"/>
                  <a:pt x="721059" y="39922"/>
                </a:cubicBezTo>
                <a:cubicBezTo>
                  <a:pt x="727244" y="33080"/>
                  <a:pt x="735061" y="29659"/>
                  <a:pt x="744508" y="29659"/>
                </a:cubicBezTo>
                <a:cubicBezTo>
                  <a:pt x="753177" y="29659"/>
                  <a:pt x="760677" y="33262"/>
                  <a:pt x="767008" y="40470"/>
                </a:cubicBezTo>
                <a:lnTo>
                  <a:pt x="767008" y="1899"/>
                </a:lnTo>
                <a:lnTo>
                  <a:pt x="787535" y="1899"/>
                </a:lnTo>
                <a:lnTo>
                  <a:pt x="787535" y="108991"/>
                </a:lnTo>
                <a:moveTo>
                  <a:pt x="732747" y="68560"/>
                </a:moveTo>
                <a:cubicBezTo>
                  <a:pt x="732747" y="76827"/>
                  <a:pt x="733892" y="82808"/>
                  <a:pt x="736181" y="86503"/>
                </a:cubicBezTo>
                <a:cubicBezTo>
                  <a:pt x="739492" y="91853"/>
                  <a:pt x="744119" y="94527"/>
                  <a:pt x="750060" y="94527"/>
                </a:cubicBezTo>
                <a:cubicBezTo>
                  <a:pt x="754784" y="94527"/>
                  <a:pt x="758802" y="92522"/>
                  <a:pt x="762114" y="88510"/>
                </a:cubicBezTo>
                <a:cubicBezTo>
                  <a:pt x="765425" y="84498"/>
                  <a:pt x="767081" y="78505"/>
                  <a:pt x="767081" y="70530"/>
                </a:cubicBezTo>
                <a:cubicBezTo>
                  <a:pt x="767081" y="61630"/>
                  <a:pt x="765474" y="55223"/>
                  <a:pt x="762260" y="51309"/>
                </a:cubicBezTo>
                <a:cubicBezTo>
                  <a:pt x="759045" y="47395"/>
                  <a:pt x="754930" y="45437"/>
                  <a:pt x="749914" y="45437"/>
                </a:cubicBezTo>
                <a:cubicBezTo>
                  <a:pt x="745044" y="45437"/>
                  <a:pt x="740965" y="47370"/>
                  <a:pt x="737678" y="51236"/>
                </a:cubicBezTo>
                <a:cubicBezTo>
                  <a:pt x="734391" y="55101"/>
                  <a:pt x="732747" y="60876"/>
                  <a:pt x="732747" y="68560"/>
                </a:cubicBezTo>
                <a:close/>
                <a:moveTo>
                  <a:pt x="808243" y="20892"/>
                </a:moveTo>
                <a:lnTo>
                  <a:pt x="808243" y="1899"/>
                </a:lnTo>
                <a:lnTo>
                  <a:pt x="828770" y="1899"/>
                </a:lnTo>
                <a:lnTo>
                  <a:pt x="828770" y="20892"/>
                </a:lnTo>
                <a:lnTo>
                  <a:pt x="808243" y="20892"/>
                </a:lnTo>
                <a:moveTo>
                  <a:pt x="808243" y="108991"/>
                </a:moveTo>
                <a:lnTo>
                  <a:pt x="808243" y="31412"/>
                </a:lnTo>
                <a:lnTo>
                  <a:pt x="828770" y="31412"/>
                </a:lnTo>
                <a:lnTo>
                  <a:pt x="828770" y="108991"/>
                </a:lnTo>
                <a:lnTo>
                  <a:pt x="808243" y="108991"/>
                </a:lnTo>
                <a:close/>
                <a:moveTo>
                  <a:pt x="921284" y="108991"/>
                </a:moveTo>
                <a:lnTo>
                  <a:pt x="902218" y="108991"/>
                </a:lnTo>
                <a:lnTo>
                  <a:pt x="902218" y="97596"/>
                </a:lnTo>
                <a:cubicBezTo>
                  <a:pt x="899052" y="102027"/>
                  <a:pt x="895315" y="105327"/>
                  <a:pt x="891005" y="107494"/>
                </a:cubicBezTo>
                <a:cubicBezTo>
                  <a:pt x="886695" y="109661"/>
                  <a:pt x="882348" y="110745"/>
                  <a:pt x="877965" y="110745"/>
                </a:cubicBezTo>
                <a:cubicBezTo>
                  <a:pt x="869053" y="110745"/>
                  <a:pt x="861419" y="107153"/>
                  <a:pt x="855064" y="99970"/>
                </a:cubicBezTo>
                <a:cubicBezTo>
                  <a:pt x="848708" y="92786"/>
                  <a:pt x="845531" y="82766"/>
                  <a:pt x="845531" y="69909"/>
                </a:cubicBezTo>
                <a:cubicBezTo>
                  <a:pt x="845531" y="56760"/>
                  <a:pt x="848623" y="46765"/>
                  <a:pt x="854808" y="39922"/>
                </a:cubicBezTo>
                <a:cubicBezTo>
                  <a:pt x="860993" y="33080"/>
                  <a:pt x="868810" y="29659"/>
                  <a:pt x="878257" y="29659"/>
                </a:cubicBezTo>
                <a:cubicBezTo>
                  <a:pt x="886926" y="29659"/>
                  <a:pt x="894426" y="33262"/>
                  <a:pt x="900757" y="40470"/>
                </a:cubicBezTo>
                <a:lnTo>
                  <a:pt x="900757" y="1899"/>
                </a:lnTo>
                <a:lnTo>
                  <a:pt x="921284" y="1899"/>
                </a:lnTo>
                <a:lnTo>
                  <a:pt x="921284" y="108991"/>
                </a:lnTo>
                <a:moveTo>
                  <a:pt x="866496" y="68560"/>
                </a:moveTo>
                <a:cubicBezTo>
                  <a:pt x="866496" y="76827"/>
                  <a:pt x="867641" y="82808"/>
                  <a:pt x="869930" y="86503"/>
                </a:cubicBezTo>
                <a:cubicBezTo>
                  <a:pt x="873241" y="91853"/>
                  <a:pt x="877868" y="94527"/>
                  <a:pt x="883809" y="94527"/>
                </a:cubicBezTo>
                <a:cubicBezTo>
                  <a:pt x="888533" y="94527"/>
                  <a:pt x="892551" y="92522"/>
                  <a:pt x="895863" y="88510"/>
                </a:cubicBezTo>
                <a:cubicBezTo>
                  <a:pt x="899174" y="84498"/>
                  <a:pt x="900830" y="78505"/>
                  <a:pt x="900830" y="70530"/>
                </a:cubicBezTo>
                <a:cubicBezTo>
                  <a:pt x="900830" y="61630"/>
                  <a:pt x="899223" y="55223"/>
                  <a:pt x="896009" y="51309"/>
                </a:cubicBezTo>
                <a:cubicBezTo>
                  <a:pt x="892794" y="47395"/>
                  <a:pt x="888679" y="45437"/>
                  <a:pt x="883663" y="45437"/>
                </a:cubicBezTo>
                <a:cubicBezTo>
                  <a:pt x="878793" y="45437"/>
                  <a:pt x="874714" y="47370"/>
                  <a:pt x="871427" y="51236"/>
                </a:cubicBezTo>
                <a:cubicBezTo>
                  <a:pt x="868140" y="55101"/>
                  <a:pt x="866496" y="60876"/>
                  <a:pt x="866496" y="68560"/>
                </a:cubicBezTo>
                <a:close/>
                <a:moveTo>
                  <a:pt x="957332" y="55372"/>
                </a:moveTo>
                <a:lnTo>
                  <a:pt x="938705" y="52012"/>
                </a:lnTo>
                <a:cubicBezTo>
                  <a:pt x="940799" y="44413"/>
                  <a:pt x="944403" y="38788"/>
                  <a:pt x="949516" y="35137"/>
                </a:cubicBezTo>
                <a:cubicBezTo>
                  <a:pt x="954630" y="31485"/>
                  <a:pt x="962227" y="29659"/>
                  <a:pt x="972308" y="29659"/>
                </a:cubicBezTo>
                <a:cubicBezTo>
                  <a:pt x="981464" y="29659"/>
                  <a:pt x="988282" y="30742"/>
                  <a:pt x="992762" y="32909"/>
                </a:cubicBezTo>
                <a:cubicBezTo>
                  <a:pt x="997242" y="35076"/>
                  <a:pt x="1000396" y="37828"/>
                  <a:pt x="1002222" y="41164"/>
                </a:cubicBezTo>
                <a:cubicBezTo>
                  <a:pt x="1004048" y="44500"/>
                  <a:pt x="1004961" y="50624"/>
                  <a:pt x="1004961" y="59536"/>
                </a:cubicBezTo>
                <a:lnTo>
                  <a:pt x="1004742" y="83497"/>
                </a:lnTo>
                <a:cubicBezTo>
                  <a:pt x="1004742" y="90315"/>
                  <a:pt x="1005071" y="95343"/>
                  <a:pt x="1005728" y="98582"/>
                </a:cubicBezTo>
                <a:cubicBezTo>
                  <a:pt x="1006386" y="101820"/>
                  <a:pt x="1007616" y="105290"/>
                  <a:pt x="1009418" y="108991"/>
                </a:cubicBezTo>
                <a:lnTo>
                  <a:pt x="989109" y="108991"/>
                </a:lnTo>
                <a:cubicBezTo>
                  <a:pt x="988574" y="107628"/>
                  <a:pt x="987916" y="105607"/>
                  <a:pt x="987137" y="102928"/>
                </a:cubicBezTo>
                <a:cubicBezTo>
                  <a:pt x="986796" y="101711"/>
                  <a:pt x="986553" y="100907"/>
                  <a:pt x="986407" y="100518"/>
                </a:cubicBezTo>
                <a:cubicBezTo>
                  <a:pt x="982900" y="103927"/>
                  <a:pt x="979150" y="106483"/>
                  <a:pt x="975157" y="108188"/>
                </a:cubicBezTo>
                <a:cubicBezTo>
                  <a:pt x="971163" y="109892"/>
                  <a:pt x="966902" y="110745"/>
                  <a:pt x="962373" y="110745"/>
                </a:cubicBezTo>
                <a:cubicBezTo>
                  <a:pt x="954386" y="110745"/>
                  <a:pt x="948092" y="108587"/>
                  <a:pt x="943489" y="104271"/>
                </a:cubicBezTo>
                <a:cubicBezTo>
                  <a:pt x="938887" y="99954"/>
                  <a:pt x="936586" y="94499"/>
                  <a:pt x="936586" y="87903"/>
                </a:cubicBezTo>
                <a:cubicBezTo>
                  <a:pt x="936586" y="83538"/>
                  <a:pt x="937633" y="79646"/>
                  <a:pt x="939727" y="76228"/>
                </a:cubicBezTo>
                <a:cubicBezTo>
                  <a:pt x="941821" y="72809"/>
                  <a:pt x="944756" y="70189"/>
                  <a:pt x="948530" y="68371"/>
                </a:cubicBezTo>
                <a:cubicBezTo>
                  <a:pt x="952304" y="66552"/>
                  <a:pt x="957746" y="64964"/>
                  <a:pt x="964857" y="63606"/>
                </a:cubicBezTo>
                <a:cubicBezTo>
                  <a:pt x="974451" y="61812"/>
                  <a:pt x="981098" y="60139"/>
                  <a:pt x="984800" y="58587"/>
                </a:cubicBezTo>
                <a:lnTo>
                  <a:pt x="984800" y="56518"/>
                </a:lnTo>
                <a:cubicBezTo>
                  <a:pt x="984800" y="52529"/>
                  <a:pt x="983826" y="49686"/>
                  <a:pt x="981877" y="47987"/>
                </a:cubicBezTo>
                <a:cubicBezTo>
                  <a:pt x="979929" y="46287"/>
                  <a:pt x="976253" y="45437"/>
                  <a:pt x="970847" y="45437"/>
                </a:cubicBezTo>
                <a:cubicBezTo>
                  <a:pt x="967194" y="45437"/>
                  <a:pt x="964345" y="46173"/>
                  <a:pt x="962300" y="47643"/>
                </a:cubicBezTo>
                <a:cubicBezTo>
                  <a:pt x="960255" y="49111"/>
                  <a:pt x="958599" y="51688"/>
                  <a:pt x="957332" y="55372"/>
                </a:cubicBezTo>
                <a:moveTo>
                  <a:pt x="984800" y="72028"/>
                </a:moveTo>
                <a:cubicBezTo>
                  <a:pt x="982170" y="72894"/>
                  <a:pt x="978006" y="73929"/>
                  <a:pt x="972308" y="75132"/>
                </a:cubicBezTo>
                <a:cubicBezTo>
                  <a:pt x="966610" y="76335"/>
                  <a:pt x="962884" y="77513"/>
                  <a:pt x="961131" y="78669"/>
                </a:cubicBezTo>
                <a:cubicBezTo>
                  <a:pt x="958453" y="80545"/>
                  <a:pt x="957113" y="82927"/>
                  <a:pt x="957113" y="85814"/>
                </a:cubicBezTo>
                <a:cubicBezTo>
                  <a:pt x="957113" y="88654"/>
                  <a:pt x="958185" y="91109"/>
                  <a:pt x="960328" y="93178"/>
                </a:cubicBezTo>
                <a:cubicBezTo>
                  <a:pt x="962470" y="95247"/>
                  <a:pt x="965198" y="96281"/>
                  <a:pt x="968509" y="96281"/>
                </a:cubicBezTo>
                <a:cubicBezTo>
                  <a:pt x="972210" y="96281"/>
                  <a:pt x="975741" y="95078"/>
                  <a:pt x="979102" y="92671"/>
                </a:cubicBezTo>
                <a:cubicBezTo>
                  <a:pt x="981585" y="90844"/>
                  <a:pt x="983217" y="88606"/>
                  <a:pt x="983996" y="85958"/>
                </a:cubicBezTo>
                <a:cubicBezTo>
                  <a:pt x="984532" y="84226"/>
                  <a:pt x="984800" y="80930"/>
                  <a:pt x="984800" y="76071"/>
                </a:cubicBezTo>
                <a:lnTo>
                  <a:pt x="984800" y="72028"/>
                </a:lnTo>
                <a:close/>
                <a:moveTo>
                  <a:pt x="1060151" y="31412"/>
                </a:moveTo>
                <a:lnTo>
                  <a:pt x="1060151" y="47775"/>
                </a:lnTo>
                <a:lnTo>
                  <a:pt x="1046125" y="47775"/>
                </a:lnTo>
                <a:lnTo>
                  <a:pt x="1046125" y="78990"/>
                </a:lnTo>
                <a:cubicBezTo>
                  <a:pt x="1046125" y="85312"/>
                  <a:pt x="1046259" y="88996"/>
                  <a:pt x="1046527" y="90042"/>
                </a:cubicBezTo>
                <a:cubicBezTo>
                  <a:pt x="1046795" y="91086"/>
                  <a:pt x="1047403" y="91949"/>
                  <a:pt x="1048353" y="92630"/>
                </a:cubicBezTo>
                <a:cubicBezTo>
                  <a:pt x="1049303" y="93311"/>
                  <a:pt x="1050459" y="93651"/>
                  <a:pt x="1051823" y="93651"/>
                </a:cubicBezTo>
                <a:cubicBezTo>
                  <a:pt x="1053722" y="93651"/>
                  <a:pt x="1056474" y="92993"/>
                  <a:pt x="1060078" y="91678"/>
                </a:cubicBezTo>
                <a:lnTo>
                  <a:pt x="1061831" y="107663"/>
                </a:lnTo>
                <a:cubicBezTo>
                  <a:pt x="1057058" y="109717"/>
                  <a:pt x="1051652" y="110745"/>
                  <a:pt x="1045614" y="110745"/>
                </a:cubicBezTo>
                <a:cubicBezTo>
                  <a:pt x="1041912" y="110745"/>
                  <a:pt x="1038576" y="110124"/>
                  <a:pt x="1035606" y="108882"/>
                </a:cubicBezTo>
                <a:cubicBezTo>
                  <a:pt x="1032635" y="107640"/>
                  <a:pt x="1030456" y="106033"/>
                  <a:pt x="1029068" y="104061"/>
                </a:cubicBezTo>
                <a:cubicBezTo>
                  <a:pt x="1027680" y="102088"/>
                  <a:pt x="1026718" y="99422"/>
                  <a:pt x="1026182" y="96061"/>
                </a:cubicBezTo>
                <a:cubicBezTo>
                  <a:pt x="1025744" y="93675"/>
                  <a:pt x="1025525" y="88854"/>
                  <a:pt x="1025525" y="81597"/>
                </a:cubicBezTo>
                <a:lnTo>
                  <a:pt x="1025525" y="47775"/>
                </a:lnTo>
                <a:lnTo>
                  <a:pt x="1016101" y="47775"/>
                </a:lnTo>
                <a:lnTo>
                  <a:pt x="1016101" y="31412"/>
                </a:lnTo>
                <a:lnTo>
                  <a:pt x="1025525" y="31412"/>
                </a:lnTo>
                <a:lnTo>
                  <a:pt x="1025525" y="15925"/>
                </a:lnTo>
                <a:lnTo>
                  <a:pt x="1046125" y="3799"/>
                </a:lnTo>
                <a:lnTo>
                  <a:pt x="1046125" y="31412"/>
                </a:lnTo>
                <a:lnTo>
                  <a:pt x="1060151" y="31412"/>
                </a:lnTo>
                <a:close/>
                <a:moveTo>
                  <a:pt x="1119321" y="84300"/>
                </a:moveTo>
                <a:lnTo>
                  <a:pt x="1139775" y="87807"/>
                </a:lnTo>
                <a:cubicBezTo>
                  <a:pt x="1137145" y="95282"/>
                  <a:pt x="1132993" y="100974"/>
                  <a:pt x="1127320" y="104882"/>
                </a:cubicBezTo>
                <a:cubicBezTo>
                  <a:pt x="1121646" y="108791"/>
                  <a:pt x="1114548" y="110745"/>
                  <a:pt x="1106026" y="110745"/>
                </a:cubicBezTo>
                <a:cubicBezTo>
                  <a:pt x="1092536" y="110745"/>
                  <a:pt x="1082552" y="106337"/>
                  <a:pt x="1076075" y="97522"/>
                </a:cubicBezTo>
                <a:cubicBezTo>
                  <a:pt x="1070961" y="90461"/>
                  <a:pt x="1068405" y="81549"/>
                  <a:pt x="1068405" y="70786"/>
                </a:cubicBezTo>
                <a:cubicBezTo>
                  <a:pt x="1068405" y="57929"/>
                  <a:pt x="1071765" y="47860"/>
                  <a:pt x="1078486" y="40580"/>
                </a:cubicBezTo>
                <a:cubicBezTo>
                  <a:pt x="1085206" y="33299"/>
                  <a:pt x="1093704" y="29659"/>
                  <a:pt x="1103980" y="29659"/>
                </a:cubicBezTo>
                <a:cubicBezTo>
                  <a:pt x="1115522" y="29659"/>
                  <a:pt x="1124629" y="33469"/>
                  <a:pt x="1131301" y="41091"/>
                </a:cubicBezTo>
                <a:cubicBezTo>
                  <a:pt x="1137973" y="48713"/>
                  <a:pt x="1141163" y="60388"/>
                  <a:pt x="1140871" y="76119"/>
                </a:cubicBezTo>
                <a:lnTo>
                  <a:pt x="1089443" y="76119"/>
                </a:lnTo>
                <a:cubicBezTo>
                  <a:pt x="1089589" y="82206"/>
                  <a:pt x="1091245" y="86942"/>
                  <a:pt x="1094411" y="90327"/>
                </a:cubicBezTo>
                <a:cubicBezTo>
                  <a:pt x="1097576" y="93712"/>
                  <a:pt x="1101521" y="95404"/>
                  <a:pt x="1106245" y="95404"/>
                </a:cubicBezTo>
                <a:cubicBezTo>
                  <a:pt x="1109459" y="95404"/>
                  <a:pt x="1112162" y="94527"/>
                  <a:pt x="1114353" y="92774"/>
                </a:cubicBezTo>
                <a:cubicBezTo>
                  <a:pt x="1116545" y="91021"/>
                  <a:pt x="1118201" y="88196"/>
                  <a:pt x="1119321" y="84300"/>
                </a:cubicBezTo>
                <a:moveTo>
                  <a:pt x="1120490" y="63554"/>
                </a:moveTo>
                <a:cubicBezTo>
                  <a:pt x="1120344" y="57637"/>
                  <a:pt x="1118809" y="53138"/>
                  <a:pt x="1115887" y="50058"/>
                </a:cubicBezTo>
                <a:cubicBezTo>
                  <a:pt x="1112965" y="46978"/>
                  <a:pt x="1109410" y="45437"/>
                  <a:pt x="1105222" y="45437"/>
                </a:cubicBezTo>
                <a:cubicBezTo>
                  <a:pt x="1100742" y="45437"/>
                  <a:pt x="1097040" y="47062"/>
                  <a:pt x="1094118" y="50311"/>
                </a:cubicBezTo>
                <a:cubicBezTo>
                  <a:pt x="1091196" y="53562"/>
                  <a:pt x="1089760" y="57976"/>
                  <a:pt x="1089808" y="63554"/>
                </a:cubicBezTo>
                <a:lnTo>
                  <a:pt x="1120490" y="635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TestCases">
            <a:extLst xmlns:a="http://schemas.openxmlformats.org/drawingml/2006/main">
              <a:ext uri="{FF2B5EF4-FFF2-40B4-BE49-F238E27FC236}">
                <a16:creationId xmlns:a16="http://schemas.microsoft.com/office/drawing/2014/main" id="{08027629-F0DA-4155-856E-68BE6CB7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208" y="905585"/>
            <a:ext cx="776962" cy="110891"/>
          </a:xfrm>
          <a:custGeom xmlns:a="http://schemas.openxmlformats.org/drawingml/2006/main">
            <a:pathLst>
              <a:path w="776962" h="110891">
                <a:moveTo>
                  <a:pt x="31777" y="108991"/>
                </a:moveTo>
                <a:lnTo>
                  <a:pt x="31777" y="20016"/>
                </a:lnTo>
                <a:lnTo>
                  <a:pt x="0" y="20016"/>
                </a:lnTo>
                <a:lnTo>
                  <a:pt x="0" y="1899"/>
                </a:lnTo>
                <a:lnTo>
                  <a:pt x="85104" y="1899"/>
                </a:lnTo>
                <a:lnTo>
                  <a:pt x="85104" y="20016"/>
                </a:lnTo>
                <a:lnTo>
                  <a:pt x="53400" y="20016"/>
                </a:lnTo>
                <a:lnTo>
                  <a:pt x="53400" y="108991"/>
                </a:lnTo>
                <a:lnTo>
                  <a:pt x="31777" y="108991"/>
                </a:lnTo>
                <a:close/>
                <a:moveTo>
                  <a:pt x="141317" y="84300"/>
                </a:moveTo>
                <a:lnTo>
                  <a:pt x="161772" y="87807"/>
                </a:lnTo>
                <a:cubicBezTo>
                  <a:pt x="159142" y="95282"/>
                  <a:pt x="154990" y="100974"/>
                  <a:pt x="149316" y="104882"/>
                </a:cubicBezTo>
                <a:cubicBezTo>
                  <a:pt x="143643" y="108791"/>
                  <a:pt x="136545" y="110745"/>
                  <a:pt x="128022" y="110745"/>
                </a:cubicBezTo>
                <a:cubicBezTo>
                  <a:pt x="114532" y="110745"/>
                  <a:pt x="104549" y="106337"/>
                  <a:pt x="98072" y="97522"/>
                </a:cubicBezTo>
                <a:cubicBezTo>
                  <a:pt x="92958" y="90461"/>
                  <a:pt x="90401" y="81549"/>
                  <a:pt x="90401" y="70786"/>
                </a:cubicBezTo>
                <a:cubicBezTo>
                  <a:pt x="90401" y="57929"/>
                  <a:pt x="93762" y="47860"/>
                  <a:pt x="100482" y="40580"/>
                </a:cubicBezTo>
                <a:cubicBezTo>
                  <a:pt x="107203" y="33299"/>
                  <a:pt x="115701" y="29659"/>
                  <a:pt x="125977" y="29659"/>
                </a:cubicBezTo>
                <a:cubicBezTo>
                  <a:pt x="137519" y="29659"/>
                  <a:pt x="146626" y="33469"/>
                  <a:pt x="153298" y="41091"/>
                </a:cubicBezTo>
                <a:cubicBezTo>
                  <a:pt x="159970" y="48713"/>
                  <a:pt x="163160" y="60388"/>
                  <a:pt x="162867" y="76119"/>
                </a:cubicBezTo>
                <a:lnTo>
                  <a:pt x="111440" y="76119"/>
                </a:lnTo>
                <a:cubicBezTo>
                  <a:pt x="111586" y="82206"/>
                  <a:pt x="113242" y="86942"/>
                  <a:pt x="116407" y="90327"/>
                </a:cubicBezTo>
                <a:cubicBezTo>
                  <a:pt x="119573" y="93712"/>
                  <a:pt x="123517" y="95404"/>
                  <a:pt x="128241" y="95404"/>
                </a:cubicBezTo>
                <a:cubicBezTo>
                  <a:pt x="131456" y="95404"/>
                  <a:pt x="134158" y="94527"/>
                  <a:pt x="136350" y="92774"/>
                </a:cubicBezTo>
                <a:cubicBezTo>
                  <a:pt x="138542" y="91021"/>
                  <a:pt x="140197" y="88196"/>
                  <a:pt x="141317" y="84300"/>
                </a:cubicBezTo>
                <a:moveTo>
                  <a:pt x="142486" y="63554"/>
                </a:moveTo>
                <a:cubicBezTo>
                  <a:pt x="142340" y="57637"/>
                  <a:pt x="140806" y="53138"/>
                  <a:pt x="137884" y="50058"/>
                </a:cubicBezTo>
                <a:cubicBezTo>
                  <a:pt x="134962" y="46978"/>
                  <a:pt x="131407" y="45437"/>
                  <a:pt x="127219" y="45437"/>
                </a:cubicBezTo>
                <a:cubicBezTo>
                  <a:pt x="122738" y="45437"/>
                  <a:pt x="119037" y="47062"/>
                  <a:pt x="116115" y="50311"/>
                </a:cubicBezTo>
                <a:cubicBezTo>
                  <a:pt x="113193" y="53562"/>
                  <a:pt x="111756" y="57976"/>
                  <a:pt x="111805" y="63554"/>
                </a:cubicBezTo>
                <a:lnTo>
                  <a:pt x="142486" y="63554"/>
                </a:lnTo>
                <a:close/>
                <a:moveTo>
                  <a:pt x="171743" y="86930"/>
                </a:moveTo>
                <a:lnTo>
                  <a:pt x="192343" y="83716"/>
                </a:lnTo>
                <a:cubicBezTo>
                  <a:pt x="193220" y="87685"/>
                  <a:pt x="194997" y="90698"/>
                  <a:pt x="197676" y="92756"/>
                </a:cubicBezTo>
                <a:cubicBezTo>
                  <a:pt x="200354" y="94814"/>
                  <a:pt x="204104" y="95842"/>
                  <a:pt x="208926" y="95842"/>
                </a:cubicBezTo>
                <a:cubicBezTo>
                  <a:pt x="214234" y="95842"/>
                  <a:pt x="218227" y="94870"/>
                  <a:pt x="220906" y="92925"/>
                </a:cubicBezTo>
                <a:cubicBezTo>
                  <a:pt x="222708" y="91563"/>
                  <a:pt x="223609" y="89739"/>
                  <a:pt x="223609" y="87453"/>
                </a:cubicBezTo>
                <a:cubicBezTo>
                  <a:pt x="223609" y="85896"/>
                  <a:pt x="223122" y="84607"/>
                  <a:pt x="222148" y="83586"/>
                </a:cubicBezTo>
                <a:cubicBezTo>
                  <a:pt x="221125" y="82613"/>
                  <a:pt x="218836" y="81714"/>
                  <a:pt x="215281" y="80888"/>
                </a:cubicBezTo>
                <a:cubicBezTo>
                  <a:pt x="198723" y="77241"/>
                  <a:pt x="188228" y="73910"/>
                  <a:pt x="183796" y="70893"/>
                </a:cubicBezTo>
                <a:cubicBezTo>
                  <a:pt x="177660" y="66708"/>
                  <a:pt x="174592" y="60894"/>
                  <a:pt x="174592" y="53450"/>
                </a:cubicBezTo>
                <a:cubicBezTo>
                  <a:pt x="174592" y="46736"/>
                  <a:pt x="177246" y="41092"/>
                  <a:pt x="182554" y="36518"/>
                </a:cubicBezTo>
                <a:cubicBezTo>
                  <a:pt x="187863" y="31945"/>
                  <a:pt x="196093" y="29659"/>
                  <a:pt x="207245" y="29659"/>
                </a:cubicBezTo>
                <a:cubicBezTo>
                  <a:pt x="217862" y="29659"/>
                  <a:pt x="225752" y="31381"/>
                  <a:pt x="230914" y="34827"/>
                </a:cubicBezTo>
                <a:cubicBezTo>
                  <a:pt x="236076" y="38272"/>
                  <a:pt x="239631" y="43368"/>
                  <a:pt x="241579" y="50113"/>
                </a:cubicBezTo>
                <a:lnTo>
                  <a:pt x="222221" y="53765"/>
                </a:lnTo>
                <a:cubicBezTo>
                  <a:pt x="221393" y="50746"/>
                  <a:pt x="219822" y="48433"/>
                  <a:pt x="217509" y="46825"/>
                </a:cubicBezTo>
                <a:cubicBezTo>
                  <a:pt x="215196" y="45218"/>
                  <a:pt x="211896" y="44415"/>
                  <a:pt x="207611" y="44415"/>
                </a:cubicBezTo>
                <a:cubicBezTo>
                  <a:pt x="202205" y="44415"/>
                  <a:pt x="198333" y="45169"/>
                  <a:pt x="195996" y="46677"/>
                </a:cubicBezTo>
                <a:cubicBezTo>
                  <a:pt x="194437" y="47745"/>
                  <a:pt x="193658" y="49131"/>
                  <a:pt x="193658" y="50834"/>
                </a:cubicBezTo>
                <a:cubicBezTo>
                  <a:pt x="193658" y="52292"/>
                  <a:pt x="194340" y="53532"/>
                  <a:pt x="195703" y="54553"/>
                </a:cubicBezTo>
                <a:cubicBezTo>
                  <a:pt x="197554" y="55915"/>
                  <a:pt x="203946" y="57836"/>
                  <a:pt x="214879" y="60317"/>
                </a:cubicBezTo>
                <a:cubicBezTo>
                  <a:pt x="225812" y="62798"/>
                  <a:pt x="233446" y="65841"/>
                  <a:pt x="237781" y="69446"/>
                </a:cubicBezTo>
                <a:cubicBezTo>
                  <a:pt x="242066" y="73102"/>
                  <a:pt x="244209" y="78194"/>
                  <a:pt x="244209" y="84723"/>
                </a:cubicBezTo>
                <a:cubicBezTo>
                  <a:pt x="244209" y="91837"/>
                  <a:pt x="241238" y="97953"/>
                  <a:pt x="235297" y="103070"/>
                </a:cubicBezTo>
                <a:cubicBezTo>
                  <a:pt x="229355" y="108186"/>
                  <a:pt x="220565" y="110745"/>
                  <a:pt x="208926" y="110745"/>
                </a:cubicBezTo>
                <a:cubicBezTo>
                  <a:pt x="198358" y="110745"/>
                  <a:pt x="189993" y="108609"/>
                  <a:pt x="183833" y="104337"/>
                </a:cubicBezTo>
                <a:cubicBezTo>
                  <a:pt x="177672" y="100063"/>
                  <a:pt x="173642" y="94261"/>
                  <a:pt x="171743" y="86930"/>
                </a:cubicBezTo>
                <a:close/>
                <a:moveTo>
                  <a:pt x="297134" y="31412"/>
                </a:moveTo>
                <a:lnTo>
                  <a:pt x="297134" y="47775"/>
                </a:lnTo>
                <a:lnTo>
                  <a:pt x="283108" y="47775"/>
                </a:lnTo>
                <a:lnTo>
                  <a:pt x="283108" y="78990"/>
                </a:lnTo>
                <a:cubicBezTo>
                  <a:pt x="283108" y="85312"/>
                  <a:pt x="283242" y="88996"/>
                  <a:pt x="283510" y="90042"/>
                </a:cubicBezTo>
                <a:cubicBezTo>
                  <a:pt x="283778" y="91086"/>
                  <a:pt x="284386" y="91949"/>
                  <a:pt x="285336" y="92630"/>
                </a:cubicBezTo>
                <a:cubicBezTo>
                  <a:pt x="286286" y="93311"/>
                  <a:pt x="287442" y="93651"/>
                  <a:pt x="288806" y="93651"/>
                </a:cubicBezTo>
                <a:cubicBezTo>
                  <a:pt x="290705" y="93651"/>
                  <a:pt x="293457" y="92993"/>
                  <a:pt x="297061" y="91678"/>
                </a:cubicBezTo>
                <a:lnTo>
                  <a:pt x="298814" y="107663"/>
                </a:lnTo>
                <a:cubicBezTo>
                  <a:pt x="294041" y="109717"/>
                  <a:pt x="288635" y="110745"/>
                  <a:pt x="282597" y="110745"/>
                </a:cubicBezTo>
                <a:cubicBezTo>
                  <a:pt x="278895" y="110745"/>
                  <a:pt x="275559" y="110124"/>
                  <a:pt x="272589" y="108882"/>
                </a:cubicBezTo>
                <a:cubicBezTo>
                  <a:pt x="269618" y="107640"/>
                  <a:pt x="267439" y="106033"/>
                  <a:pt x="266051" y="104061"/>
                </a:cubicBezTo>
                <a:cubicBezTo>
                  <a:pt x="264663" y="102088"/>
                  <a:pt x="263701" y="99422"/>
                  <a:pt x="263165" y="96061"/>
                </a:cubicBezTo>
                <a:cubicBezTo>
                  <a:pt x="262727" y="93675"/>
                  <a:pt x="262508" y="88854"/>
                  <a:pt x="262508" y="81597"/>
                </a:cubicBezTo>
                <a:lnTo>
                  <a:pt x="262508" y="47775"/>
                </a:lnTo>
                <a:lnTo>
                  <a:pt x="253084" y="47775"/>
                </a:lnTo>
                <a:lnTo>
                  <a:pt x="253084" y="31412"/>
                </a:lnTo>
                <a:lnTo>
                  <a:pt x="262508" y="31412"/>
                </a:lnTo>
                <a:lnTo>
                  <a:pt x="262508" y="15925"/>
                </a:lnTo>
                <a:lnTo>
                  <a:pt x="283108" y="3799"/>
                </a:lnTo>
                <a:lnTo>
                  <a:pt x="283108" y="31412"/>
                </a:lnTo>
                <a:lnTo>
                  <a:pt x="297134" y="31412"/>
                </a:lnTo>
                <a:close/>
                <a:moveTo>
                  <a:pt x="425077" y="69544"/>
                </a:moveTo>
                <a:lnTo>
                  <a:pt x="446043" y="76119"/>
                </a:lnTo>
                <a:cubicBezTo>
                  <a:pt x="442828" y="87881"/>
                  <a:pt x="437484" y="96618"/>
                  <a:pt x="430008" y="102328"/>
                </a:cubicBezTo>
                <a:cubicBezTo>
                  <a:pt x="422532" y="108036"/>
                  <a:pt x="413048" y="110891"/>
                  <a:pt x="401555" y="110891"/>
                </a:cubicBezTo>
                <a:cubicBezTo>
                  <a:pt x="387334" y="110891"/>
                  <a:pt x="375646" y="106027"/>
                  <a:pt x="366491" y="96299"/>
                </a:cubicBezTo>
                <a:cubicBezTo>
                  <a:pt x="357335" y="86569"/>
                  <a:pt x="352757" y="73269"/>
                  <a:pt x="352757" y="56397"/>
                </a:cubicBezTo>
                <a:cubicBezTo>
                  <a:pt x="352757" y="38549"/>
                  <a:pt x="357359" y="24687"/>
                  <a:pt x="366564" y="14813"/>
                </a:cubicBezTo>
                <a:cubicBezTo>
                  <a:pt x="375768" y="4938"/>
                  <a:pt x="387870" y="0"/>
                  <a:pt x="402870" y="0"/>
                </a:cubicBezTo>
                <a:cubicBezTo>
                  <a:pt x="415970" y="0"/>
                  <a:pt x="426611" y="3881"/>
                  <a:pt x="434793" y="11642"/>
                </a:cubicBezTo>
                <a:cubicBezTo>
                  <a:pt x="439663" y="16231"/>
                  <a:pt x="443315" y="22821"/>
                  <a:pt x="445750" y="31412"/>
                </a:cubicBezTo>
                <a:lnTo>
                  <a:pt x="424347" y="36525"/>
                </a:lnTo>
                <a:cubicBezTo>
                  <a:pt x="423080" y="30973"/>
                  <a:pt x="420438" y="26590"/>
                  <a:pt x="416421" y="23376"/>
                </a:cubicBezTo>
                <a:cubicBezTo>
                  <a:pt x="412403" y="20162"/>
                  <a:pt x="407521" y="18555"/>
                  <a:pt x="401774" y="18555"/>
                </a:cubicBezTo>
                <a:cubicBezTo>
                  <a:pt x="393836" y="18555"/>
                  <a:pt x="387395" y="21404"/>
                  <a:pt x="382452" y="27102"/>
                </a:cubicBezTo>
                <a:cubicBezTo>
                  <a:pt x="377509" y="32800"/>
                  <a:pt x="375037" y="42028"/>
                  <a:pt x="375037" y="54788"/>
                </a:cubicBezTo>
                <a:cubicBezTo>
                  <a:pt x="375037" y="68327"/>
                  <a:pt x="377472" y="77969"/>
                  <a:pt x="382343" y="83716"/>
                </a:cubicBezTo>
                <a:cubicBezTo>
                  <a:pt x="387213" y="89463"/>
                  <a:pt x="393544" y="92336"/>
                  <a:pt x="401336" y="92336"/>
                </a:cubicBezTo>
                <a:cubicBezTo>
                  <a:pt x="407082" y="92336"/>
                  <a:pt x="412025" y="90504"/>
                  <a:pt x="416165" y="86841"/>
                </a:cubicBezTo>
                <a:cubicBezTo>
                  <a:pt x="420304" y="83176"/>
                  <a:pt x="423275" y="77411"/>
                  <a:pt x="425077" y="69544"/>
                </a:cubicBezTo>
                <a:close/>
                <a:moveTo>
                  <a:pt x="479318" y="55372"/>
                </a:moveTo>
                <a:lnTo>
                  <a:pt x="460690" y="52012"/>
                </a:lnTo>
                <a:cubicBezTo>
                  <a:pt x="462784" y="44413"/>
                  <a:pt x="466388" y="38788"/>
                  <a:pt x="471502" y="35137"/>
                </a:cubicBezTo>
                <a:cubicBezTo>
                  <a:pt x="476615" y="31485"/>
                  <a:pt x="484213" y="29659"/>
                  <a:pt x="494294" y="29659"/>
                </a:cubicBezTo>
                <a:cubicBezTo>
                  <a:pt x="503449" y="29659"/>
                  <a:pt x="510267" y="30742"/>
                  <a:pt x="514748" y="32909"/>
                </a:cubicBezTo>
                <a:cubicBezTo>
                  <a:pt x="519228" y="35076"/>
                  <a:pt x="522381" y="37828"/>
                  <a:pt x="524208" y="41164"/>
                </a:cubicBezTo>
                <a:cubicBezTo>
                  <a:pt x="526034" y="44500"/>
                  <a:pt x="526947" y="50624"/>
                  <a:pt x="526947" y="59536"/>
                </a:cubicBezTo>
                <a:lnTo>
                  <a:pt x="526728" y="83497"/>
                </a:lnTo>
                <a:cubicBezTo>
                  <a:pt x="526728" y="90315"/>
                  <a:pt x="527057" y="95343"/>
                  <a:pt x="527714" y="98582"/>
                </a:cubicBezTo>
                <a:cubicBezTo>
                  <a:pt x="528372" y="101820"/>
                  <a:pt x="529601" y="105290"/>
                  <a:pt x="531403" y="108991"/>
                </a:cubicBezTo>
                <a:lnTo>
                  <a:pt x="511095" y="108991"/>
                </a:lnTo>
                <a:cubicBezTo>
                  <a:pt x="510559" y="107628"/>
                  <a:pt x="509902" y="105607"/>
                  <a:pt x="509123" y="102928"/>
                </a:cubicBezTo>
                <a:cubicBezTo>
                  <a:pt x="508782" y="101711"/>
                  <a:pt x="508538" y="100907"/>
                  <a:pt x="508392" y="100518"/>
                </a:cubicBezTo>
                <a:cubicBezTo>
                  <a:pt x="504886" y="103927"/>
                  <a:pt x="501136" y="106483"/>
                  <a:pt x="497143" y="108188"/>
                </a:cubicBezTo>
                <a:cubicBezTo>
                  <a:pt x="493149" y="109892"/>
                  <a:pt x="488888" y="110745"/>
                  <a:pt x="484359" y="110745"/>
                </a:cubicBezTo>
                <a:cubicBezTo>
                  <a:pt x="476372" y="110745"/>
                  <a:pt x="470077" y="108587"/>
                  <a:pt x="465475" y="104271"/>
                </a:cubicBezTo>
                <a:cubicBezTo>
                  <a:pt x="460873" y="99954"/>
                  <a:pt x="458572" y="94499"/>
                  <a:pt x="458572" y="87903"/>
                </a:cubicBezTo>
                <a:cubicBezTo>
                  <a:pt x="458572" y="83538"/>
                  <a:pt x="459619" y="79646"/>
                  <a:pt x="461713" y="76228"/>
                </a:cubicBezTo>
                <a:cubicBezTo>
                  <a:pt x="463807" y="72809"/>
                  <a:pt x="466741" y="70189"/>
                  <a:pt x="470516" y="68371"/>
                </a:cubicBezTo>
                <a:cubicBezTo>
                  <a:pt x="474290" y="66552"/>
                  <a:pt x="479732" y="64964"/>
                  <a:pt x="486842" y="63606"/>
                </a:cubicBezTo>
                <a:cubicBezTo>
                  <a:pt x="496436" y="61812"/>
                  <a:pt x="503084" y="60139"/>
                  <a:pt x="506785" y="58587"/>
                </a:cubicBezTo>
                <a:lnTo>
                  <a:pt x="506785" y="56518"/>
                </a:lnTo>
                <a:cubicBezTo>
                  <a:pt x="506785" y="52529"/>
                  <a:pt x="505811" y="49686"/>
                  <a:pt x="503863" y="47987"/>
                </a:cubicBezTo>
                <a:cubicBezTo>
                  <a:pt x="501915" y="46287"/>
                  <a:pt x="498238" y="45437"/>
                  <a:pt x="492833" y="45437"/>
                </a:cubicBezTo>
                <a:cubicBezTo>
                  <a:pt x="489180" y="45437"/>
                  <a:pt x="486331" y="46173"/>
                  <a:pt x="484286" y="47643"/>
                </a:cubicBezTo>
                <a:cubicBezTo>
                  <a:pt x="482240" y="49111"/>
                  <a:pt x="480584" y="51688"/>
                  <a:pt x="479318" y="55372"/>
                </a:cubicBezTo>
                <a:moveTo>
                  <a:pt x="506785" y="72028"/>
                </a:moveTo>
                <a:cubicBezTo>
                  <a:pt x="504155" y="72894"/>
                  <a:pt x="499991" y="73929"/>
                  <a:pt x="494294" y="75132"/>
                </a:cubicBezTo>
                <a:cubicBezTo>
                  <a:pt x="488596" y="76335"/>
                  <a:pt x="484870" y="77513"/>
                  <a:pt x="483117" y="78669"/>
                </a:cubicBezTo>
                <a:cubicBezTo>
                  <a:pt x="480438" y="80545"/>
                  <a:pt x="479099" y="82927"/>
                  <a:pt x="479099" y="85814"/>
                </a:cubicBezTo>
                <a:cubicBezTo>
                  <a:pt x="479099" y="88654"/>
                  <a:pt x="480170" y="91109"/>
                  <a:pt x="482313" y="93178"/>
                </a:cubicBezTo>
                <a:cubicBezTo>
                  <a:pt x="484456" y="95247"/>
                  <a:pt x="487183" y="96281"/>
                  <a:pt x="490495" y="96281"/>
                </a:cubicBezTo>
                <a:cubicBezTo>
                  <a:pt x="494196" y="96281"/>
                  <a:pt x="497727" y="95078"/>
                  <a:pt x="501087" y="92671"/>
                </a:cubicBezTo>
                <a:cubicBezTo>
                  <a:pt x="503571" y="90844"/>
                  <a:pt x="505202" y="88606"/>
                  <a:pt x="505982" y="85958"/>
                </a:cubicBezTo>
                <a:cubicBezTo>
                  <a:pt x="506517" y="84226"/>
                  <a:pt x="506785" y="80930"/>
                  <a:pt x="506785" y="76071"/>
                </a:cubicBezTo>
                <a:lnTo>
                  <a:pt x="506785" y="72028"/>
                </a:lnTo>
                <a:close/>
                <a:moveTo>
                  <a:pt x="539328" y="86930"/>
                </a:moveTo>
                <a:lnTo>
                  <a:pt x="559929" y="83716"/>
                </a:lnTo>
                <a:cubicBezTo>
                  <a:pt x="560805" y="87685"/>
                  <a:pt x="562583" y="90698"/>
                  <a:pt x="565261" y="92756"/>
                </a:cubicBezTo>
                <a:cubicBezTo>
                  <a:pt x="567940" y="94814"/>
                  <a:pt x="571690" y="95842"/>
                  <a:pt x="576511" y="95842"/>
                </a:cubicBezTo>
                <a:cubicBezTo>
                  <a:pt x="581820" y="95842"/>
                  <a:pt x="585813" y="94870"/>
                  <a:pt x="588491" y="92925"/>
                </a:cubicBezTo>
                <a:cubicBezTo>
                  <a:pt x="590293" y="91563"/>
                  <a:pt x="591194" y="89739"/>
                  <a:pt x="591194" y="87453"/>
                </a:cubicBezTo>
                <a:cubicBezTo>
                  <a:pt x="591194" y="85896"/>
                  <a:pt x="590707" y="84607"/>
                  <a:pt x="589733" y="83586"/>
                </a:cubicBezTo>
                <a:cubicBezTo>
                  <a:pt x="588711" y="82613"/>
                  <a:pt x="586422" y="81714"/>
                  <a:pt x="582867" y="80888"/>
                </a:cubicBezTo>
                <a:cubicBezTo>
                  <a:pt x="566308" y="77241"/>
                  <a:pt x="555814" y="73910"/>
                  <a:pt x="551382" y="70893"/>
                </a:cubicBezTo>
                <a:cubicBezTo>
                  <a:pt x="545246" y="66708"/>
                  <a:pt x="542177" y="60894"/>
                  <a:pt x="542177" y="53450"/>
                </a:cubicBezTo>
                <a:cubicBezTo>
                  <a:pt x="542177" y="46736"/>
                  <a:pt x="544832" y="41092"/>
                  <a:pt x="550140" y="36518"/>
                </a:cubicBezTo>
                <a:cubicBezTo>
                  <a:pt x="555448" y="31945"/>
                  <a:pt x="563679" y="29659"/>
                  <a:pt x="574831" y="29659"/>
                </a:cubicBezTo>
                <a:cubicBezTo>
                  <a:pt x="585448" y="29659"/>
                  <a:pt x="593337" y="31381"/>
                  <a:pt x="598499" y="34827"/>
                </a:cubicBezTo>
                <a:cubicBezTo>
                  <a:pt x="603662" y="38272"/>
                  <a:pt x="607217" y="43368"/>
                  <a:pt x="609165" y="50113"/>
                </a:cubicBezTo>
                <a:lnTo>
                  <a:pt x="589806" y="53765"/>
                </a:lnTo>
                <a:cubicBezTo>
                  <a:pt x="588978" y="50746"/>
                  <a:pt x="587408" y="48433"/>
                  <a:pt x="585095" y="46825"/>
                </a:cubicBezTo>
                <a:cubicBezTo>
                  <a:pt x="582781" y="45218"/>
                  <a:pt x="579482" y="44415"/>
                  <a:pt x="575196" y="44415"/>
                </a:cubicBezTo>
                <a:cubicBezTo>
                  <a:pt x="569791" y="44415"/>
                  <a:pt x="565919" y="45169"/>
                  <a:pt x="563581" y="46677"/>
                </a:cubicBezTo>
                <a:cubicBezTo>
                  <a:pt x="562023" y="47745"/>
                  <a:pt x="561244" y="49131"/>
                  <a:pt x="561244" y="50834"/>
                </a:cubicBezTo>
                <a:cubicBezTo>
                  <a:pt x="561244" y="52292"/>
                  <a:pt x="561925" y="53532"/>
                  <a:pt x="563289" y="54553"/>
                </a:cubicBezTo>
                <a:cubicBezTo>
                  <a:pt x="565140" y="55915"/>
                  <a:pt x="571532" y="57836"/>
                  <a:pt x="582465" y="60317"/>
                </a:cubicBezTo>
                <a:cubicBezTo>
                  <a:pt x="593398" y="62798"/>
                  <a:pt x="601032" y="65841"/>
                  <a:pt x="605366" y="69446"/>
                </a:cubicBezTo>
                <a:cubicBezTo>
                  <a:pt x="609652" y="73102"/>
                  <a:pt x="611795" y="78194"/>
                  <a:pt x="611795" y="84723"/>
                </a:cubicBezTo>
                <a:cubicBezTo>
                  <a:pt x="611795" y="91837"/>
                  <a:pt x="608824" y="97953"/>
                  <a:pt x="602882" y="103070"/>
                </a:cubicBezTo>
                <a:cubicBezTo>
                  <a:pt x="596941" y="108186"/>
                  <a:pt x="588151" y="110745"/>
                  <a:pt x="576511" y="110745"/>
                </a:cubicBezTo>
                <a:cubicBezTo>
                  <a:pt x="565943" y="110745"/>
                  <a:pt x="557579" y="108609"/>
                  <a:pt x="551418" y="104337"/>
                </a:cubicBezTo>
                <a:cubicBezTo>
                  <a:pt x="545258" y="100063"/>
                  <a:pt x="541228" y="94261"/>
                  <a:pt x="539328" y="86930"/>
                </a:cubicBezTo>
                <a:close/>
                <a:moveTo>
                  <a:pt x="674070" y="84300"/>
                </a:moveTo>
                <a:lnTo>
                  <a:pt x="694524" y="87807"/>
                </a:lnTo>
                <a:cubicBezTo>
                  <a:pt x="691894" y="95282"/>
                  <a:pt x="687742" y="100974"/>
                  <a:pt x="682069" y="104882"/>
                </a:cubicBezTo>
                <a:cubicBezTo>
                  <a:pt x="676395" y="108791"/>
                  <a:pt x="669297" y="110745"/>
                  <a:pt x="660775" y="110745"/>
                </a:cubicBezTo>
                <a:cubicBezTo>
                  <a:pt x="647285" y="110745"/>
                  <a:pt x="637301" y="106337"/>
                  <a:pt x="630824" y="97522"/>
                </a:cubicBezTo>
                <a:cubicBezTo>
                  <a:pt x="625710" y="90461"/>
                  <a:pt x="623153" y="81549"/>
                  <a:pt x="623153" y="70786"/>
                </a:cubicBezTo>
                <a:cubicBezTo>
                  <a:pt x="623153" y="57929"/>
                  <a:pt x="626514" y="47860"/>
                  <a:pt x="633234" y="40580"/>
                </a:cubicBezTo>
                <a:cubicBezTo>
                  <a:pt x="639955" y="33299"/>
                  <a:pt x="648453" y="29659"/>
                  <a:pt x="658729" y="29659"/>
                </a:cubicBezTo>
                <a:cubicBezTo>
                  <a:pt x="670271" y="29659"/>
                  <a:pt x="679378" y="33469"/>
                  <a:pt x="686050" y="41091"/>
                </a:cubicBezTo>
                <a:cubicBezTo>
                  <a:pt x="692722" y="48713"/>
                  <a:pt x="695912" y="60388"/>
                  <a:pt x="695620" y="76119"/>
                </a:cubicBezTo>
                <a:lnTo>
                  <a:pt x="644192" y="76119"/>
                </a:lnTo>
                <a:cubicBezTo>
                  <a:pt x="644338" y="82206"/>
                  <a:pt x="645994" y="86942"/>
                  <a:pt x="649159" y="90327"/>
                </a:cubicBezTo>
                <a:cubicBezTo>
                  <a:pt x="652325" y="93712"/>
                  <a:pt x="656270" y="95404"/>
                  <a:pt x="660994" y="95404"/>
                </a:cubicBezTo>
                <a:cubicBezTo>
                  <a:pt x="664208" y="95404"/>
                  <a:pt x="666911" y="94527"/>
                  <a:pt x="669102" y="92774"/>
                </a:cubicBezTo>
                <a:cubicBezTo>
                  <a:pt x="671294" y="91021"/>
                  <a:pt x="672950" y="88196"/>
                  <a:pt x="674070" y="84300"/>
                </a:cubicBezTo>
                <a:moveTo>
                  <a:pt x="675239" y="63554"/>
                </a:moveTo>
                <a:cubicBezTo>
                  <a:pt x="675092" y="57637"/>
                  <a:pt x="673558" y="53138"/>
                  <a:pt x="670636" y="50058"/>
                </a:cubicBezTo>
                <a:cubicBezTo>
                  <a:pt x="667714" y="46978"/>
                  <a:pt x="664159" y="45437"/>
                  <a:pt x="659971" y="45437"/>
                </a:cubicBezTo>
                <a:cubicBezTo>
                  <a:pt x="655491" y="45437"/>
                  <a:pt x="651789" y="47062"/>
                  <a:pt x="648867" y="50311"/>
                </a:cubicBezTo>
                <a:cubicBezTo>
                  <a:pt x="645945" y="53562"/>
                  <a:pt x="644509" y="57976"/>
                  <a:pt x="644557" y="63554"/>
                </a:cubicBezTo>
                <a:lnTo>
                  <a:pt x="675239" y="63554"/>
                </a:lnTo>
                <a:close/>
                <a:moveTo>
                  <a:pt x="704495" y="86930"/>
                </a:moveTo>
                <a:lnTo>
                  <a:pt x="725096" y="83716"/>
                </a:lnTo>
                <a:cubicBezTo>
                  <a:pt x="725972" y="87685"/>
                  <a:pt x="727750" y="90698"/>
                  <a:pt x="730428" y="92756"/>
                </a:cubicBezTo>
                <a:cubicBezTo>
                  <a:pt x="733107" y="94814"/>
                  <a:pt x="736857" y="95842"/>
                  <a:pt x="741678" y="95842"/>
                </a:cubicBezTo>
                <a:cubicBezTo>
                  <a:pt x="746986" y="95842"/>
                  <a:pt x="750980" y="94870"/>
                  <a:pt x="753658" y="92925"/>
                </a:cubicBezTo>
                <a:cubicBezTo>
                  <a:pt x="755460" y="91563"/>
                  <a:pt x="756361" y="89739"/>
                  <a:pt x="756361" y="87453"/>
                </a:cubicBezTo>
                <a:cubicBezTo>
                  <a:pt x="756361" y="85896"/>
                  <a:pt x="755874" y="84607"/>
                  <a:pt x="754900" y="83586"/>
                </a:cubicBezTo>
                <a:cubicBezTo>
                  <a:pt x="753878" y="82613"/>
                  <a:pt x="751589" y="81714"/>
                  <a:pt x="748034" y="80888"/>
                </a:cubicBezTo>
                <a:cubicBezTo>
                  <a:pt x="731475" y="77241"/>
                  <a:pt x="720980" y="73910"/>
                  <a:pt x="716549" y="70893"/>
                </a:cubicBezTo>
                <a:cubicBezTo>
                  <a:pt x="710412" y="66708"/>
                  <a:pt x="707344" y="60894"/>
                  <a:pt x="707344" y="53450"/>
                </a:cubicBezTo>
                <a:cubicBezTo>
                  <a:pt x="707344" y="46736"/>
                  <a:pt x="709999" y="41092"/>
                  <a:pt x="715307" y="36518"/>
                </a:cubicBezTo>
                <a:cubicBezTo>
                  <a:pt x="720615" y="31945"/>
                  <a:pt x="728846" y="29659"/>
                  <a:pt x="739998" y="29659"/>
                </a:cubicBezTo>
                <a:cubicBezTo>
                  <a:pt x="750615" y="29659"/>
                  <a:pt x="758504" y="31381"/>
                  <a:pt x="763666" y="34827"/>
                </a:cubicBezTo>
                <a:cubicBezTo>
                  <a:pt x="768829" y="38272"/>
                  <a:pt x="772384" y="43368"/>
                  <a:pt x="774332" y="50113"/>
                </a:cubicBezTo>
                <a:lnTo>
                  <a:pt x="754973" y="53765"/>
                </a:lnTo>
                <a:cubicBezTo>
                  <a:pt x="754145" y="50746"/>
                  <a:pt x="752575" y="48433"/>
                  <a:pt x="750262" y="46825"/>
                </a:cubicBezTo>
                <a:cubicBezTo>
                  <a:pt x="747948" y="45218"/>
                  <a:pt x="744649" y="44415"/>
                  <a:pt x="740363" y="44415"/>
                </a:cubicBezTo>
                <a:cubicBezTo>
                  <a:pt x="734957" y="44415"/>
                  <a:pt x="731086" y="45169"/>
                  <a:pt x="728748" y="46677"/>
                </a:cubicBezTo>
                <a:cubicBezTo>
                  <a:pt x="727190" y="47745"/>
                  <a:pt x="726411" y="49131"/>
                  <a:pt x="726411" y="50834"/>
                </a:cubicBezTo>
                <a:cubicBezTo>
                  <a:pt x="726411" y="52292"/>
                  <a:pt x="727092" y="53532"/>
                  <a:pt x="728456" y="54553"/>
                </a:cubicBezTo>
                <a:cubicBezTo>
                  <a:pt x="730307" y="55915"/>
                  <a:pt x="736699" y="57836"/>
                  <a:pt x="747632" y="60317"/>
                </a:cubicBezTo>
                <a:cubicBezTo>
                  <a:pt x="758565" y="62798"/>
                  <a:pt x="766199" y="65841"/>
                  <a:pt x="770533" y="69446"/>
                </a:cubicBezTo>
                <a:cubicBezTo>
                  <a:pt x="774819" y="73102"/>
                  <a:pt x="776962" y="78194"/>
                  <a:pt x="776962" y="84723"/>
                </a:cubicBezTo>
                <a:cubicBezTo>
                  <a:pt x="776962" y="91837"/>
                  <a:pt x="773991" y="97953"/>
                  <a:pt x="768049" y="103070"/>
                </a:cubicBezTo>
                <a:cubicBezTo>
                  <a:pt x="762108" y="108186"/>
                  <a:pt x="753318" y="110745"/>
                  <a:pt x="741678" y="110745"/>
                </a:cubicBezTo>
                <a:cubicBezTo>
                  <a:pt x="731110" y="110745"/>
                  <a:pt x="722746" y="108609"/>
                  <a:pt x="716585" y="104337"/>
                </a:cubicBezTo>
                <a:cubicBezTo>
                  <a:pt x="710425" y="100063"/>
                  <a:pt x="706395" y="94261"/>
                  <a:pt x="704495" y="869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14072-FE51-4CC3-A8EB-10C4EB79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508" y="1102887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22687E-0697-41E8-9712-952B822C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508" y="1102887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FB644-2F4E-42AA-9DC0-BCFBE7BD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763" y="1102887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A91D29-071B-4C2B-8625-A231F873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763" y="1102887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558C0-796E-4D7D-8D3B-139660A0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60" y="1262884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F5F1E-6AB0-4878-9BA7-50697F38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60" y="1335090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21EE3-EDF8-46AA-810E-9A5E1FA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60" y="140729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849A6-096D-4AFA-A064-D96E9532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260" y="119067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94BFB-E852-46A3-A0EF-79EAB89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62" y="1144964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2A57B-41F3-4123-866B-8D2A19D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62" y="1144964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85298-2863-4FD6-A718-F54E20A8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388" y="1144964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06CB0C-12C8-43E1-925A-4CCC228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388" y="1144964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4D715-9F36-40AB-921C-B7CC33A2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014" y="1304961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9907C-FD49-4BDE-AFAB-91BD0963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014" y="137716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97278-F985-435C-B0A2-CC2AB410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014" y="1449374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E09E9-7052-497A-B9DC-124F986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014" y="123275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76" name="Text Σ">
            <a:extLst xmlns:a="http://schemas.openxmlformats.org/drawingml/2006/main">
              <a:ext uri="{FF2B5EF4-FFF2-40B4-BE49-F238E27FC236}">
                <a16:creationId xmlns:a16="http://schemas.microsoft.com/office/drawing/2014/main" id="{0A01E39D-4B6B-4671-B424-749E5F4E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91" y="2776393"/>
            <a:ext cx="92264" cy="129836"/>
          </a:xfrm>
          <a:custGeom xmlns:a="http://schemas.openxmlformats.org/drawingml/2006/main">
            <a:pathLst>
              <a:path w="92264" h="129836">
                <a:moveTo>
                  <a:pt x="25587" y="8751"/>
                </a:moveTo>
                <a:lnTo>
                  <a:pt x="58212" y="58022"/>
                </a:lnTo>
                <a:lnTo>
                  <a:pt x="58212" y="63634"/>
                </a:lnTo>
                <a:lnTo>
                  <a:pt x="21592" y="114141"/>
                </a:lnTo>
                <a:lnTo>
                  <a:pt x="64680" y="114141"/>
                </a:lnTo>
                <a:cubicBezTo>
                  <a:pt x="70197" y="114141"/>
                  <a:pt x="74192" y="112905"/>
                  <a:pt x="76665" y="110432"/>
                </a:cubicBezTo>
                <a:cubicBezTo>
                  <a:pt x="79138" y="107959"/>
                  <a:pt x="81167" y="102347"/>
                  <a:pt x="82753" y="93596"/>
                </a:cubicBezTo>
                <a:lnTo>
                  <a:pt x="92264" y="93596"/>
                </a:lnTo>
                <a:lnTo>
                  <a:pt x="90172" y="129836"/>
                </a:lnTo>
                <a:lnTo>
                  <a:pt x="0" y="129836"/>
                </a:lnTo>
                <a:lnTo>
                  <a:pt x="0" y="125175"/>
                </a:lnTo>
                <a:lnTo>
                  <a:pt x="42613" y="66583"/>
                </a:lnTo>
                <a:lnTo>
                  <a:pt x="2663" y="4661"/>
                </a:lnTo>
                <a:lnTo>
                  <a:pt x="2663" y="0"/>
                </a:lnTo>
                <a:lnTo>
                  <a:pt x="90552" y="0"/>
                </a:lnTo>
                <a:lnTo>
                  <a:pt x="90552" y="33196"/>
                </a:lnTo>
                <a:lnTo>
                  <a:pt x="81611" y="33196"/>
                </a:lnTo>
                <a:cubicBezTo>
                  <a:pt x="79011" y="22987"/>
                  <a:pt x="76332" y="16360"/>
                  <a:pt x="73574" y="13317"/>
                </a:cubicBezTo>
                <a:cubicBezTo>
                  <a:pt x="70815" y="10273"/>
                  <a:pt x="66836" y="8751"/>
                  <a:pt x="61636" y="8751"/>
                </a:cubicBezTo>
                <a:lnTo>
                  <a:pt x="25587" y="87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Σ">
            <a:extLst xmlns:a="http://schemas.openxmlformats.org/drawingml/2006/main">
              <a:ext uri="{FF2B5EF4-FFF2-40B4-BE49-F238E27FC236}">
                <a16:creationId xmlns:a16="http://schemas.microsoft.com/office/drawing/2014/main" id="{37B9A422-B667-4FB2-A545-5682D249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91" y="2776393"/>
            <a:ext cx="92264" cy="129836"/>
          </a:xfrm>
          <a:custGeom xmlns:a="http://schemas.openxmlformats.org/drawingml/2006/main">
            <a:pathLst>
              <a:path w="92264" h="129836" fill="none">
                <a:moveTo>
                  <a:pt x="25587" y="8751"/>
                </a:moveTo>
                <a:lnTo>
                  <a:pt x="58212" y="58022"/>
                </a:lnTo>
                <a:lnTo>
                  <a:pt x="58212" y="63634"/>
                </a:lnTo>
                <a:lnTo>
                  <a:pt x="21592" y="114141"/>
                </a:lnTo>
                <a:lnTo>
                  <a:pt x="64680" y="114141"/>
                </a:lnTo>
                <a:cubicBezTo>
                  <a:pt x="70197" y="114141"/>
                  <a:pt x="74192" y="112905"/>
                  <a:pt x="76665" y="110432"/>
                </a:cubicBezTo>
                <a:cubicBezTo>
                  <a:pt x="79138" y="107959"/>
                  <a:pt x="81167" y="102347"/>
                  <a:pt x="82753" y="93596"/>
                </a:cubicBezTo>
                <a:lnTo>
                  <a:pt x="92264" y="93596"/>
                </a:lnTo>
                <a:lnTo>
                  <a:pt x="90172" y="129836"/>
                </a:lnTo>
                <a:lnTo>
                  <a:pt x="0" y="129836"/>
                </a:lnTo>
                <a:lnTo>
                  <a:pt x="0" y="125175"/>
                </a:lnTo>
                <a:lnTo>
                  <a:pt x="42613" y="66583"/>
                </a:lnTo>
                <a:lnTo>
                  <a:pt x="2663" y="4661"/>
                </a:lnTo>
                <a:lnTo>
                  <a:pt x="2663" y="0"/>
                </a:lnTo>
                <a:lnTo>
                  <a:pt x="90552" y="0"/>
                </a:lnTo>
                <a:lnTo>
                  <a:pt x="90552" y="33196"/>
                </a:lnTo>
                <a:lnTo>
                  <a:pt x="81611" y="33196"/>
                </a:lnTo>
                <a:cubicBezTo>
                  <a:pt x="79011" y="22987"/>
                  <a:pt x="76332" y="16360"/>
                  <a:pt x="73574" y="13317"/>
                </a:cubicBezTo>
                <a:cubicBezTo>
                  <a:pt x="70815" y="10273"/>
                  <a:pt x="66836" y="8751"/>
                  <a:pt x="61636" y="8751"/>
                </a:cubicBezTo>
                <a:lnTo>
                  <a:pt x="25587" y="87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96" cap="flat">
            <a:solidFill>
              <a:srgbClr val="000000"/>
            </a:solidFill>
            <a:round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6970E-8427-446E-B4D0-4AA18DA8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5907" y="2703688"/>
            <a:ext cx="699727" cy="249255"/>
          </a:xfrm>
          <a:custGeom xmlns:a="http://schemas.openxmlformats.org/drawingml/2006/main">
            <a:pathLst>
              <a:path w="699727" h="249255" fill="none">
                <a:moveTo>
                  <a:pt x="534016" y="249255"/>
                </a:moveTo>
                <a:lnTo>
                  <a:pt x="8441" y="249255"/>
                </a:lnTo>
                <a:cubicBezTo>
                  <a:pt x="3766" y="249255"/>
                  <a:pt x="0" y="246450"/>
                  <a:pt x="0" y="242982"/>
                </a:cubicBezTo>
                <a:lnTo>
                  <a:pt x="0" y="7363"/>
                </a:lnTo>
                <a:cubicBezTo>
                  <a:pt x="0" y="3896"/>
                  <a:pt x="3766" y="1091"/>
                  <a:pt x="8441" y="1091"/>
                </a:cubicBezTo>
                <a:lnTo>
                  <a:pt x="75193" y="909"/>
                </a:lnTo>
                <a:moveTo>
                  <a:pt x="134673" y="0"/>
                </a:moveTo>
                <a:lnTo>
                  <a:pt x="691156" y="1091"/>
                </a:lnTo>
                <a:cubicBezTo>
                  <a:pt x="695831" y="1091"/>
                  <a:pt x="699727" y="3896"/>
                  <a:pt x="699727" y="7363"/>
                </a:cubicBezTo>
                <a:lnTo>
                  <a:pt x="699727" y="242982"/>
                </a:lnTo>
                <a:cubicBezTo>
                  <a:pt x="699727" y="246450"/>
                  <a:pt x="695831" y="249255"/>
                  <a:pt x="691156" y="249255"/>
                </a:cubicBezTo>
                <a:lnTo>
                  <a:pt x="591807" y="249255"/>
                </a:lnTo>
              </a:path>
            </a:pathLst>
          </a:custGeom>
          <a:noFill xmlns:a="http://schemas.openxmlformats.org/drawingml/2006/main"/>
          <a:ln xmlns:a="http://schemas.openxmlformats.org/drawingml/2006/main" w="24631" cap="rnd">
            <a:solidFill>
              <a:srgbClr val="000000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250F5E-9388-4C6D-8A1E-D4B12B69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439" y="2591872"/>
            <a:ext cx="29870" cy="111816"/>
          </a:xfrm>
          <a:custGeom xmlns:a="http://schemas.openxmlformats.org/drawingml/2006/main">
            <a:pathLst>
              <a:path w="29870" h="111816" fill="none">
                <a:moveTo>
                  <a:pt x="29350" y="111816"/>
                </a:moveTo>
                <a:lnTo>
                  <a:pt x="29870" y="3545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631" cap="rnd">
            <a:solidFill>
              <a:srgbClr val="000000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F78F2-7BAB-4297-9915-28835CA6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5" y="2591872"/>
            <a:ext cx="29999" cy="111362"/>
          </a:xfrm>
          <a:custGeom xmlns:a="http://schemas.openxmlformats.org/drawingml/2006/main">
            <a:pathLst>
              <a:path w="29999" h="111362" fill="none">
                <a:moveTo>
                  <a:pt x="0" y="111362"/>
                </a:moveTo>
                <a:lnTo>
                  <a:pt x="0" y="35454"/>
                </a:lnTo>
                <a:lnTo>
                  <a:pt x="299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631" cap="rnd">
            <a:solidFill>
              <a:srgbClr val="000000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883E1-C6B2-474E-8A6B-222735C8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599" y="2952943"/>
            <a:ext cx="29999" cy="111816"/>
          </a:xfrm>
          <a:custGeom xmlns:a="http://schemas.openxmlformats.org/drawingml/2006/main">
            <a:pathLst>
              <a:path w="29999" h="111816" fill="none">
                <a:moveTo>
                  <a:pt x="29480" y="0"/>
                </a:moveTo>
                <a:lnTo>
                  <a:pt x="29999" y="76362"/>
                </a:lnTo>
                <a:lnTo>
                  <a:pt x="0" y="111816"/>
                </a:lnTo>
              </a:path>
            </a:pathLst>
          </a:custGeom>
          <a:noFill xmlns:a="http://schemas.openxmlformats.org/drawingml/2006/main"/>
          <a:ln xmlns:a="http://schemas.openxmlformats.org/drawingml/2006/main" w="24631" cap="rnd">
            <a:solidFill>
              <a:srgbClr val="000000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74D5D-F30D-4E09-B66E-30E880A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675" y="2953397"/>
            <a:ext cx="29870" cy="111362"/>
          </a:xfrm>
          <a:custGeom xmlns:a="http://schemas.openxmlformats.org/drawingml/2006/main">
            <a:pathLst>
              <a:path w="29870" h="111362" fill="none">
                <a:moveTo>
                  <a:pt x="0" y="0"/>
                </a:moveTo>
                <a:lnTo>
                  <a:pt x="0" y="75908"/>
                </a:lnTo>
                <a:lnTo>
                  <a:pt x="29870" y="111362"/>
                </a:lnTo>
              </a:path>
            </a:pathLst>
          </a:custGeom>
          <a:noFill xmlns:a="http://schemas.openxmlformats.org/drawingml/2006/main"/>
          <a:ln xmlns:a="http://schemas.openxmlformats.org/drawingml/2006/main" w="24631" cap="rnd">
            <a:solidFill>
              <a:srgbClr val="000000"/>
            </a:solidFill>
            <a:round/>
          </a:ln>
        </p:spPr>
      </p:sp>
      <p:sp>
        <p:nvSpPr>
          <p:cNvPr id="83" name="Text MethodSummaries">
            <a:extLst xmlns:a="http://schemas.openxmlformats.org/drawingml/2006/main">
              <a:ext uri="{FF2B5EF4-FFF2-40B4-BE49-F238E27FC236}">
                <a16:creationId xmlns:a16="http://schemas.microsoft.com/office/drawing/2014/main" id="{4B6790EE-8B71-4370-B7BC-CD363FCC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848" y="2775731"/>
            <a:ext cx="1359335" cy="111037"/>
          </a:xfrm>
          <a:custGeom xmlns:a="http://schemas.openxmlformats.org/drawingml/2006/main">
            <a:pathLst>
              <a:path w="1359335" h="111037">
                <a:moveTo>
                  <a:pt x="0" y="108991"/>
                </a:moveTo>
                <a:lnTo>
                  <a:pt x="0" y="1899"/>
                </a:lnTo>
                <a:lnTo>
                  <a:pt x="32361" y="1899"/>
                </a:lnTo>
                <a:lnTo>
                  <a:pt x="51793" y="74950"/>
                </a:lnTo>
                <a:lnTo>
                  <a:pt x="71005" y="1899"/>
                </a:lnTo>
                <a:lnTo>
                  <a:pt x="103440" y="1899"/>
                </a:lnTo>
                <a:lnTo>
                  <a:pt x="103440" y="108991"/>
                </a:lnTo>
                <a:lnTo>
                  <a:pt x="83351" y="108991"/>
                </a:lnTo>
                <a:lnTo>
                  <a:pt x="83351" y="24691"/>
                </a:lnTo>
                <a:lnTo>
                  <a:pt x="62093" y="108991"/>
                </a:lnTo>
                <a:lnTo>
                  <a:pt x="41274" y="108991"/>
                </a:lnTo>
                <a:lnTo>
                  <a:pt x="20089" y="24691"/>
                </a:lnTo>
                <a:lnTo>
                  <a:pt x="20089" y="108991"/>
                </a:lnTo>
                <a:lnTo>
                  <a:pt x="0" y="108991"/>
                </a:lnTo>
                <a:close/>
                <a:moveTo>
                  <a:pt x="168199" y="84300"/>
                </a:moveTo>
                <a:lnTo>
                  <a:pt x="188653" y="87807"/>
                </a:lnTo>
                <a:cubicBezTo>
                  <a:pt x="186023" y="95282"/>
                  <a:pt x="181872" y="100974"/>
                  <a:pt x="176198" y="104882"/>
                </a:cubicBezTo>
                <a:cubicBezTo>
                  <a:pt x="170524" y="108791"/>
                  <a:pt x="163426" y="110745"/>
                  <a:pt x="154904" y="110745"/>
                </a:cubicBezTo>
                <a:cubicBezTo>
                  <a:pt x="141414" y="110745"/>
                  <a:pt x="131430" y="106337"/>
                  <a:pt x="124953" y="97522"/>
                </a:cubicBezTo>
                <a:cubicBezTo>
                  <a:pt x="119840" y="90461"/>
                  <a:pt x="117283" y="81549"/>
                  <a:pt x="117283" y="70786"/>
                </a:cubicBezTo>
                <a:cubicBezTo>
                  <a:pt x="117283" y="57929"/>
                  <a:pt x="120643" y="47860"/>
                  <a:pt x="127364" y="40580"/>
                </a:cubicBezTo>
                <a:cubicBezTo>
                  <a:pt x="134084" y="33299"/>
                  <a:pt x="142583" y="29659"/>
                  <a:pt x="152858" y="29659"/>
                </a:cubicBezTo>
                <a:cubicBezTo>
                  <a:pt x="164400" y="29659"/>
                  <a:pt x="173507" y="33469"/>
                  <a:pt x="180179" y="41091"/>
                </a:cubicBezTo>
                <a:cubicBezTo>
                  <a:pt x="186851" y="48713"/>
                  <a:pt x="190041" y="60388"/>
                  <a:pt x="189749" y="76119"/>
                </a:cubicBezTo>
                <a:lnTo>
                  <a:pt x="138321" y="76119"/>
                </a:lnTo>
                <a:cubicBezTo>
                  <a:pt x="138467" y="82206"/>
                  <a:pt x="140123" y="86942"/>
                  <a:pt x="143289" y="90327"/>
                </a:cubicBezTo>
                <a:cubicBezTo>
                  <a:pt x="146454" y="93712"/>
                  <a:pt x="150399" y="95404"/>
                  <a:pt x="155123" y="95404"/>
                </a:cubicBezTo>
                <a:cubicBezTo>
                  <a:pt x="158337" y="95404"/>
                  <a:pt x="161040" y="94527"/>
                  <a:pt x="163232" y="92774"/>
                </a:cubicBezTo>
                <a:cubicBezTo>
                  <a:pt x="165423" y="91021"/>
                  <a:pt x="167079" y="88196"/>
                  <a:pt x="168199" y="84300"/>
                </a:cubicBezTo>
                <a:moveTo>
                  <a:pt x="169368" y="63554"/>
                </a:moveTo>
                <a:cubicBezTo>
                  <a:pt x="169222" y="57637"/>
                  <a:pt x="167688" y="53138"/>
                  <a:pt x="164766" y="50058"/>
                </a:cubicBezTo>
                <a:cubicBezTo>
                  <a:pt x="161844" y="46978"/>
                  <a:pt x="158288" y="45437"/>
                  <a:pt x="154100" y="45437"/>
                </a:cubicBezTo>
                <a:cubicBezTo>
                  <a:pt x="149620" y="45437"/>
                  <a:pt x="145919" y="47062"/>
                  <a:pt x="142997" y="50311"/>
                </a:cubicBezTo>
                <a:cubicBezTo>
                  <a:pt x="140075" y="53562"/>
                  <a:pt x="138638" y="57976"/>
                  <a:pt x="138687" y="63554"/>
                </a:cubicBezTo>
                <a:lnTo>
                  <a:pt x="169368" y="63554"/>
                </a:lnTo>
                <a:close/>
                <a:moveTo>
                  <a:pt x="241432" y="31412"/>
                </a:moveTo>
                <a:lnTo>
                  <a:pt x="241432" y="47775"/>
                </a:lnTo>
                <a:lnTo>
                  <a:pt x="227406" y="47775"/>
                </a:lnTo>
                <a:lnTo>
                  <a:pt x="227406" y="78990"/>
                </a:lnTo>
                <a:cubicBezTo>
                  <a:pt x="227406" y="85312"/>
                  <a:pt x="227540" y="88996"/>
                  <a:pt x="227808" y="90042"/>
                </a:cubicBezTo>
                <a:cubicBezTo>
                  <a:pt x="228076" y="91086"/>
                  <a:pt x="228684" y="91949"/>
                  <a:pt x="229634" y="92630"/>
                </a:cubicBezTo>
                <a:cubicBezTo>
                  <a:pt x="230584" y="93311"/>
                  <a:pt x="231740" y="93651"/>
                  <a:pt x="233104" y="93651"/>
                </a:cubicBezTo>
                <a:cubicBezTo>
                  <a:pt x="235003" y="93651"/>
                  <a:pt x="237755" y="92993"/>
                  <a:pt x="241359" y="91678"/>
                </a:cubicBezTo>
                <a:lnTo>
                  <a:pt x="243112" y="107663"/>
                </a:lnTo>
                <a:cubicBezTo>
                  <a:pt x="238339" y="109717"/>
                  <a:pt x="232934" y="110745"/>
                  <a:pt x="226895" y="110745"/>
                </a:cubicBezTo>
                <a:cubicBezTo>
                  <a:pt x="223193" y="110745"/>
                  <a:pt x="219857" y="110124"/>
                  <a:pt x="216887" y="108882"/>
                </a:cubicBezTo>
                <a:cubicBezTo>
                  <a:pt x="213916" y="107640"/>
                  <a:pt x="211737" y="106033"/>
                  <a:pt x="210349" y="104061"/>
                </a:cubicBezTo>
                <a:cubicBezTo>
                  <a:pt x="208961" y="102088"/>
                  <a:pt x="207999" y="99422"/>
                  <a:pt x="207463" y="96061"/>
                </a:cubicBezTo>
                <a:cubicBezTo>
                  <a:pt x="207025" y="93675"/>
                  <a:pt x="206806" y="88854"/>
                  <a:pt x="206806" y="81597"/>
                </a:cubicBezTo>
                <a:lnTo>
                  <a:pt x="206806" y="47775"/>
                </a:lnTo>
                <a:lnTo>
                  <a:pt x="197382" y="47775"/>
                </a:lnTo>
                <a:lnTo>
                  <a:pt x="197382" y="31412"/>
                </a:lnTo>
                <a:lnTo>
                  <a:pt x="206806" y="31412"/>
                </a:lnTo>
                <a:lnTo>
                  <a:pt x="206806" y="15925"/>
                </a:lnTo>
                <a:lnTo>
                  <a:pt x="227406" y="3799"/>
                </a:lnTo>
                <a:lnTo>
                  <a:pt x="227406" y="31412"/>
                </a:lnTo>
                <a:lnTo>
                  <a:pt x="241432" y="31412"/>
                </a:lnTo>
                <a:close/>
                <a:moveTo>
                  <a:pt x="276130" y="1899"/>
                </a:moveTo>
                <a:lnTo>
                  <a:pt x="276130" y="41328"/>
                </a:lnTo>
                <a:cubicBezTo>
                  <a:pt x="282753" y="33548"/>
                  <a:pt x="290667" y="29659"/>
                  <a:pt x="299871" y="29659"/>
                </a:cubicBezTo>
                <a:cubicBezTo>
                  <a:pt x="304595" y="29659"/>
                  <a:pt x="308857" y="30535"/>
                  <a:pt x="312655" y="32288"/>
                </a:cubicBezTo>
                <a:cubicBezTo>
                  <a:pt x="316454" y="34042"/>
                  <a:pt x="319315" y="36282"/>
                  <a:pt x="321239" y="39009"/>
                </a:cubicBezTo>
                <a:cubicBezTo>
                  <a:pt x="323162" y="41736"/>
                  <a:pt x="324477" y="44756"/>
                  <a:pt x="325183" y="48067"/>
                </a:cubicBezTo>
                <a:cubicBezTo>
                  <a:pt x="325890" y="51379"/>
                  <a:pt x="326243" y="56517"/>
                  <a:pt x="326243" y="63481"/>
                </a:cubicBezTo>
                <a:lnTo>
                  <a:pt x="326243" y="108991"/>
                </a:lnTo>
                <a:lnTo>
                  <a:pt x="305715" y="108991"/>
                </a:lnTo>
                <a:lnTo>
                  <a:pt x="305715" y="68058"/>
                </a:lnTo>
                <a:cubicBezTo>
                  <a:pt x="305715" y="59934"/>
                  <a:pt x="305326" y="54778"/>
                  <a:pt x="304547" y="52590"/>
                </a:cubicBezTo>
                <a:cubicBezTo>
                  <a:pt x="303767" y="50400"/>
                  <a:pt x="302392" y="48660"/>
                  <a:pt x="300419" y="47371"/>
                </a:cubicBezTo>
                <a:cubicBezTo>
                  <a:pt x="298447" y="46082"/>
                  <a:pt x="295975" y="45437"/>
                  <a:pt x="293005" y="45437"/>
                </a:cubicBezTo>
                <a:cubicBezTo>
                  <a:pt x="289596" y="45437"/>
                  <a:pt x="286552" y="46265"/>
                  <a:pt x="283873" y="47919"/>
                </a:cubicBezTo>
                <a:cubicBezTo>
                  <a:pt x="281195" y="49573"/>
                  <a:pt x="279235" y="52066"/>
                  <a:pt x="277993" y="55397"/>
                </a:cubicBezTo>
                <a:cubicBezTo>
                  <a:pt x="276751" y="58729"/>
                  <a:pt x="276130" y="63654"/>
                  <a:pt x="276130" y="70174"/>
                </a:cubicBezTo>
                <a:lnTo>
                  <a:pt x="276130" y="108991"/>
                </a:lnTo>
                <a:lnTo>
                  <a:pt x="255603" y="108991"/>
                </a:lnTo>
                <a:lnTo>
                  <a:pt x="255603" y="1899"/>
                </a:lnTo>
                <a:lnTo>
                  <a:pt x="276130" y="1899"/>
                </a:lnTo>
                <a:close/>
                <a:moveTo>
                  <a:pt x="342786" y="69106"/>
                </a:moveTo>
                <a:cubicBezTo>
                  <a:pt x="342786" y="62288"/>
                  <a:pt x="344467" y="55689"/>
                  <a:pt x="347827" y="49309"/>
                </a:cubicBezTo>
                <a:cubicBezTo>
                  <a:pt x="351187" y="42929"/>
                  <a:pt x="355948" y="38059"/>
                  <a:pt x="362108" y="34699"/>
                </a:cubicBezTo>
                <a:cubicBezTo>
                  <a:pt x="368269" y="31339"/>
                  <a:pt x="375148" y="29659"/>
                  <a:pt x="382745" y="29659"/>
                </a:cubicBezTo>
                <a:cubicBezTo>
                  <a:pt x="394482" y="29659"/>
                  <a:pt x="404100" y="33469"/>
                  <a:pt x="411600" y="41091"/>
                </a:cubicBezTo>
                <a:cubicBezTo>
                  <a:pt x="419100" y="48713"/>
                  <a:pt x="422850" y="58343"/>
                  <a:pt x="422850" y="69982"/>
                </a:cubicBezTo>
                <a:cubicBezTo>
                  <a:pt x="422850" y="81719"/>
                  <a:pt x="419063" y="91447"/>
                  <a:pt x="411490" y="99166"/>
                </a:cubicBezTo>
                <a:cubicBezTo>
                  <a:pt x="403918" y="106885"/>
                  <a:pt x="394384" y="110745"/>
                  <a:pt x="382891" y="110745"/>
                </a:cubicBezTo>
                <a:cubicBezTo>
                  <a:pt x="375781" y="110745"/>
                  <a:pt x="368999" y="109138"/>
                  <a:pt x="362547" y="105923"/>
                </a:cubicBezTo>
                <a:cubicBezTo>
                  <a:pt x="356094" y="102709"/>
                  <a:pt x="351187" y="97997"/>
                  <a:pt x="347827" y="91788"/>
                </a:cubicBezTo>
                <a:cubicBezTo>
                  <a:pt x="344467" y="85579"/>
                  <a:pt x="342786" y="78018"/>
                  <a:pt x="342786" y="69106"/>
                </a:cubicBezTo>
                <a:moveTo>
                  <a:pt x="363825" y="70202"/>
                </a:moveTo>
                <a:cubicBezTo>
                  <a:pt x="363825" y="77872"/>
                  <a:pt x="365651" y="83746"/>
                  <a:pt x="369304" y="87825"/>
                </a:cubicBezTo>
                <a:cubicBezTo>
                  <a:pt x="372956" y="91904"/>
                  <a:pt x="377461" y="93943"/>
                  <a:pt x="382818" y="93943"/>
                </a:cubicBezTo>
                <a:cubicBezTo>
                  <a:pt x="388175" y="93943"/>
                  <a:pt x="392668" y="91904"/>
                  <a:pt x="396296" y="87825"/>
                </a:cubicBezTo>
                <a:cubicBezTo>
                  <a:pt x="399924" y="83746"/>
                  <a:pt x="401738" y="77823"/>
                  <a:pt x="401738" y="70055"/>
                </a:cubicBezTo>
                <a:cubicBezTo>
                  <a:pt x="401738" y="62483"/>
                  <a:pt x="399924" y="56657"/>
                  <a:pt x="396296" y="52578"/>
                </a:cubicBezTo>
                <a:cubicBezTo>
                  <a:pt x="392668" y="48499"/>
                  <a:pt x="388175" y="46460"/>
                  <a:pt x="382818" y="46460"/>
                </a:cubicBezTo>
                <a:cubicBezTo>
                  <a:pt x="377461" y="46460"/>
                  <a:pt x="372956" y="48499"/>
                  <a:pt x="369304" y="52578"/>
                </a:cubicBezTo>
                <a:cubicBezTo>
                  <a:pt x="365651" y="56657"/>
                  <a:pt x="363825" y="62531"/>
                  <a:pt x="363825" y="70202"/>
                </a:cubicBezTo>
                <a:close/>
                <a:moveTo>
                  <a:pt x="510545" y="108991"/>
                </a:moveTo>
                <a:lnTo>
                  <a:pt x="491479" y="108991"/>
                </a:lnTo>
                <a:lnTo>
                  <a:pt x="491479" y="97596"/>
                </a:lnTo>
                <a:cubicBezTo>
                  <a:pt x="488313" y="102027"/>
                  <a:pt x="484575" y="105327"/>
                  <a:pt x="480265" y="107494"/>
                </a:cubicBezTo>
                <a:cubicBezTo>
                  <a:pt x="475955" y="109661"/>
                  <a:pt x="471609" y="110745"/>
                  <a:pt x="467226" y="110745"/>
                </a:cubicBezTo>
                <a:cubicBezTo>
                  <a:pt x="458314" y="110745"/>
                  <a:pt x="450680" y="107153"/>
                  <a:pt x="444324" y="99970"/>
                </a:cubicBezTo>
                <a:cubicBezTo>
                  <a:pt x="437969" y="92786"/>
                  <a:pt x="434791" y="82766"/>
                  <a:pt x="434791" y="69909"/>
                </a:cubicBezTo>
                <a:cubicBezTo>
                  <a:pt x="434791" y="56760"/>
                  <a:pt x="437884" y="46765"/>
                  <a:pt x="444069" y="39922"/>
                </a:cubicBezTo>
                <a:cubicBezTo>
                  <a:pt x="450254" y="33080"/>
                  <a:pt x="458070" y="29659"/>
                  <a:pt x="467518" y="29659"/>
                </a:cubicBezTo>
                <a:cubicBezTo>
                  <a:pt x="476187" y="29659"/>
                  <a:pt x="483687" y="33262"/>
                  <a:pt x="490018" y="40470"/>
                </a:cubicBezTo>
                <a:lnTo>
                  <a:pt x="490018" y="1899"/>
                </a:lnTo>
                <a:lnTo>
                  <a:pt x="510545" y="1899"/>
                </a:lnTo>
                <a:lnTo>
                  <a:pt x="510545" y="108991"/>
                </a:lnTo>
                <a:moveTo>
                  <a:pt x="455757" y="68560"/>
                </a:moveTo>
                <a:cubicBezTo>
                  <a:pt x="455757" y="76827"/>
                  <a:pt x="456901" y="82808"/>
                  <a:pt x="459190" y="86503"/>
                </a:cubicBezTo>
                <a:cubicBezTo>
                  <a:pt x="462502" y="91853"/>
                  <a:pt x="467128" y="94527"/>
                  <a:pt x="473070" y="94527"/>
                </a:cubicBezTo>
                <a:cubicBezTo>
                  <a:pt x="477794" y="94527"/>
                  <a:pt x="481812" y="92522"/>
                  <a:pt x="485123" y="88510"/>
                </a:cubicBezTo>
                <a:cubicBezTo>
                  <a:pt x="488435" y="84498"/>
                  <a:pt x="490091" y="78505"/>
                  <a:pt x="490091" y="70530"/>
                </a:cubicBezTo>
                <a:cubicBezTo>
                  <a:pt x="490091" y="61630"/>
                  <a:pt x="488484" y="55223"/>
                  <a:pt x="485269" y="51309"/>
                </a:cubicBezTo>
                <a:cubicBezTo>
                  <a:pt x="482055" y="47395"/>
                  <a:pt x="477940" y="45437"/>
                  <a:pt x="472924" y="45437"/>
                </a:cubicBezTo>
                <a:cubicBezTo>
                  <a:pt x="468054" y="45437"/>
                  <a:pt x="463975" y="47370"/>
                  <a:pt x="460688" y="51236"/>
                </a:cubicBezTo>
                <a:cubicBezTo>
                  <a:pt x="457401" y="55101"/>
                  <a:pt x="455757" y="60876"/>
                  <a:pt x="455757" y="68560"/>
                </a:cubicBezTo>
                <a:close/>
                <a:moveTo>
                  <a:pt x="567810" y="74219"/>
                </a:moveTo>
                <a:lnTo>
                  <a:pt x="588849" y="72174"/>
                </a:lnTo>
                <a:cubicBezTo>
                  <a:pt x="590115" y="79261"/>
                  <a:pt x="592684" y="84467"/>
                  <a:pt x="596556" y="87791"/>
                </a:cubicBezTo>
                <a:cubicBezTo>
                  <a:pt x="600427" y="91113"/>
                  <a:pt x="605650" y="92774"/>
                  <a:pt x="612225" y="92774"/>
                </a:cubicBezTo>
                <a:cubicBezTo>
                  <a:pt x="619189" y="92774"/>
                  <a:pt x="624437" y="91296"/>
                  <a:pt x="627967" y="88341"/>
                </a:cubicBezTo>
                <a:cubicBezTo>
                  <a:pt x="631498" y="85385"/>
                  <a:pt x="633263" y="81928"/>
                  <a:pt x="633263" y="77970"/>
                </a:cubicBezTo>
                <a:cubicBezTo>
                  <a:pt x="633263" y="75430"/>
                  <a:pt x="632521" y="73269"/>
                  <a:pt x="631035" y="71487"/>
                </a:cubicBezTo>
                <a:cubicBezTo>
                  <a:pt x="629550" y="69703"/>
                  <a:pt x="626957" y="68152"/>
                  <a:pt x="623256" y="66832"/>
                </a:cubicBezTo>
                <a:cubicBezTo>
                  <a:pt x="620723" y="65954"/>
                  <a:pt x="614952" y="64393"/>
                  <a:pt x="605943" y="62148"/>
                </a:cubicBezTo>
                <a:cubicBezTo>
                  <a:pt x="594352" y="59268"/>
                  <a:pt x="586219" y="55730"/>
                  <a:pt x="581544" y="51533"/>
                </a:cubicBezTo>
                <a:cubicBezTo>
                  <a:pt x="574969" y="45628"/>
                  <a:pt x="571682" y="38430"/>
                  <a:pt x="571682" y="29939"/>
                </a:cubicBezTo>
                <a:cubicBezTo>
                  <a:pt x="571682" y="24474"/>
                  <a:pt x="573228" y="19363"/>
                  <a:pt x="576321" y="14606"/>
                </a:cubicBezTo>
                <a:cubicBezTo>
                  <a:pt x="579413" y="9847"/>
                  <a:pt x="583869" y="6223"/>
                  <a:pt x="589689" y="3735"/>
                </a:cubicBezTo>
                <a:cubicBezTo>
                  <a:pt x="595509" y="1245"/>
                  <a:pt x="602534" y="0"/>
                  <a:pt x="610764" y="0"/>
                </a:cubicBezTo>
                <a:cubicBezTo>
                  <a:pt x="624205" y="0"/>
                  <a:pt x="634323" y="2960"/>
                  <a:pt x="641116" y="8880"/>
                </a:cubicBezTo>
                <a:cubicBezTo>
                  <a:pt x="647910" y="14799"/>
                  <a:pt x="651477" y="22699"/>
                  <a:pt x="651818" y="32581"/>
                </a:cubicBezTo>
                <a:lnTo>
                  <a:pt x="630195" y="33457"/>
                </a:lnTo>
                <a:cubicBezTo>
                  <a:pt x="629270" y="27954"/>
                  <a:pt x="627286" y="23997"/>
                  <a:pt x="624242" y="21586"/>
                </a:cubicBezTo>
                <a:cubicBezTo>
                  <a:pt x="621198" y="19176"/>
                  <a:pt x="616632" y="17970"/>
                  <a:pt x="610545" y="17970"/>
                </a:cubicBezTo>
                <a:cubicBezTo>
                  <a:pt x="604262" y="17970"/>
                  <a:pt x="599344" y="19262"/>
                  <a:pt x="595789" y="21844"/>
                </a:cubicBezTo>
                <a:cubicBezTo>
                  <a:pt x="593500" y="23500"/>
                  <a:pt x="592355" y="25717"/>
                  <a:pt x="592355" y="28494"/>
                </a:cubicBezTo>
                <a:cubicBezTo>
                  <a:pt x="592355" y="31028"/>
                  <a:pt x="593427" y="33196"/>
                  <a:pt x="595569" y="34998"/>
                </a:cubicBezTo>
                <a:cubicBezTo>
                  <a:pt x="598297" y="37289"/>
                  <a:pt x="604920" y="39678"/>
                  <a:pt x="615439" y="42166"/>
                </a:cubicBezTo>
                <a:cubicBezTo>
                  <a:pt x="625958" y="44654"/>
                  <a:pt x="633738" y="47229"/>
                  <a:pt x="638779" y="49889"/>
                </a:cubicBezTo>
                <a:cubicBezTo>
                  <a:pt x="643819" y="52548"/>
                  <a:pt x="647764" y="56183"/>
                  <a:pt x="650613" y="60794"/>
                </a:cubicBezTo>
                <a:cubicBezTo>
                  <a:pt x="653462" y="65404"/>
                  <a:pt x="654886" y="71100"/>
                  <a:pt x="654886" y="77883"/>
                </a:cubicBezTo>
                <a:cubicBezTo>
                  <a:pt x="654886" y="84030"/>
                  <a:pt x="653182" y="89788"/>
                  <a:pt x="649773" y="95155"/>
                </a:cubicBezTo>
                <a:cubicBezTo>
                  <a:pt x="646364" y="100523"/>
                  <a:pt x="641543" y="104512"/>
                  <a:pt x="635309" y="107122"/>
                </a:cubicBezTo>
                <a:cubicBezTo>
                  <a:pt x="629075" y="109732"/>
                  <a:pt x="621308" y="111037"/>
                  <a:pt x="612006" y="111037"/>
                </a:cubicBezTo>
                <a:cubicBezTo>
                  <a:pt x="598467" y="111037"/>
                  <a:pt x="588070" y="107902"/>
                  <a:pt x="580813" y="101632"/>
                </a:cubicBezTo>
                <a:cubicBezTo>
                  <a:pt x="573557" y="95361"/>
                  <a:pt x="569222" y="86224"/>
                  <a:pt x="567810" y="74219"/>
                </a:cubicBezTo>
                <a:close/>
                <a:moveTo>
                  <a:pt x="723993" y="108991"/>
                </a:moveTo>
                <a:lnTo>
                  <a:pt x="723993" y="97376"/>
                </a:lnTo>
                <a:cubicBezTo>
                  <a:pt x="721169" y="101516"/>
                  <a:pt x="717455" y="104779"/>
                  <a:pt x="712853" y="107165"/>
                </a:cubicBezTo>
                <a:cubicBezTo>
                  <a:pt x="708251" y="109551"/>
                  <a:pt x="703393" y="110745"/>
                  <a:pt x="698280" y="110745"/>
                </a:cubicBezTo>
                <a:cubicBezTo>
                  <a:pt x="693069" y="110745"/>
                  <a:pt x="688393" y="109600"/>
                  <a:pt x="684254" y="107311"/>
                </a:cubicBezTo>
                <a:cubicBezTo>
                  <a:pt x="680114" y="105022"/>
                  <a:pt x="677119" y="101808"/>
                  <a:pt x="675269" y="97669"/>
                </a:cubicBezTo>
                <a:cubicBezTo>
                  <a:pt x="673418" y="93529"/>
                  <a:pt x="672493" y="87807"/>
                  <a:pt x="672493" y="80502"/>
                </a:cubicBezTo>
                <a:lnTo>
                  <a:pt x="672493" y="31412"/>
                </a:lnTo>
                <a:lnTo>
                  <a:pt x="693020" y="31412"/>
                </a:lnTo>
                <a:lnTo>
                  <a:pt x="693020" y="66978"/>
                </a:lnTo>
                <a:cubicBezTo>
                  <a:pt x="693020" y="77863"/>
                  <a:pt x="693397" y="84532"/>
                  <a:pt x="694152" y="86985"/>
                </a:cubicBezTo>
                <a:cubicBezTo>
                  <a:pt x="694907" y="89438"/>
                  <a:pt x="696283" y="91382"/>
                  <a:pt x="698280" y="92815"/>
                </a:cubicBezTo>
                <a:cubicBezTo>
                  <a:pt x="700276" y="94249"/>
                  <a:pt x="702809" y="94966"/>
                  <a:pt x="705877" y="94966"/>
                </a:cubicBezTo>
                <a:cubicBezTo>
                  <a:pt x="709383" y="94966"/>
                  <a:pt x="712524" y="94006"/>
                  <a:pt x="715300" y="92087"/>
                </a:cubicBezTo>
                <a:cubicBezTo>
                  <a:pt x="718076" y="90168"/>
                  <a:pt x="719976" y="87787"/>
                  <a:pt x="720998" y="84944"/>
                </a:cubicBezTo>
                <a:cubicBezTo>
                  <a:pt x="722021" y="82101"/>
                  <a:pt x="722532" y="75141"/>
                  <a:pt x="722532" y="64063"/>
                </a:cubicBezTo>
                <a:lnTo>
                  <a:pt x="722532" y="31412"/>
                </a:lnTo>
                <a:lnTo>
                  <a:pt x="743060" y="31412"/>
                </a:lnTo>
                <a:lnTo>
                  <a:pt x="743060" y="108991"/>
                </a:lnTo>
                <a:lnTo>
                  <a:pt x="723993" y="108991"/>
                </a:lnTo>
                <a:close/>
                <a:moveTo>
                  <a:pt x="763106" y="31412"/>
                </a:moveTo>
                <a:lnTo>
                  <a:pt x="782026" y="31412"/>
                </a:lnTo>
                <a:lnTo>
                  <a:pt x="782026" y="42004"/>
                </a:lnTo>
                <a:cubicBezTo>
                  <a:pt x="788795" y="33774"/>
                  <a:pt x="796855" y="29659"/>
                  <a:pt x="806206" y="29659"/>
                </a:cubicBezTo>
                <a:cubicBezTo>
                  <a:pt x="811173" y="29659"/>
                  <a:pt x="815483" y="30686"/>
                  <a:pt x="819136" y="32740"/>
                </a:cubicBezTo>
                <a:cubicBezTo>
                  <a:pt x="822788" y="34795"/>
                  <a:pt x="825783" y="37902"/>
                  <a:pt x="828121" y="42061"/>
                </a:cubicBezTo>
                <a:cubicBezTo>
                  <a:pt x="831530" y="37902"/>
                  <a:pt x="835207" y="34795"/>
                  <a:pt x="839152" y="32740"/>
                </a:cubicBezTo>
                <a:cubicBezTo>
                  <a:pt x="843096" y="30686"/>
                  <a:pt x="847309" y="29659"/>
                  <a:pt x="851789" y="29659"/>
                </a:cubicBezTo>
                <a:cubicBezTo>
                  <a:pt x="857487" y="29659"/>
                  <a:pt x="862309" y="30815"/>
                  <a:pt x="866253" y="33128"/>
                </a:cubicBezTo>
                <a:cubicBezTo>
                  <a:pt x="870198" y="35442"/>
                  <a:pt x="873144" y="38839"/>
                  <a:pt x="875092" y="43319"/>
                </a:cubicBezTo>
                <a:cubicBezTo>
                  <a:pt x="876505" y="46631"/>
                  <a:pt x="877211" y="51988"/>
                  <a:pt x="877211" y="59390"/>
                </a:cubicBezTo>
                <a:lnTo>
                  <a:pt x="877211" y="108991"/>
                </a:lnTo>
                <a:lnTo>
                  <a:pt x="856684" y="108991"/>
                </a:lnTo>
                <a:lnTo>
                  <a:pt x="856684" y="64700"/>
                </a:lnTo>
                <a:cubicBezTo>
                  <a:pt x="856684" y="57014"/>
                  <a:pt x="855977" y="52053"/>
                  <a:pt x="854565" y="49816"/>
                </a:cubicBezTo>
                <a:cubicBezTo>
                  <a:pt x="852666" y="46897"/>
                  <a:pt x="849744" y="45437"/>
                  <a:pt x="845799" y="45437"/>
                </a:cubicBezTo>
                <a:cubicBezTo>
                  <a:pt x="842926" y="45437"/>
                  <a:pt x="840223" y="46313"/>
                  <a:pt x="837690" y="48065"/>
                </a:cubicBezTo>
                <a:cubicBezTo>
                  <a:pt x="835158" y="49815"/>
                  <a:pt x="833332" y="52381"/>
                  <a:pt x="832212" y="55763"/>
                </a:cubicBezTo>
                <a:cubicBezTo>
                  <a:pt x="831092" y="59143"/>
                  <a:pt x="830532" y="64482"/>
                  <a:pt x="830532" y="71779"/>
                </a:cubicBezTo>
                <a:lnTo>
                  <a:pt x="830532" y="108991"/>
                </a:lnTo>
                <a:lnTo>
                  <a:pt x="810004" y="108991"/>
                </a:lnTo>
                <a:lnTo>
                  <a:pt x="810004" y="66524"/>
                </a:lnTo>
                <a:cubicBezTo>
                  <a:pt x="810004" y="58985"/>
                  <a:pt x="809639" y="54121"/>
                  <a:pt x="808909" y="51932"/>
                </a:cubicBezTo>
                <a:cubicBezTo>
                  <a:pt x="808178" y="49742"/>
                  <a:pt x="807046" y="48112"/>
                  <a:pt x="805512" y="47042"/>
                </a:cubicBezTo>
                <a:cubicBezTo>
                  <a:pt x="803978" y="45972"/>
                  <a:pt x="801896" y="45437"/>
                  <a:pt x="799266" y="45437"/>
                </a:cubicBezTo>
                <a:cubicBezTo>
                  <a:pt x="796100" y="45437"/>
                  <a:pt x="793251" y="46289"/>
                  <a:pt x="790719" y="47992"/>
                </a:cubicBezTo>
                <a:cubicBezTo>
                  <a:pt x="788187" y="49693"/>
                  <a:pt x="786372" y="52150"/>
                  <a:pt x="785277" y="55361"/>
                </a:cubicBezTo>
                <a:cubicBezTo>
                  <a:pt x="784181" y="58572"/>
                  <a:pt x="783633" y="63899"/>
                  <a:pt x="783633" y="71341"/>
                </a:cubicBezTo>
                <a:lnTo>
                  <a:pt x="783633" y="108991"/>
                </a:lnTo>
                <a:lnTo>
                  <a:pt x="763106" y="108991"/>
                </a:lnTo>
                <a:lnTo>
                  <a:pt x="763106" y="31412"/>
                </a:lnTo>
                <a:close/>
                <a:moveTo>
                  <a:pt x="895509" y="31412"/>
                </a:moveTo>
                <a:lnTo>
                  <a:pt x="914429" y="31412"/>
                </a:lnTo>
                <a:lnTo>
                  <a:pt x="914429" y="42004"/>
                </a:lnTo>
                <a:cubicBezTo>
                  <a:pt x="921198" y="33774"/>
                  <a:pt x="929258" y="29659"/>
                  <a:pt x="938609" y="29659"/>
                </a:cubicBezTo>
                <a:cubicBezTo>
                  <a:pt x="943576" y="29659"/>
                  <a:pt x="947886" y="30686"/>
                  <a:pt x="951538" y="32740"/>
                </a:cubicBezTo>
                <a:cubicBezTo>
                  <a:pt x="955191" y="34795"/>
                  <a:pt x="958186" y="37902"/>
                  <a:pt x="960524" y="42061"/>
                </a:cubicBezTo>
                <a:cubicBezTo>
                  <a:pt x="963933" y="37902"/>
                  <a:pt x="967610" y="34795"/>
                  <a:pt x="971554" y="32740"/>
                </a:cubicBezTo>
                <a:cubicBezTo>
                  <a:pt x="975499" y="30686"/>
                  <a:pt x="979712" y="29659"/>
                  <a:pt x="984192" y="29659"/>
                </a:cubicBezTo>
                <a:cubicBezTo>
                  <a:pt x="989890" y="29659"/>
                  <a:pt x="994711" y="30815"/>
                  <a:pt x="998656" y="33128"/>
                </a:cubicBezTo>
                <a:cubicBezTo>
                  <a:pt x="1002601" y="35442"/>
                  <a:pt x="1005547" y="38839"/>
                  <a:pt x="1007495" y="43319"/>
                </a:cubicBezTo>
                <a:cubicBezTo>
                  <a:pt x="1008908" y="46631"/>
                  <a:pt x="1009614" y="51988"/>
                  <a:pt x="1009614" y="59390"/>
                </a:cubicBezTo>
                <a:lnTo>
                  <a:pt x="1009614" y="108991"/>
                </a:lnTo>
                <a:lnTo>
                  <a:pt x="989086" y="108991"/>
                </a:lnTo>
                <a:lnTo>
                  <a:pt x="989086" y="64700"/>
                </a:lnTo>
                <a:cubicBezTo>
                  <a:pt x="989086" y="57014"/>
                  <a:pt x="988380" y="52053"/>
                  <a:pt x="986968" y="49816"/>
                </a:cubicBezTo>
                <a:cubicBezTo>
                  <a:pt x="985069" y="46897"/>
                  <a:pt x="982147" y="45437"/>
                  <a:pt x="978202" y="45437"/>
                </a:cubicBezTo>
                <a:cubicBezTo>
                  <a:pt x="975329" y="45437"/>
                  <a:pt x="972626" y="46313"/>
                  <a:pt x="970093" y="48065"/>
                </a:cubicBezTo>
                <a:cubicBezTo>
                  <a:pt x="967561" y="49815"/>
                  <a:pt x="965735" y="52381"/>
                  <a:pt x="964615" y="55763"/>
                </a:cubicBezTo>
                <a:cubicBezTo>
                  <a:pt x="963494" y="59143"/>
                  <a:pt x="962934" y="64482"/>
                  <a:pt x="962934" y="71779"/>
                </a:cubicBezTo>
                <a:lnTo>
                  <a:pt x="962934" y="108991"/>
                </a:lnTo>
                <a:lnTo>
                  <a:pt x="942407" y="108991"/>
                </a:lnTo>
                <a:lnTo>
                  <a:pt x="942407" y="66524"/>
                </a:lnTo>
                <a:cubicBezTo>
                  <a:pt x="942407" y="58985"/>
                  <a:pt x="942042" y="54121"/>
                  <a:pt x="941311" y="51932"/>
                </a:cubicBezTo>
                <a:cubicBezTo>
                  <a:pt x="940581" y="49742"/>
                  <a:pt x="939449" y="48112"/>
                  <a:pt x="937915" y="47042"/>
                </a:cubicBezTo>
                <a:cubicBezTo>
                  <a:pt x="936380" y="45972"/>
                  <a:pt x="934299" y="45437"/>
                  <a:pt x="931669" y="45437"/>
                </a:cubicBezTo>
                <a:cubicBezTo>
                  <a:pt x="928503" y="45437"/>
                  <a:pt x="925654" y="46289"/>
                  <a:pt x="923122" y="47992"/>
                </a:cubicBezTo>
                <a:cubicBezTo>
                  <a:pt x="920589" y="49693"/>
                  <a:pt x="918775" y="52150"/>
                  <a:pt x="917680" y="55361"/>
                </a:cubicBezTo>
                <a:cubicBezTo>
                  <a:pt x="916584" y="58572"/>
                  <a:pt x="916036" y="63899"/>
                  <a:pt x="916036" y="71341"/>
                </a:cubicBezTo>
                <a:lnTo>
                  <a:pt x="916036" y="108991"/>
                </a:lnTo>
                <a:lnTo>
                  <a:pt x="895509" y="108991"/>
                </a:lnTo>
                <a:lnTo>
                  <a:pt x="895509" y="31412"/>
                </a:lnTo>
                <a:close/>
                <a:moveTo>
                  <a:pt x="1044786" y="55372"/>
                </a:moveTo>
                <a:lnTo>
                  <a:pt x="1026158" y="52012"/>
                </a:lnTo>
                <a:cubicBezTo>
                  <a:pt x="1028252" y="44413"/>
                  <a:pt x="1031856" y="38788"/>
                  <a:pt x="1036970" y="35137"/>
                </a:cubicBezTo>
                <a:cubicBezTo>
                  <a:pt x="1042083" y="31485"/>
                  <a:pt x="1049680" y="29659"/>
                  <a:pt x="1059761" y="29659"/>
                </a:cubicBezTo>
                <a:cubicBezTo>
                  <a:pt x="1068917" y="29659"/>
                  <a:pt x="1075735" y="30742"/>
                  <a:pt x="1080215" y="32909"/>
                </a:cubicBezTo>
                <a:cubicBezTo>
                  <a:pt x="1084696" y="35076"/>
                  <a:pt x="1087849" y="37828"/>
                  <a:pt x="1089676" y="41164"/>
                </a:cubicBezTo>
                <a:cubicBezTo>
                  <a:pt x="1091502" y="44500"/>
                  <a:pt x="1092415" y="50624"/>
                  <a:pt x="1092415" y="59536"/>
                </a:cubicBezTo>
                <a:lnTo>
                  <a:pt x="1092196" y="83497"/>
                </a:lnTo>
                <a:cubicBezTo>
                  <a:pt x="1092196" y="90315"/>
                  <a:pt x="1092524" y="95343"/>
                  <a:pt x="1093182" y="98582"/>
                </a:cubicBezTo>
                <a:cubicBezTo>
                  <a:pt x="1093839" y="101820"/>
                  <a:pt x="1095069" y="105290"/>
                  <a:pt x="1096871" y="108991"/>
                </a:cubicBezTo>
                <a:lnTo>
                  <a:pt x="1076563" y="108991"/>
                </a:lnTo>
                <a:cubicBezTo>
                  <a:pt x="1076027" y="107628"/>
                  <a:pt x="1075370" y="105607"/>
                  <a:pt x="1074591" y="102928"/>
                </a:cubicBezTo>
                <a:cubicBezTo>
                  <a:pt x="1074250" y="101711"/>
                  <a:pt x="1074006" y="100907"/>
                  <a:pt x="1073860" y="100518"/>
                </a:cubicBezTo>
                <a:cubicBezTo>
                  <a:pt x="1070354" y="103927"/>
                  <a:pt x="1066604" y="106483"/>
                  <a:pt x="1062610" y="108188"/>
                </a:cubicBezTo>
                <a:cubicBezTo>
                  <a:pt x="1058617" y="109892"/>
                  <a:pt x="1054356" y="110745"/>
                  <a:pt x="1049826" y="110745"/>
                </a:cubicBezTo>
                <a:cubicBezTo>
                  <a:pt x="1041840" y="110745"/>
                  <a:pt x="1035545" y="108587"/>
                  <a:pt x="1030943" y="104271"/>
                </a:cubicBezTo>
                <a:cubicBezTo>
                  <a:pt x="1026341" y="99954"/>
                  <a:pt x="1024040" y="94499"/>
                  <a:pt x="1024040" y="87903"/>
                </a:cubicBezTo>
                <a:cubicBezTo>
                  <a:pt x="1024040" y="83538"/>
                  <a:pt x="1025087" y="79646"/>
                  <a:pt x="1027181" y="76228"/>
                </a:cubicBezTo>
                <a:cubicBezTo>
                  <a:pt x="1029275" y="72809"/>
                  <a:pt x="1032209" y="70189"/>
                  <a:pt x="1035983" y="68371"/>
                </a:cubicBezTo>
                <a:cubicBezTo>
                  <a:pt x="1039758" y="66552"/>
                  <a:pt x="1045200" y="64964"/>
                  <a:pt x="1052310" y="63606"/>
                </a:cubicBezTo>
                <a:cubicBezTo>
                  <a:pt x="1061904" y="61812"/>
                  <a:pt x="1068552" y="60139"/>
                  <a:pt x="1072253" y="58587"/>
                </a:cubicBezTo>
                <a:lnTo>
                  <a:pt x="1072253" y="56518"/>
                </a:lnTo>
                <a:cubicBezTo>
                  <a:pt x="1072253" y="52529"/>
                  <a:pt x="1071279" y="49686"/>
                  <a:pt x="1069331" y="47987"/>
                </a:cubicBezTo>
                <a:cubicBezTo>
                  <a:pt x="1067383" y="46287"/>
                  <a:pt x="1063706" y="45437"/>
                  <a:pt x="1058300" y="45437"/>
                </a:cubicBezTo>
                <a:cubicBezTo>
                  <a:pt x="1054648" y="45437"/>
                  <a:pt x="1051799" y="46173"/>
                  <a:pt x="1049753" y="47643"/>
                </a:cubicBezTo>
                <a:cubicBezTo>
                  <a:pt x="1047708" y="49111"/>
                  <a:pt x="1046052" y="51688"/>
                  <a:pt x="1044786" y="55372"/>
                </a:cubicBezTo>
                <a:moveTo>
                  <a:pt x="1072253" y="72028"/>
                </a:moveTo>
                <a:cubicBezTo>
                  <a:pt x="1069623" y="72894"/>
                  <a:pt x="1065459" y="73929"/>
                  <a:pt x="1059761" y="75132"/>
                </a:cubicBezTo>
                <a:cubicBezTo>
                  <a:pt x="1054063" y="76335"/>
                  <a:pt x="1050338" y="77513"/>
                  <a:pt x="1048585" y="78669"/>
                </a:cubicBezTo>
                <a:cubicBezTo>
                  <a:pt x="1045906" y="80545"/>
                  <a:pt x="1044567" y="82927"/>
                  <a:pt x="1044567" y="85814"/>
                </a:cubicBezTo>
                <a:cubicBezTo>
                  <a:pt x="1044567" y="88654"/>
                  <a:pt x="1045638" y="91109"/>
                  <a:pt x="1047781" y="93178"/>
                </a:cubicBezTo>
                <a:cubicBezTo>
                  <a:pt x="1049924" y="95247"/>
                  <a:pt x="1052651" y="96281"/>
                  <a:pt x="1055963" y="96281"/>
                </a:cubicBezTo>
                <a:cubicBezTo>
                  <a:pt x="1059664" y="96281"/>
                  <a:pt x="1063195" y="95078"/>
                  <a:pt x="1066555" y="92671"/>
                </a:cubicBezTo>
                <a:cubicBezTo>
                  <a:pt x="1069039" y="90844"/>
                  <a:pt x="1070670" y="88606"/>
                  <a:pt x="1071449" y="85958"/>
                </a:cubicBezTo>
                <a:cubicBezTo>
                  <a:pt x="1071985" y="84226"/>
                  <a:pt x="1072253" y="80930"/>
                  <a:pt x="1072253" y="76071"/>
                </a:cubicBezTo>
                <a:lnTo>
                  <a:pt x="1072253" y="72028"/>
                </a:lnTo>
                <a:close/>
                <a:moveTo>
                  <a:pt x="1131679" y="108991"/>
                </a:moveTo>
                <a:lnTo>
                  <a:pt x="1111152" y="108991"/>
                </a:lnTo>
                <a:lnTo>
                  <a:pt x="1111152" y="31412"/>
                </a:lnTo>
                <a:lnTo>
                  <a:pt x="1130218" y="31412"/>
                </a:lnTo>
                <a:lnTo>
                  <a:pt x="1130218" y="42442"/>
                </a:lnTo>
                <a:cubicBezTo>
                  <a:pt x="1133481" y="37231"/>
                  <a:pt x="1136415" y="33798"/>
                  <a:pt x="1139021" y="32142"/>
                </a:cubicBezTo>
                <a:cubicBezTo>
                  <a:pt x="1141626" y="30486"/>
                  <a:pt x="1144585" y="29659"/>
                  <a:pt x="1147896" y="29659"/>
                </a:cubicBezTo>
                <a:cubicBezTo>
                  <a:pt x="1152572" y="29659"/>
                  <a:pt x="1157076" y="30949"/>
                  <a:pt x="1161411" y="33530"/>
                </a:cubicBezTo>
                <a:lnTo>
                  <a:pt x="1155055" y="51428"/>
                </a:lnTo>
                <a:cubicBezTo>
                  <a:pt x="1151598" y="49187"/>
                  <a:pt x="1148383" y="48067"/>
                  <a:pt x="1145413" y="48067"/>
                </a:cubicBezTo>
                <a:cubicBezTo>
                  <a:pt x="1142539" y="48067"/>
                  <a:pt x="1140104" y="48859"/>
                  <a:pt x="1138108" y="50441"/>
                </a:cubicBezTo>
                <a:cubicBezTo>
                  <a:pt x="1136111" y="52024"/>
                  <a:pt x="1134540" y="54885"/>
                  <a:pt x="1133396" y="59025"/>
                </a:cubicBezTo>
                <a:cubicBezTo>
                  <a:pt x="1132251" y="63164"/>
                  <a:pt x="1131679" y="71833"/>
                  <a:pt x="1131679" y="85031"/>
                </a:cubicBezTo>
                <a:lnTo>
                  <a:pt x="1131679" y="108991"/>
                </a:lnTo>
                <a:close/>
                <a:moveTo>
                  <a:pt x="1169627" y="20892"/>
                </a:moveTo>
                <a:lnTo>
                  <a:pt x="1169627" y="1899"/>
                </a:lnTo>
                <a:lnTo>
                  <a:pt x="1190155" y="1899"/>
                </a:lnTo>
                <a:lnTo>
                  <a:pt x="1190155" y="20892"/>
                </a:lnTo>
                <a:lnTo>
                  <a:pt x="1169627" y="20892"/>
                </a:lnTo>
                <a:moveTo>
                  <a:pt x="1169627" y="108991"/>
                </a:moveTo>
                <a:lnTo>
                  <a:pt x="1169627" y="31412"/>
                </a:lnTo>
                <a:lnTo>
                  <a:pt x="1190155" y="31412"/>
                </a:lnTo>
                <a:lnTo>
                  <a:pt x="1190155" y="108991"/>
                </a:lnTo>
                <a:lnTo>
                  <a:pt x="1169627" y="108991"/>
                </a:lnTo>
                <a:close/>
                <a:moveTo>
                  <a:pt x="1256444" y="84300"/>
                </a:moveTo>
                <a:lnTo>
                  <a:pt x="1276898" y="87807"/>
                </a:lnTo>
                <a:cubicBezTo>
                  <a:pt x="1274268" y="95282"/>
                  <a:pt x="1270116" y="100974"/>
                  <a:pt x="1264443" y="104882"/>
                </a:cubicBezTo>
                <a:cubicBezTo>
                  <a:pt x="1258769" y="108791"/>
                  <a:pt x="1251671" y="110745"/>
                  <a:pt x="1243148" y="110745"/>
                </a:cubicBezTo>
                <a:cubicBezTo>
                  <a:pt x="1229658" y="110745"/>
                  <a:pt x="1219675" y="106337"/>
                  <a:pt x="1213198" y="97522"/>
                </a:cubicBezTo>
                <a:cubicBezTo>
                  <a:pt x="1208084" y="90461"/>
                  <a:pt x="1205527" y="81549"/>
                  <a:pt x="1205527" y="70786"/>
                </a:cubicBezTo>
                <a:cubicBezTo>
                  <a:pt x="1205527" y="57929"/>
                  <a:pt x="1208888" y="47860"/>
                  <a:pt x="1215608" y="40580"/>
                </a:cubicBezTo>
                <a:cubicBezTo>
                  <a:pt x="1222329" y="33299"/>
                  <a:pt x="1230827" y="29659"/>
                  <a:pt x="1241103" y="29659"/>
                </a:cubicBezTo>
                <a:cubicBezTo>
                  <a:pt x="1252645" y="29659"/>
                  <a:pt x="1261752" y="33469"/>
                  <a:pt x="1268424" y="41091"/>
                </a:cubicBezTo>
                <a:cubicBezTo>
                  <a:pt x="1275096" y="48713"/>
                  <a:pt x="1278286" y="60388"/>
                  <a:pt x="1277994" y="76119"/>
                </a:cubicBezTo>
                <a:lnTo>
                  <a:pt x="1226566" y="76119"/>
                </a:lnTo>
                <a:cubicBezTo>
                  <a:pt x="1226712" y="82206"/>
                  <a:pt x="1228368" y="86942"/>
                  <a:pt x="1231533" y="90327"/>
                </a:cubicBezTo>
                <a:cubicBezTo>
                  <a:pt x="1234699" y="93712"/>
                  <a:pt x="1238644" y="95404"/>
                  <a:pt x="1243368" y="95404"/>
                </a:cubicBezTo>
                <a:cubicBezTo>
                  <a:pt x="1246582" y="95404"/>
                  <a:pt x="1249285" y="94527"/>
                  <a:pt x="1251476" y="92774"/>
                </a:cubicBezTo>
                <a:cubicBezTo>
                  <a:pt x="1253668" y="91021"/>
                  <a:pt x="1255323" y="88196"/>
                  <a:pt x="1256444" y="84300"/>
                </a:cubicBezTo>
                <a:moveTo>
                  <a:pt x="1257612" y="63554"/>
                </a:moveTo>
                <a:cubicBezTo>
                  <a:pt x="1257466" y="57637"/>
                  <a:pt x="1255932" y="53138"/>
                  <a:pt x="1253010" y="50058"/>
                </a:cubicBezTo>
                <a:cubicBezTo>
                  <a:pt x="1250088" y="46978"/>
                  <a:pt x="1246533" y="45437"/>
                  <a:pt x="1242345" y="45437"/>
                </a:cubicBezTo>
                <a:cubicBezTo>
                  <a:pt x="1237864" y="45437"/>
                  <a:pt x="1234163" y="47062"/>
                  <a:pt x="1231241" y="50311"/>
                </a:cubicBezTo>
                <a:cubicBezTo>
                  <a:pt x="1228319" y="53562"/>
                  <a:pt x="1226882" y="57976"/>
                  <a:pt x="1226931" y="63554"/>
                </a:cubicBezTo>
                <a:lnTo>
                  <a:pt x="1257612" y="63554"/>
                </a:lnTo>
                <a:close/>
                <a:moveTo>
                  <a:pt x="1286869" y="86930"/>
                </a:moveTo>
                <a:lnTo>
                  <a:pt x="1307469" y="83716"/>
                </a:lnTo>
                <a:cubicBezTo>
                  <a:pt x="1308346" y="87685"/>
                  <a:pt x="1310123" y="90698"/>
                  <a:pt x="1312802" y="92756"/>
                </a:cubicBezTo>
                <a:cubicBezTo>
                  <a:pt x="1315480" y="94814"/>
                  <a:pt x="1319230" y="95842"/>
                  <a:pt x="1324051" y="95842"/>
                </a:cubicBezTo>
                <a:cubicBezTo>
                  <a:pt x="1329360" y="95842"/>
                  <a:pt x="1333353" y="94870"/>
                  <a:pt x="1336032" y="92925"/>
                </a:cubicBezTo>
                <a:cubicBezTo>
                  <a:pt x="1337834" y="91563"/>
                  <a:pt x="1338735" y="89739"/>
                  <a:pt x="1338735" y="87453"/>
                </a:cubicBezTo>
                <a:cubicBezTo>
                  <a:pt x="1338735" y="85896"/>
                  <a:pt x="1338248" y="84607"/>
                  <a:pt x="1337274" y="83586"/>
                </a:cubicBezTo>
                <a:cubicBezTo>
                  <a:pt x="1336251" y="82613"/>
                  <a:pt x="1333962" y="81714"/>
                  <a:pt x="1330407" y="80888"/>
                </a:cubicBezTo>
                <a:cubicBezTo>
                  <a:pt x="1313849" y="77241"/>
                  <a:pt x="1303354" y="73910"/>
                  <a:pt x="1298922" y="70893"/>
                </a:cubicBezTo>
                <a:cubicBezTo>
                  <a:pt x="1292786" y="66708"/>
                  <a:pt x="1289718" y="60894"/>
                  <a:pt x="1289718" y="53450"/>
                </a:cubicBezTo>
                <a:cubicBezTo>
                  <a:pt x="1289718" y="46736"/>
                  <a:pt x="1292372" y="41092"/>
                  <a:pt x="1297680" y="36518"/>
                </a:cubicBezTo>
                <a:cubicBezTo>
                  <a:pt x="1302988" y="31945"/>
                  <a:pt x="1311219" y="29659"/>
                  <a:pt x="1322371" y="29659"/>
                </a:cubicBezTo>
                <a:cubicBezTo>
                  <a:pt x="1332988" y="29659"/>
                  <a:pt x="1340877" y="31381"/>
                  <a:pt x="1346040" y="34827"/>
                </a:cubicBezTo>
                <a:cubicBezTo>
                  <a:pt x="1351202" y="38272"/>
                  <a:pt x="1354757" y="43368"/>
                  <a:pt x="1356705" y="50113"/>
                </a:cubicBezTo>
                <a:lnTo>
                  <a:pt x="1337347" y="53765"/>
                </a:lnTo>
                <a:cubicBezTo>
                  <a:pt x="1336519" y="50746"/>
                  <a:pt x="1334948" y="48433"/>
                  <a:pt x="1332635" y="46825"/>
                </a:cubicBezTo>
                <a:cubicBezTo>
                  <a:pt x="1330322" y="45218"/>
                  <a:pt x="1327022" y="44415"/>
                  <a:pt x="1322737" y="44415"/>
                </a:cubicBezTo>
                <a:cubicBezTo>
                  <a:pt x="1317331" y="44415"/>
                  <a:pt x="1313459" y="45169"/>
                  <a:pt x="1311121" y="46677"/>
                </a:cubicBezTo>
                <a:cubicBezTo>
                  <a:pt x="1309563" y="47745"/>
                  <a:pt x="1308784" y="49131"/>
                  <a:pt x="1308784" y="50834"/>
                </a:cubicBezTo>
                <a:cubicBezTo>
                  <a:pt x="1308784" y="52292"/>
                  <a:pt x="1309466" y="53532"/>
                  <a:pt x="1310829" y="54553"/>
                </a:cubicBezTo>
                <a:cubicBezTo>
                  <a:pt x="1312680" y="55915"/>
                  <a:pt x="1319072" y="57836"/>
                  <a:pt x="1330005" y="60317"/>
                </a:cubicBezTo>
                <a:cubicBezTo>
                  <a:pt x="1340938" y="62798"/>
                  <a:pt x="1348572" y="65841"/>
                  <a:pt x="1352906" y="69446"/>
                </a:cubicBezTo>
                <a:cubicBezTo>
                  <a:pt x="1357192" y="73102"/>
                  <a:pt x="1359335" y="78194"/>
                  <a:pt x="1359335" y="84723"/>
                </a:cubicBezTo>
                <a:cubicBezTo>
                  <a:pt x="1359335" y="91837"/>
                  <a:pt x="1356364" y="97953"/>
                  <a:pt x="1350423" y="103070"/>
                </a:cubicBezTo>
                <a:cubicBezTo>
                  <a:pt x="1344481" y="108186"/>
                  <a:pt x="1335691" y="110745"/>
                  <a:pt x="1324051" y="110745"/>
                </a:cubicBezTo>
                <a:cubicBezTo>
                  <a:pt x="1313483" y="110745"/>
                  <a:pt x="1305119" y="108609"/>
                  <a:pt x="1298959" y="104337"/>
                </a:cubicBezTo>
                <a:cubicBezTo>
                  <a:pt x="1292798" y="100063"/>
                  <a:pt x="1288768" y="94261"/>
                  <a:pt x="1286869" y="86930"/>
                </a:cubicBezTo>
                <a:close/>
              </a:path>
            </a:pathLst>
          </a:custGeom>
          <a:solidFill xmlns:a="http://schemas.openxmlformats.org/drawingml/2006/main">
            <a:srgbClr val="2021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66AA7A-C094-4828-8F8A-44A4281E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843" y="1330025"/>
            <a:ext cx="1093344" cy="532977"/>
          </a:xfrm>
          <a:custGeom xmlns:a="http://schemas.openxmlformats.org/drawingml/2006/main">
            <a:pathLst>
              <a:path w="1093344" h="532977">
                <a:moveTo>
                  <a:pt x="0" y="532977"/>
                </a:moveTo>
                <a:lnTo>
                  <a:pt x="0" y="0"/>
                </a:lnTo>
                <a:lnTo>
                  <a:pt x="1093344" y="0"/>
                </a:lnTo>
                <a:lnTo>
                  <a:pt x="1093344" y="532977"/>
                </a:lnTo>
                <a:lnTo>
                  <a:pt x="0" y="532977"/>
                </a:ln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E4A294-E798-4483-A821-D8973B49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5843" y="1330025"/>
            <a:ext cx="1093344" cy="532977"/>
          </a:xfrm>
          <a:custGeom xmlns:a="http://schemas.openxmlformats.org/drawingml/2006/main">
            <a:pathLst>
              <a:path w="1093344" h="532977" fill="none">
                <a:moveTo>
                  <a:pt x="0" y="532977"/>
                </a:moveTo>
                <a:lnTo>
                  <a:pt x="1093344" y="532977"/>
                </a:lnTo>
                <a:lnTo>
                  <a:pt x="1093344" y="0"/>
                </a:lnTo>
                <a:lnTo>
                  <a:pt x="0" y="0"/>
                </a:lnTo>
                <a:lnTo>
                  <a:pt x="0" y="5329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595959"/>
            </a:solidFill>
            <a:round/>
          </a:ln>
        </p:spPr>
      </p:sp>
      <p:sp>
        <p:nvSpPr>
          <p:cNvPr id="86" name="Text Ground">
            <a:extLst xmlns:a="http://schemas.openxmlformats.org/drawingml/2006/main">
              <a:ext uri="{FF2B5EF4-FFF2-40B4-BE49-F238E27FC236}">
                <a16:creationId xmlns:a16="http://schemas.microsoft.com/office/drawing/2014/main" id="{49F42B12-458A-401C-AAD2-925100F0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101" y="1453887"/>
            <a:ext cx="524599" cy="110891"/>
          </a:xfrm>
          <a:custGeom xmlns:a="http://schemas.openxmlformats.org/drawingml/2006/main">
            <a:pathLst>
              <a:path w="524599" h="110891">
                <a:moveTo>
                  <a:pt x="53546" y="69690"/>
                </a:moveTo>
                <a:lnTo>
                  <a:pt x="53546" y="51574"/>
                </a:lnTo>
                <a:lnTo>
                  <a:pt x="100152" y="51574"/>
                </a:lnTo>
                <a:lnTo>
                  <a:pt x="100152" y="94242"/>
                </a:lnTo>
                <a:cubicBezTo>
                  <a:pt x="95623" y="98642"/>
                  <a:pt x="89061" y="102517"/>
                  <a:pt x="80465" y="105866"/>
                </a:cubicBezTo>
                <a:cubicBezTo>
                  <a:pt x="71870" y="109216"/>
                  <a:pt x="63164" y="110891"/>
                  <a:pt x="54350" y="110891"/>
                </a:cubicBezTo>
                <a:cubicBezTo>
                  <a:pt x="43149" y="110891"/>
                  <a:pt x="33384" y="108538"/>
                  <a:pt x="25056" y="103832"/>
                </a:cubicBezTo>
                <a:cubicBezTo>
                  <a:pt x="16729" y="99127"/>
                  <a:pt x="10471" y="92398"/>
                  <a:pt x="6282" y="83645"/>
                </a:cubicBezTo>
                <a:cubicBezTo>
                  <a:pt x="2094" y="74891"/>
                  <a:pt x="0" y="65370"/>
                  <a:pt x="0" y="55080"/>
                </a:cubicBezTo>
                <a:cubicBezTo>
                  <a:pt x="0" y="43913"/>
                  <a:pt x="2338" y="33989"/>
                  <a:pt x="7013" y="25310"/>
                </a:cubicBezTo>
                <a:cubicBezTo>
                  <a:pt x="11688" y="16629"/>
                  <a:pt x="18530" y="9972"/>
                  <a:pt x="27540" y="5340"/>
                </a:cubicBezTo>
                <a:cubicBezTo>
                  <a:pt x="34407" y="1780"/>
                  <a:pt x="42954" y="0"/>
                  <a:pt x="53181" y="0"/>
                </a:cubicBezTo>
                <a:cubicBezTo>
                  <a:pt x="66476" y="0"/>
                  <a:pt x="76861" y="2795"/>
                  <a:pt x="84337" y="8385"/>
                </a:cubicBezTo>
                <a:cubicBezTo>
                  <a:pt x="91812" y="13973"/>
                  <a:pt x="96622" y="21698"/>
                  <a:pt x="98764" y="31558"/>
                </a:cubicBezTo>
                <a:lnTo>
                  <a:pt x="77287" y="35649"/>
                </a:lnTo>
                <a:cubicBezTo>
                  <a:pt x="75778" y="30366"/>
                  <a:pt x="72941" y="26197"/>
                  <a:pt x="68777" y="23141"/>
                </a:cubicBezTo>
                <a:cubicBezTo>
                  <a:pt x="64613" y="20084"/>
                  <a:pt x="59414" y="18555"/>
                  <a:pt x="53181" y="18555"/>
                </a:cubicBezTo>
                <a:cubicBezTo>
                  <a:pt x="43733" y="18555"/>
                  <a:pt x="36221" y="21550"/>
                  <a:pt x="30645" y="27540"/>
                </a:cubicBezTo>
                <a:cubicBezTo>
                  <a:pt x="25069" y="33530"/>
                  <a:pt x="22280" y="42418"/>
                  <a:pt x="22280" y="54204"/>
                </a:cubicBezTo>
                <a:cubicBezTo>
                  <a:pt x="22280" y="66914"/>
                  <a:pt x="25105" y="76447"/>
                  <a:pt x="30754" y="82803"/>
                </a:cubicBezTo>
                <a:cubicBezTo>
                  <a:pt x="36404" y="89158"/>
                  <a:pt x="43806" y="92336"/>
                  <a:pt x="52962" y="92336"/>
                </a:cubicBezTo>
                <a:cubicBezTo>
                  <a:pt x="57491" y="92336"/>
                  <a:pt x="62032" y="91450"/>
                  <a:pt x="66586" y="89679"/>
                </a:cubicBezTo>
                <a:cubicBezTo>
                  <a:pt x="71139" y="87907"/>
                  <a:pt x="75047" y="85759"/>
                  <a:pt x="78310" y="83234"/>
                </a:cubicBezTo>
                <a:lnTo>
                  <a:pt x="78310" y="69690"/>
                </a:lnTo>
                <a:lnTo>
                  <a:pt x="53546" y="69690"/>
                </a:lnTo>
                <a:close/>
                <a:moveTo>
                  <a:pt x="139923" y="108991"/>
                </a:moveTo>
                <a:lnTo>
                  <a:pt x="119396" y="108991"/>
                </a:lnTo>
                <a:lnTo>
                  <a:pt x="119396" y="31412"/>
                </a:lnTo>
                <a:lnTo>
                  <a:pt x="138462" y="31412"/>
                </a:lnTo>
                <a:lnTo>
                  <a:pt x="138462" y="42442"/>
                </a:lnTo>
                <a:cubicBezTo>
                  <a:pt x="141725" y="37231"/>
                  <a:pt x="144659" y="33798"/>
                  <a:pt x="147265" y="32142"/>
                </a:cubicBezTo>
                <a:cubicBezTo>
                  <a:pt x="149870" y="30486"/>
                  <a:pt x="152829" y="29659"/>
                  <a:pt x="156140" y="29659"/>
                </a:cubicBezTo>
                <a:cubicBezTo>
                  <a:pt x="160816" y="29659"/>
                  <a:pt x="165320" y="30949"/>
                  <a:pt x="169655" y="33530"/>
                </a:cubicBezTo>
                <a:lnTo>
                  <a:pt x="163299" y="51428"/>
                </a:lnTo>
                <a:cubicBezTo>
                  <a:pt x="159842" y="49187"/>
                  <a:pt x="156627" y="48067"/>
                  <a:pt x="153657" y="48067"/>
                </a:cubicBezTo>
                <a:cubicBezTo>
                  <a:pt x="150783" y="48067"/>
                  <a:pt x="148348" y="48859"/>
                  <a:pt x="146352" y="50441"/>
                </a:cubicBezTo>
                <a:cubicBezTo>
                  <a:pt x="144355" y="52024"/>
                  <a:pt x="142784" y="54885"/>
                  <a:pt x="141640" y="59025"/>
                </a:cubicBezTo>
                <a:cubicBezTo>
                  <a:pt x="140495" y="63164"/>
                  <a:pt x="139923" y="71833"/>
                  <a:pt x="139923" y="85031"/>
                </a:cubicBezTo>
                <a:lnTo>
                  <a:pt x="139923" y="108991"/>
                </a:lnTo>
                <a:close/>
                <a:moveTo>
                  <a:pt x="173123" y="69106"/>
                </a:moveTo>
                <a:cubicBezTo>
                  <a:pt x="173123" y="62288"/>
                  <a:pt x="174803" y="55689"/>
                  <a:pt x="178163" y="49309"/>
                </a:cubicBezTo>
                <a:cubicBezTo>
                  <a:pt x="181524" y="42929"/>
                  <a:pt x="186284" y="38059"/>
                  <a:pt x="192445" y="34699"/>
                </a:cubicBezTo>
                <a:cubicBezTo>
                  <a:pt x="198605" y="31339"/>
                  <a:pt x="205484" y="29659"/>
                  <a:pt x="213082" y="29659"/>
                </a:cubicBezTo>
                <a:cubicBezTo>
                  <a:pt x="224818" y="29659"/>
                  <a:pt x="234437" y="33469"/>
                  <a:pt x="241937" y="41091"/>
                </a:cubicBezTo>
                <a:cubicBezTo>
                  <a:pt x="249436" y="48713"/>
                  <a:pt x="253186" y="58343"/>
                  <a:pt x="253186" y="69982"/>
                </a:cubicBezTo>
                <a:cubicBezTo>
                  <a:pt x="253186" y="81719"/>
                  <a:pt x="249400" y="91447"/>
                  <a:pt x="241827" y="99166"/>
                </a:cubicBezTo>
                <a:cubicBezTo>
                  <a:pt x="234254" y="106885"/>
                  <a:pt x="224721" y="110745"/>
                  <a:pt x="213228" y="110745"/>
                </a:cubicBezTo>
                <a:cubicBezTo>
                  <a:pt x="206117" y="110745"/>
                  <a:pt x="199336" y="109138"/>
                  <a:pt x="192883" y="105923"/>
                </a:cubicBezTo>
                <a:cubicBezTo>
                  <a:pt x="186430" y="102709"/>
                  <a:pt x="181524" y="97997"/>
                  <a:pt x="178163" y="91788"/>
                </a:cubicBezTo>
                <a:cubicBezTo>
                  <a:pt x="174803" y="85579"/>
                  <a:pt x="173123" y="78018"/>
                  <a:pt x="173123" y="69106"/>
                </a:cubicBezTo>
                <a:moveTo>
                  <a:pt x="194162" y="70202"/>
                </a:moveTo>
                <a:cubicBezTo>
                  <a:pt x="194162" y="77872"/>
                  <a:pt x="195988" y="83746"/>
                  <a:pt x="199640" y="87825"/>
                </a:cubicBezTo>
                <a:cubicBezTo>
                  <a:pt x="203293" y="91904"/>
                  <a:pt x="207798" y="93943"/>
                  <a:pt x="213155" y="93943"/>
                </a:cubicBezTo>
                <a:cubicBezTo>
                  <a:pt x="218512" y="93943"/>
                  <a:pt x="223004" y="91904"/>
                  <a:pt x="226633" y="87825"/>
                </a:cubicBezTo>
                <a:cubicBezTo>
                  <a:pt x="230261" y="83746"/>
                  <a:pt x="232075" y="77823"/>
                  <a:pt x="232075" y="70055"/>
                </a:cubicBezTo>
                <a:cubicBezTo>
                  <a:pt x="232075" y="62483"/>
                  <a:pt x="230261" y="56657"/>
                  <a:pt x="226633" y="52578"/>
                </a:cubicBezTo>
                <a:cubicBezTo>
                  <a:pt x="223004" y="48499"/>
                  <a:pt x="218512" y="46460"/>
                  <a:pt x="213155" y="46460"/>
                </a:cubicBezTo>
                <a:cubicBezTo>
                  <a:pt x="207798" y="46460"/>
                  <a:pt x="203293" y="48499"/>
                  <a:pt x="199640" y="52578"/>
                </a:cubicBezTo>
                <a:cubicBezTo>
                  <a:pt x="195988" y="56657"/>
                  <a:pt x="194162" y="62531"/>
                  <a:pt x="194162" y="70202"/>
                </a:cubicBezTo>
                <a:close/>
                <a:moveTo>
                  <a:pt x="320793" y="108991"/>
                </a:moveTo>
                <a:lnTo>
                  <a:pt x="320793" y="97376"/>
                </a:lnTo>
                <a:cubicBezTo>
                  <a:pt x="317968" y="101516"/>
                  <a:pt x="314254" y="104779"/>
                  <a:pt x="309652" y="107165"/>
                </a:cubicBezTo>
                <a:cubicBezTo>
                  <a:pt x="305050" y="109551"/>
                  <a:pt x="300192" y="110745"/>
                  <a:pt x="295079" y="110745"/>
                </a:cubicBezTo>
                <a:cubicBezTo>
                  <a:pt x="289868" y="110745"/>
                  <a:pt x="285193" y="109600"/>
                  <a:pt x="281053" y="107311"/>
                </a:cubicBezTo>
                <a:cubicBezTo>
                  <a:pt x="276913" y="105022"/>
                  <a:pt x="273918" y="101808"/>
                  <a:pt x="272068" y="97669"/>
                </a:cubicBezTo>
                <a:cubicBezTo>
                  <a:pt x="270217" y="93529"/>
                  <a:pt x="269292" y="87807"/>
                  <a:pt x="269292" y="80502"/>
                </a:cubicBezTo>
                <a:lnTo>
                  <a:pt x="269292" y="31412"/>
                </a:lnTo>
                <a:lnTo>
                  <a:pt x="289819" y="31412"/>
                </a:lnTo>
                <a:lnTo>
                  <a:pt x="289819" y="66978"/>
                </a:lnTo>
                <a:cubicBezTo>
                  <a:pt x="289819" y="77863"/>
                  <a:pt x="290197" y="84532"/>
                  <a:pt x="290951" y="86985"/>
                </a:cubicBezTo>
                <a:cubicBezTo>
                  <a:pt x="291706" y="89438"/>
                  <a:pt x="293082" y="91382"/>
                  <a:pt x="295079" y="92815"/>
                </a:cubicBezTo>
                <a:cubicBezTo>
                  <a:pt x="297075" y="94249"/>
                  <a:pt x="299608" y="94966"/>
                  <a:pt x="302676" y="94966"/>
                </a:cubicBezTo>
                <a:cubicBezTo>
                  <a:pt x="306182" y="94966"/>
                  <a:pt x="309324" y="94006"/>
                  <a:pt x="312099" y="92087"/>
                </a:cubicBezTo>
                <a:cubicBezTo>
                  <a:pt x="314875" y="90168"/>
                  <a:pt x="316775" y="87787"/>
                  <a:pt x="317797" y="84944"/>
                </a:cubicBezTo>
                <a:cubicBezTo>
                  <a:pt x="318820" y="82101"/>
                  <a:pt x="319331" y="75141"/>
                  <a:pt x="319331" y="64063"/>
                </a:cubicBezTo>
                <a:lnTo>
                  <a:pt x="319331" y="31412"/>
                </a:lnTo>
                <a:lnTo>
                  <a:pt x="339859" y="31412"/>
                </a:lnTo>
                <a:lnTo>
                  <a:pt x="339859" y="108991"/>
                </a:lnTo>
                <a:lnTo>
                  <a:pt x="320793" y="108991"/>
                </a:lnTo>
                <a:close/>
                <a:moveTo>
                  <a:pt x="432155" y="108991"/>
                </a:moveTo>
                <a:lnTo>
                  <a:pt x="411628" y="108991"/>
                </a:lnTo>
                <a:lnTo>
                  <a:pt x="411628" y="69444"/>
                </a:lnTo>
                <a:cubicBezTo>
                  <a:pt x="411628" y="61076"/>
                  <a:pt x="411190" y="55665"/>
                  <a:pt x="410313" y="53208"/>
                </a:cubicBezTo>
                <a:cubicBezTo>
                  <a:pt x="409436" y="50752"/>
                  <a:pt x="408012" y="48843"/>
                  <a:pt x="406039" y="47481"/>
                </a:cubicBezTo>
                <a:cubicBezTo>
                  <a:pt x="404067" y="46118"/>
                  <a:pt x="401693" y="45437"/>
                  <a:pt x="398917" y="45437"/>
                </a:cubicBezTo>
                <a:cubicBezTo>
                  <a:pt x="395362" y="45437"/>
                  <a:pt x="392172" y="46411"/>
                  <a:pt x="389347" y="48357"/>
                </a:cubicBezTo>
                <a:cubicBezTo>
                  <a:pt x="386523" y="50302"/>
                  <a:pt x="384587" y="52880"/>
                  <a:pt x="383540" y="56091"/>
                </a:cubicBezTo>
                <a:cubicBezTo>
                  <a:pt x="382493" y="59301"/>
                  <a:pt x="381969" y="65236"/>
                  <a:pt x="381969" y="73895"/>
                </a:cubicBezTo>
                <a:lnTo>
                  <a:pt x="381969" y="108991"/>
                </a:lnTo>
                <a:lnTo>
                  <a:pt x="361442" y="108991"/>
                </a:lnTo>
                <a:lnTo>
                  <a:pt x="361442" y="31412"/>
                </a:lnTo>
                <a:lnTo>
                  <a:pt x="380508" y="31412"/>
                </a:lnTo>
                <a:lnTo>
                  <a:pt x="380508" y="42808"/>
                </a:lnTo>
                <a:cubicBezTo>
                  <a:pt x="387278" y="34042"/>
                  <a:pt x="395800" y="29659"/>
                  <a:pt x="406076" y="29659"/>
                </a:cubicBezTo>
                <a:cubicBezTo>
                  <a:pt x="410605" y="29659"/>
                  <a:pt x="414745" y="30474"/>
                  <a:pt x="418495" y="32106"/>
                </a:cubicBezTo>
                <a:cubicBezTo>
                  <a:pt x="422245" y="33737"/>
                  <a:pt x="425081" y="35819"/>
                  <a:pt x="427005" y="38352"/>
                </a:cubicBezTo>
                <a:cubicBezTo>
                  <a:pt x="428929" y="40884"/>
                  <a:pt x="430268" y="43757"/>
                  <a:pt x="431023" y="46972"/>
                </a:cubicBezTo>
                <a:cubicBezTo>
                  <a:pt x="431778" y="50186"/>
                  <a:pt x="432155" y="54788"/>
                  <a:pt x="432155" y="60778"/>
                </a:cubicBezTo>
                <a:lnTo>
                  <a:pt x="432155" y="108991"/>
                </a:lnTo>
                <a:close/>
                <a:moveTo>
                  <a:pt x="524599" y="108991"/>
                </a:moveTo>
                <a:lnTo>
                  <a:pt x="505532" y="108991"/>
                </a:lnTo>
                <a:lnTo>
                  <a:pt x="505532" y="97596"/>
                </a:lnTo>
                <a:cubicBezTo>
                  <a:pt x="502367" y="102027"/>
                  <a:pt x="498629" y="105327"/>
                  <a:pt x="494319" y="107494"/>
                </a:cubicBezTo>
                <a:cubicBezTo>
                  <a:pt x="490009" y="109661"/>
                  <a:pt x="485663" y="110745"/>
                  <a:pt x="481280" y="110745"/>
                </a:cubicBezTo>
                <a:cubicBezTo>
                  <a:pt x="472368" y="110745"/>
                  <a:pt x="464734" y="107153"/>
                  <a:pt x="458378" y="99970"/>
                </a:cubicBezTo>
                <a:cubicBezTo>
                  <a:pt x="452023" y="92786"/>
                  <a:pt x="448845" y="82766"/>
                  <a:pt x="448845" y="69909"/>
                </a:cubicBezTo>
                <a:cubicBezTo>
                  <a:pt x="448845" y="56760"/>
                  <a:pt x="451938" y="46765"/>
                  <a:pt x="458123" y="39922"/>
                </a:cubicBezTo>
                <a:cubicBezTo>
                  <a:pt x="464308" y="33080"/>
                  <a:pt x="472124" y="29659"/>
                  <a:pt x="481572" y="29659"/>
                </a:cubicBezTo>
                <a:cubicBezTo>
                  <a:pt x="490241" y="29659"/>
                  <a:pt x="497740" y="33262"/>
                  <a:pt x="504071" y="40470"/>
                </a:cubicBezTo>
                <a:lnTo>
                  <a:pt x="504071" y="1899"/>
                </a:lnTo>
                <a:lnTo>
                  <a:pt x="524599" y="1899"/>
                </a:lnTo>
                <a:lnTo>
                  <a:pt x="524599" y="108991"/>
                </a:lnTo>
                <a:moveTo>
                  <a:pt x="469811" y="68560"/>
                </a:moveTo>
                <a:cubicBezTo>
                  <a:pt x="469811" y="76827"/>
                  <a:pt x="470955" y="82808"/>
                  <a:pt x="473244" y="86503"/>
                </a:cubicBezTo>
                <a:cubicBezTo>
                  <a:pt x="476556" y="91853"/>
                  <a:pt x="481182" y="94527"/>
                  <a:pt x="487124" y="94527"/>
                </a:cubicBezTo>
                <a:cubicBezTo>
                  <a:pt x="491848" y="94527"/>
                  <a:pt x="495865" y="92522"/>
                  <a:pt x="499177" y="88510"/>
                </a:cubicBezTo>
                <a:cubicBezTo>
                  <a:pt x="502489" y="84498"/>
                  <a:pt x="504145" y="78505"/>
                  <a:pt x="504145" y="70530"/>
                </a:cubicBezTo>
                <a:cubicBezTo>
                  <a:pt x="504145" y="61630"/>
                  <a:pt x="502537" y="55223"/>
                  <a:pt x="499323" y="51309"/>
                </a:cubicBezTo>
                <a:cubicBezTo>
                  <a:pt x="496109" y="47395"/>
                  <a:pt x="491994" y="45437"/>
                  <a:pt x="486978" y="45437"/>
                </a:cubicBezTo>
                <a:cubicBezTo>
                  <a:pt x="482108" y="45437"/>
                  <a:pt x="478029" y="47370"/>
                  <a:pt x="474742" y="51236"/>
                </a:cubicBezTo>
                <a:cubicBezTo>
                  <a:pt x="471454" y="55101"/>
                  <a:pt x="469811" y="60876"/>
                  <a:pt x="469811" y="68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Checker">
            <a:extLst xmlns:a="http://schemas.openxmlformats.org/drawingml/2006/main">
              <a:ext uri="{FF2B5EF4-FFF2-40B4-BE49-F238E27FC236}">
                <a16:creationId xmlns:a16="http://schemas.microsoft.com/office/drawing/2014/main" id="{4CEEE431-4DF8-4541-BCBA-ED6A019C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7210" y="1633104"/>
            <a:ext cx="582793" cy="110891"/>
          </a:xfrm>
          <a:custGeom xmlns:a="http://schemas.openxmlformats.org/drawingml/2006/main">
            <a:pathLst>
              <a:path w="582793" h="110891">
                <a:moveTo>
                  <a:pt x="72320" y="69544"/>
                </a:moveTo>
                <a:lnTo>
                  <a:pt x="93286" y="76119"/>
                </a:lnTo>
                <a:cubicBezTo>
                  <a:pt x="90071" y="87881"/>
                  <a:pt x="84726" y="96618"/>
                  <a:pt x="77251" y="102328"/>
                </a:cubicBezTo>
                <a:cubicBezTo>
                  <a:pt x="69775" y="108036"/>
                  <a:pt x="60291" y="110891"/>
                  <a:pt x="48798" y="110891"/>
                </a:cubicBezTo>
                <a:cubicBezTo>
                  <a:pt x="34577" y="110891"/>
                  <a:pt x="22889" y="106027"/>
                  <a:pt x="13734" y="96299"/>
                </a:cubicBezTo>
                <a:cubicBezTo>
                  <a:pt x="4578" y="86569"/>
                  <a:pt x="0" y="73269"/>
                  <a:pt x="0" y="56397"/>
                </a:cubicBezTo>
                <a:cubicBezTo>
                  <a:pt x="0" y="38549"/>
                  <a:pt x="4602" y="24687"/>
                  <a:pt x="13807" y="14813"/>
                </a:cubicBezTo>
                <a:cubicBezTo>
                  <a:pt x="23011" y="4938"/>
                  <a:pt x="35113" y="0"/>
                  <a:pt x="50113" y="0"/>
                </a:cubicBezTo>
                <a:cubicBezTo>
                  <a:pt x="63213" y="0"/>
                  <a:pt x="73854" y="3881"/>
                  <a:pt x="82036" y="11642"/>
                </a:cubicBezTo>
                <a:cubicBezTo>
                  <a:pt x="86906" y="16231"/>
                  <a:pt x="90558" y="22821"/>
                  <a:pt x="92993" y="31412"/>
                </a:cubicBezTo>
                <a:lnTo>
                  <a:pt x="71590" y="36525"/>
                </a:lnTo>
                <a:cubicBezTo>
                  <a:pt x="70323" y="30973"/>
                  <a:pt x="67681" y="26590"/>
                  <a:pt x="63664" y="23376"/>
                </a:cubicBezTo>
                <a:cubicBezTo>
                  <a:pt x="59646" y="20162"/>
                  <a:pt x="54764" y="18555"/>
                  <a:pt x="49017" y="18555"/>
                </a:cubicBezTo>
                <a:cubicBezTo>
                  <a:pt x="41079" y="18555"/>
                  <a:pt x="34638" y="21404"/>
                  <a:pt x="29695" y="27102"/>
                </a:cubicBezTo>
                <a:cubicBezTo>
                  <a:pt x="24752" y="32800"/>
                  <a:pt x="22280" y="42028"/>
                  <a:pt x="22280" y="54788"/>
                </a:cubicBezTo>
                <a:cubicBezTo>
                  <a:pt x="22280" y="68327"/>
                  <a:pt x="24715" y="77969"/>
                  <a:pt x="29585" y="83716"/>
                </a:cubicBezTo>
                <a:cubicBezTo>
                  <a:pt x="34456" y="89463"/>
                  <a:pt x="40787" y="92336"/>
                  <a:pt x="48579" y="92336"/>
                </a:cubicBezTo>
                <a:cubicBezTo>
                  <a:pt x="54325" y="92336"/>
                  <a:pt x="59268" y="90504"/>
                  <a:pt x="63408" y="86841"/>
                </a:cubicBezTo>
                <a:cubicBezTo>
                  <a:pt x="67547" y="83176"/>
                  <a:pt x="70518" y="77411"/>
                  <a:pt x="72320" y="69544"/>
                </a:cubicBezTo>
                <a:close/>
                <a:moveTo>
                  <a:pt x="131674" y="1899"/>
                </a:moveTo>
                <a:lnTo>
                  <a:pt x="131674" y="41328"/>
                </a:lnTo>
                <a:cubicBezTo>
                  <a:pt x="138298" y="33548"/>
                  <a:pt x="146211" y="29659"/>
                  <a:pt x="155416" y="29659"/>
                </a:cubicBezTo>
                <a:cubicBezTo>
                  <a:pt x="160140" y="29659"/>
                  <a:pt x="164401" y="30535"/>
                  <a:pt x="168200" y="32288"/>
                </a:cubicBezTo>
                <a:cubicBezTo>
                  <a:pt x="171998" y="34042"/>
                  <a:pt x="174859" y="36282"/>
                  <a:pt x="176783" y="39009"/>
                </a:cubicBezTo>
                <a:cubicBezTo>
                  <a:pt x="178707" y="41736"/>
                  <a:pt x="180022" y="44756"/>
                  <a:pt x="180728" y="48067"/>
                </a:cubicBezTo>
                <a:cubicBezTo>
                  <a:pt x="181434" y="51379"/>
                  <a:pt x="181787" y="56517"/>
                  <a:pt x="181787" y="63481"/>
                </a:cubicBezTo>
                <a:lnTo>
                  <a:pt x="181787" y="108991"/>
                </a:lnTo>
                <a:lnTo>
                  <a:pt x="161260" y="108991"/>
                </a:lnTo>
                <a:lnTo>
                  <a:pt x="161260" y="68058"/>
                </a:lnTo>
                <a:cubicBezTo>
                  <a:pt x="161260" y="59934"/>
                  <a:pt x="160870" y="54778"/>
                  <a:pt x="160091" y="52590"/>
                </a:cubicBezTo>
                <a:cubicBezTo>
                  <a:pt x="159312" y="50400"/>
                  <a:pt x="157936" y="48660"/>
                  <a:pt x="155964" y="47371"/>
                </a:cubicBezTo>
                <a:cubicBezTo>
                  <a:pt x="153991" y="46082"/>
                  <a:pt x="151520" y="45437"/>
                  <a:pt x="148549" y="45437"/>
                </a:cubicBezTo>
                <a:cubicBezTo>
                  <a:pt x="145140" y="45437"/>
                  <a:pt x="142096" y="46265"/>
                  <a:pt x="139418" y="47919"/>
                </a:cubicBezTo>
                <a:cubicBezTo>
                  <a:pt x="136739" y="49573"/>
                  <a:pt x="134779" y="52066"/>
                  <a:pt x="133537" y="55397"/>
                </a:cubicBezTo>
                <a:cubicBezTo>
                  <a:pt x="132295" y="58729"/>
                  <a:pt x="131674" y="63654"/>
                  <a:pt x="131674" y="70174"/>
                </a:cubicBezTo>
                <a:lnTo>
                  <a:pt x="131674" y="108991"/>
                </a:lnTo>
                <a:lnTo>
                  <a:pt x="111147" y="108991"/>
                </a:lnTo>
                <a:lnTo>
                  <a:pt x="111147" y="1899"/>
                </a:lnTo>
                <a:lnTo>
                  <a:pt x="131674" y="1899"/>
                </a:lnTo>
                <a:close/>
                <a:moveTo>
                  <a:pt x="248004" y="84300"/>
                </a:moveTo>
                <a:lnTo>
                  <a:pt x="268459" y="87807"/>
                </a:lnTo>
                <a:cubicBezTo>
                  <a:pt x="265829" y="95282"/>
                  <a:pt x="261677" y="100974"/>
                  <a:pt x="256003" y="104882"/>
                </a:cubicBezTo>
                <a:cubicBezTo>
                  <a:pt x="250330" y="108791"/>
                  <a:pt x="243232" y="110745"/>
                  <a:pt x="234709" y="110745"/>
                </a:cubicBezTo>
                <a:cubicBezTo>
                  <a:pt x="221219" y="110745"/>
                  <a:pt x="211236" y="106337"/>
                  <a:pt x="204758" y="97522"/>
                </a:cubicBezTo>
                <a:cubicBezTo>
                  <a:pt x="199645" y="90461"/>
                  <a:pt x="197088" y="81549"/>
                  <a:pt x="197088" y="70786"/>
                </a:cubicBezTo>
                <a:cubicBezTo>
                  <a:pt x="197088" y="57929"/>
                  <a:pt x="200448" y="47860"/>
                  <a:pt x="207169" y="40580"/>
                </a:cubicBezTo>
                <a:cubicBezTo>
                  <a:pt x="213890" y="33299"/>
                  <a:pt x="222388" y="29659"/>
                  <a:pt x="232664" y="29659"/>
                </a:cubicBezTo>
                <a:cubicBezTo>
                  <a:pt x="244206" y="29659"/>
                  <a:pt x="253313" y="33469"/>
                  <a:pt x="259985" y="41091"/>
                </a:cubicBezTo>
                <a:cubicBezTo>
                  <a:pt x="266657" y="48713"/>
                  <a:pt x="269847" y="60388"/>
                  <a:pt x="269554" y="76119"/>
                </a:cubicBezTo>
                <a:lnTo>
                  <a:pt x="218127" y="76119"/>
                </a:lnTo>
                <a:cubicBezTo>
                  <a:pt x="218273" y="82206"/>
                  <a:pt x="219929" y="86942"/>
                  <a:pt x="223094" y="90327"/>
                </a:cubicBezTo>
                <a:cubicBezTo>
                  <a:pt x="226260" y="93712"/>
                  <a:pt x="230204" y="95404"/>
                  <a:pt x="234928" y="95404"/>
                </a:cubicBezTo>
                <a:cubicBezTo>
                  <a:pt x="238143" y="95404"/>
                  <a:pt x="240845" y="94527"/>
                  <a:pt x="243037" y="92774"/>
                </a:cubicBezTo>
                <a:cubicBezTo>
                  <a:pt x="245228" y="91021"/>
                  <a:pt x="246884" y="88196"/>
                  <a:pt x="248004" y="84300"/>
                </a:cubicBezTo>
                <a:moveTo>
                  <a:pt x="249173" y="63554"/>
                </a:moveTo>
                <a:cubicBezTo>
                  <a:pt x="249027" y="57637"/>
                  <a:pt x="247493" y="53138"/>
                  <a:pt x="244571" y="50058"/>
                </a:cubicBezTo>
                <a:cubicBezTo>
                  <a:pt x="241649" y="46978"/>
                  <a:pt x="238094" y="45437"/>
                  <a:pt x="233906" y="45437"/>
                </a:cubicBezTo>
                <a:cubicBezTo>
                  <a:pt x="229425" y="45437"/>
                  <a:pt x="225724" y="47062"/>
                  <a:pt x="222802" y="50311"/>
                </a:cubicBezTo>
                <a:cubicBezTo>
                  <a:pt x="219880" y="53562"/>
                  <a:pt x="218443" y="57976"/>
                  <a:pt x="218492" y="63554"/>
                </a:cubicBezTo>
                <a:lnTo>
                  <a:pt x="249173" y="63554"/>
                </a:lnTo>
                <a:close/>
                <a:moveTo>
                  <a:pt x="353306" y="54350"/>
                </a:moveTo>
                <a:lnTo>
                  <a:pt x="333071" y="58002"/>
                </a:lnTo>
                <a:cubicBezTo>
                  <a:pt x="332389" y="53984"/>
                  <a:pt x="330843" y="50959"/>
                  <a:pt x="328432" y="48926"/>
                </a:cubicBezTo>
                <a:cubicBezTo>
                  <a:pt x="326022" y="46892"/>
                  <a:pt x="322893" y="45876"/>
                  <a:pt x="319045" y="45876"/>
                </a:cubicBezTo>
                <a:cubicBezTo>
                  <a:pt x="313932" y="45876"/>
                  <a:pt x="309853" y="47636"/>
                  <a:pt x="306809" y="51156"/>
                </a:cubicBezTo>
                <a:cubicBezTo>
                  <a:pt x="303766" y="54676"/>
                  <a:pt x="302244" y="60563"/>
                  <a:pt x="302244" y="68816"/>
                </a:cubicBezTo>
                <a:cubicBezTo>
                  <a:pt x="302244" y="77993"/>
                  <a:pt x="303790" y="84475"/>
                  <a:pt x="306882" y="88263"/>
                </a:cubicBezTo>
                <a:cubicBezTo>
                  <a:pt x="309975" y="92050"/>
                  <a:pt x="314127" y="93943"/>
                  <a:pt x="319338" y="93943"/>
                </a:cubicBezTo>
                <a:cubicBezTo>
                  <a:pt x="323234" y="93943"/>
                  <a:pt x="326423" y="92835"/>
                  <a:pt x="328907" y="90619"/>
                </a:cubicBezTo>
                <a:cubicBezTo>
                  <a:pt x="331391" y="88403"/>
                  <a:pt x="333144" y="84593"/>
                  <a:pt x="334167" y="79187"/>
                </a:cubicBezTo>
                <a:lnTo>
                  <a:pt x="354329" y="82693"/>
                </a:lnTo>
                <a:cubicBezTo>
                  <a:pt x="352235" y="91946"/>
                  <a:pt x="348217" y="98935"/>
                  <a:pt x="342275" y="103659"/>
                </a:cubicBezTo>
                <a:cubicBezTo>
                  <a:pt x="336334" y="108383"/>
                  <a:pt x="328371" y="110745"/>
                  <a:pt x="318388" y="110745"/>
                </a:cubicBezTo>
                <a:cubicBezTo>
                  <a:pt x="307041" y="110745"/>
                  <a:pt x="297995" y="107165"/>
                  <a:pt x="291250" y="100006"/>
                </a:cubicBezTo>
                <a:cubicBezTo>
                  <a:pt x="284505" y="92847"/>
                  <a:pt x="281132" y="82937"/>
                  <a:pt x="281132" y="70275"/>
                </a:cubicBezTo>
                <a:cubicBezTo>
                  <a:pt x="281132" y="57466"/>
                  <a:pt x="284517" y="47495"/>
                  <a:pt x="291286" y="40360"/>
                </a:cubicBezTo>
                <a:cubicBezTo>
                  <a:pt x="298055" y="33226"/>
                  <a:pt x="307211" y="29659"/>
                  <a:pt x="318753" y="29659"/>
                </a:cubicBezTo>
                <a:cubicBezTo>
                  <a:pt x="328201" y="29659"/>
                  <a:pt x="335713" y="31692"/>
                  <a:pt x="341289" y="35758"/>
                </a:cubicBezTo>
                <a:cubicBezTo>
                  <a:pt x="346865" y="39825"/>
                  <a:pt x="350871" y="46022"/>
                  <a:pt x="353306" y="54350"/>
                </a:cubicBezTo>
                <a:close/>
                <a:moveTo>
                  <a:pt x="367514" y="108991"/>
                </a:moveTo>
                <a:lnTo>
                  <a:pt x="367514" y="1899"/>
                </a:lnTo>
                <a:lnTo>
                  <a:pt x="388041" y="1899"/>
                </a:lnTo>
                <a:lnTo>
                  <a:pt x="388041" y="58733"/>
                </a:lnTo>
                <a:lnTo>
                  <a:pt x="412075" y="31412"/>
                </a:lnTo>
                <a:lnTo>
                  <a:pt x="437350" y="31412"/>
                </a:lnTo>
                <a:lnTo>
                  <a:pt x="410833" y="59767"/>
                </a:lnTo>
                <a:lnTo>
                  <a:pt x="439250" y="108991"/>
                </a:lnTo>
                <a:lnTo>
                  <a:pt x="417115" y="108991"/>
                </a:lnTo>
                <a:lnTo>
                  <a:pt x="397611" y="74137"/>
                </a:lnTo>
                <a:lnTo>
                  <a:pt x="388041" y="84154"/>
                </a:lnTo>
                <a:lnTo>
                  <a:pt x="388041" y="108991"/>
                </a:lnTo>
                <a:lnTo>
                  <a:pt x="367514" y="108991"/>
                </a:lnTo>
                <a:close/>
                <a:moveTo>
                  <a:pt x="495754" y="84300"/>
                </a:moveTo>
                <a:lnTo>
                  <a:pt x="516208" y="87807"/>
                </a:lnTo>
                <a:cubicBezTo>
                  <a:pt x="513578" y="95282"/>
                  <a:pt x="509426" y="100974"/>
                  <a:pt x="503753" y="104882"/>
                </a:cubicBezTo>
                <a:cubicBezTo>
                  <a:pt x="498079" y="108791"/>
                  <a:pt x="490981" y="110745"/>
                  <a:pt x="482458" y="110745"/>
                </a:cubicBezTo>
                <a:cubicBezTo>
                  <a:pt x="468968" y="110745"/>
                  <a:pt x="458985" y="106337"/>
                  <a:pt x="452508" y="97522"/>
                </a:cubicBezTo>
                <a:cubicBezTo>
                  <a:pt x="447394" y="90461"/>
                  <a:pt x="444837" y="81549"/>
                  <a:pt x="444837" y="70786"/>
                </a:cubicBezTo>
                <a:cubicBezTo>
                  <a:pt x="444837" y="57929"/>
                  <a:pt x="448198" y="47860"/>
                  <a:pt x="454918" y="40580"/>
                </a:cubicBezTo>
                <a:cubicBezTo>
                  <a:pt x="461639" y="33299"/>
                  <a:pt x="470137" y="29659"/>
                  <a:pt x="480413" y="29659"/>
                </a:cubicBezTo>
                <a:cubicBezTo>
                  <a:pt x="491955" y="29659"/>
                  <a:pt x="501062" y="33469"/>
                  <a:pt x="507734" y="41091"/>
                </a:cubicBezTo>
                <a:cubicBezTo>
                  <a:pt x="514406" y="48713"/>
                  <a:pt x="517596" y="60388"/>
                  <a:pt x="517304" y="76119"/>
                </a:cubicBezTo>
                <a:lnTo>
                  <a:pt x="465876" y="76119"/>
                </a:lnTo>
                <a:cubicBezTo>
                  <a:pt x="466022" y="82206"/>
                  <a:pt x="467678" y="86942"/>
                  <a:pt x="470843" y="90327"/>
                </a:cubicBezTo>
                <a:cubicBezTo>
                  <a:pt x="474009" y="93712"/>
                  <a:pt x="477954" y="95404"/>
                  <a:pt x="482678" y="95404"/>
                </a:cubicBezTo>
                <a:cubicBezTo>
                  <a:pt x="485892" y="95404"/>
                  <a:pt x="488595" y="94527"/>
                  <a:pt x="490786" y="92774"/>
                </a:cubicBezTo>
                <a:cubicBezTo>
                  <a:pt x="492978" y="91021"/>
                  <a:pt x="494634" y="88196"/>
                  <a:pt x="495754" y="84300"/>
                </a:cubicBezTo>
                <a:moveTo>
                  <a:pt x="496922" y="63554"/>
                </a:moveTo>
                <a:cubicBezTo>
                  <a:pt x="496776" y="57637"/>
                  <a:pt x="495242" y="53138"/>
                  <a:pt x="492320" y="50058"/>
                </a:cubicBezTo>
                <a:cubicBezTo>
                  <a:pt x="489398" y="46978"/>
                  <a:pt x="485843" y="45437"/>
                  <a:pt x="481655" y="45437"/>
                </a:cubicBezTo>
                <a:cubicBezTo>
                  <a:pt x="477174" y="45437"/>
                  <a:pt x="473473" y="47062"/>
                  <a:pt x="470551" y="50311"/>
                </a:cubicBezTo>
                <a:cubicBezTo>
                  <a:pt x="467629" y="53562"/>
                  <a:pt x="466193" y="57976"/>
                  <a:pt x="466241" y="63554"/>
                </a:cubicBezTo>
                <a:lnTo>
                  <a:pt x="496922" y="63554"/>
                </a:lnTo>
                <a:close/>
                <a:moveTo>
                  <a:pt x="553061" y="108991"/>
                </a:moveTo>
                <a:lnTo>
                  <a:pt x="532534" y="108991"/>
                </a:lnTo>
                <a:lnTo>
                  <a:pt x="532534" y="31412"/>
                </a:lnTo>
                <a:lnTo>
                  <a:pt x="551600" y="31412"/>
                </a:lnTo>
                <a:lnTo>
                  <a:pt x="551600" y="42442"/>
                </a:lnTo>
                <a:cubicBezTo>
                  <a:pt x="554863" y="37231"/>
                  <a:pt x="557797" y="33798"/>
                  <a:pt x="560403" y="32142"/>
                </a:cubicBezTo>
                <a:cubicBezTo>
                  <a:pt x="563008" y="30486"/>
                  <a:pt x="565967" y="29659"/>
                  <a:pt x="569278" y="29659"/>
                </a:cubicBezTo>
                <a:cubicBezTo>
                  <a:pt x="573954" y="29659"/>
                  <a:pt x="578458" y="30949"/>
                  <a:pt x="582793" y="33530"/>
                </a:cubicBezTo>
                <a:lnTo>
                  <a:pt x="576437" y="51428"/>
                </a:lnTo>
                <a:cubicBezTo>
                  <a:pt x="572980" y="49187"/>
                  <a:pt x="569765" y="48067"/>
                  <a:pt x="566795" y="48067"/>
                </a:cubicBezTo>
                <a:cubicBezTo>
                  <a:pt x="563921" y="48067"/>
                  <a:pt x="561486" y="48859"/>
                  <a:pt x="559490" y="50441"/>
                </a:cubicBezTo>
                <a:cubicBezTo>
                  <a:pt x="557493" y="52024"/>
                  <a:pt x="555922" y="54885"/>
                  <a:pt x="554778" y="59025"/>
                </a:cubicBezTo>
                <a:cubicBezTo>
                  <a:pt x="553633" y="63164"/>
                  <a:pt x="553061" y="71833"/>
                  <a:pt x="553061" y="85031"/>
                </a:cubicBezTo>
                <a:lnTo>
                  <a:pt x="553061" y="1089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ErrorConditions">
            <a:extLst xmlns:a="http://schemas.openxmlformats.org/drawingml/2006/main">
              <a:ext uri="{FF2B5EF4-FFF2-40B4-BE49-F238E27FC236}">
                <a16:creationId xmlns:a16="http://schemas.microsoft.com/office/drawing/2014/main" id="{BD622C79-C51A-468B-AD1D-3BE6A10E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5416" y="2775504"/>
            <a:ext cx="1172541" cy="111122"/>
          </a:xfrm>
          <a:custGeom xmlns:a="http://schemas.openxmlformats.org/drawingml/2006/main">
            <a:pathLst>
              <a:path w="1172541" h="111122">
                <a:moveTo>
                  <a:pt x="0" y="109218"/>
                </a:moveTo>
                <a:lnTo>
                  <a:pt x="0" y="1903"/>
                </a:lnTo>
                <a:lnTo>
                  <a:pt x="79571" y="1903"/>
                </a:lnTo>
                <a:lnTo>
                  <a:pt x="79571" y="20058"/>
                </a:lnTo>
                <a:lnTo>
                  <a:pt x="21668" y="20058"/>
                </a:lnTo>
                <a:lnTo>
                  <a:pt x="21668" y="43775"/>
                </a:lnTo>
                <a:lnTo>
                  <a:pt x="75545" y="43775"/>
                </a:lnTo>
                <a:lnTo>
                  <a:pt x="75545" y="61930"/>
                </a:lnTo>
                <a:lnTo>
                  <a:pt x="21668" y="61930"/>
                </a:lnTo>
                <a:lnTo>
                  <a:pt x="21668" y="91064"/>
                </a:lnTo>
                <a:lnTo>
                  <a:pt x="81621" y="91064"/>
                </a:lnTo>
                <a:lnTo>
                  <a:pt x="81621" y="109218"/>
                </a:lnTo>
                <a:lnTo>
                  <a:pt x="0" y="109218"/>
                </a:lnTo>
                <a:close/>
                <a:moveTo>
                  <a:pt x="119541" y="109218"/>
                </a:moveTo>
                <a:lnTo>
                  <a:pt x="98971" y="109218"/>
                </a:lnTo>
                <a:lnTo>
                  <a:pt x="98971" y="31477"/>
                </a:lnTo>
                <a:lnTo>
                  <a:pt x="118077" y="31477"/>
                </a:lnTo>
                <a:lnTo>
                  <a:pt x="118077" y="42531"/>
                </a:lnTo>
                <a:cubicBezTo>
                  <a:pt x="121347" y="37309"/>
                  <a:pt x="124287" y="33868"/>
                  <a:pt x="126898" y="32209"/>
                </a:cubicBezTo>
                <a:cubicBezTo>
                  <a:pt x="129509" y="30550"/>
                  <a:pt x="132474" y="29720"/>
                  <a:pt x="135792" y="29720"/>
                </a:cubicBezTo>
                <a:cubicBezTo>
                  <a:pt x="140477" y="29720"/>
                  <a:pt x="144991" y="31014"/>
                  <a:pt x="149335" y="33600"/>
                </a:cubicBezTo>
                <a:lnTo>
                  <a:pt x="142966" y="51535"/>
                </a:lnTo>
                <a:cubicBezTo>
                  <a:pt x="139501" y="49290"/>
                  <a:pt x="136280" y="48167"/>
                  <a:pt x="133303" y="48167"/>
                </a:cubicBezTo>
                <a:cubicBezTo>
                  <a:pt x="130424" y="48167"/>
                  <a:pt x="127984" y="48960"/>
                  <a:pt x="125983" y="50546"/>
                </a:cubicBezTo>
                <a:cubicBezTo>
                  <a:pt x="123982" y="52133"/>
                  <a:pt x="122408" y="55000"/>
                  <a:pt x="121261" y="59148"/>
                </a:cubicBezTo>
                <a:cubicBezTo>
                  <a:pt x="120114" y="63296"/>
                  <a:pt x="119541" y="71983"/>
                  <a:pt x="119541" y="85208"/>
                </a:cubicBezTo>
                <a:lnTo>
                  <a:pt x="119541" y="109218"/>
                </a:lnTo>
                <a:close/>
                <a:moveTo>
                  <a:pt x="176960" y="109218"/>
                </a:moveTo>
                <a:lnTo>
                  <a:pt x="156390" y="109218"/>
                </a:lnTo>
                <a:lnTo>
                  <a:pt x="156390" y="31477"/>
                </a:lnTo>
                <a:lnTo>
                  <a:pt x="175496" y="31477"/>
                </a:lnTo>
                <a:lnTo>
                  <a:pt x="175496" y="42531"/>
                </a:lnTo>
                <a:cubicBezTo>
                  <a:pt x="178766" y="37309"/>
                  <a:pt x="181706" y="33868"/>
                  <a:pt x="184317" y="32209"/>
                </a:cubicBezTo>
                <a:cubicBezTo>
                  <a:pt x="186928" y="30550"/>
                  <a:pt x="189893" y="29720"/>
                  <a:pt x="193211" y="29720"/>
                </a:cubicBezTo>
                <a:cubicBezTo>
                  <a:pt x="197896" y="29720"/>
                  <a:pt x="202410" y="31014"/>
                  <a:pt x="206754" y="33600"/>
                </a:cubicBezTo>
                <a:lnTo>
                  <a:pt x="200385" y="51535"/>
                </a:lnTo>
                <a:cubicBezTo>
                  <a:pt x="196920" y="49290"/>
                  <a:pt x="193699" y="48167"/>
                  <a:pt x="190722" y="48167"/>
                </a:cubicBezTo>
                <a:cubicBezTo>
                  <a:pt x="187843" y="48167"/>
                  <a:pt x="185403" y="48960"/>
                  <a:pt x="183402" y="50546"/>
                </a:cubicBezTo>
                <a:cubicBezTo>
                  <a:pt x="181401" y="52133"/>
                  <a:pt x="179827" y="55000"/>
                  <a:pt x="178680" y="59148"/>
                </a:cubicBezTo>
                <a:cubicBezTo>
                  <a:pt x="177534" y="63296"/>
                  <a:pt x="176960" y="71983"/>
                  <a:pt x="176960" y="85208"/>
                </a:cubicBezTo>
                <a:lnTo>
                  <a:pt x="176960" y="109218"/>
                </a:lnTo>
                <a:close/>
                <a:moveTo>
                  <a:pt x="210230" y="69250"/>
                </a:moveTo>
                <a:cubicBezTo>
                  <a:pt x="210230" y="62418"/>
                  <a:pt x="211913" y="55805"/>
                  <a:pt x="215281" y="49412"/>
                </a:cubicBezTo>
                <a:cubicBezTo>
                  <a:pt x="218648" y="43019"/>
                  <a:pt x="223418" y="38139"/>
                  <a:pt x="229592" y="34771"/>
                </a:cubicBezTo>
                <a:cubicBezTo>
                  <a:pt x="235765" y="31404"/>
                  <a:pt x="242659" y="29720"/>
                  <a:pt x="250272" y="29720"/>
                </a:cubicBezTo>
                <a:cubicBezTo>
                  <a:pt x="262033" y="29720"/>
                  <a:pt x="271671" y="33539"/>
                  <a:pt x="279187" y="41177"/>
                </a:cubicBezTo>
                <a:cubicBezTo>
                  <a:pt x="286702" y="48814"/>
                  <a:pt x="290460" y="58465"/>
                  <a:pt x="290460" y="70128"/>
                </a:cubicBezTo>
                <a:cubicBezTo>
                  <a:pt x="290460" y="81889"/>
                  <a:pt x="286666" y="91638"/>
                  <a:pt x="279077" y="99373"/>
                </a:cubicBezTo>
                <a:cubicBezTo>
                  <a:pt x="271488" y="107108"/>
                  <a:pt x="261935" y="110975"/>
                  <a:pt x="250418" y="110975"/>
                </a:cubicBezTo>
                <a:cubicBezTo>
                  <a:pt x="243293" y="110975"/>
                  <a:pt x="236497" y="109365"/>
                  <a:pt x="230031" y="106144"/>
                </a:cubicBezTo>
                <a:cubicBezTo>
                  <a:pt x="223565" y="102923"/>
                  <a:pt x="218648" y="98201"/>
                  <a:pt x="215281" y="91979"/>
                </a:cubicBezTo>
                <a:cubicBezTo>
                  <a:pt x="211913" y="85757"/>
                  <a:pt x="210230" y="78181"/>
                  <a:pt x="210230" y="69250"/>
                </a:cubicBezTo>
                <a:moveTo>
                  <a:pt x="231312" y="70348"/>
                </a:moveTo>
                <a:cubicBezTo>
                  <a:pt x="231312" y="78034"/>
                  <a:pt x="233142" y="83921"/>
                  <a:pt x="236802" y="88008"/>
                </a:cubicBezTo>
                <a:cubicBezTo>
                  <a:pt x="240462" y="92095"/>
                  <a:pt x="244977" y="94139"/>
                  <a:pt x="250345" y="94139"/>
                </a:cubicBezTo>
                <a:cubicBezTo>
                  <a:pt x="255713" y="94139"/>
                  <a:pt x="260215" y="92095"/>
                  <a:pt x="263851" y="88008"/>
                </a:cubicBezTo>
                <a:cubicBezTo>
                  <a:pt x="267486" y="83921"/>
                  <a:pt x="269304" y="77985"/>
                  <a:pt x="269304" y="70201"/>
                </a:cubicBezTo>
                <a:cubicBezTo>
                  <a:pt x="269304" y="62613"/>
                  <a:pt x="267486" y="56775"/>
                  <a:pt x="263851" y="52688"/>
                </a:cubicBezTo>
                <a:cubicBezTo>
                  <a:pt x="260215" y="48601"/>
                  <a:pt x="255713" y="46557"/>
                  <a:pt x="250345" y="46557"/>
                </a:cubicBezTo>
                <a:cubicBezTo>
                  <a:pt x="244977" y="46557"/>
                  <a:pt x="240462" y="48601"/>
                  <a:pt x="236802" y="52688"/>
                </a:cubicBezTo>
                <a:cubicBezTo>
                  <a:pt x="233142" y="56775"/>
                  <a:pt x="231312" y="62662"/>
                  <a:pt x="231312" y="70348"/>
                </a:cubicBezTo>
                <a:close/>
                <a:moveTo>
                  <a:pt x="326280" y="109218"/>
                </a:moveTo>
                <a:lnTo>
                  <a:pt x="305710" y="109218"/>
                </a:lnTo>
                <a:lnTo>
                  <a:pt x="305710" y="31477"/>
                </a:lnTo>
                <a:lnTo>
                  <a:pt x="324816" y="31477"/>
                </a:lnTo>
                <a:lnTo>
                  <a:pt x="324816" y="42531"/>
                </a:lnTo>
                <a:cubicBezTo>
                  <a:pt x="328086" y="37309"/>
                  <a:pt x="331026" y="33868"/>
                  <a:pt x="333637" y="32209"/>
                </a:cubicBezTo>
                <a:cubicBezTo>
                  <a:pt x="336248" y="30550"/>
                  <a:pt x="339212" y="29720"/>
                  <a:pt x="342531" y="29720"/>
                </a:cubicBezTo>
                <a:cubicBezTo>
                  <a:pt x="347216" y="29720"/>
                  <a:pt x="351730" y="31014"/>
                  <a:pt x="356074" y="33600"/>
                </a:cubicBezTo>
                <a:lnTo>
                  <a:pt x="349705" y="51535"/>
                </a:lnTo>
                <a:cubicBezTo>
                  <a:pt x="346240" y="49290"/>
                  <a:pt x="343019" y="48167"/>
                  <a:pt x="340042" y="48167"/>
                </a:cubicBezTo>
                <a:cubicBezTo>
                  <a:pt x="337163" y="48167"/>
                  <a:pt x="334723" y="48960"/>
                  <a:pt x="332722" y="50546"/>
                </a:cubicBezTo>
                <a:cubicBezTo>
                  <a:pt x="330721" y="52133"/>
                  <a:pt x="329147" y="55000"/>
                  <a:pt x="328000" y="59148"/>
                </a:cubicBezTo>
                <a:cubicBezTo>
                  <a:pt x="326853" y="63296"/>
                  <a:pt x="326280" y="71983"/>
                  <a:pt x="326280" y="85208"/>
                </a:cubicBezTo>
                <a:lnTo>
                  <a:pt x="326280" y="109218"/>
                </a:lnTo>
                <a:close/>
                <a:moveTo>
                  <a:pt x="475410" y="69689"/>
                </a:moveTo>
                <a:lnTo>
                  <a:pt x="496419" y="76277"/>
                </a:lnTo>
                <a:cubicBezTo>
                  <a:pt x="493198" y="88064"/>
                  <a:pt x="487842" y="96819"/>
                  <a:pt x="480351" y="102541"/>
                </a:cubicBezTo>
                <a:cubicBezTo>
                  <a:pt x="472860" y="108262"/>
                  <a:pt x="463356" y="111122"/>
                  <a:pt x="451838" y="111122"/>
                </a:cubicBezTo>
                <a:cubicBezTo>
                  <a:pt x="437588" y="111122"/>
                  <a:pt x="425876" y="106248"/>
                  <a:pt x="416701" y="96500"/>
                </a:cubicBezTo>
                <a:cubicBezTo>
                  <a:pt x="407526" y="86750"/>
                  <a:pt x="402939" y="73422"/>
                  <a:pt x="402939" y="56515"/>
                </a:cubicBezTo>
                <a:cubicBezTo>
                  <a:pt x="402939" y="38629"/>
                  <a:pt x="407551" y="24739"/>
                  <a:pt x="416774" y="14844"/>
                </a:cubicBezTo>
                <a:cubicBezTo>
                  <a:pt x="425998" y="4948"/>
                  <a:pt x="438125" y="0"/>
                  <a:pt x="453156" y="0"/>
                </a:cubicBezTo>
                <a:cubicBezTo>
                  <a:pt x="466284" y="0"/>
                  <a:pt x="476947" y="3889"/>
                  <a:pt x="485146" y="11667"/>
                </a:cubicBezTo>
                <a:cubicBezTo>
                  <a:pt x="490026" y="16265"/>
                  <a:pt x="493686" y="22868"/>
                  <a:pt x="496126" y="31477"/>
                </a:cubicBezTo>
                <a:lnTo>
                  <a:pt x="474678" y="36601"/>
                </a:lnTo>
                <a:cubicBezTo>
                  <a:pt x="473409" y="31038"/>
                  <a:pt x="470761" y="26646"/>
                  <a:pt x="466735" y="23425"/>
                </a:cubicBezTo>
                <a:cubicBezTo>
                  <a:pt x="462709" y="20204"/>
                  <a:pt x="457817" y="18593"/>
                  <a:pt x="452058" y="18593"/>
                </a:cubicBezTo>
                <a:cubicBezTo>
                  <a:pt x="444103" y="18593"/>
                  <a:pt x="437649" y="21448"/>
                  <a:pt x="432696" y="27158"/>
                </a:cubicBezTo>
                <a:cubicBezTo>
                  <a:pt x="427742" y="32868"/>
                  <a:pt x="425266" y="42116"/>
                  <a:pt x="425266" y="54902"/>
                </a:cubicBezTo>
                <a:cubicBezTo>
                  <a:pt x="425266" y="68469"/>
                  <a:pt x="427706" y="78132"/>
                  <a:pt x="432586" y="83890"/>
                </a:cubicBezTo>
                <a:cubicBezTo>
                  <a:pt x="437466" y="89649"/>
                  <a:pt x="443810" y="92528"/>
                  <a:pt x="451619" y="92528"/>
                </a:cubicBezTo>
                <a:cubicBezTo>
                  <a:pt x="457377" y="92528"/>
                  <a:pt x="462331" y="90693"/>
                  <a:pt x="466479" y="87022"/>
                </a:cubicBezTo>
                <a:cubicBezTo>
                  <a:pt x="470627" y="83350"/>
                  <a:pt x="473604" y="77572"/>
                  <a:pt x="475410" y="69689"/>
                </a:cubicBezTo>
                <a:close/>
                <a:moveTo>
                  <a:pt x="509333" y="69250"/>
                </a:moveTo>
                <a:cubicBezTo>
                  <a:pt x="509333" y="62418"/>
                  <a:pt x="511016" y="55805"/>
                  <a:pt x="514384" y="49412"/>
                </a:cubicBezTo>
                <a:cubicBezTo>
                  <a:pt x="517751" y="43019"/>
                  <a:pt x="522521" y="38139"/>
                  <a:pt x="528695" y="34771"/>
                </a:cubicBezTo>
                <a:cubicBezTo>
                  <a:pt x="534868" y="31404"/>
                  <a:pt x="541762" y="29720"/>
                  <a:pt x="549375" y="29720"/>
                </a:cubicBezTo>
                <a:cubicBezTo>
                  <a:pt x="561136" y="29720"/>
                  <a:pt x="570774" y="33539"/>
                  <a:pt x="578290" y="41177"/>
                </a:cubicBezTo>
                <a:cubicBezTo>
                  <a:pt x="585805" y="48814"/>
                  <a:pt x="589563" y="58465"/>
                  <a:pt x="589563" y="70128"/>
                </a:cubicBezTo>
                <a:cubicBezTo>
                  <a:pt x="589563" y="81889"/>
                  <a:pt x="585769" y="91638"/>
                  <a:pt x="578180" y="99373"/>
                </a:cubicBezTo>
                <a:cubicBezTo>
                  <a:pt x="570591" y="107108"/>
                  <a:pt x="561038" y="110975"/>
                  <a:pt x="549521" y="110975"/>
                </a:cubicBezTo>
                <a:cubicBezTo>
                  <a:pt x="542396" y="110975"/>
                  <a:pt x="535600" y="109365"/>
                  <a:pt x="529134" y="106144"/>
                </a:cubicBezTo>
                <a:cubicBezTo>
                  <a:pt x="522668" y="102923"/>
                  <a:pt x="517751" y="98201"/>
                  <a:pt x="514384" y="91979"/>
                </a:cubicBezTo>
                <a:cubicBezTo>
                  <a:pt x="511016" y="85757"/>
                  <a:pt x="509333" y="78181"/>
                  <a:pt x="509333" y="69250"/>
                </a:cubicBezTo>
                <a:moveTo>
                  <a:pt x="530415" y="70348"/>
                </a:moveTo>
                <a:cubicBezTo>
                  <a:pt x="530415" y="78034"/>
                  <a:pt x="532245" y="83921"/>
                  <a:pt x="535905" y="88008"/>
                </a:cubicBezTo>
                <a:cubicBezTo>
                  <a:pt x="539566" y="92095"/>
                  <a:pt x="544080" y="94139"/>
                  <a:pt x="549448" y="94139"/>
                </a:cubicBezTo>
                <a:cubicBezTo>
                  <a:pt x="554816" y="94139"/>
                  <a:pt x="559318" y="92095"/>
                  <a:pt x="562954" y="88008"/>
                </a:cubicBezTo>
                <a:cubicBezTo>
                  <a:pt x="566590" y="83921"/>
                  <a:pt x="568407" y="77985"/>
                  <a:pt x="568407" y="70201"/>
                </a:cubicBezTo>
                <a:cubicBezTo>
                  <a:pt x="568407" y="62613"/>
                  <a:pt x="566590" y="56775"/>
                  <a:pt x="562954" y="52688"/>
                </a:cubicBezTo>
                <a:cubicBezTo>
                  <a:pt x="559318" y="48601"/>
                  <a:pt x="554816" y="46557"/>
                  <a:pt x="549448" y="46557"/>
                </a:cubicBezTo>
                <a:cubicBezTo>
                  <a:pt x="544080" y="46557"/>
                  <a:pt x="539566" y="48601"/>
                  <a:pt x="535905" y="52688"/>
                </a:cubicBezTo>
                <a:cubicBezTo>
                  <a:pt x="532245" y="56775"/>
                  <a:pt x="530415" y="62662"/>
                  <a:pt x="530415" y="70348"/>
                </a:cubicBezTo>
                <a:close/>
                <a:moveTo>
                  <a:pt x="676405" y="109218"/>
                </a:moveTo>
                <a:lnTo>
                  <a:pt x="655835" y="109218"/>
                </a:lnTo>
                <a:lnTo>
                  <a:pt x="655835" y="69588"/>
                </a:lnTo>
                <a:cubicBezTo>
                  <a:pt x="655835" y="61204"/>
                  <a:pt x="655396" y="55780"/>
                  <a:pt x="654518" y="53319"/>
                </a:cubicBezTo>
                <a:cubicBezTo>
                  <a:pt x="653639" y="50858"/>
                  <a:pt x="652212" y="48944"/>
                  <a:pt x="650235" y="47579"/>
                </a:cubicBezTo>
                <a:cubicBezTo>
                  <a:pt x="648259" y="46215"/>
                  <a:pt x="645880" y="45532"/>
                  <a:pt x="643098" y="45532"/>
                </a:cubicBezTo>
                <a:cubicBezTo>
                  <a:pt x="639536" y="45532"/>
                  <a:pt x="636339" y="46507"/>
                  <a:pt x="633509" y="48458"/>
                </a:cubicBezTo>
                <a:cubicBezTo>
                  <a:pt x="630678" y="50407"/>
                  <a:pt x="628738" y="52990"/>
                  <a:pt x="627689" y="56208"/>
                </a:cubicBezTo>
                <a:cubicBezTo>
                  <a:pt x="626640" y="59425"/>
                  <a:pt x="626115" y="65372"/>
                  <a:pt x="626115" y="74049"/>
                </a:cubicBezTo>
                <a:lnTo>
                  <a:pt x="626115" y="109218"/>
                </a:lnTo>
                <a:lnTo>
                  <a:pt x="605545" y="109218"/>
                </a:lnTo>
                <a:lnTo>
                  <a:pt x="605545" y="31477"/>
                </a:lnTo>
                <a:lnTo>
                  <a:pt x="624651" y="31477"/>
                </a:lnTo>
                <a:lnTo>
                  <a:pt x="624651" y="42897"/>
                </a:lnTo>
                <a:cubicBezTo>
                  <a:pt x="631435" y="34112"/>
                  <a:pt x="639975" y="29720"/>
                  <a:pt x="650272" y="29720"/>
                </a:cubicBezTo>
                <a:cubicBezTo>
                  <a:pt x="654811" y="29720"/>
                  <a:pt x="658959" y="30538"/>
                  <a:pt x="662717" y="32173"/>
                </a:cubicBezTo>
                <a:cubicBezTo>
                  <a:pt x="666474" y="33807"/>
                  <a:pt x="669317" y="35894"/>
                  <a:pt x="671245" y="38431"/>
                </a:cubicBezTo>
                <a:cubicBezTo>
                  <a:pt x="673172" y="40969"/>
                  <a:pt x="674514" y="43848"/>
                  <a:pt x="675271" y="47069"/>
                </a:cubicBezTo>
                <a:cubicBezTo>
                  <a:pt x="676027" y="50290"/>
                  <a:pt x="676405" y="54902"/>
                  <a:pt x="676405" y="60905"/>
                </a:cubicBezTo>
                <a:lnTo>
                  <a:pt x="676405" y="109218"/>
                </a:lnTo>
                <a:close/>
                <a:moveTo>
                  <a:pt x="769191" y="109218"/>
                </a:moveTo>
                <a:lnTo>
                  <a:pt x="750086" y="109218"/>
                </a:lnTo>
                <a:lnTo>
                  <a:pt x="750086" y="97799"/>
                </a:lnTo>
                <a:cubicBezTo>
                  <a:pt x="746913" y="102240"/>
                  <a:pt x="743168" y="105546"/>
                  <a:pt x="738849" y="107718"/>
                </a:cubicBezTo>
                <a:cubicBezTo>
                  <a:pt x="734530" y="109890"/>
                  <a:pt x="730174" y="110975"/>
                  <a:pt x="725782" y="110975"/>
                </a:cubicBezTo>
                <a:cubicBezTo>
                  <a:pt x="716851" y="110975"/>
                  <a:pt x="709202" y="107376"/>
                  <a:pt x="702833" y="100178"/>
                </a:cubicBezTo>
                <a:cubicBezTo>
                  <a:pt x="696465" y="92980"/>
                  <a:pt x="693280" y="82939"/>
                  <a:pt x="693280" y="70055"/>
                </a:cubicBezTo>
                <a:cubicBezTo>
                  <a:pt x="693280" y="56879"/>
                  <a:pt x="696379" y="46862"/>
                  <a:pt x="702577" y="40005"/>
                </a:cubicBezTo>
                <a:cubicBezTo>
                  <a:pt x="708775" y="33149"/>
                  <a:pt x="716607" y="29720"/>
                  <a:pt x="726075" y="29720"/>
                </a:cubicBezTo>
                <a:cubicBezTo>
                  <a:pt x="734762" y="29720"/>
                  <a:pt x="742277" y="33332"/>
                  <a:pt x="748621" y="40554"/>
                </a:cubicBezTo>
                <a:lnTo>
                  <a:pt x="748621" y="1903"/>
                </a:lnTo>
                <a:lnTo>
                  <a:pt x="769191" y="1903"/>
                </a:lnTo>
                <a:lnTo>
                  <a:pt x="769191" y="109218"/>
                </a:lnTo>
                <a:moveTo>
                  <a:pt x="714289" y="68703"/>
                </a:moveTo>
                <a:cubicBezTo>
                  <a:pt x="714289" y="76987"/>
                  <a:pt x="715436" y="82981"/>
                  <a:pt x="717730" y="86683"/>
                </a:cubicBezTo>
                <a:cubicBezTo>
                  <a:pt x="721048" y="92044"/>
                  <a:pt x="725685" y="94724"/>
                  <a:pt x="731638" y="94724"/>
                </a:cubicBezTo>
                <a:cubicBezTo>
                  <a:pt x="736372" y="94724"/>
                  <a:pt x="740398" y="92714"/>
                  <a:pt x="743717" y="88694"/>
                </a:cubicBezTo>
                <a:cubicBezTo>
                  <a:pt x="747035" y="84674"/>
                  <a:pt x="748695" y="78669"/>
                  <a:pt x="748695" y="70677"/>
                </a:cubicBezTo>
                <a:cubicBezTo>
                  <a:pt x="748695" y="61759"/>
                  <a:pt x="747084" y="55338"/>
                  <a:pt x="743863" y="51416"/>
                </a:cubicBezTo>
                <a:cubicBezTo>
                  <a:pt x="740642" y="47493"/>
                  <a:pt x="736519" y="45532"/>
                  <a:pt x="731492" y="45532"/>
                </a:cubicBezTo>
                <a:cubicBezTo>
                  <a:pt x="726612" y="45532"/>
                  <a:pt x="722525" y="47469"/>
                  <a:pt x="719231" y="51343"/>
                </a:cubicBezTo>
                <a:cubicBezTo>
                  <a:pt x="715936" y="55216"/>
                  <a:pt x="714289" y="61003"/>
                  <a:pt x="714289" y="68703"/>
                </a:cubicBezTo>
                <a:close/>
                <a:moveTo>
                  <a:pt x="789493" y="20936"/>
                </a:moveTo>
                <a:lnTo>
                  <a:pt x="789493" y="1903"/>
                </a:lnTo>
                <a:lnTo>
                  <a:pt x="810063" y="1903"/>
                </a:lnTo>
                <a:lnTo>
                  <a:pt x="810063" y="20936"/>
                </a:lnTo>
                <a:lnTo>
                  <a:pt x="789493" y="20936"/>
                </a:lnTo>
                <a:moveTo>
                  <a:pt x="789493" y="109218"/>
                </a:moveTo>
                <a:lnTo>
                  <a:pt x="789493" y="31477"/>
                </a:lnTo>
                <a:lnTo>
                  <a:pt x="810063" y="31477"/>
                </a:lnTo>
                <a:lnTo>
                  <a:pt x="810063" y="109218"/>
                </a:lnTo>
                <a:lnTo>
                  <a:pt x="789493" y="109218"/>
                </a:lnTo>
                <a:close/>
                <a:moveTo>
                  <a:pt x="867420" y="31477"/>
                </a:moveTo>
                <a:lnTo>
                  <a:pt x="867420" y="47875"/>
                </a:lnTo>
                <a:lnTo>
                  <a:pt x="853365" y="47875"/>
                </a:lnTo>
                <a:lnTo>
                  <a:pt x="853365" y="79155"/>
                </a:lnTo>
                <a:cubicBezTo>
                  <a:pt x="853365" y="85490"/>
                  <a:pt x="853499" y="89182"/>
                  <a:pt x="853767" y="90229"/>
                </a:cubicBezTo>
                <a:cubicBezTo>
                  <a:pt x="854036" y="91275"/>
                  <a:pt x="854646" y="92140"/>
                  <a:pt x="855598" y="92823"/>
                </a:cubicBezTo>
                <a:cubicBezTo>
                  <a:pt x="856549" y="93505"/>
                  <a:pt x="857708" y="93846"/>
                  <a:pt x="859075" y="93846"/>
                </a:cubicBezTo>
                <a:cubicBezTo>
                  <a:pt x="860978" y="93846"/>
                  <a:pt x="863735" y="93187"/>
                  <a:pt x="867347" y="91869"/>
                </a:cubicBezTo>
                <a:lnTo>
                  <a:pt x="869103" y="107887"/>
                </a:lnTo>
                <a:cubicBezTo>
                  <a:pt x="864321" y="109946"/>
                  <a:pt x="858904" y="110975"/>
                  <a:pt x="852852" y="110975"/>
                </a:cubicBezTo>
                <a:cubicBezTo>
                  <a:pt x="849144" y="110975"/>
                  <a:pt x="845801" y="110353"/>
                  <a:pt x="842824" y="109109"/>
                </a:cubicBezTo>
                <a:cubicBezTo>
                  <a:pt x="839847" y="107864"/>
                  <a:pt x="837663" y="106254"/>
                  <a:pt x="836272" y="104277"/>
                </a:cubicBezTo>
                <a:cubicBezTo>
                  <a:pt x="834881" y="102301"/>
                  <a:pt x="833917" y="99629"/>
                  <a:pt x="833381" y="96262"/>
                </a:cubicBezTo>
                <a:cubicBezTo>
                  <a:pt x="832941" y="93870"/>
                  <a:pt x="832722" y="89039"/>
                  <a:pt x="832722" y="81767"/>
                </a:cubicBezTo>
                <a:lnTo>
                  <a:pt x="832722" y="47875"/>
                </a:lnTo>
                <a:lnTo>
                  <a:pt x="823279" y="47875"/>
                </a:lnTo>
                <a:lnTo>
                  <a:pt x="823279" y="31477"/>
                </a:lnTo>
                <a:lnTo>
                  <a:pt x="832722" y="31477"/>
                </a:lnTo>
                <a:lnTo>
                  <a:pt x="832722" y="15958"/>
                </a:lnTo>
                <a:lnTo>
                  <a:pt x="853365" y="3807"/>
                </a:lnTo>
                <a:lnTo>
                  <a:pt x="853365" y="31477"/>
                </a:lnTo>
                <a:lnTo>
                  <a:pt x="867420" y="31477"/>
                </a:lnTo>
                <a:close/>
                <a:moveTo>
                  <a:pt x="881693" y="20936"/>
                </a:moveTo>
                <a:lnTo>
                  <a:pt x="881693" y="1903"/>
                </a:lnTo>
                <a:lnTo>
                  <a:pt x="902263" y="1903"/>
                </a:lnTo>
                <a:lnTo>
                  <a:pt x="902263" y="20936"/>
                </a:lnTo>
                <a:lnTo>
                  <a:pt x="881693" y="20936"/>
                </a:lnTo>
                <a:moveTo>
                  <a:pt x="881693" y="109218"/>
                </a:moveTo>
                <a:lnTo>
                  <a:pt x="881693" y="31477"/>
                </a:lnTo>
                <a:lnTo>
                  <a:pt x="902263" y="31477"/>
                </a:lnTo>
                <a:lnTo>
                  <a:pt x="902263" y="109218"/>
                </a:lnTo>
                <a:lnTo>
                  <a:pt x="881693" y="109218"/>
                </a:lnTo>
                <a:close/>
                <a:moveTo>
                  <a:pt x="918612" y="69250"/>
                </a:moveTo>
                <a:cubicBezTo>
                  <a:pt x="918612" y="62418"/>
                  <a:pt x="920296" y="55805"/>
                  <a:pt x="923663" y="49412"/>
                </a:cubicBezTo>
                <a:cubicBezTo>
                  <a:pt x="927031" y="43019"/>
                  <a:pt x="931801" y="38139"/>
                  <a:pt x="937974" y="34771"/>
                </a:cubicBezTo>
                <a:cubicBezTo>
                  <a:pt x="944148" y="31404"/>
                  <a:pt x="951041" y="29720"/>
                  <a:pt x="958654" y="29720"/>
                </a:cubicBezTo>
                <a:cubicBezTo>
                  <a:pt x="970415" y="29720"/>
                  <a:pt x="980054" y="33539"/>
                  <a:pt x="987569" y="41177"/>
                </a:cubicBezTo>
                <a:cubicBezTo>
                  <a:pt x="995085" y="48814"/>
                  <a:pt x="998842" y="58465"/>
                  <a:pt x="998842" y="70128"/>
                </a:cubicBezTo>
                <a:cubicBezTo>
                  <a:pt x="998842" y="81889"/>
                  <a:pt x="995048" y="91638"/>
                  <a:pt x="987459" y="99373"/>
                </a:cubicBezTo>
                <a:cubicBezTo>
                  <a:pt x="979871" y="107108"/>
                  <a:pt x="970318" y="110975"/>
                  <a:pt x="958801" y="110975"/>
                </a:cubicBezTo>
                <a:cubicBezTo>
                  <a:pt x="951675" y="110975"/>
                  <a:pt x="944880" y="109365"/>
                  <a:pt x="938414" y="106144"/>
                </a:cubicBezTo>
                <a:cubicBezTo>
                  <a:pt x="931947" y="102923"/>
                  <a:pt x="927031" y="98201"/>
                  <a:pt x="923663" y="91979"/>
                </a:cubicBezTo>
                <a:cubicBezTo>
                  <a:pt x="920296" y="85757"/>
                  <a:pt x="918612" y="78181"/>
                  <a:pt x="918612" y="69250"/>
                </a:cubicBezTo>
                <a:moveTo>
                  <a:pt x="939695" y="70348"/>
                </a:moveTo>
                <a:cubicBezTo>
                  <a:pt x="939695" y="78034"/>
                  <a:pt x="941525" y="83921"/>
                  <a:pt x="945185" y="88008"/>
                </a:cubicBezTo>
                <a:cubicBezTo>
                  <a:pt x="948845" y="92095"/>
                  <a:pt x="953359" y="94139"/>
                  <a:pt x="958727" y="94139"/>
                </a:cubicBezTo>
                <a:cubicBezTo>
                  <a:pt x="964096" y="94139"/>
                  <a:pt x="968598" y="92095"/>
                  <a:pt x="972233" y="88008"/>
                </a:cubicBezTo>
                <a:cubicBezTo>
                  <a:pt x="975869" y="83921"/>
                  <a:pt x="977687" y="77985"/>
                  <a:pt x="977687" y="70201"/>
                </a:cubicBezTo>
                <a:cubicBezTo>
                  <a:pt x="977687" y="62613"/>
                  <a:pt x="975869" y="56775"/>
                  <a:pt x="972233" y="52688"/>
                </a:cubicBezTo>
                <a:cubicBezTo>
                  <a:pt x="968598" y="48601"/>
                  <a:pt x="964096" y="46557"/>
                  <a:pt x="958727" y="46557"/>
                </a:cubicBezTo>
                <a:cubicBezTo>
                  <a:pt x="953359" y="46557"/>
                  <a:pt x="948845" y="48601"/>
                  <a:pt x="945185" y="52688"/>
                </a:cubicBezTo>
                <a:cubicBezTo>
                  <a:pt x="941525" y="56775"/>
                  <a:pt x="939695" y="62662"/>
                  <a:pt x="939695" y="70348"/>
                </a:cubicBezTo>
                <a:close/>
                <a:moveTo>
                  <a:pt x="1086285" y="109218"/>
                </a:moveTo>
                <a:lnTo>
                  <a:pt x="1065715" y="109218"/>
                </a:lnTo>
                <a:lnTo>
                  <a:pt x="1065715" y="69588"/>
                </a:lnTo>
                <a:cubicBezTo>
                  <a:pt x="1065715" y="61204"/>
                  <a:pt x="1065275" y="55780"/>
                  <a:pt x="1064397" y="53319"/>
                </a:cubicBezTo>
                <a:cubicBezTo>
                  <a:pt x="1063519" y="50858"/>
                  <a:pt x="1062091" y="48944"/>
                  <a:pt x="1060115" y="47579"/>
                </a:cubicBezTo>
                <a:cubicBezTo>
                  <a:pt x="1058138" y="46215"/>
                  <a:pt x="1055759" y="45532"/>
                  <a:pt x="1052977" y="45532"/>
                </a:cubicBezTo>
                <a:cubicBezTo>
                  <a:pt x="1049415" y="45532"/>
                  <a:pt x="1046218" y="46507"/>
                  <a:pt x="1043388" y="48458"/>
                </a:cubicBezTo>
                <a:cubicBezTo>
                  <a:pt x="1040557" y="50407"/>
                  <a:pt x="1038617" y="52990"/>
                  <a:pt x="1037568" y="56208"/>
                </a:cubicBezTo>
                <a:cubicBezTo>
                  <a:pt x="1036519" y="59425"/>
                  <a:pt x="1035994" y="65372"/>
                  <a:pt x="1035994" y="74049"/>
                </a:cubicBezTo>
                <a:lnTo>
                  <a:pt x="1035994" y="109218"/>
                </a:lnTo>
                <a:lnTo>
                  <a:pt x="1015424" y="109218"/>
                </a:lnTo>
                <a:lnTo>
                  <a:pt x="1015424" y="31477"/>
                </a:lnTo>
                <a:lnTo>
                  <a:pt x="1034530" y="31477"/>
                </a:lnTo>
                <a:lnTo>
                  <a:pt x="1034530" y="42897"/>
                </a:lnTo>
                <a:cubicBezTo>
                  <a:pt x="1041314" y="34112"/>
                  <a:pt x="1049854" y="29720"/>
                  <a:pt x="1060151" y="29720"/>
                </a:cubicBezTo>
                <a:cubicBezTo>
                  <a:pt x="1064690" y="29720"/>
                  <a:pt x="1068838" y="30538"/>
                  <a:pt x="1072596" y="32173"/>
                </a:cubicBezTo>
                <a:cubicBezTo>
                  <a:pt x="1076354" y="33807"/>
                  <a:pt x="1079196" y="35894"/>
                  <a:pt x="1081124" y="38431"/>
                </a:cubicBezTo>
                <a:cubicBezTo>
                  <a:pt x="1083052" y="40969"/>
                  <a:pt x="1084394" y="43848"/>
                  <a:pt x="1085150" y="47069"/>
                </a:cubicBezTo>
                <a:cubicBezTo>
                  <a:pt x="1085906" y="50290"/>
                  <a:pt x="1086285" y="54902"/>
                  <a:pt x="1086285" y="60905"/>
                </a:cubicBezTo>
                <a:lnTo>
                  <a:pt x="1086285" y="109218"/>
                </a:lnTo>
                <a:close/>
                <a:moveTo>
                  <a:pt x="1099924" y="87111"/>
                </a:moveTo>
                <a:lnTo>
                  <a:pt x="1120567" y="83890"/>
                </a:lnTo>
                <a:cubicBezTo>
                  <a:pt x="1121446" y="87868"/>
                  <a:pt x="1123227" y="90887"/>
                  <a:pt x="1125911" y="92949"/>
                </a:cubicBezTo>
                <a:cubicBezTo>
                  <a:pt x="1128595" y="95011"/>
                  <a:pt x="1132353" y="96042"/>
                  <a:pt x="1137184" y="96042"/>
                </a:cubicBezTo>
                <a:cubicBezTo>
                  <a:pt x="1142504" y="96042"/>
                  <a:pt x="1146506" y="95067"/>
                  <a:pt x="1149190" y="93118"/>
                </a:cubicBezTo>
                <a:cubicBezTo>
                  <a:pt x="1150995" y="91754"/>
                  <a:pt x="1151898" y="89926"/>
                  <a:pt x="1151898" y="87635"/>
                </a:cubicBezTo>
                <a:cubicBezTo>
                  <a:pt x="1151898" y="86075"/>
                  <a:pt x="1151410" y="84783"/>
                  <a:pt x="1150434" y="83760"/>
                </a:cubicBezTo>
                <a:cubicBezTo>
                  <a:pt x="1149409" y="82785"/>
                  <a:pt x="1147116" y="81884"/>
                  <a:pt x="1143553" y="81056"/>
                </a:cubicBezTo>
                <a:cubicBezTo>
                  <a:pt x="1126961" y="77402"/>
                  <a:pt x="1116444" y="74064"/>
                  <a:pt x="1112003" y="71041"/>
                </a:cubicBezTo>
                <a:cubicBezTo>
                  <a:pt x="1105854" y="66847"/>
                  <a:pt x="1102779" y="61021"/>
                  <a:pt x="1102779" y="53562"/>
                </a:cubicBezTo>
                <a:cubicBezTo>
                  <a:pt x="1102779" y="46833"/>
                  <a:pt x="1105439" y="41177"/>
                  <a:pt x="1110758" y="36595"/>
                </a:cubicBezTo>
                <a:cubicBezTo>
                  <a:pt x="1116078" y="32012"/>
                  <a:pt x="1124325" y="29720"/>
                  <a:pt x="1135501" y="29720"/>
                </a:cubicBezTo>
                <a:cubicBezTo>
                  <a:pt x="1146140" y="29720"/>
                  <a:pt x="1154046" y="31447"/>
                  <a:pt x="1159219" y="34899"/>
                </a:cubicBezTo>
                <a:cubicBezTo>
                  <a:pt x="1164392" y="38352"/>
                  <a:pt x="1167954" y="43458"/>
                  <a:pt x="1169906" y="50217"/>
                </a:cubicBezTo>
                <a:lnTo>
                  <a:pt x="1150507" y="53877"/>
                </a:lnTo>
                <a:cubicBezTo>
                  <a:pt x="1149678" y="50852"/>
                  <a:pt x="1148104" y="48533"/>
                  <a:pt x="1145786" y="46923"/>
                </a:cubicBezTo>
                <a:cubicBezTo>
                  <a:pt x="1143468" y="45312"/>
                  <a:pt x="1140161" y="44507"/>
                  <a:pt x="1135867" y="44507"/>
                </a:cubicBezTo>
                <a:cubicBezTo>
                  <a:pt x="1130450" y="44507"/>
                  <a:pt x="1126570" y="45263"/>
                  <a:pt x="1124228" y="46774"/>
                </a:cubicBezTo>
                <a:cubicBezTo>
                  <a:pt x="1122666" y="47845"/>
                  <a:pt x="1121885" y="49233"/>
                  <a:pt x="1121885" y="50940"/>
                </a:cubicBezTo>
                <a:cubicBezTo>
                  <a:pt x="1121885" y="52401"/>
                  <a:pt x="1122568" y="53643"/>
                  <a:pt x="1123935" y="54666"/>
                </a:cubicBezTo>
                <a:cubicBezTo>
                  <a:pt x="1125789" y="56031"/>
                  <a:pt x="1132195" y="57957"/>
                  <a:pt x="1143151" y="60443"/>
                </a:cubicBezTo>
                <a:cubicBezTo>
                  <a:pt x="1154107" y="62928"/>
                  <a:pt x="1161756" y="65978"/>
                  <a:pt x="1166100" y="69591"/>
                </a:cubicBezTo>
                <a:cubicBezTo>
                  <a:pt x="1170394" y="73254"/>
                  <a:pt x="1172541" y="78357"/>
                  <a:pt x="1172541" y="84899"/>
                </a:cubicBezTo>
                <a:cubicBezTo>
                  <a:pt x="1172541" y="92029"/>
                  <a:pt x="1169565" y="98157"/>
                  <a:pt x="1163611" y="103284"/>
                </a:cubicBezTo>
                <a:cubicBezTo>
                  <a:pt x="1157657" y="108412"/>
                  <a:pt x="1148848" y="110975"/>
                  <a:pt x="1137184" y="110975"/>
                </a:cubicBezTo>
                <a:cubicBezTo>
                  <a:pt x="1126594" y="110975"/>
                  <a:pt x="1118213" y="108835"/>
                  <a:pt x="1112039" y="104554"/>
                </a:cubicBezTo>
                <a:cubicBezTo>
                  <a:pt x="1105866" y="100272"/>
                  <a:pt x="1101828" y="94457"/>
                  <a:pt x="1099924" y="87111"/>
                </a:cubicBezTo>
                <a:close/>
              </a:path>
            </a:pathLst>
          </a:custGeom>
          <a:solidFill xmlns:a="http://schemas.openxmlformats.org/drawingml/2006/main">
            <a:srgbClr val="2021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628F5-2E54-43D7-AE62-60C68152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02" y="2679740"/>
            <a:ext cx="300644" cy="300618"/>
          </a:xfrm>
          <a:custGeom xmlns:a="http://schemas.openxmlformats.org/drawingml/2006/main">
            <a:pathLst>
              <a:path w="300644" h="300618">
                <a:moveTo>
                  <a:pt x="0" y="150309"/>
                </a:moveTo>
                <a:cubicBezTo>
                  <a:pt x="0" y="67297"/>
                  <a:pt x="67271" y="0"/>
                  <a:pt x="150387" y="0"/>
                </a:cubicBezTo>
                <a:cubicBezTo>
                  <a:pt x="233372" y="0"/>
                  <a:pt x="300644" y="67297"/>
                  <a:pt x="300644" y="150309"/>
                </a:cubicBezTo>
                <a:cubicBezTo>
                  <a:pt x="300644" y="233320"/>
                  <a:pt x="233372" y="300618"/>
                  <a:pt x="150387" y="300618"/>
                </a:cubicBezTo>
                <a:cubicBezTo>
                  <a:pt x="67271" y="300618"/>
                  <a:pt x="0" y="233320"/>
                  <a:pt x="0" y="1503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EFD3CE-EBF8-4854-8489-FC1E8CF9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02" y="2679740"/>
            <a:ext cx="300644" cy="300618"/>
          </a:xfrm>
          <a:custGeom xmlns:a="http://schemas.openxmlformats.org/drawingml/2006/main">
            <a:pathLst>
              <a:path w="300644" h="300618" fill="none">
                <a:moveTo>
                  <a:pt x="0" y="150309"/>
                </a:moveTo>
                <a:cubicBezTo>
                  <a:pt x="0" y="67297"/>
                  <a:pt x="67271" y="0"/>
                  <a:pt x="150387" y="0"/>
                </a:cubicBezTo>
                <a:cubicBezTo>
                  <a:pt x="233372" y="0"/>
                  <a:pt x="300644" y="67297"/>
                  <a:pt x="300644" y="150309"/>
                </a:cubicBezTo>
                <a:cubicBezTo>
                  <a:pt x="300644" y="233320"/>
                  <a:pt x="233372" y="300618"/>
                  <a:pt x="150387" y="300618"/>
                </a:cubicBezTo>
                <a:cubicBezTo>
                  <a:pt x="67271" y="300618"/>
                  <a:pt x="0" y="233320"/>
                  <a:pt x="0" y="1503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9220" cap="flat">
            <a:solidFill>
              <a:srgbClr val="C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7004D-F612-4D82-BCA1-A88A07F5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3783" y="2809835"/>
            <a:ext cx="155150" cy="115806"/>
          </a:xfrm>
          <a:custGeom xmlns:a="http://schemas.openxmlformats.org/drawingml/2006/main">
            <a:pathLst>
              <a:path w="155150" h="115806">
                <a:moveTo>
                  <a:pt x="154531" y="43111"/>
                </a:moveTo>
                <a:cubicBezTo>
                  <a:pt x="152526" y="33136"/>
                  <a:pt x="148181" y="25990"/>
                  <a:pt x="141678" y="21825"/>
                </a:cubicBezTo>
                <a:cubicBezTo>
                  <a:pt x="136290" y="18548"/>
                  <a:pt x="129904" y="17318"/>
                  <a:pt x="123683" y="18355"/>
                </a:cubicBezTo>
                <a:lnTo>
                  <a:pt x="123735" y="15424"/>
                </a:lnTo>
                <a:cubicBezTo>
                  <a:pt x="123966" y="9732"/>
                  <a:pt x="121922" y="4184"/>
                  <a:pt x="118054" y="0"/>
                </a:cubicBezTo>
                <a:lnTo>
                  <a:pt x="36899" y="0"/>
                </a:lnTo>
                <a:cubicBezTo>
                  <a:pt x="33035" y="4186"/>
                  <a:pt x="30985" y="9732"/>
                  <a:pt x="31192" y="15424"/>
                </a:cubicBezTo>
                <a:lnTo>
                  <a:pt x="31398" y="18355"/>
                </a:lnTo>
                <a:cubicBezTo>
                  <a:pt x="25179" y="17322"/>
                  <a:pt x="18793" y="18552"/>
                  <a:pt x="13404" y="21825"/>
                </a:cubicBezTo>
                <a:cubicBezTo>
                  <a:pt x="6823" y="25990"/>
                  <a:pt x="2479" y="33136"/>
                  <a:pt x="551" y="43111"/>
                </a:cubicBezTo>
                <a:cubicBezTo>
                  <a:pt x="0" y="45893"/>
                  <a:pt x="1806" y="48597"/>
                  <a:pt x="4586" y="49152"/>
                </a:cubicBezTo>
                <a:cubicBezTo>
                  <a:pt x="4929" y="49190"/>
                  <a:pt x="5274" y="49190"/>
                  <a:pt x="5615" y="49152"/>
                </a:cubicBezTo>
                <a:cubicBezTo>
                  <a:pt x="8097" y="49203"/>
                  <a:pt x="10261" y="47472"/>
                  <a:pt x="10756" y="45039"/>
                </a:cubicBezTo>
                <a:cubicBezTo>
                  <a:pt x="12144" y="37995"/>
                  <a:pt x="14920" y="33085"/>
                  <a:pt x="19008" y="30463"/>
                </a:cubicBezTo>
                <a:cubicBezTo>
                  <a:pt x="22311" y="28533"/>
                  <a:pt x="26199" y="27858"/>
                  <a:pt x="29958" y="28561"/>
                </a:cubicBezTo>
                <a:cubicBezTo>
                  <a:pt x="30640" y="28689"/>
                  <a:pt x="31336" y="28689"/>
                  <a:pt x="32015" y="28561"/>
                </a:cubicBezTo>
                <a:lnTo>
                  <a:pt x="33763" y="56555"/>
                </a:lnTo>
                <a:cubicBezTo>
                  <a:pt x="34003" y="59885"/>
                  <a:pt x="34641" y="63173"/>
                  <a:pt x="35665" y="66350"/>
                </a:cubicBezTo>
                <a:cubicBezTo>
                  <a:pt x="32996" y="66616"/>
                  <a:pt x="30436" y="67562"/>
                  <a:pt x="28236" y="69101"/>
                </a:cubicBezTo>
                <a:cubicBezTo>
                  <a:pt x="23403" y="72597"/>
                  <a:pt x="20961" y="78741"/>
                  <a:pt x="20961" y="87404"/>
                </a:cubicBezTo>
                <a:lnTo>
                  <a:pt x="20961" y="105399"/>
                </a:lnTo>
                <a:lnTo>
                  <a:pt x="10679" y="105399"/>
                </a:lnTo>
                <a:cubicBezTo>
                  <a:pt x="7840" y="105388"/>
                  <a:pt x="5529" y="107678"/>
                  <a:pt x="5516" y="110519"/>
                </a:cubicBezTo>
                <a:cubicBezTo>
                  <a:pt x="5514" y="111095"/>
                  <a:pt x="5608" y="111667"/>
                  <a:pt x="5795" y="112211"/>
                </a:cubicBezTo>
                <a:cubicBezTo>
                  <a:pt x="6540" y="114388"/>
                  <a:pt x="8639" y="115806"/>
                  <a:pt x="10936" y="115682"/>
                </a:cubicBezTo>
                <a:lnTo>
                  <a:pt x="26103" y="115682"/>
                </a:lnTo>
                <a:cubicBezTo>
                  <a:pt x="28943" y="115682"/>
                  <a:pt x="31244" y="113381"/>
                  <a:pt x="31244" y="110540"/>
                </a:cubicBezTo>
                <a:lnTo>
                  <a:pt x="31244" y="87404"/>
                </a:lnTo>
                <a:cubicBezTo>
                  <a:pt x="31244" y="82417"/>
                  <a:pt x="32298" y="78895"/>
                  <a:pt x="34226" y="77481"/>
                </a:cubicBezTo>
                <a:cubicBezTo>
                  <a:pt x="35987" y="76543"/>
                  <a:pt x="38041" y="76322"/>
                  <a:pt x="39958" y="76864"/>
                </a:cubicBezTo>
                <a:cubicBezTo>
                  <a:pt x="40309" y="76978"/>
                  <a:pt x="40671" y="77055"/>
                  <a:pt x="41038" y="77095"/>
                </a:cubicBezTo>
                <a:cubicBezTo>
                  <a:pt x="49467" y="88614"/>
                  <a:pt x="62963" y="95324"/>
                  <a:pt x="77232" y="95090"/>
                </a:cubicBezTo>
                <a:lnTo>
                  <a:pt x="77721" y="95090"/>
                </a:lnTo>
                <a:cubicBezTo>
                  <a:pt x="91992" y="95320"/>
                  <a:pt x="105485" y="88610"/>
                  <a:pt x="113915" y="77095"/>
                </a:cubicBezTo>
                <a:cubicBezTo>
                  <a:pt x="114300" y="77068"/>
                  <a:pt x="114682" y="76990"/>
                  <a:pt x="115046" y="76864"/>
                </a:cubicBezTo>
                <a:cubicBezTo>
                  <a:pt x="116957" y="76311"/>
                  <a:pt x="119007" y="76534"/>
                  <a:pt x="120753" y="77481"/>
                </a:cubicBezTo>
                <a:cubicBezTo>
                  <a:pt x="122681" y="78895"/>
                  <a:pt x="123735" y="82417"/>
                  <a:pt x="123735" y="87404"/>
                </a:cubicBezTo>
                <a:lnTo>
                  <a:pt x="123735" y="110540"/>
                </a:lnTo>
                <a:cubicBezTo>
                  <a:pt x="123735" y="113381"/>
                  <a:pt x="126038" y="115682"/>
                  <a:pt x="128876" y="115682"/>
                </a:cubicBezTo>
                <a:lnTo>
                  <a:pt x="144094" y="115682"/>
                </a:lnTo>
                <a:cubicBezTo>
                  <a:pt x="146393" y="115806"/>
                  <a:pt x="148492" y="114388"/>
                  <a:pt x="149235" y="112211"/>
                </a:cubicBezTo>
                <a:cubicBezTo>
                  <a:pt x="150159" y="109527"/>
                  <a:pt x="148732" y="106601"/>
                  <a:pt x="146046" y="105677"/>
                </a:cubicBezTo>
                <a:cubicBezTo>
                  <a:pt x="145484" y="105485"/>
                  <a:pt x="144893" y="105390"/>
                  <a:pt x="144300" y="105399"/>
                </a:cubicBezTo>
                <a:lnTo>
                  <a:pt x="134017" y="105399"/>
                </a:lnTo>
                <a:lnTo>
                  <a:pt x="134017" y="87404"/>
                </a:lnTo>
                <a:cubicBezTo>
                  <a:pt x="134017" y="78741"/>
                  <a:pt x="131447" y="72597"/>
                  <a:pt x="126742" y="69101"/>
                </a:cubicBezTo>
                <a:cubicBezTo>
                  <a:pt x="124538" y="67537"/>
                  <a:pt x="121957" y="66586"/>
                  <a:pt x="119262" y="66350"/>
                </a:cubicBezTo>
                <a:cubicBezTo>
                  <a:pt x="120311" y="63179"/>
                  <a:pt x="120952" y="59889"/>
                  <a:pt x="121164" y="56555"/>
                </a:cubicBezTo>
                <a:lnTo>
                  <a:pt x="122912" y="28638"/>
                </a:lnTo>
                <a:cubicBezTo>
                  <a:pt x="123602" y="28766"/>
                  <a:pt x="124307" y="28766"/>
                  <a:pt x="124994" y="28638"/>
                </a:cubicBezTo>
                <a:cubicBezTo>
                  <a:pt x="128850" y="27909"/>
                  <a:pt x="132839" y="28623"/>
                  <a:pt x="136202" y="30643"/>
                </a:cubicBezTo>
                <a:cubicBezTo>
                  <a:pt x="140264" y="33213"/>
                  <a:pt x="143040" y="38175"/>
                  <a:pt x="144454" y="45219"/>
                </a:cubicBezTo>
                <a:cubicBezTo>
                  <a:pt x="144951" y="47652"/>
                  <a:pt x="147114" y="49383"/>
                  <a:pt x="149595" y="49332"/>
                </a:cubicBezTo>
                <a:cubicBezTo>
                  <a:pt x="149929" y="49370"/>
                  <a:pt x="150266" y="49370"/>
                  <a:pt x="150598" y="49332"/>
                </a:cubicBezTo>
                <a:cubicBezTo>
                  <a:pt x="153376" y="48743"/>
                  <a:pt x="155150" y="46013"/>
                  <a:pt x="154559" y="43235"/>
                </a:cubicBezTo>
                <a:cubicBezTo>
                  <a:pt x="154550" y="43194"/>
                  <a:pt x="154541" y="43151"/>
                  <a:pt x="154531" y="43111"/>
                </a:cubicBezTo>
                <a:close/>
                <a:moveTo>
                  <a:pt x="82553" y="84550"/>
                </a:moveTo>
                <a:cubicBezTo>
                  <a:pt x="79130" y="84730"/>
                  <a:pt x="75696" y="84730"/>
                  <a:pt x="72271" y="84550"/>
                </a:cubicBezTo>
                <a:lnTo>
                  <a:pt x="72271" y="10283"/>
                </a:lnTo>
                <a:lnTo>
                  <a:pt x="82553" y="10283"/>
                </a:lnTo>
                <a:lnTo>
                  <a:pt x="82553" y="8455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9153D-752F-4AF2-94DA-4CC4181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750" y="2729252"/>
            <a:ext cx="148916" cy="70300"/>
          </a:xfrm>
          <a:custGeom xmlns:a="http://schemas.openxmlformats.org/drawingml/2006/main">
            <a:pathLst>
              <a:path w="148916" h="70300">
                <a:moveTo>
                  <a:pt x="143775" y="20711"/>
                </a:moveTo>
                <a:lnTo>
                  <a:pt x="128351" y="20711"/>
                </a:lnTo>
                <a:cubicBezTo>
                  <a:pt x="125513" y="20711"/>
                  <a:pt x="123210" y="23014"/>
                  <a:pt x="123210" y="25853"/>
                </a:cubicBezTo>
                <a:lnTo>
                  <a:pt x="123210" y="48989"/>
                </a:lnTo>
                <a:cubicBezTo>
                  <a:pt x="123210" y="54002"/>
                  <a:pt x="122130" y="57524"/>
                  <a:pt x="120177" y="58938"/>
                </a:cubicBezTo>
                <a:cubicBezTo>
                  <a:pt x="119270" y="59538"/>
                  <a:pt x="118206" y="59850"/>
                  <a:pt x="117117" y="59837"/>
                </a:cubicBezTo>
                <a:cubicBezTo>
                  <a:pt x="114253" y="50632"/>
                  <a:pt x="106522" y="43773"/>
                  <a:pt x="97041" y="42022"/>
                </a:cubicBezTo>
                <a:cubicBezTo>
                  <a:pt x="95996" y="37434"/>
                  <a:pt x="93575" y="33271"/>
                  <a:pt x="90100" y="30094"/>
                </a:cubicBezTo>
                <a:cubicBezTo>
                  <a:pt x="89291" y="25300"/>
                  <a:pt x="90327" y="20375"/>
                  <a:pt x="93005" y="16315"/>
                </a:cubicBezTo>
                <a:cubicBezTo>
                  <a:pt x="96270" y="12228"/>
                  <a:pt x="102491" y="10476"/>
                  <a:pt x="111488" y="11183"/>
                </a:cubicBezTo>
                <a:cubicBezTo>
                  <a:pt x="114328" y="11375"/>
                  <a:pt x="116796" y="9255"/>
                  <a:pt x="117002" y="6405"/>
                </a:cubicBezTo>
                <a:cubicBezTo>
                  <a:pt x="117210" y="3556"/>
                  <a:pt x="115074" y="1093"/>
                  <a:pt x="112233" y="900"/>
                </a:cubicBezTo>
                <a:cubicBezTo>
                  <a:pt x="99637" y="0"/>
                  <a:pt x="90434" y="3042"/>
                  <a:pt x="84933" y="9983"/>
                </a:cubicBezTo>
                <a:cubicBezTo>
                  <a:pt x="81750" y="14229"/>
                  <a:pt x="79955" y="19347"/>
                  <a:pt x="79792" y="24644"/>
                </a:cubicBezTo>
                <a:cubicBezTo>
                  <a:pt x="78108" y="24248"/>
                  <a:pt x="76384" y="24040"/>
                  <a:pt x="74651" y="24028"/>
                </a:cubicBezTo>
                <a:cubicBezTo>
                  <a:pt x="73351" y="24030"/>
                  <a:pt x="72050" y="24152"/>
                  <a:pt x="70769" y="24387"/>
                </a:cubicBezTo>
                <a:cubicBezTo>
                  <a:pt x="70555" y="19180"/>
                  <a:pt x="68762" y="14158"/>
                  <a:pt x="65628" y="9983"/>
                </a:cubicBezTo>
                <a:cubicBezTo>
                  <a:pt x="59947" y="3042"/>
                  <a:pt x="50744" y="0"/>
                  <a:pt x="38148" y="900"/>
                </a:cubicBezTo>
                <a:cubicBezTo>
                  <a:pt x="35310" y="1093"/>
                  <a:pt x="33174" y="3556"/>
                  <a:pt x="33380" y="6405"/>
                </a:cubicBezTo>
                <a:cubicBezTo>
                  <a:pt x="33587" y="9255"/>
                  <a:pt x="36055" y="11375"/>
                  <a:pt x="38893" y="11183"/>
                </a:cubicBezTo>
                <a:cubicBezTo>
                  <a:pt x="47891" y="10497"/>
                  <a:pt x="54112" y="12254"/>
                  <a:pt x="57376" y="16315"/>
                </a:cubicBezTo>
                <a:cubicBezTo>
                  <a:pt x="59874" y="19992"/>
                  <a:pt x="60952" y="24450"/>
                  <a:pt x="60410" y="28860"/>
                </a:cubicBezTo>
                <a:cubicBezTo>
                  <a:pt x="56149" y="32134"/>
                  <a:pt x="53158" y="36787"/>
                  <a:pt x="51952" y="42022"/>
                </a:cubicBezTo>
                <a:cubicBezTo>
                  <a:pt x="42477" y="43771"/>
                  <a:pt x="34753" y="50634"/>
                  <a:pt x="31901" y="59837"/>
                </a:cubicBezTo>
                <a:cubicBezTo>
                  <a:pt x="30775" y="59861"/>
                  <a:pt x="29665" y="59548"/>
                  <a:pt x="28714" y="58938"/>
                </a:cubicBezTo>
                <a:cubicBezTo>
                  <a:pt x="26786" y="57524"/>
                  <a:pt x="25706" y="54002"/>
                  <a:pt x="25706" y="48989"/>
                </a:cubicBezTo>
                <a:lnTo>
                  <a:pt x="25706" y="25853"/>
                </a:lnTo>
                <a:cubicBezTo>
                  <a:pt x="25706" y="23014"/>
                  <a:pt x="23405" y="20711"/>
                  <a:pt x="20565" y="20711"/>
                </a:cubicBezTo>
                <a:lnTo>
                  <a:pt x="5141" y="20711"/>
                </a:lnTo>
                <a:cubicBezTo>
                  <a:pt x="2303" y="20711"/>
                  <a:pt x="0" y="23014"/>
                  <a:pt x="0" y="25853"/>
                </a:cubicBezTo>
                <a:cubicBezTo>
                  <a:pt x="0" y="28693"/>
                  <a:pt x="2303" y="30994"/>
                  <a:pt x="5141" y="30994"/>
                </a:cubicBezTo>
                <a:lnTo>
                  <a:pt x="15424" y="30994"/>
                </a:lnTo>
                <a:lnTo>
                  <a:pt x="15424" y="48989"/>
                </a:lnTo>
                <a:cubicBezTo>
                  <a:pt x="15424" y="57627"/>
                  <a:pt x="17866" y="63796"/>
                  <a:pt x="22699" y="67267"/>
                </a:cubicBezTo>
                <a:cubicBezTo>
                  <a:pt x="25083" y="69013"/>
                  <a:pt x="27904" y="70062"/>
                  <a:pt x="30847" y="70300"/>
                </a:cubicBezTo>
                <a:lnTo>
                  <a:pt x="118249" y="70300"/>
                </a:lnTo>
                <a:cubicBezTo>
                  <a:pt x="121125" y="70037"/>
                  <a:pt x="123874" y="68989"/>
                  <a:pt x="126192" y="67267"/>
                </a:cubicBezTo>
                <a:cubicBezTo>
                  <a:pt x="131025" y="63796"/>
                  <a:pt x="133492" y="57627"/>
                  <a:pt x="133492" y="48989"/>
                </a:cubicBezTo>
                <a:lnTo>
                  <a:pt x="133492" y="30994"/>
                </a:lnTo>
                <a:lnTo>
                  <a:pt x="143775" y="30994"/>
                </a:lnTo>
                <a:cubicBezTo>
                  <a:pt x="146615" y="30994"/>
                  <a:pt x="148916" y="28693"/>
                  <a:pt x="148916" y="25853"/>
                </a:cubicBezTo>
                <a:cubicBezTo>
                  <a:pt x="148916" y="23014"/>
                  <a:pt x="146615" y="20711"/>
                  <a:pt x="143775" y="20711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D07FA-3102-4CDC-B46C-06D5984D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25" y="1024836"/>
            <a:ext cx="250904" cy="357656"/>
          </a:xfrm>
          <a:custGeom xmlns:a="http://schemas.openxmlformats.org/drawingml/2006/main">
            <a:pathLst>
              <a:path w="250904" h="357656">
                <a:moveTo>
                  <a:pt x="0" y="0"/>
                </a:moveTo>
                <a:lnTo>
                  <a:pt x="209087" y="0"/>
                </a:lnTo>
                <a:lnTo>
                  <a:pt x="250904" y="41817"/>
                </a:lnTo>
                <a:lnTo>
                  <a:pt x="25090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16E72-2564-4587-AF83-1D26B6CF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25" y="1024836"/>
            <a:ext cx="250904" cy="357656"/>
          </a:xfrm>
          <a:custGeom xmlns:a="http://schemas.openxmlformats.org/drawingml/2006/main">
            <a:pathLst>
              <a:path w="250904" h="357656" fill="none">
                <a:moveTo>
                  <a:pt x="0" y="0"/>
                </a:moveTo>
                <a:lnTo>
                  <a:pt x="209087" y="0"/>
                </a:lnTo>
                <a:lnTo>
                  <a:pt x="250904" y="41817"/>
                </a:lnTo>
                <a:lnTo>
                  <a:pt x="25090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5414E8-1EAE-4E85-8A63-7B479A49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681" y="1024836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32D80-FCBC-4F72-B90A-C40CADB2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681" y="1024836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1C80D0-711C-483F-A9B4-2F3DEE19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77" y="1184833"/>
            <a:ext cx="177399" cy="10"/>
          </a:xfrm>
          <a:custGeom xmlns:a="http://schemas.openxmlformats.org/drawingml/2006/main">
            <a:pathLst>
              <a:path w="177399" h="1" fill="none">
                <a:moveTo>
                  <a:pt x="0" y="0"/>
                </a:moveTo>
                <a:lnTo>
                  <a:pt x="177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A4074-740B-4997-BB1F-F9B63E37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77" y="1257040"/>
            <a:ext cx="177399" cy="10"/>
          </a:xfrm>
          <a:custGeom xmlns:a="http://schemas.openxmlformats.org/drawingml/2006/main">
            <a:pathLst>
              <a:path w="177399" h="1" fill="none">
                <a:moveTo>
                  <a:pt x="0" y="0"/>
                </a:moveTo>
                <a:lnTo>
                  <a:pt x="177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A1C840-E799-4727-B6BB-F55CC127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77" y="1329246"/>
            <a:ext cx="177399" cy="10"/>
          </a:xfrm>
          <a:custGeom xmlns:a="http://schemas.openxmlformats.org/drawingml/2006/main">
            <a:pathLst>
              <a:path w="177399" h="1" fill="none">
                <a:moveTo>
                  <a:pt x="0" y="0"/>
                </a:moveTo>
                <a:lnTo>
                  <a:pt x="177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E6457-91F7-4B93-AC08-913CB8D1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177" y="1112627"/>
            <a:ext cx="177399" cy="10"/>
          </a:xfrm>
          <a:custGeom xmlns:a="http://schemas.openxmlformats.org/drawingml/2006/main">
            <a:pathLst>
              <a:path w="177399" h="1" fill="none">
                <a:moveTo>
                  <a:pt x="0" y="0"/>
                </a:moveTo>
                <a:lnTo>
                  <a:pt x="1773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DFE92-4D08-4152-9376-A74C6E2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724" y="1063927"/>
            <a:ext cx="250774" cy="357785"/>
          </a:xfrm>
          <a:custGeom xmlns:a="http://schemas.openxmlformats.org/drawingml/2006/main">
            <a:pathLst>
              <a:path w="250774" h="357785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84345-7CF7-40BE-B00D-1C2BB73E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724" y="1063927"/>
            <a:ext cx="250774" cy="357785"/>
          </a:xfrm>
          <a:custGeom xmlns:a="http://schemas.openxmlformats.org/drawingml/2006/main">
            <a:pathLst>
              <a:path w="250774" h="357785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AB1BF-B218-4391-80F1-45E8629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980" y="1063927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C72C1-1A12-4EA7-B6CE-D6B67D33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980" y="1063927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0311BD-0391-4DA4-9933-EBE02553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77" y="1224053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F0215B-5B37-4363-8EEB-6B2DC7E8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77" y="1296260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914B0-740F-4D6B-AB5D-5543CD58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77" y="1368466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7BAE0-9B7A-4580-99EF-5DDE2BF0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477" y="115171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9465E-8D40-4A64-849E-4190EA9F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206" y="1104445"/>
            <a:ext cx="250774" cy="357785"/>
          </a:xfrm>
          <a:custGeom xmlns:a="http://schemas.openxmlformats.org/drawingml/2006/main">
            <a:pathLst>
              <a:path w="250774" h="357785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544D9-8762-4F87-917D-B217D49D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1206" y="1104445"/>
            <a:ext cx="250774" cy="357785"/>
          </a:xfrm>
          <a:custGeom xmlns:a="http://schemas.openxmlformats.org/drawingml/2006/main">
            <a:pathLst>
              <a:path w="250774" h="357785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6A196-29F8-4360-ADCA-814EAB14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61" y="1104445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FC21B1-B4ED-40F5-AFCC-3F165EE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1461" y="1104445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5672C-725A-4216-8918-1F5F6D30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958" y="1264442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BF5B9-1D4F-46FD-BF90-F99D9FB9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958" y="1336649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03DCC-307F-47DC-B9B3-3CFF76C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958" y="140898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B23A2-219C-4B76-86D6-16B83D4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7958" y="1192236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1C12BE-E523-42D7-B499-8AAECBF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687" y="1144964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151A3-4EFD-4C71-9DBB-FABE0F45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687" y="1144964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76B9F1-2125-404A-94CB-EAC98111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943" y="1144964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41292-3FA7-4074-A56D-6C6B6EAC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943" y="1144964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B3181-F15A-4E2A-AC45-833F97E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39" y="1304961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E0294-A8B3-4600-9DB5-4DBFCB8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39" y="137716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24C09C-6238-47BF-9473-EB7673F4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39" y="1449374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A8EE55-053B-491A-8ACE-D8366AD0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39" y="123275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41FD6-66FB-4357-93B5-FB6B8FC6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9709" y="1557424"/>
            <a:ext cx="394668" cy="77921"/>
          </a:xfrm>
          <a:custGeom xmlns:a="http://schemas.openxmlformats.org/drawingml/2006/main">
            <a:pathLst>
              <a:path w="394668" h="77921">
                <a:moveTo>
                  <a:pt x="0" y="29220"/>
                </a:moveTo>
                <a:lnTo>
                  <a:pt x="0" y="48700"/>
                </a:lnTo>
                <a:lnTo>
                  <a:pt x="316747" y="48700"/>
                </a:lnTo>
                <a:lnTo>
                  <a:pt x="316747" y="77921"/>
                </a:lnTo>
                <a:lnTo>
                  <a:pt x="394668" y="38960"/>
                </a:lnTo>
                <a:lnTo>
                  <a:pt x="316747" y="0"/>
                </a:lnTo>
                <a:lnTo>
                  <a:pt x="316747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Discarded">
            <a:extLst xmlns:a="http://schemas.openxmlformats.org/drawingml/2006/main">
              <a:ext uri="{FF2B5EF4-FFF2-40B4-BE49-F238E27FC236}">
                <a16:creationId xmlns:a16="http://schemas.microsoft.com/office/drawing/2014/main" id="{52AF5E7D-C101-434C-84AC-971A68A9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553" y="2766410"/>
            <a:ext cx="700325" cy="108845"/>
          </a:xfrm>
          <a:custGeom xmlns:a="http://schemas.openxmlformats.org/drawingml/2006/main">
            <a:pathLst>
              <a:path w="700325" h="108845">
                <a:moveTo>
                  <a:pt x="0" y="0"/>
                </a:moveTo>
                <a:lnTo>
                  <a:pt x="39520" y="0"/>
                </a:lnTo>
                <a:cubicBezTo>
                  <a:pt x="48433" y="0"/>
                  <a:pt x="55226" y="682"/>
                  <a:pt x="59901" y="2045"/>
                </a:cubicBezTo>
                <a:cubicBezTo>
                  <a:pt x="66184" y="3896"/>
                  <a:pt x="71565" y="7183"/>
                  <a:pt x="76046" y="11907"/>
                </a:cubicBezTo>
                <a:cubicBezTo>
                  <a:pt x="80526" y="16631"/>
                  <a:pt x="83935" y="22414"/>
                  <a:pt x="86273" y="29257"/>
                </a:cubicBezTo>
                <a:cubicBezTo>
                  <a:pt x="88610" y="36099"/>
                  <a:pt x="89779" y="44536"/>
                  <a:pt x="89779" y="54569"/>
                </a:cubicBezTo>
                <a:cubicBezTo>
                  <a:pt x="89779" y="63384"/>
                  <a:pt x="88683" y="70981"/>
                  <a:pt x="86492" y="77361"/>
                </a:cubicBezTo>
                <a:cubicBezTo>
                  <a:pt x="83813" y="85153"/>
                  <a:pt x="79990" y="91459"/>
                  <a:pt x="75023" y="96281"/>
                </a:cubicBezTo>
                <a:cubicBezTo>
                  <a:pt x="71273" y="99933"/>
                  <a:pt x="66208" y="102782"/>
                  <a:pt x="59828" y="104828"/>
                </a:cubicBezTo>
                <a:cubicBezTo>
                  <a:pt x="55056" y="106337"/>
                  <a:pt x="48676" y="107092"/>
                  <a:pt x="40689" y="107092"/>
                </a:cubicBezTo>
                <a:lnTo>
                  <a:pt x="0" y="107092"/>
                </a:lnTo>
                <a:lnTo>
                  <a:pt x="0" y="0"/>
                </a:lnTo>
                <a:moveTo>
                  <a:pt x="21623" y="18117"/>
                </a:moveTo>
                <a:lnTo>
                  <a:pt x="21623" y="88976"/>
                </a:lnTo>
                <a:lnTo>
                  <a:pt x="37767" y="88976"/>
                </a:lnTo>
                <a:cubicBezTo>
                  <a:pt x="43806" y="88976"/>
                  <a:pt x="48165" y="88635"/>
                  <a:pt x="50843" y="87953"/>
                </a:cubicBezTo>
                <a:cubicBezTo>
                  <a:pt x="54350" y="87078"/>
                  <a:pt x="57259" y="85595"/>
                  <a:pt x="59573" y="83504"/>
                </a:cubicBezTo>
                <a:cubicBezTo>
                  <a:pt x="61886" y="81411"/>
                  <a:pt x="63773" y="77969"/>
                  <a:pt x="65234" y="73176"/>
                </a:cubicBezTo>
                <a:cubicBezTo>
                  <a:pt x="66695" y="68384"/>
                  <a:pt x="67426" y="61853"/>
                  <a:pt x="67426" y="53583"/>
                </a:cubicBezTo>
                <a:cubicBezTo>
                  <a:pt x="67426" y="45313"/>
                  <a:pt x="66695" y="38964"/>
                  <a:pt x="65234" y="34537"/>
                </a:cubicBezTo>
                <a:cubicBezTo>
                  <a:pt x="63773" y="30110"/>
                  <a:pt x="61728" y="26656"/>
                  <a:pt x="59098" y="24175"/>
                </a:cubicBezTo>
                <a:cubicBezTo>
                  <a:pt x="56468" y="21693"/>
                  <a:pt x="53132" y="20014"/>
                  <a:pt x="49090" y="19139"/>
                </a:cubicBezTo>
                <a:cubicBezTo>
                  <a:pt x="46071" y="18457"/>
                  <a:pt x="40153" y="18117"/>
                  <a:pt x="31339" y="18117"/>
                </a:cubicBezTo>
                <a:lnTo>
                  <a:pt x="21623" y="18117"/>
                </a:lnTo>
                <a:close/>
                <a:moveTo>
                  <a:pt x="107496" y="18993"/>
                </a:moveTo>
                <a:lnTo>
                  <a:pt x="107496" y="0"/>
                </a:lnTo>
                <a:lnTo>
                  <a:pt x="128023" y="0"/>
                </a:lnTo>
                <a:lnTo>
                  <a:pt x="128023" y="18993"/>
                </a:lnTo>
                <a:lnTo>
                  <a:pt x="107496" y="18993"/>
                </a:lnTo>
                <a:moveTo>
                  <a:pt x="107496" y="107092"/>
                </a:moveTo>
                <a:lnTo>
                  <a:pt x="107496" y="29512"/>
                </a:lnTo>
                <a:lnTo>
                  <a:pt x="128023" y="29512"/>
                </a:lnTo>
                <a:lnTo>
                  <a:pt x="128023" y="107092"/>
                </a:lnTo>
                <a:lnTo>
                  <a:pt x="107496" y="107092"/>
                </a:lnTo>
                <a:close/>
                <a:moveTo>
                  <a:pt x="142154" y="85031"/>
                </a:moveTo>
                <a:lnTo>
                  <a:pt x="162754" y="81817"/>
                </a:lnTo>
                <a:cubicBezTo>
                  <a:pt x="163630" y="85786"/>
                  <a:pt x="165408" y="88799"/>
                  <a:pt x="168087" y="90857"/>
                </a:cubicBezTo>
                <a:cubicBezTo>
                  <a:pt x="170765" y="92914"/>
                  <a:pt x="174515" y="93943"/>
                  <a:pt x="179336" y="93943"/>
                </a:cubicBezTo>
                <a:cubicBezTo>
                  <a:pt x="184645" y="93943"/>
                  <a:pt x="188638" y="92971"/>
                  <a:pt x="191317" y="91026"/>
                </a:cubicBezTo>
                <a:cubicBezTo>
                  <a:pt x="193119" y="89663"/>
                  <a:pt x="194020" y="87839"/>
                  <a:pt x="194020" y="85554"/>
                </a:cubicBezTo>
                <a:cubicBezTo>
                  <a:pt x="194020" y="83997"/>
                  <a:pt x="193533" y="82708"/>
                  <a:pt x="192559" y="81687"/>
                </a:cubicBezTo>
                <a:cubicBezTo>
                  <a:pt x="191536" y="80714"/>
                  <a:pt x="189247" y="79815"/>
                  <a:pt x="185692" y="78988"/>
                </a:cubicBezTo>
                <a:cubicBezTo>
                  <a:pt x="169134" y="75342"/>
                  <a:pt x="158639" y="72010"/>
                  <a:pt x="154207" y="68994"/>
                </a:cubicBezTo>
                <a:cubicBezTo>
                  <a:pt x="148071" y="64809"/>
                  <a:pt x="145003" y="58994"/>
                  <a:pt x="145003" y="51551"/>
                </a:cubicBezTo>
                <a:cubicBezTo>
                  <a:pt x="145003" y="44836"/>
                  <a:pt x="147657" y="39192"/>
                  <a:pt x="152965" y="34619"/>
                </a:cubicBezTo>
                <a:cubicBezTo>
                  <a:pt x="158273" y="30046"/>
                  <a:pt x="166504" y="27759"/>
                  <a:pt x="177656" y="27759"/>
                </a:cubicBezTo>
                <a:cubicBezTo>
                  <a:pt x="188273" y="27759"/>
                  <a:pt x="196162" y="29482"/>
                  <a:pt x="201325" y="32928"/>
                </a:cubicBezTo>
                <a:cubicBezTo>
                  <a:pt x="206487" y="36373"/>
                  <a:pt x="210042" y="41468"/>
                  <a:pt x="211990" y="48213"/>
                </a:cubicBezTo>
                <a:lnTo>
                  <a:pt x="192632" y="51866"/>
                </a:lnTo>
                <a:cubicBezTo>
                  <a:pt x="191804" y="48846"/>
                  <a:pt x="190233" y="46533"/>
                  <a:pt x="187920" y="44926"/>
                </a:cubicBezTo>
                <a:cubicBezTo>
                  <a:pt x="185607" y="43319"/>
                  <a:pt x="182307" y="42515"/>
                  <a:pt x="178021" y="42515"/>
                </a:cubicBezTo>
                <a:cubicBezTo>
                  <a:pt x="172616" y="42515"/>
                  <a:pt x="168744" y="43270"/>
                  <a:pt x="166406" y="44778"/>
                </a:cubicBezTo>
                <a:cubicBezTo>
                  <a:pt x="164848" y="45846"/>
                  <a:pt x="164069" y="47232"/>
                  <a:pt x="164069" y="48935"/>
                </a:cubicBezTo>
                <a:cubicBezTo>
                  <a:pt x="164069" y="50393"/>
                  <a:pt x="164751" y="51632"/>
                  <a:pt x="166114" y="52653"/>
                </a:cubicBezTo>
                <a:cubicBezTo>
                  <a:pt x="167965" y="54016"/>
                  <a:pt x="174357" y="55937"/>
                  <a:pt x="185290" y="58418"/>
                </a:cubicBezTo>
                <a:cubicBezTo>
                  <a:pt x="196223" y="60898"/>
                  <a:pt x="203857" y="63941"/>
                  <a:pt x="208191" y="67547"/>
                </a:cubicBezTo>
                <a:cubicBezTo>
                  <a:pt x="212477" y="71202"/>
                  <a:pt x="214620" y="76294"/>
                  <a:pt x="214620" y="82823"/>
                </a:cubicBezTo>
                <a:cubicBezTo>
                  <a:pt x="214620" y="89938"/>
                  <a:pt x="211649" y="96054"/>
                  <a:pt x="205708" y="101170"/>
                </a:cubicBezTo>
                <a:cubicBezTo>
                  <a:pt x="199766" y="106287"/>
                  <a:pt x="190976" y="108845"/>
                  <a:pt x="179336" y="108845"/>
                </a:cubicBezTo>
                <a:cubicBezTo>
                  <a:pt x="168768" y="108845"/>
                  <a:pt x="160404" y="106709"/>
                  <a:pt x="154243" y="102437"/>
                </a:cubicBezTo>
                <a:cubicBezTo>
                  <a:pt x="148083" y="98164"/>
                  <a:pt x="144053" y="92362"/>
                  <a:pt x="142154" y="85031"/>
                </a:cubicBezTo>
                <a:close/>
                <a:moveTo>
                  <a:pt x="299614" y="52450"/>
                </a:moveTo>
                <a:lnTo>
                  <a:pt x="279379" y="56103"/>
                </a:lnTo>
                <a:cubicBezTo>
                  <a:pt x="278697" y="52085"/>
                  <a:pt x="277151" y="49060"/>
                  <a:pt x="274740" y="47026"/>
                </a:cubicBezTo>
                <a:cubicBezTo>
                  <a:pt x="272329" y="44993"/>
                  <a:pt x="269200" y="43976"/>
                  <a:pt x="265353" y="43976"/>
                </a:cubicBezTo>
                <a:cubicBezTo>
                  <a:pt x="260239" y="43976"/>
                  <a:pt x="256161" y="45736"/>
                  <a:pt x="253117" y="49257"/>
                </a:cubicBezTo>
                <a:cubicBezTo>
                  <a:pt x="250073" y="52777"/>
                  <a:pt x="248551" y="58663"/>
                  <a:pt x="248551" y="66917"/>
                </a:cubicBezTo>
                <a:cubicBezTo>
                  <a:pt x="248551" y="76094"/>
                  <a:pt x="250098" y="82576"/>
                  <a:pt x="253190" y="86364"/>
                </a:cubicBezTo>
                <a:cubicBezTo>
                  <a:pt x="256282" y="90150"/>
                  <a:pt x="260434" y="92044"/>
                  <a:pt x="265645" y="92044"/>
                </a:cubicBezTo>
                <a:cubicBezTo>
                  <a:pt x="269541" y="92044"/>
                  <a:pt x="272731" y="90936"/>
                  <a:pt x="275215" y="88720"/>
                </a:cubicBezTo>
                <a:cubicBezTo>
                  <a:pt x="277698" y="86504"/>
                  <a:pt x="279452" y="82693"/>
                  <a:pt x="280474" y="77287"/>
                </a:cubicBezTo>
                <a:lnTo>
                  <a:pt x="300636" y="80794"/>
                </a:lnTo>
                <a:cubicBezTo>
                  <a:pt x="298542" y="90047"/>
                  <a:pt x="294524" y="97035"/>
                  <a:pt x="288583" y="101759"/>
                </a:cubicBezTo>
                <a:cubicBezTo>
                  <a:pt x="282642" y="106483"/>
                  <a:pt x="274679" y="108845"/>
                  <a:pt x="264695" y="108845"/>
                </a:cubicBezTo>
                <a:cubicBezTo>
                  <a:pt x="253348" y="108845"/>
                  <a:pt x="244302" y="105266"/>
                  <a:pt x="237557" y="98107"/>
                </a:cubicBezTo>
                <a:cubicBezTo>
                  <a:pt x="230812" y="90948"/>
                  <a:pt x="227440" y="81037"/>
                  <a:pt x="227440" y="68375"/>
                </a:cubicBezTo>
                <a:cubicBezTo>
                  <a:pt x="227440" y="55567"/>
                  <a:pt x="230824" y="45596"/>
                  <a:pt x="237594" y="38461"/>
                </a:cubicBezTo>
                <a:cubicBezTo>
                  <a:pt x="244363" y="31327"/>
                  <a:pt x="253519" y="27759"/>
                  <a:pt x="265061" y="27759"/>
                </a:cubicBezTo>
                <a:cubicBezTo>
                  <a:pt x="274509" y="27759"/>
                  <a:pt x="282021" y="29792"/>
                  <a:pt x="287597" y="33859"/>
                </a:cubicBezTo>
                <a:cubicBezTo>
                  <a:pt x="293173" y="37925"/>
                  <a:pt x="297179" y="44123"/>
                  <a:pt x="299614" y="52450"/>
                </a:cubicBezTo>
                <a:close/>
                <a:moveTo>
                  <a:pt x="329891" y="53473"/>
                </a:moveTo>
                <a:lnTo>
                  <a:pt x="311264" y="50113"/>
                </a:lnTo>
                <a:cubicBezTo>
                  <a:pt x="313358" y="42514"/>
                  <a:pt x="316962" y="36889"/>
                  <a:pt x="322075" y="33238"/>
                </a:cubicBezTo>
                <a:cubicBezTo>
                  <a:pt x="327189" y="29585"/>
                  <a:pt x="334786" y="27759"/>
                  <a:pt x="344867" y="27759"/>
                </a:cubicBezTo>
                <a:cubicBezTo>
                  <a:pt x="354022" y="27759"/>
                  <a:pt x="360841" y="28843"/>
                  <a:pt x="365321" y="31010"/>
                </a:cubicBezTo>
                <a:cubicBezTo>
                  <a:pt x="369801" y="33177"/>
                  <a:pt x="372955" y="35929"/>
                  <a:pt x="374781" y="39265"/>
                </a:cubicBezTo>
                <a:cubicBezTo>
                  <a:pt x="376607" y="42601"/>
                  <a:pt x="377520" y="48725"/>
                  <a:pt x="377520" y="57637"/>
                </a:cubicBezTo>
                <a:lnTo>
                  <a:pt x="377301" y="81597"/>
                </a:lnTo>
                <a:cubicBezTo>
                  <a:pt x="377301" y="88416"/>
                  <a:pt x="377630" y="93444"/>
                  <a:pt x="378287" y="96682"/>
                </a:cubicBezTo>
                <a:cubicBezTo>
                  <a:pt x="378945" y="99921"/>
                  <a:pt x="380175" y="103391"/>
                  <a:pt x="381977" y="107092"/>
                </a:cubicBezTo>
                <a:lnTo>
                  <a:pt x="361668" y="107092"/>
                </a:lnTo>
                <a:cubicBezTo>
                  <a:pt x="361133" y="105729"/>
                  <a:pt x="360475" y="103707"/>
                  <a:pt x="359696" y="101029"/>
                </a:cubicBezTo>
                <a:cubicBezTo>
                  <a:pt x="359355" y="99811"/>
                  <a:pt x="359112" y="99008"/>
                  <a:pt x="358966" y="98618"/>
                </a:cubicBezTo>
                <a:cubicBezTo>
                  <a:pt x="355459" y="102027"/>
                  <a:pt x="351709" y="104584"/>
                  <a:pt x="347716" y="106289"/>
                </a:cubicBezTo>
                <a:cubicBezTo>
                  <a:pt x="343722" y="107993"/>
                  <a:pt x="339461" y="108845"/>
                  <a:pt x="334932" y="108845"/>
                </a:cubicBezTo>
                <a:cubicBezTo>
                  <a:pt x="326945" y="108845"/>
                  <a:pt x="320651" y="106687"/>
                  <a:pt x="316048" y="102371"/>
                </a:cubicBezTo>
                <a:cubicBezTo>
                  <a:pt x="311446" y="98055"/>
                  <a:pt x="309145" y="92599"/>
                  <a:pt x="309145" y="86003"/>
                </a:cubicBezTo>
                <a:cubicBezTo>
                  <a:pt x="309145" y="81639"/>
                  <a:pt x="310192" y="77747"/>
                  <a:pt x="312286" y="74329"/>
                </a:cubicBezTo>
                <a:cubicBezTo>
                  <a:pt x="314380" y="70909"/>
                  <a:pt x="317315" y="68290"/>
                  <a:pt x="321089" y="66471"/>
                </a:cubicBezTo>
                <a:cubicBezTo>
                  <a:pt x="324863" y="64653"/>
                  <a:pt x="330305" y="63065"/>
                  <a:pt x="337416" y="61707"/>
                </a:cubicBezTo>
                <a:cubicBezTo>
                  <a:pt x="347010" y="59913"/>
                  <a:pt x="353657" y="58240"/>
                  <a:pt x="357358" y="56687"/>
                </a:cubicBezTo>
                <a:lnTo>
                  <a:pt x="357358" y="54619"/>
                </a:lnTo>
                <a:cubicBezTo>
                  <a:pt x="357358" y="50630"/>
                  <a:pt x="356384" y="47786"/>
                  <a:pt x="354436" y="46088"/>
                </a:cubicBezTo>
                <a:cubicBezTo>
                  <a:pt x="352488" y="44388"/>
                  <a:pt x="348812" y="43538"/>
                  <a:pt x="343406" y="43538"/>
                </a:cubicBezTo>
                <a:cubicBezTo>
                  <a:pt x="339753" y="43538"/>
                  <a:pt x="336904" y="44273"/>
                  <a:pt x="334859" y="45743"/>
                </a:cubicBezTo>
                <a:cubicBezTo>
                  <a:pt x="332813" y="47212"/>
                  <a:pt x="331158" y="49789"/>
                  <a:pt x="329891" y="53473"/>
                </a:cubicBezTo>
                <a:moveTo>
                  <a:pt x="357358" y="70129"/>
                </a:moveTo>
                <a:cubicBezTo>
                  <a:pt x="354729" y="70994"/>
                  <a:pt x="350565" y="72029"/>
                  <a:pt x="344867" y="73233"/>
                </a:cubicBezTo>
                <a:cubicBezTo>
                  <a:pt x="339169" y="74435"/>
                  <a:pt x="335443" y="75614"/>
                  <a:pt x="333690" y="76769"/>
                </a:cubicBezTo>
                <a:cubicBezTo>
                  <a:pt x="331012" y="78646"/>
                  <a:pt x="329672" y="81028"/>
                  <a:pt x="329672" y="83915"/>
                </a:cubicBezTo>
                <a:cubicBezTo>
                  <a:pt x="329672" y="86754"/>
                  <a:pt x="330744" y="89209"/>
                  <a:pt x="332887" y="91279"/>
                </a:cubicBezTo>
                <a:cubicBezTo>
                  <a:pt x="335029" y="93347"/>
                  <a:pt x="337757" y="94381"/>
                  <a:pt x="341068" y="94381"/>
                </a:cubicBezTo>
                <a:cubicBezTo>
                  <a:pt x="344769" y="94381"/>
                  <a:pt x="348300" y="93178"/>
                  <a:pt x="351661" y="90772"/>
                </a:cubicBezTo>
                <a:cubicBezTo>
                  <a:pt x="354144" y="88944"/>
                  <a:pt x="355776" y="86706"/>
                  <a:pt x="356555" y="84058"/>
                </a:cubicBezTo>
                <a:cubicBezTo>
                  <a:pt x="357091" y="82326"/>
                  <a:pt x="357358" y="79031"/>
                  <a:pt x="357358" y="74171"/>
                </a:cubicBezTo>
                <a:lnTo>
                  <a:pt x="357358" y="70129"/>
                </a:lnTo>
                <a:close/>
                <a:moveTo>
                  <a:pt x="416784" y="107092"/>
                </a:moveTo>
                <a:lnTo>
                  <a:pt x="396257" y="107092"/>
                </a:lnTo>
                <a:lnTo>
                  <a:pt x="396257" y="29512"/>
                </a:lnTo>
                <a:lnTo>
                  <a:pt x="415323" y="29512"/>
                </a:lnTo>
                <a:lnTo>
                  <a:pt x="415323" y="40543"/>
                </a:lnTo>
                <a:cubicBezTo>
                  <a:pt x="418586" y="35332"/>
                  <a:pt x="421520" y="31899"/>
                  <a:pt x="424126" y="30243"/>
                </a:cubicBezTo>
                <a:cubicBezTo>
                  <a:pt x="426731" y="28587"/>
                  <a:pt x="429690" y="27759"/>
                  <a:pt x="433002" y="27759"/>
                </a:cubicBezTo>
                <a:cubicBezTo>
                  <a:pt x="437677" y="27759"/>
                  <a:pt x="442182" y="29050"/>
                  <a:pt x="446516" y="31631"/>
                </a:cubicBezTo>
                <a:lnTo>
                  <a:pt x="440161" y="49528"/>
                </a:lnTo>
                <a:cubicBezTo>
                  <a:pt x="436703" y="47288"/>
                  <a:pt x="433489" y="46168"/>
                  <a:pt x="430518" y="46168"/>
                </a:cubicBezTo>
                <a:cubicBezTo>
                  <a:pt x="427645" y="46168"/>
                  <a:pt x="425210" y="46959"/>
                  <a:pt x="423213" y="48542"/>
                </a:cubicBezTo>
                <a:cubicBezTo>
                  <a:pt x="421216" y="50125"/>
                  <a:pt x="419645" y="52986"/>
                  <a:pt x="418501" y="57126"/>
                </a:cubicBezTo>
                <a:cubicBezTo>
                  <a:pt x="417357" y="61265"/>
                  <a:pt x="416784" y="69934"/>
                  <a:pt x="416784" y="83132"/>
                </a:cubicBezTo>
                <a:lnTo>
                  <a:pt x="416784" y="107092"/>
                </a:lnTo>
                <a:close/>
                <a:moveTo>
                  <a:pt x="525884" y="107092"/>
                </a:moveTo>
                <a:lnTo>
                  <a:pt x="506817" y="107092"/>
                </a:lnTo>
                <a:lnTo>
                  <a:pt x="506817" y="95696"/>
                </a:lnTo>
                <a:cubicBezTo>
                  <a:pt x="503652" y="100128"/>
                  <a:pt x="499914" y="103427"/>
                  <a:pt x="495604" y="105595"/>
                </a:cubicBezTo>
                <a:cubicBezTo>
                  <a:pt x="491294" y="107762"/>
                  <a:pt x="486948" y="108845"/>
                  <a:pt x="482565" y="108845"/>
                </a:cubicBezTo>
                <a:cubicBezTo>
                  <a:pt x="473652" y="108845"/>
                  <a:pt x="466019" y="105254"/>
                  <a:pt x="459663" y="98070"/>
                </a:cubicBezTo>
                <a:cubicBezTo>
                  <a:pt x="453308" y="90887"/>
                  <a:pt x="450130" y="80867"/>
                  <a:pt x="450130" y="68010"/>
                </a:cubicBezTo>
                <a:cubicBezTo>
                  <a:pt x="450130" y="54861"/>
                  <a:pt x="453223" y="44865"/>
                  <a:pt x="459408" y="38023"/>
                </a:cubicBezTo>
                <a:cubicBezTo>
                  <a:pt x="465593" y="31180"/>
                  <a:pt x="473409" y="27759"/>
                  <a:pt x="482857" y="27759"/>
                </a:cubicBezTo>
                <a:cubicBezTo>
                  <a:pt x="491525" y="27759"/>
                  <a:pt x="499025" y="31363"/>
                  <a:pt x="505356" y="38571"/>
                </a:cubicBezTo>
                <a:lnTo>
                  <a:pt x="505356" y="0"/>
                </a:lnTo>
                <a:lnTo>
                  <a:pt x="525884" y="0"/>
                </a:lnTo>
                <a:lnTo>
                  <a:pt x="525884" y="107092"/>
                </a:lnTo>
                <a:moveTo>
                  <a:pt x="471096" y="66661"/>
                </a:moveTo>
                <a:cubicBezTo>
                  <a:pt x="471096" y="74928"/>
                  <a:pt x="472240" y="80909"/>
                  <a:pt x="474529" y="84604"/>
                </a:cubicBezTo>
                <a:cubicBezTo>
                  <a:pt x="477841" y="89953"/>
                  <a:pt x="482467" y="92628"/>
                  <a:pt x="488409" y="92628"/>
                </a:cubicBezTo>
                <a:cubicBezTo>
                  <a:pt x="493133" y="92628"/>
                  <a:pt x="497150" y="90622"/>
                  <a:pt x="500462" y="86611"/>
                </a:cubicBezTo>
                <a:cubicBezTo>
                  <a:pt x="503774" y="82599"/>
                  <a:pt x="505429" y="76606"/>
                  <a:pt x="505429" y="68631"/>
                </a:cubicBezTo>
                <a:cubicBezTo>
                  <a:pt x="505429" y="59731"/>
                  <a:pt x="503822" y="53324"/>
                  <a:pt x="500608" y="49410"/>
                </a:cubicBezTo>
                <a:cubicBezTo>
                  <a:pt x="497394" y="45495"/>
                  <a:pt x="493279" y="43538"/>
                  <a:pt x="488263" y="43538"/>
                </a:cubicBezTo>
                <a:cubicBezTo>
                  <a:pt x="483393" y="43538"/>
                  <a:pt x="479314" y="45471"/>
                  <a:pt x="476027" y="49337"/>
                </a:cubicBezTo>
                <a:cubicBezTo>
                  <a:pt x="472739" y="53202"/>
                  <a:pt x="471096" y="58977"/>
                  <a:pt x="471096" y="66661"/>
                </a:cubicBezTo>
                <a:close/>
                <a:moveTo>
                  <a:pt x="591517" y="82401"/>
                </a:moveTo>
                <a:lnTo>
                  <a:pt x="611971" y="85907"/>
                </a:lnTo>
                <a:cubicBezTo>
                  <a:pt x="609341" y="93383"/>
                  <a:pt x="605190" y="99075"/>
                  <a:pt x="599516" y="102983"/>
                </a:cubicBezTo>
                <a:cubicBezTo>
                  <a:pt x="593843" y="106891"/>
                  <a:pt x="586744" y="108845"/>
                  <a:pt x="578222" y="108845"/>
                </a:cubicBezTo>
                <a:cubicBezTo>
                  <a:pt x="564732" y="108845"/>
                  <a:pt x="554748" y="104438"/>
                  <a:pt x="548271" y="95623"/>
                </a:cubicBezTo>
                <a:cubicBezTo>
                  <a:pt x="543158" y="88562"/>
                  <a:pt x="540601" y="79649"/>
                  <a:pt x="540601" y="68887"/>
                </a:cubicBezTo>
                <a:cubicBezTo>
                  <a:pt x="540601" y="56030"/>
                  <a:pt x="543961" y="45961"/>
                  <a:pt x="550682" y="38680"/>
                </a:cubicBezTo>
                <a:cubicBezTo>
                  <a:pt x="557402" y="31400"/>
                  <a:pt x="565901" y="27759"/>
                  <a:pt x="576176" y="27759"/>
                </a:cubicBezTo>
                <a:cubicBezTo>
                  <a:pt x="587718" y="27759"/>
                  <a:pt x="596825" y="31570"/>
                  <a:pt x="603497" y="39192"/>
                </a:cubicBezTo>
                <a:cubicBezTo>
                  <a:pt x="610169" y="46813"/>
                  <a:pt x="613359" y="58489"/>
                  <a:pt x="613067" y="74219"/>
                </a:cubicBezTo>
                <a:lnTo>
                  <a:pt x="561639" y="74219"/>
                </a:lnTo>
                <a:cubicBezTo>
                  <a:pt x="561786" y="80307"/>
                  <a:pt x="563441" y="85043"/>
                  <a:pt x="566607" y="88428"/>
                </a:cubicBezTo>
                <a:cubicBezTo>
                  <a:pt x="569772" y="91812"/>
                  <a:pt x="573717" y="93505"/>
                  <a:pt x="578441" y="93505"/>
                </a:cubicBezTo>
                <a:cubicBezTo>
                  <a:pt x="581655" y="93505"/>
                  <a:pt x="584358" y="92628"/>
                  <a:pt x="586550" y="90875"/>
                </a:cubicBezTo>
                <a:cubicBezTo>
                  <a:pt x="588741" y="89122"/>
                  <a:pt x="590397" y="86297"/>
                  <a:pt x="591517" y="82401"/>
                </a:cubicBezTo>
                <a:moveTo>
                  <a:pt x="592686" y="61655"/>
                </a:moveTo>
                <a:cubicBezTo>
                  <a:pt x="592540" y="55738"/>
                  <a:pt x="591006" y="51239"/>
                  <a:pt x="588084" y="48159"/>
                </a:cubicBezTo>
                <a:cubicBezTo>
                  <a:pt x="585162" y="45078"/>
                  <a:pt x="581607" y="43538"/>
                  <a:pt x="577418" y="43538"/>
                </a:cubicBezTo>
                <a:cubicBezTo>
                  <a:pt x="572938" y="43538"/>
                  <a:pt x="569237" y="45163"/>
                  <a:pt x="566315" y="48412"/>
                </a:cubicBezTo>
                <a:cubicBezTo>
                  <a:pt x="563393" y="51663"/>
                  <a:pt x="561956" y="56077"/>
                  <a:pt x="562005" y="61655"/>
                </a:cubicBezTo>
                <a:lnTo>
                  <a:pt x="592686" y="61655"/>
                </a:lnTo>
                <a:close/>
                <a:moveTo>
                  <a:pt x="700325" y="107092"/>
                </a:moveTo>
                <a:lnTo>
                  <a:pt x="681259" y="107092"/>
                </a:lnTo>
                <a:lnTo>
                  <a:pt x="681259" y="95696"/>
                </a:lnTo>
                <a:cubicBezTo>
                  <a:pt x="678094" y="100128"/>
                  <a:pt x="674356" y="103427"/>
                  <a:pt x="670046" y="105595"/>
                </a:cubicBezTo>
                <a:cubicBezTo>
                  <a:pt x="665736" y="107762"/>
                  <a:pt x="661389" y="108845"/>
                  <a:pt x="657006" y="108845"/>
                </a:cubicBezTo>
                <a:cubicBezTo>
                  <a:pt x="648094" y="108845"/>
                  <a:pt x="640460" y="105254"/>
                  <a:pt x="634105" y="98070"/>
                </a:cubicBezTo>
                <a:cubicBezTo>
                  <a:pt x="627750" y="90887"/>
                  <a:pt x="624572" y="80867"/>
                  <a:pt x="624572" y="68010"/>
                </a:cubicBezTo>
                <a:cubicBezTo>
                  <a:pt x="624572" y="54861"/>
                  <a:pt x="627664" y="44865"/>
                  <a:pt x="633849" y="38023"/>
                </a:cubicBezTo>
                <a:cubicBezTo>
                  <a:pt x="640034" y="31180"/>
                  <a:pt x="647851" y="27759"/>
                  <a:pt x="657299" y="27759"/>
                </a:cubicBezTo>
                <a:cubicBezTo>
                  <a:pt x="665967" y="27759"/>
                  <a:pt x="673467" y="31363"/>
                  <a:pt x="679798" y="38571"/>
                </a:cubicBezTo>
                <a:lnTo>
                  <a:pt x="679798" y="0"/>
                </a:lnTo>
                <a:lnTo>
                  <a:pt x="700325" y="0"/>
                </a:lnTo>
                <a:lnTo>
                  <a:pt x="700325" y="107092"/>
                </a:lnTo>
                <a:moveTo>
                  <a:pt x="645537" y="66661"/>
                </a:moveTo>
                <a:cubicBezTo>
                  <a:pt x="645537" y="74928"/>
                  <a:pt x="646682" y="80909"/>
                  <a:pt x="648971" y="84604"/>
                </a:cubicBezTo>
                <a:cubicBezTo>
                  <a:pt x="652282" y="89953"/>
                  <a:pt x="656909" y="92628"/>
                  <a:pt x="662850" y="92628"/>
                </a:cubicBezTo>
                <a:cubicBezTo>
                  <a:pt x="667574" y="92628"/>
                  <a:pt x="671592" y="90622"/>
                  <a:pt x="674904" y="86611"/>
                </a:cubicBezTo>
                <a:cubicBezTo>
                  <a:pt x="678215" y="82599"/>
                  <a:pt x="679871" y="76606"/>
                  <a:pt x="679871" y="68631"/>
                </a:cubicBezTo>
                <a:cubicBezTo>
                  <a:pt x="679871" y="59731"/>
                  <a:pt x="678264" y="53324"/>
                  <a:pt x="675050" y="49410"/>
                </a:cubicBezTo>
                <a:cubicBezTo>
                  <a:pt x="671836" y="45495"/>
                  <a:pt x="667721" y="43538"/>
                  <a:pt x="662704" y="43538"/>
                </a:cubicBezTo>
                <a:cubicBezTo>
                  <a:pt x="657834" y="43538"/>
                  <a:pt x="653756" y="45471"/>
                  <a:pt x="650468" y="49337"/>
                </a:cubicBezTo>
                <a:cubicBezTo>
                  <a:pt x="647181" y="53202"/>
                  <a:pt x="645537" y="58977"/>
                  <a:pt x="645537" y="666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UnitTestCase">
            <a:extLst xmlns:a="http://schemas.openxmlformats.org/drawingml/2006/main">
              <a:ext uri="{FF2B5EF4-FFF2-40B4-BE49-F238E27FC236}">
                <a16:creationId xmlns:a16="http://schemas.microsoft.com/office/drawing/2014/main" id="{7395D64F-5699-47AB-B0EE-9447597D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1103" y="2943501"/>
            <a:ext cx="1020394" cy="111122"/>
          </a:xfrm>
          <a:custGeom xmlns:a="http://schemas.openxmlformats.org/drawingml/2006/main">
            <a:pathLst>
              <a:path w="1020394" h="111122">
                <a:moveTo>
                  <a:pt x="0" y="1903"/>
                </a:moveTo>
                <a:lnTo>
                  <a:pt x="21668" y="1903"/>
                </a:lnTo>
                <a:lnTo>
                  <a:pt x="21668" y="60026"/>
                </a:lnTo>
                <a:cubicBezTo>
                  <a:pt x="21668" y="69250"/>
                  <a:pt x="21936" y="75228"/>
                  <a:pt x="22473" y="77961"/>
                </a:cubicBezTo>
                <a:cubicBezTo>
                  <a:pt x="23400" y="82353"/>
                  <a:pt x="25609" y="85879"/>
                  <a:pt x="29098" y="88539"/>
                </a:cubicBezTo>
                <a:cubicBezTo>
                  <a:pt x="32587" y="91198"/>
                  <a:pt x="37358" y="92528"/>
                  <a:pt x="43409" y="92528"/>
                </a:cubicBezTo>
                <a:cubicBezTo>
                  <a:pt x="49558" y="92528"/>
                  <a:pt x="54194" y="91272"/>
                  <a:pt x="57318" y="88758"/>
                </a:cubicBezTo>
                <a:cubicBezTo>
                  <a:pt x="60441" y="86245"/>
                  <a:pt x="62320" y="83158"/>
                  <a:pt x="62954" y="79498"/>
                </a:cubicBezTo>
                <a:cubicBezTo>
                  <a:pt x="63589" y="75838"/>
                  <a:pt x="63906" y="69762"/>
                  <a:pt x="63906" y="61271"/>
                </a:cubicBezTo>
                <a:lnTo>
                  <a:pt x="63906" y="1903"/>
                </a:lnTo>
                <a:lnTo>
                  <a:pt x="85574" y="1903"/>
                </a:lnTo>
                <a:lnTo>
                  <a:pt x="85574" y="58308"/>
                </a:lnTo>
                <a:cubicBezTo>
                  <a:pt x="85574" y="71200"/>
                  <a:pt x="84988" y="80307"/>
                  <a:pt x="83817" y="85631"/>
                </a:cubicBezTo>
                <a:cubicBezTo>
                  <a:pt x="82646" y="90954"/>
                  <a:pt x="80486" y="95446"/>
                  <a:pt x="77339" y="99110"/>
                </a:cubicBezTo>
                <a:cubicBezTo>
                  <a:pt x="74191" y="102771"/>
                  <a:pt x="69982" y="105689"/>
                  <a:pt x="64711" y="107862"/>
                </a:cubicBezTo>
                <a:cubicBezTo>
                  <a:pt x="59441" y="110035"/>
                  <a:pt x="52560" y="111122"/>
                  <a:pt x="44068" y="111122"/>
                </a:cubicBezTo>
                <a:cubicBezTo>
                  <a:pt x="33820" y="111122"/>
                  <a:pt x="26048" y="109938"/>
                  <a:pt x="20753" y="107569"/>
                </a:cubicBezTo>
                <a:cubicBezTo>
                  <a:pt x="15458" y="105201"/>
                  <a:pt x="11273" y="102125"/>
                  <a:pt x="8199" y="98341"/>
                </a:cubicBezTo>
                <a:cubicBezTo>
                  <a:pt x="5124" y="94556"/>
                  <a:pt x="3099" y="90588"/>
                  <a:pt x="2123" y="86436"/>
                </a:cubicBezTo>
                <a:cubicBezTo>
                  <a:pt x="708" y="80283"/>
                  <a:pt x="0" y="71200"/>
                  <a:pt x="0" y="59187"/>
                </a:cubicBezTo>
                <a:lnTo>
                  <a:pt x="0" y="1903"/>
                </a:lnTo>
                <a:close/>
                <a:moveTo>
                  <a:pt x="178206" y="109218"/>
                </a:moveTo>
                <a:lnTo>
                  <a:pt x="157636" y="109218"/>
                </a:lnTo>
                <a:lnTo>
                  <a:pt x="157636" y="69588"/>
                </a:lnTo>
                <a:cubicBezTo>
                  <a:pt x="157636" y="61204"/>
                  <a:pt x="157197" y="55780"/>
                  <a:pt x="156319" y="53319"/>
                </a:cubicBezTo>
                <a:cubicBezTo>
                  <a:pt x="155440" y="50858"/>
                  <a:pt x="154013" y="48944"/>
                  <a:pt x="152036" y="47579"/>
                </a:cubicBezTo>
                <a:cubicBezTo>
                  <a:pt x="150060" y="46215"/>
                  <a:pt x="147681" y="45532"/>
                  <a:pt x="144899" y="45532"/>
                </a:cubicBezTo>
                <a:cubicBezTo>
                  <a:pt x="141337" y="45532"/>
                  <a:pt x="138140" y="46507"/>
                  <a:pt x="135310" y="48458"/>
                </a:cubicBezTo>
                <a:cubicBezTo>
                  <a:pt x="132479" y="50407"/>
                  <a:pt x="130539" y="52990"/>
                  <a:pt x="129490" y="56208"/>
                </a:cubicBezTo>
                <a:cubicBezTo>
                  <a:pt x="128441" y="59425"/>
                  <a:pt x="127916" y="65372"/>
                  <a:pt x="127916" y="74049"/>
                </a:cubicBezTo>
                <a:lnTo>
                  <a:pt x="127916" y="109218"/>
                </a:lnTo>
                <a:lnTo>
                  <a:pt x="107346" y="109218"/>
                </a:lnTo>
                <a:lnTo>
                  <a:pt x="107346" y="31477"/>
                </a:lnTo>
                <a:lnTo>
                  <a:pt x="126452" y="31477"/>
                </a:lnTo>
                <a:lnTo>
                  <a:pt x="126452" y="42897"/>
                </a:lnTo>
                <a:cubicBezTo>
                  <a:pt x="133236" y="34112"/>
                  <a:pt x="141776" y="29720"/>
                  <a:pt x="152073" y="29720"/>
                </a:cubicBezTo>
                <a:cubicBezTo>
                  <a:pt x="156612" y="29720"/>
                  <a:pt x="160760" y="30538"/>
                  <a:pt x="164518" y="32173"/>
                </a:cubicBezTo>
                <a:cubicBezTo>
                  <a:pt x="168275" y="33807"/>
                  <a:pt x="171118" y="35894"/>
                  <a:pt x="173046" y="38431"/>
                </a:cubicBezTo>
                <a:cubicBezTo>
                  <a:pt x="174973" y="40969"/>
                  <a:pt x="176315" y="43848"/>
                  <a:pt x="177072" y="47069"/>
                </a:cubicBezTo>
                <a:cubicBezTo>
                  <a:pt x="177828" y="50290"/>
                  <a:pt x="178206" y="54902"/>
                  <a:pt x="178206" y="60905"/>
                </a:cubicBezTo>
                <a:lnTo>
                  <a:pt x="178206" y="109218"/>
                </a:lnTo>
                <a:close/>
                <a:moveTo>
                  <a:pt x="199093" y="20936"/>
                </a:moveTo>
                <a:lnTo>
                  <a:pt x="199093" y="1903"/>
                </a:lnTo>
                <a:lnTo>
                  <a:pt x="219663" y="1903"/>
                </a:lnTo>
                <a:lnTo>
                  <a:pt x="219663" y="20936"/>
                </a:lnTo>
                <a:lnTo>
                  <a:pt x="199093" y="20936"/>
                </a:lnTo>
                <a:moveTo>
                  <a:pt x="199093" y="109218"/>
                </a:moveTo>
                <a:lnTo>
                  <a:pt x="199093" y="31477"/>
                </a:lnTo>
                <a:lnTo>
                  <a:pt x="219663" y="31477"/>
                </a:lnTo>
                <a:lnTo>
                  <a:pt x="219663" y="109218"/>
                </a:lnTo>
                <a:lnTo>
                  <a:pt x="199093" y="109218"/>
                </a:lnTo>
                <a:close/>
                <a:moveTo>
                  <a:pt x="277020" y="31477"/>
                </a:moveTo>
                <a:lnTo>
                  <a:pt x="277020" y="47875"/>
                </a:lnTo>
                <a:lnTo>
                  <a:pt x="262965" y="47875"/>
                </a:lnTo>
                <a:lnTo>
                  <a:pt x="262965" y="79155"/>
                </a:lnTo>
                <a:cubicBezTo>
                  <a:pt x="262965" y="85490"/>
                  <a:pt x="263099" y="89182"/>
                  <a:pt x="263368" y="90229"/>
                </a:cubicBezTo>
                <a:cubicBezTo>
                  <a:pt x="263636" y="91275"/>
                  <a:pt x="264246" y="92140"/>
                  <a:pt x="265198" y="92823"/>
                </a:cubicBezTo>
                <a:cubicBezTo>
                  <a:pt x="266149" y="93505"/>
                  <a:pt x="267308" y="93846"/>
                  <a:pt x="268675" y="93846"/>
                </a:cubicBezTo>
                <a:cubicBezTo>
                  <a:pt x="270578" y="93846"/>
                  <a:pt x="273335" y="93187"/>
                  <a:pt x="276947" y="91869"/>
                </a:cubicBezTo>
                <a:lnTo>
                  <a:pt x="278704" y="107887"/>
                </a:lnTo>
                <a:cubicBezTo>
                  <a:pt x="273921" y="109946"/>
                  <a:pt x="268504" y="110975"/>
                  <a:pt x="262453" y="110975"/>
                </a:cubicBezTo>
                <a:cubicBezTo>
                  <a:pt x="258744" y="110975"/>
                  <a:pt x="255401" y="110353"/>
                  <a:pt x="252424" y="109109"/>
                </a:cubicBezTo>
                <a:cubicBezTo>
                  <a:pt x="249447" y="107864"/>
                  <a:pt x="247263" y="106254"/>
                  <a:pt x="245872" y="104277"/>
                </a:cubicBezTo>
                <a:cubicBezTo>
                  <a:pt x="244481" y="102301"/>
                  <a:pt x="243517" y="99629"/>
                  <a:pt x="242981" y="96262"/>
                </a:cubicBezTo>
                <a:cubicBezTo>
                  <a:pt x="242541" y="93870"/>
                  <a:pt x="242322" y="89039"/>
                  <a:pt x="242322" y="81767"/>
                </a:cubicBezTo>
                <a:lnTo>
                  <a:pt x="242322" y="47875"/>
                </a:lnTo>
                <a:lnTo>
                  <a:pt x="232879" y="47875"/>
                </a:lnTo>
                <a:lnTo>
                  <a:pt x="232879" y="31477"/>
                </a:lnTo>
                <a:lnTo>
                  <a:pt x="242322" y="31477"/>
                </a:lnTo>
                <a:lnTo>
                  <a:pt x="242322" y="15958"/>
                </a:lnTo>
                <a:lnTo>
                  <a:pt x="262965" y="3807"/>
                </a:lnTo>
                <a:lnTo>
                  <a:pt x="262965" y="31477"/>
                </a:lnTo>
                <a:lnTo>
                  <a:pt x="277020" y="31477"/>
                </a:lnTo>
                <a:close/>
                <a:moveTo>
                  <a:pt x="357275" y="109218"/>
                </a:moveTo>
                <a:lnTo>
                  <a:pt x="357275" y="20058"/>
                </a:lnTo>
                <a:lnTo>
                  <a:pt x="325432" y="20058"/>
                </a:lnTo>
                <a:lnTo>
                  <a:pt x="325432" y="1903"/>
                </a:lnTo>
                <a:lnTo>
                  <a:pt x="410713" y="1903"/>
                </a:lnTo>
                <a:lnTo>
                  <a:pt x="410713" y="20058"/>
                </a:lnTo>
                <a:lnTo>
                  <a:pt x="378943" y="20058"/>
                </a:lnTo>
                <a:lnTo>
                  <a:pt x="378943" y="109218"/>
                </a:lnTo>
                <a:lnTo>
                  <a:pt x="357275" y="109218"/>
                </a:lnTo>
                <a:close/>
                <a:moveTo>
                  <a:pt x="467194" y="84476"/>
                </a:moveTo>
                <a:lnTo>
                  <a:pt x="487691" y="87990"/>
                </a:lnTo>
                <a:cubicBezTo>
                  <a:pt x="485055" y="95481"/>
                  <a:pt x="480895" y="101184"/>
                  <a:pt x="475210" y="105101"/>
                </a:cubicBezTo>
                <a:cubicBezTo>
                  <a:pt x="469524" y="109017"/>
                  <a:pt x="462411" y="110975"/>
                  <a:pt x="453871" y="110975"/>
                </a:cubicBezTo>
                <a:cubicBezTo>
                  <a:pt x="440353" y="110975"/>
                  <a:pt x="430348" y="106559"/>
                  <a:pt x="423858" y="97726"/>
                </a:cubicBezTo>
                <a:cubicBezTo>
                  <a:pt x="418734" y="90649"/>
                  <a:pt x="416172" y="81719"/>
                  <a:pt x="416172" y="70933"/>
                </a:cubicBezTo>
                <a:cubicBezTo>
                  <a:pt x="416172" y="58050"/>
                  <a:pt x="419539" y="47960"/>
                  <a:pt x="426274" y="40664"/>
                </a:cubicBezTo>
                <a:cubicBezTo>
                  <a:pt x="433008" y="33368"/>
                  <a:pt x="441524" y="29720"/>
                  <a:pt x="451821" y="29720"/>
                </a:cubicBezTo>
                <a:cubicBezTo>
                  <a:pt x="463387" y="29720"/>
                  <a:pt x="472513" y="33539"/>
                  <a:pt x="479199" y="41177"/>
                </a:cubicBezTo>
                <a:cubicBezTo>
                  <a:pt x="485885" y="48814"/>
                  <a:pt x="489082" y="60514"/>
                  <a:pt x="488789" y="76277"/>
                </a:cubicBezTo>
                <a:lnTo>
                  <a:pt x="437254" y="76277"/>
                </a:lnTo>
                <a:cubicBezTo>
                  <a:pt x="437400" y="82377"/>
                  <a:pt x="439060" y="87123"/>
                  <a:pt x="442232" y="90515"/>
                </a:cubicBezTo>
                <a:cubicBezTo>
                  <a:pt x="445404" y="93907"/>
                  <a:pt x="449357" y="95603"/>
                  <a:pt x="454091" y="95603"/>
                </a:cubicBezTo>
                <a:cubicBezTo>
                  <a:pt x="457312" y="95603"/>
                  <a:pt x="460020" y="94724"/>
                  <a:pt x="462216" y="92967"/>
                </a:cubicBezTo>
                <a:cubicBezTo>
                  <a:pt x="464412" y="91211"/>
                  <a:pt x="466071" y="88380"/>
                  <a:pt x="467194" y="84476"/>
                </a:cubicBezTo>
                <a:moveTo>
                  <a:pt x="468365" y="63686"/>
                </a:moveTo>
                <a:cubicBezTo>
                  <a:pt x="468219" y="57757"/>
                  <a:pt x="466681" y="53249"/>
                  <a:pt x="463753" y="50162"/>
                </a:cubicBezTo>
                <a:cubicBezTo>
                  <a:pt x="460825" y="47075"/>
                  <a:pt x="457263" y="45532"/>
                  <a:pt x="453066" y="45532"/>
                </a:cubicBezTo>
                <a:cubicBezTo>
                  <a:pt x="448576" y="45532"/>
                  <a:pt x="444867" y="47160"/>
                  <a:pt x="441939" y="50416"/>
                </a:cubicBezTo>
                <a:cubicBezTo>
                  <a:pt x="439011" y="53674"/>
                  <a:pt x="437571" y="58097"/>
                  <a:pt x="437620" y="63686"/>
                </a:cubicBezTo>
                <a:lnTo>
                  <a:pt x="468365" y="63686"/>
                </a:lnTo>
                <a:close/>
                <a:moveTo>
                  <a:pt x="497532" y="87111"/>
                </a:moveTo>
                <a:lnTo>
                  <a:pt x="518175" y="83890"/>
                </a:lnTo>
                <a:cubicBezTo>
                  <a:pt x="519054" y="87868"/>
                  <a:pt x="520835" y="90887"/>
                  <a:pt x="523519" y="92949"/>
                </a:cubicBezTo>
                <a:cubicBezTo>
                  <a:pt x="526203" y="95011"/>
                  <a:pt x="529961" y="96042"/>
                  <a:pt x="534792" y="96042"/>
                </a:cubicBezTo>
                <a:cubicBezTo>
                  <a:pt x="540112" y="96042"/>
                  <a:pt x="544113" y="95067"/>
                  <a:pt x="546797" y="93118"/>
                </a:cubicBezTo>
                <a:cubicBezTo>
                  <a:pt x="548603" y="91754"/>
                  <a:pt x="549506" y="89926"/>
                  <a:pt x="549506" y="87635"/>
                </a:cubicBezTo>
                <a:cubicBezTo>
                  <a:pt x="549506" y="86075"/>
                  <a:pt x="549018" y="84783"/>
                  <a:pt x="548042" y="83760"/>
                </a:cubicBezTo>
                <a:cubicBezTo>
                  <a:pt x="547017" y="82785"/>
                  <a:pt x="544723" y="81884"/>
                  <a:pt x="541161" y="81056"/>
                </a:cubicBezTo>
                <a:cubicBezTo>
                  <a:pt x="524568" y="77402"/>
                  <a:pt x="514051" y="74064"/>
                  <a:pt x="509610" y="71041"/>
                </a:cubicBezTo>
                <a:cubicBezTo>
                  <a:pt x="503461" y="66847"/>
                  <a:pt x="500387" y="61021"/>
                  <a:pt x="500387" y="53562"/>
                </a:cubicBezTo>
                <a:cubicBezTo>
                  <a:pt x="500387" y="46833"/>
                  <a:pt x="503047" y="41177"/>
                  <a:pt x="508366" y="36595"/>
                </a:cubicBezTo>
                <a:cubicBezTo>
                  <a:pt x="513685" y="32012"/>
                  <a:pt x="521933" y="29720"/>
                  <a:pt x="533109" y="29720"/>
                </a:cubicBezTo>
                <a:cubicBezTo>
                  <a:pt x="543747" y="29720"/>
                  <a:pt x="551653" y="31447"/>
                  <a:pt x="556826" y="34899"/>
                </a:cubicBezTo>
                <a:cubicBezTo>
                  <a:pt x="561999" y="38352"/>
                  <a:pt x="565562" y="43458"/>
                  <a:pt x="567514" y="50217"/>
                </a:cubicBezTo>
                <a:lnTo>
                  <a:pt x="548115" y="53877"/>
                </a:lnTo>
                <a:cubicBezTo>
                  <a:pt x="547285" y="50852"/>
                  <a:pt x="545712" y="48533"/>
                  <a:pt x="543394" y="46923"/>
                </a:cubicBezTo>
                <a:cubicBezTo>
                  <a:pt x="541075" y="45312"/>
                  <a:pt x="537769" y="44507"/>
                  <a:pt x="533475" y="44507"/>
                </a:cubicBezTo>
                <a:cubicBezTo>
                  <a:pt x="528058" y="44507"/>
                  <a:pt x="524178" y="45263"/>
                  <a:pt x="521835" y="46774"/>
                </a:cubicBezTo>
                <a:cubicBezTo>
                  <a:pt x="520274" y="47845"/>
                  <a:pt x="519493" y="49233"/>
                  <a:pt x="519493" y="50940"/>
                </a:cubicBezTo>
                <a:cubicBezTo>
                  <a:pt x="519493" y="52401"/>
                  <a:pt x="520176" y="53643"/>
                  <a:pt x="521543" y="54666"/>
                </a:cubicBezTo>
                <a:cubicBezTo>
                  <a:pt x="523397" y="56031"/>
                  <a:pt x="529802" y="57957"/>
                  <a:pt x="540758" y="60443"/>
                </a:cubicBezTo>
                <a:cubicBezTo>
                  <a:pt x="551714" y="62928"/>
                  <a:pt x="559364" y="65978"/>
                  <a:pt x="563707" y="69591"/>
                </a:cubicBezTo>
                <a:cubicBezTo>
                  <a:pt x="568002" y="73254"/>
                  <a:pt x="570149" y="78357"/>
                  <a:pt x="570149" y="84899"/>
                </a:cubicBezTo>
                <a:cubicBezTo>
                  <a:pt x="570149" y="92029"/>
                  <a:pt x="567172" y="98157"/>
                  <a:pt x="561218" y="103284"/>
                </a:cubicBezTo>
                <a:cubicBezTo>
                  <a:pt x="555265" y="108412"/>
                  <a:pt x="546456" y="110975"/>
                  <a:pt x="534792" y="110975"/>
                </a:cubicBezTo>
                <a:cubicBezTo>
                  <a:pt x="524202" y="110975"/>
                  <a:pt x="515821" y="108835"/>
                  <a:pt x="509647" y="104554"/>
                </a:cubicBezTo>
                <a:cubicBezTo>
                  <a:pt x="503474" y="100272"/>
                  <a:pt x="499435" y="94457"/>
                  <a:pt x="497532" y="87111"/>
                </a:cubicBezTo>
                <a:close/>
                <a:moveTo>
                  <a:pt x="623035" y="31477"/>
                </a:moveTo>
                <a:lnTo>
                  <a:pt x="623035" y="47875"/>
                </a:lnTo>
                <a:lnTo>
                  <a:pt x="608980" y="47875"/>
                </a:lnTo>
                <a:lnTo>
                  <a:pt x="608980" y="79155"/>
                </a:lnTo>
                <a:cubicBezTo>
                  <a:pt x="608980" y="85490"/>
                  <a:pt x="609114" y="89182"/>
                  <a:pt x="609382" y="90229"/>
                </a:cubicBezTo>
                <a:cubicBezTo>
                  <a:pt x="609651" y="91275"/>
                  <a:pt x="610261" y="92140"/>
                  <a:pt x="611212" y="92823"/>
                </a:cubicBezTo>
                <a:cubicBezTo>
                  <a:pt x="612164" y="93505"/>
                  <a:pt x="613323" y="93846"/>
                  <a:pt x="614689" y="93846"/>
                </a:cubicBezTo>
                <a:cubicBezTo>
                  <a:pt x="616593" y="93846"/>
                  <a:pt x="619350" y="93187"/>
                  <a:pt x="622961" y="91869"/>
                </a:cubicBezTo>
                <a:lnTo>
                  <a:pt x="624718" y="107887"/>
                </a:lnTo>
                <a:cubicBezTo>
                  <a:pt x="619936" y="109946"/>
                  <a:pt x="614519" y="110975"/>
                  <a:pt x="608467" y="110975"/>
                </a:cubicBezTo>
                <a:cubicBezTo>
                  <a:pt x="604758" y="110975"/>
                  <a:pt x="601415" y="110353"/>
                  <a:pt x="598438" y="109109"/>
                </a:cubicBezTo>
                <a:cubicBezTo>
                  <a:pt x="595462" y="107864"/>
                  <a:pt x="593278" y="106254"/>
                  <a:pt x="591887" y="104277"/>
                </a:cubicBezTo>
                <a:cubicBezTo>
                  <a:pt x="590496" y="102301"/>
                  <a:pt x="589532" y="99629"/>
                  <a:pt x="588995" y="96262"/>
                </a:cubicBezTo>
                <a:cubicBezTo>
                  <a:pt x="588556" y="93870"/>
                  <a:pt x="588336" y="89039"/>
                  <a:pt x="588336" y="81767"/>
                </a:cubicBezTo>
                <a:lnTo>
                  <a:pt x="588336" y="47875"/>
                </a:lnTo>
                <a:lnTo>
                  <a:pt x="578893" y="47875"/>
                </a:lnTo>
                <a:lnTo>
                  <a:pt x="578893" y="31477"/>
                </a:lnTo>
                <a:lnTo>
                  <a:pt x="588336" y="31477"/>
                </a:lnTo>
                <a:lnTo>
                  <a:pt x="588336" y="15958"/>
                </a:lnTo>
                <a:lnTo>
                  <a:pt x="608980" y="3807"/>
                </a:lnTo>
                <a:lnTo>
                  <a:pt x="608980" y="31477"/>
                </a:lnTo>
                <a:lnTo>
                  <a:pt x="623035" y="31477"/>
                </a:lnTo>
                <a:close/>
                <a:moveTo>
                  <a:pt x="749595" y="69689"/>
                </a:moveTo>
                <a:lnTo>
                  <a:pt x="770605" y="76277"/>
                </a:lnTo>
                <a:cubicBezTo>
                  <a:pt x="767384" y="88064"/>
                  <a:pt x="762028" y="96819"/>
                  <a:pt x="754537" y="102541"/>
                </a:cubicBezTo>
                <a:cubicBezTo>
                  <a:pt x="747045" y="108262"/>
                  <a:pt x="737541" y="111122"/>
                  <a:pt x="726024" y="111122"/>
                </a:cubicBezTo>
                <a:cubicBezTo>
                  <a:pt x="711774" y="111122"/>
                  <a:pt x="700062" y="106248"/>
                  <a:pt x="690887" y="96500"/>
                </a:cubicBezTo>
                <a:cubicBezTo>
                  <a:pt x="681712" y="86750"/>
                  <a:pt x="677125" y="73422"/>
                  <a:pt x="677125" y="56515"/>
                </a:cubicBezTo>
                <a:cubicBezTo>
                  <a:pt x="677125" y="38629"/>
                  <a:pt x="681736" y="24739"/>
                  <a:pt x="690960" y="14844"/>
                </a:cubicBezTo>
                <a:cubicBezTo>
                  <a:pt x="700184" y="4948"/>
                  <a:pt x="712311" y="0"/>
                  <a:pt x="727342" y="0"/>
                </a:cubicBezTo>
                <a:cubicBezTo>
                  <a:pt x="740469" y="0"/>
                  <a:pt x="751133" y="3889"/>
                  <a:pt x="759331" y="11667"/>
                </a:cubicBezTo>
                <a:cubicBezTo>
                  <a:pt x="764212" y="16265"/>
                  <a:pt x="767872" y="22868"/>
                  <a:pt x="770312" y="31477"/>
                </a:cubicBezTo>
                <a:lnTo>
                  <a:pt x="748863" y="36601"/>
                </a:lnTo>
                <a:cubicBezTo>
                  <a:pt x="747595" y="31038"/>
                  <a:pt x="744947" y="26646"/>
                  <a:pt x="740921" y="23425"/>
                </a:cubicBezTo>
                <a:cubicBezTo>
                  <a:pt x="736895" y="20204"/>
                  <a:pt x="732002" y="18593"/>
                  <a:pt x="726244" y="18593"/>
                </a:cubicBezTo>
                <a:cubicBezTo>
                  <a:pt x="718289" y="18593"/>
                  <a:pt x="711835" y="21448"/>
                  <a:pt x="706882" y="27158"/>
                </a:cubicBezTo>
                <a:cubicBezTo>
                  <a:pt x="701928" y="32868"/>
                  <a:pt x="699452" y="42116"/>
                  <a:pt x="699452" y="54902"/>
                </a:cubicBezTo>
                <a:cubicBezTo>
                  <a:pt x="699452" y="68469"/>
                  <a:pt x="701892" y="78132"/>
                  <a:pt x="706772" y="83890"/>
                </a:cubicBezTo>
                <a:cubicBezTo>
                  <a:pt x="711652" y="89649"/>
                  <a:pt x="717996" y="92528"/>
                  <a:pt x="725804" y="92528"/>
                </a:cubicBezTo>
                <a:cubicBezTo>
                  <a:pt x="731563" y="92528"/>
                  <a:pt x="736516" y="90693"/>
                  <a:pt x="740665" y="87022"/>
                </a:cubicBezTo>
                <a:cubicBezTo>
                  <a:pt x="744813" y="83350"/>
                  <a:pt x="747790" y="77572"/>
                  <a:pt x="749595" y="69689"/>
                </a:cubicBezTo>
                <a:close/>
                <a:moveTo>
                  <a:pt x="803649" y="55488"/>
                </a:moveTo>
                <a:lnTo>
                  <a:pt x="784983" y="52120"/>
                </a:lnTo>
                <a:cubicBezTo>
                  <a:pt x="787081" y="44506"/>
                  <a:pt x="790692" y="38869"/>
                  <a:pt x="795817" y="35211"/>
                </a:cubicBezTo>
                <a:cubicBezTo>
                  <a:pt x="800941" y="31550"/>
                  <a:pt x="808554" y="29720"/>
                  <a:pt x="818656" y="29720"/>
                </a:cubicBezTo>
                <a:cubicBezTo>
                  <a:pt x="827831" y="29720"/>
                  <a:pt x="834663" y="30806"/>
                  <a:pt x="839153" y="32978"/>
                </a:cubicBezTo>
                <a:cubicBezTo>
                  <a:pt x="843642" y="35150"/>
                  <a:pt x="846802" y="37907"/>
                  <a:pt x="848632" y="41250"/>
                </a:cubicBezTo>
                <a:cubicBezTo>
                  <a:pt x="850463" y="44593"/>
                  <a:pt x="851378" y="50729"/>
                  <a:pt x="851378" y="59660"/>
                </a:cubicBezTo>
                <a:lnTo>
                  <a:pt x="851158" y="83671"/>
                </a:lnTo>
                <a:cubicBezTo>
                  <a:pt x="851158" y="90503"/>
                  <a:pt x="851487" y="95542"/>
                  <a:pt x="852146" y="98787"/>
                </a:cubicBezTo>
                <a:cubicBezTo>
                  <a:pt x="852805" y="102032"/>
                  <a:pt x="854037" y="105510"/>
                  <a:pt x="855843" y="109218"/>
                </a:cubicBezTo>
                <a:lnTo>
                  <a:pt x="835493" y="109218"/>
                </a:lnTo>
                <a:cubicBezTo>
                  <a:pt x="834956" y="107852"/>
                  <a:pt x="834297" y="105827"/>
                  <a:pt x="833516" y="103143"/>
                </a:cubicBezTo>
                <a:cubicBezTo>
                  <a:pt x="833174" y="101923"/>
                  <a:pt x="832930" y="101117"/>
                  <a:pt x="832784" y="100727"/>
                </a:cubicBezTo>
                <a:cubicBezTo>
                  <a:pt x="829270" y="104143"/>
                  <a:pt x="825513" y="106705"/>
                  <a:pt x="821511" y="108413"/>
                </a:cubicBezTo>
                <a:cubicBezTo>
                  <a:pt x="817509" y="110121"/>
                  <a:pt x="813239" y="110975"/>
                  <a:pt x="808700" y="110975"/>
                </a:cubicBezTo>
                <a:cubicBezTo>
                  <a:pt x="800697" y="110975"/>
                  <a:pt x="794389" y="108813"/>
                  <a:pt x="789777" y="104488"/>
                </a:cubicBezTo>
                <a:cubicBezTo>
                  <a:pt x="785166" y="100163"/>
                  <a:pt x="782860" y="94695"/>
                  <a:pt x="782860" y="88086"/>
                </a:cubicBezTo>
                <a:cubicBezTo>
                  <a:pt x="782860" y="83712"/>
                  <a:pt x="783909" y="79812"/>
                  <a:pt x="786008" y="76387"/>
                </a:cubicBezTo>
                <a:cubicBezTo>
                  <a:pt x="788106" y="72960"/>
                  <a:pt x="791046" y="70336"/>
                  <a:pt x="794828" y="68513"/>
                </a:cubicBezTo>
                <a:cubicBezTo>
                  <a:pt x="798611" y="66691"/>
                  <a:pt x="804064" y="65099"/>
                  <a:pt x="811189" y="63739"/>
                </a:cubicBezTo>
                <a:cubicBezTo>
                  <a:pt x="820803" y="61941"/>
                  <a:pt x="827465" y="60264"/>
                  <a:pt x="831174" y="58709"/>
                </a:cubicBezTo>
                <a:lnTo>
                  <a:pt x="831174" y="56636"/>
                </a:lnTo>
                <a:cubicBezTo>
                  <a:pt x="831174" y="52639"/>
                  <a:pt x="830198" y="49789"/>
                  <a:pt x="828246" y="48087"/>
                </a:cubicBezTo>
                <a:cubicBezTo>
                  <a:pt x="826293" y="46384"/>
                  <a:pt x="822609" y="45532"/>
                  <a:pt x="817192" y="45532"/>
                </a:cubicBezTo>
                <a:cubicBezTo>
                  <a:pt x="813532" y="45532"/>
                  <a:pt x="810677" y="46269"/>
                  <a:pt x="808627" y="47742"/>
                </a:cubicBezTo>
                <a:cubicBezTo>
                  <a:pt x="806577" y="49214"/>
                  <a:pt x="804918" y="51796"/>
                  <a:pt x="803649" y="55488"/>
                </a:cubicBezTo>
                <a:moveTo>
                  <a:pt x="831174" y="72178"/>
                </a:moveTo>
                <a:cubicBezTo>
                  <a:pt x="828538" y="73046"/>
                  <a:pt x="824366" y="74083"/>
                  <a:pt x="818656" y="75289"/>
                </a:cubicBezTo>
                <a:cubicBezTo>
                  <a:pt x="812946" y="76494"/>
                  <a:pt x="809213" y="77675"/>
                  <a:pt x="807456" y="78832"/>
                </a:cubicBezTo>
                <a:cubicBezTo>
                  <a:pt x="804772" y="80713"/>
                  <a:pt x="803430" y="83100"/>
                  <a:pt x="803430" y="85993"/>
                </a:cubicBezTo>
                <a:cubicBezTo>
                  <a:pt x="803430" y="88838"/>
                  <a:pt x="804503" y="91298"/>
                  <a:pt x="806651" y="93372"/>
                </a:cubicBezTo>
                <a:cubicBezTo>
                  <a:pt x="808798" y="95445"/>
                  <a:pt x="811531" y="96481"/>
                  <a:pt x="814849" y="96481"/>
                </a:cubicBezTo>
                <a:cubicBezTo>
                  <a:pt x="818558" y="96481"/>
                  <a:pt x="822096" y="95276"/>
                  <a:pt x="825464" y="92865"/>
                </a:cubicBezTo>
                <a:cubicBezTo>
                  <a:pt x="827953" y="91033"/>
                  <a:pt x="829588" y="88790"/>
                  <a:pt x="830368" y="86137"/>
                </a:cubicBezTo>
                <a:cubicBezTo>
                  <a:pt x="830905" y="84401"/>
                  <a:pt x="831174" y="81099"/>
                  <a:pt x="831174" y="76229"/>
                </a:cubicBezTo>
                <a:lnTo>
                  <a:pt x="831174" y="72178"/>
                </a:lnTo>
                <a:close/>
                <a:moveTo>
                  <a:pt x="863634" y="87111"/>
                </a:moveTo>
                <a:lnTo>
                  <a:pt x="884278" y="83890"/>
                </a:lnTo>
                <a:cubicBezTo>
                  <a:pt x="885156" y="87868"/>
                  <a:pt x="886937" y="90887"/>
                  <a:pt x="889621" y="92949"/>
                </a:cubicBezTo>
                <a:cubicBezTo>
                  <a:pt x="892305" y="95011"/>
                  <a:pt x="896063" y="96042"/>
                  <a:pt x="900895" y="96042"/>
                </a:cubicBezTo>
                <a:cubicBezTo>
                  <a:pt x="906214" y="96042"/>
                  <a:pt x="910216" y="95067"/>
                  <a:pt x="912900" y="93118"/>
                </a:cubicBezTo>
                <a:cubicBezTo>
                  <a:pt x="914705" y="91754"/>
                  <a:pt x="915608" y="89926"/>
                  <a:pt x="915608" y="87635"/>
                </a:cubicBezTo>
                <a:cubicBezTo>
                  <a:pt x="915608" y="86075"/>
                  <a:pt x="915120" y="84783"/>
                  <a:pt x="914144" y="83760"/>
                </a:cubicBezTo>
                <a:cubicBezTo>
                  <a:pt x="913119" y="82785"/>
                  <a:pt x="910826" y="81884"/>
                  <a:pt x="907263" y="81056"/>
                </a:cubicBezTo>
                <a:cubicBezTo>
                  <a:pt x="890671" y="77402"/>
                  <a:pt x="880154" y="74064"/>
                  <a:pt x="875713" y="71041"/>
                </a:cubicBezTo>
                <a:cubicBezTo>
                  <a:pt x="869564" y="66847"/>
                  <a:pt x="866489" y="61021"/>
                  <a:pt x="866489" y="53562"/>
                </a:cubicBezTo>
                <a:cubicBezTo>
                  <a:pt x="866489" y="46833"/>
                  <a:pt x="869149" y="41177"/>
                  <a:pt x="874468" y="36595"/>
                </a:cubicBezTo>
                <a:cubicBezTo>
                  <a:pt x="879788" y="32012"/>
                  <a:pt x="888035" y="29720"/>
                  <a:pt x="899211" y="29720"/>
                </a:cubicBezTo>
                <a:cubicBezTo>
                  <a:pt x="909850" y="29720"/>
                  <a:pt x="917756" y="31447"/>
                  <a:pt x="922929" y="34899"/>
                </a:cubicBezTo>
                <a:cubicBezTo>
                  <a:pt x="928102" y="38352"/>
                  <a:pt x="931664" y="43458"/>
                  <a:pt x="933616" y="50217"/>
                </a:cubicBezTo>
                <a:lnTo>
                  <a:pt x="914217" y="53877"/>
                </a:lnTo>
                <a:cubicBezTo>
                  <a:pt x="913388" y="50852"/>
                  <a:pt x="911814" y="48533"/>
                  <a:pt x="909496" y="46923"/>
                </a:cubicBezTo>
                <a:cubicBezTo>
                  <a:pt x="907178" y="45312"/>
                  <a:pt x="903871" y="44507"/>
                  <a:pt x="899577" y="44507"/>
                </a:cubicBezTo>
                <a:cubicBezTo>
                  <a:pt x="894160" y="44507"/>
                  <a:pt x="890280" y="45263"/>
                  <a:pt x="887938" y="46774"/>
                </a:cubicBezTo>
                <a:cubicBezTo>
                  <a:pt x="886376" y="47845"/>
                  <a:pt x="885595" y="49233"/>
                  <a:pt x="885595" y="50940"/>
                </a:cubicBezTo>
                <a:cubicBezTo>
                  <a:pt x="885595" y="52401"/>
                  <a:pt x="886278" y="53643"/>
                  <a:pt x="887645" y="54666"/>
                </a:cubicBezTo>
                <a:cubicBezTo>
                  <a:pt x="889499" y="56031"/>
                  <a:pt x="895905" y="57957"/>
                  <a:pt x="906861" y="60443"/>
                </a:cubicBezTo>
                <a:cubicBezTo>
                  <a:pt x="917817" y="62928"/>
                  <a:pt x="925466" y="65978"/>
                  <a:pt x="929810" y="69591"/>
                </a:cubicBezTo>
                <a:cubicBezTo>
                  <a:pt x="934104" y="73254"/>
                  <a:pt x="936251" y="78357"/>
                  <a:pt x="936251" y="84899"/>
                </a:cubicBezTo>
                <a:cubicBezTo>
                  <a:pt x="936251" y="92029"/>
                  <a:pt x="933275" y="98157"/>
                  <a:pt x="927321" y="103284"/>
                </a:cubicBezTo>
                <a:cubicBezTo>
                  <a:pt x="921367" y="108412"/>
                  <a:pt x="912558" y="110975"/>
                  <a:pt x="900895" y="110975"/>
                </a:cubicBezTo>
                <a:cubicBezTo>
                  <a:pt x="890305" y="110975"/>
                  <a:pt x="881923" y="108835"/>
                  <a:pt x="875749" y="104554"/>
                </a:cubicBezTo>
                <a:cubicBezTo>
                  <a:pt x="869576" y="100272"/>
                  <a:pt x="865538" y="94457"/>
                  <a:pt x="863634" y="87111"/>
                </a:cubicBezTo>
                <a:close/>
                <a:moveTo>
                  <a:pt x="998507" y="84476"/>
                </a:moveTo>
                <a:lnTo>
                  <a:pt x="1019004" y="87990"/>
                </a:lnTo>
                <a:cubicBezTo>
                  <a:pt x="1016368" y="95481"/>
                  <a:pt x="1012208" y="101184"/>
                  <a:pt x="1006523" y="105101"/>
                </a:cubicBezTo>
                <a:cubicBezTo>
                  <a:pt x="1000837" y="109017"/>
                  <a:pt x="993724" y="110975"/>
                  <a:pt x="985184" y="110975"/>
                </a:cubicBezTo>
                <a:cubicBezTo>
                  <a:pt x="971666" y="110975"/>
                  <a:pt x="961661" y="106559"/>
                  <a:pt x="955171" y="97726"/>
                </a:cubicBezTo>
                <a:cubicBezTo>
                  <a:pt x="950047" y="90649"/>
                  <a:pt x="947485" y="81719"/>
                  <a:pt x="947485" y="70933"/>
                </a:cubicBezTo>
                <a:cubicBezTo>
                  <a:pt x="947485" y="58050"/>
                  <a:pt x="950852" y="47960"/>
                  <a:pt x="957587" y="40664"/>
                </a:cubicBezTo>
                <a:cubicBezTo>
                  <a:pt x="964321" y="33368"/>
                  <a:pt x="972837" y="29720"/>
                  <a:pt x="983134" y="29720"/>
                </a:cubicBezTo>
                <a:cubicBezTo>
                  <a:pt x="994700" y="29720"/>
                  <a:pt x="1003826" y="33539"/>
                  <a:pt x="1010512" y="41177"/>
                </a:cubicBezTo>
                <a:cubicBezTo>
                  <a:pt x="1017198" y="48814"/>
                  <a:pt x="1020394" y="60514"/>
                  <a:pt x="1020102" y="76277"/>
                </a:cubicBezTo>
                <a:lnTo>
                  <a:pt x="968567" y="76277"/>
                </a:lnTo>
                <a:cubicBezTo>
                  <a:pt x="968713" y="82377"/>
                  <a:pt x="970373" y="87123"/>
                  <a:pt x="973545" y="90515"/>
                </a:cubicBezTo>
                <a:cubicBezTo>
                  <a:pt x="976717" y="93907"/>
                  <a:pt x="980670" y="95603"/>
                  <a:pt x="985404" y="95603"/>
                </a:cubicBezTo>
                <a:cubicBezTo>
                  <a:pt x="988624" y="95603"/>
                  <a:pt x="991333" y="94724"/>
                  <a:pt x="993529" y="92967"/>
                </a:cubicBezTo>
                <a:cubicBezTo>
                  <a:pt x="995725" y="91211"/>
                  <a:pt x="997384" y="88380"/>
                  <a:pt x="998507" y="84476"/>
                </a:cubicBezTo>
                <a:moveTo>
                  <a:pt x="999678" y="63686"/>
                </a:moveTo>
                <a:cubicBezTo>
                  <a:pt x="999532" y="57757"/>
                  <a:pt x="997994" y="53249"/>
                  <a:pt x="995066" y="50162"/>
                </a:cubicBezTo>
                <a:cubicBezTo>
                  <a:pt x="992138" y="47075"/>
                  <a:pt x="988576" y="45532"/>
                  <a:pt x="984379" y="45532"/>
                </a:cubicBezTo>
                <a:cubicBezTo>
                  <a:pt x="979889" y="45532"/>
                  <a:pt x="976180" y="47160"/>
                  <a:pt x="973252" y="50416"/>
                </a:cubicBezTo>
                <a:cubicBezTo>
                  <a:pt x="970324" y="53674"/>
                  <a:pt x="968884" y="58097"/>
                  <a:pt x="968933" y="63686"/>
                </a:cubicBezTo>
                <a:lnTo>
                  <a:pt x="999678" y="636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EC854-09DF-40EB-9D6B-70C4BEF8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363" y="1862872"/>
            <a:ext cx="507393" cy="723752"/>
          </a:xfrm>
          <a:custGeom xmlns:a="http://schemas.openxmlformats.org/drawingml/2006/main">
            <a:pathLst>
              <a:path w="507393" h="723752">
                <a:moveTo>
                  <a:pt x="0" y="0"/>
                </a:moveTo>
                <a:lnTo>
                  <a:pt x="422849" y="0"/>
                </a:lnTo>
                <a:lnTo>
                  <a:pt x="507393" y="84544"/>
                </a:lnTo>
                <a:lnTo>
                  <a:pt x="507393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45A81-1E6C-4635-A302-869B04A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363" y="1862872"/>
            <a:ext cx="507393" cy="723752"/>
          </a:xfrm>
          <a:custGeom xmlns:a="http://schemas.openxmlformats.org/drawingml/2006/main">
            <a:pathLst>
              <a:path w="507393" h="723752" fill="none">
                <a:moveTo>
                  <a:pt x="0" y="0"/>
                </a:moveTo>
                <a:lnTo>
                  <a:pt x="422849" y="0"/>
                </a:lnTo>
                <a:lnTo>
                  <a:pt x="507393" y="84544"/>
                </a:lnTo>
                <a:lnTo>
                  <a:pt x="507393" y="723752"/>
                </a:lnTo>
                <a:lnTo>
                  <a:pt x="0" y="7237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8AB73-1273-45BE-AFC7-CA943F53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10" y="1862872"/>
            <a:ext cx="81946" cy="85193"/>
          </a:xfrm>
          <a:custGeom xmlns:a="http://schemas.openxmlformats.org/drawingml/2006/main">
            <a:pathLst>
              <a:path w="81946" h="85193">
                <a:moveTo>
                  <a:pt x="0" y="85193"/>
                </a:moveTo>
                <a:lnTo>
                  <a:pt x="0" y="0"/>
                </a:lnTo>
                <a:lnTo>
                  <a:pt x="81946" y="85193"/>
                </a:lnTo>
                <a:lnTo>
                  <a:pt x="0" y="85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D6D86-3B34-457A-B763-FE7F8CA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9810" y="1862872"/>
            <a:ext cx="81946" cy="85193"/>
          </a:xfrm>
          <a:custGeom xmlns:a="http://schemas.openxmlformats.org/drawingml/2006/main">
            <a:pathLst>
              <a:path w="81946" h="85193" fill="none">
                <a:moveTo>
                  <a:pt x="0" y="85193"/>
                </a:moveTo>
                <a:lnTo>
                  <a:pt x="0" y="0"/>
                </a:lnTo>
                <a:lnTo>
                  <a:pt x="81946" y="85193"/>
                </a:lnTo>
                <a:lnTo>
                  <a:pt x="0" y="8519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7DD6E-2D03-4106-A5E3-2593D08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777" y="2186645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81976-7F73-4660-A038-983B7110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777" y="2332773"/>
            <a:ext cx="358694" cy="13"/>
          </a:xfrm>
          <a:custGeom xmlns:a="http://schemas.openxmlformats.org/drawingml/2006/main">
            <a:pathLst>
              <a:path w="358694" h="13" fill="none">
                <a:moveTo>
                  <a:pt x="0" y="0"/>
                </a:moveTo>
                <a:lnTo>
                  <a:pt x="358694" y="13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9EB31-0649-4B7F-83BB-19AA9CF6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777" y="2478913"/>
            <a:ext cx="358694" cy="10"/>
          </a:xfrm>
          <a:custGeom xmlns:a="http://schemas.openxmlformats.org/drawingml/2006/main">
            <a:pathLst>
              <a:path w="358694" h="1" fill="none">
                <a:moveTo>
                  <a:pt x="0" y="0"/>
                </a:moveTo>
                <a:lnTo>
                  <a:pt x="3586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9EE82-83D4-4F6D-986E-5601092A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777" y="2040505"/>
            <a:ext cx="358694" cy="13"/>
          </a:xfrm>
          <a:custGeom xmlns:a="http://schemas.openxmlformats.org/drawingml/2006/main">
            <a:pathLst>
              <a:path w="358694" h="13" fill="none">
                <a:moveTo>
                  <a:pt x="0" y="0"/>
                </a:moveTo>
                <a:lnTo>
                  <a:pt x="358694" y="13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BFBFBF"/>
            </a:solidFill>
            <a:custDash>
              <a:ds d="400000" sp="300000"/>
            </a:custDash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978C1-7E42-4E2D-9F19-C09755D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117" y="792373"/>
            <a:ext cx="495445" cy="580119"/>
          </a:xfrm>
          <a:custGeom xmlns:a="http://schemas.openxmlformats.org/drawingml/2006/main">
            <a:pathLst>
              <a:path w="495445" h="580119">
                <a:moveTo>
                  <a:pt x="474536" y="84544"/>
                </a:moveTo>
                <a:lnTo>
                  <a:pt x="495445" y="0"/>
                </a:lnTo>
                <a:lnTo>
                  <a:pt x="415187" y="34155"/>
                </a:lnTo>
                <a:lnTo>
                  <a:pt x="437485" y="53086"/>
                </a:lnTo>
                <a:lnTo>
                  <a:pt x="0" y="567392"/>
                </a:lnTo>
                <a:lnTo>
                  <a:pt x="14805" y="580119"/>
                </a:lnTo>
                <a:lnTo>
                  <a:pt x="452304" y="65668"/>
                </a:lnTo>
                <a:lnTo>
                  <a:pt x="474536" y="845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PartialTestCases">
            <a:extLst xmlns:a="http://schemas.openxmlformats.org/drawingml/2006/main">
              <a:ext uri="{FF2B5EF4-FFF2-40B4-BE49-F238E27FC236}">
                <a16:creationId xmlns:a16="http://schemas.microsoft.com/office/drawing/2014/main" id="{EEF7EBB0-15F9-4DFB-9D52-AC50CDC7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811" y="230273"/>
            <a:ext cx="1269128" cy="110891"/>
          </a:xfrm>
          <a:custGeom xmlns:a="http://schemas.openxmlformats.org/drawingml/2006/main">
            <a:pathLst>
              <a:path w="1269128" h="110891">
                <a:moveTo>
                  <a:pt x="289644" y="20892"/>
                </a:moveTo>
                <a:lnTo>
                  <a:pt x="310171" y="20892"/>
                </a:lnTo>
                <a:lnTo>
                  <a:pt x="310171" y="1899"/>
                </a:lnTo>
                <a:lnTo>
                  <a:pt x="289644" y="1899"/>
                </a:lnTo>
                <a:lnTo>
                  <a:pt x="289644" y="20892"/>
                </a:lnTo>
                <a:close/>
                <a:moveTo>
                  <a:pt x="36933" y="68519"/>
                </a:moveTo>
                <a:lnTo>
                  <a:pt x="38121" y="68511"/>
                </a:lnTo>
                <a:lnTo>
                  <a:pt x="39284" y="68497"/>
                </a:lnTo>
                <a:lnTo>
                  <a:pt x="40423" y="68479"/>
                </a:lnTo>
                <a:lnTo>
                  <a:pt x="41539" y="68455"/>
                </a:lnTo>
                <a:lnTo>
                  <a:pt x="42630" y="68426"/>
                </a:lnTo>
                <a:lnTo>
                  <a:pt x="43697" y="68391"/>
                </a:lnTo>
                <a:lnTo>
                  <a:pt x="44739" y="68351"/>
                </a:lnTo>
                <a:lnTo>
                  <a:pt x="45758" y="68306"/>
                </a:lnTo>
                <a:lnTo>
                  <a:pt x="46753" y="68255"/>
                </a:lnTo>
                <a:lnTo>
                  <a:pt x="47723" y="68200"/>
                </a:lnTo>
                <a:lnTo>
                  <a:pt x="48670" y="68138"/>
                </a:lnTo>
                <a:lnTo>
                  <a:pt x="49592" y="68072"/>
                </a:lnTo>
                <a:lnTo>
                  <a:pt x="50491" y="68000"/>
                </a:lnTo>
                <a:lnTo>
                  <a:pt x="51365" y="67923"/>
                </a:lnTo>
                <a:lnTo>
                  <a:pt x="52215" y="67841"/>
                </a:lnTo>
                <a:lnTo>
                  <a:pt x="53041" y="67753"/>
                </a:lnTo>
                <a:lnTo>
                  <a:pt x="53843" y="67660"/>
                </a:lnTo>
                <a:lnTo>
                  <a:pt x="54621" y="67561"/>
                </a:lnTo>
                <a:lnTo>
                  <a:pt x="55374" y="67458"/>
                </a:lnTo>
                <a:lnTo>
                  <a:pt x="56104" y="67349"/>
                </a:lnTo>
                <a:lnTo>
                  <a:pt x="56809" y="67234"/>
                </a:lnTo>
                <a:lnTo>
                  <a:pt x="57491" y="67115"/>
                </a:lnTo>
                <a:lnTo>
                  <a:pt x="58148" y="66990"/>
                </a:lnTo>
                <a:lnTo>
                  <a:pt x="58623" y="66882"/>
                </a:lnTo>
                <a:lnTo>
                  <a:pt x="59097" y="66765"/>
                </a:lnTo>
                <a:lnTo>
                  <a:pt x="59570" y="66639"/>
                </a:lnTo>
                <a:lnTo>
                  <a:pt x="60042" y="66504"/>
                </a:lnTo>
                <a:lnTo>
                  <a:pt x="60514" y="66360"/>
                </a:lnTo>
                <a:lnTo>
                  <a:pt x="60986" y="66207"/>
                </a:lnTo>
                <a:lnTo>
                  <a:pt x="61457" y="66045"/>
                </a:lnTo>
                <a:lnTo>
                  <a:pt x="61927" y="65874"/>
                </a:lnTo>
                <a:lnTo>
                  <a:pt x="62396" y="65694"/>
                </a:lnTo>
                <a:lnTo>
                  <a:pt x="62865" y="65505"/>
                </a:lnTo>
                <a:lnTo>
                  <a:pt x="63333" y="65307"/>
                </a:lnTo>
                <a:lnTo>
                  <a:pt x="63801" y="65101"/>
                </a:lnTo>
                <a:lnTo>
                  <a:pt x="64267" y="64885"/>
                </a:lnTo>
                <a:lnTo>
                  <a:pt x="64734" y="64660"/>
                </a:lnTo>
                <a:lnTo>
                  <a:pt x="65199" y="64426"/>
                </a:lnTo>
                <a:lnTo>
                  <a:pt x="65664" y="64183"/>
                </a:lnTo>
                <a:lnTo>
                  <a:pt x="66129" y="63931"/>
                </a:lnTo>
                <a:lnTo>
                  <a:pt x="66592" y="63671"/>
                </a:lnTo>
                <a:lnTo>
                  <a:pt x="67056" y="63401"/>
                </a:lnTo>
                <a:lnTo>
                  <a:pt x="67518" y="63122"/>
                </a:lnTo>
                <a:lnTo>
                  <a:pt x="67980" y="62834"/>
                </a:lnTo>
                <a:lnTo>
                  <a:pt x="68441" y="62538"/>
                </a:lnTo>
                <a:lnTo>
                  <a:pt x="68902" y="62232"/>
                </a:lnTo>
                <a:lnTo>
                  <a:pt x="69362" y="61917"/>
                </a:lnTo>
                <a:lnTo>
                  <a:pt x="69818" y="61593"/>
                </a:lnTo>
                <a:lnTo>
                  <a:pt x="70267" y="61259"/>
                </a:lnTo>
                <a:lnTo>
                  <a:pt x="70710" y="60914"/>
                </a:lnTo>
                <a:lnTo>
                  <a:pt x="71146" y="60560"/>
                </a:lnTo>
                <a:lnTo>
                  <a:pt x="71576" y="60196"/>
                </a:lnTo>
                <a:lnTo>
                  <a:pt x="71998" y="59822"/>
                </a:lnTo>
                <a:lnTo>
                  <a:pt x="72414" y="59437"/>
                </a:lnTo>
                <a:lnTo>
                  <a:pt x="72823" y="59043"/>
                </a:lnTo>
                <a:lnTo>
                  <a:pt x="73226" y="58639"/>
                </a:lnTo>
                <a:lnTo>
                  <a:pt x="73622" y="58224"/>
                </a:lnTo>
                <a:lnTo>
                  <a:pt x="74011" y="57800"/>
                </a:lnTo>
                <a:lnTo>
                  <a:pt x="74393" y="57366"/>
                </a:lnTo>
                <a:lnTo>
                  <a:pt x="74768" y="56921"/>
                </a:lnTo>
                <a:lnTo>
                  <a:pt x="75137" y="56467"/>
                </a:lnTo>
                <a:lnTo>
                  <a:pt x="75499" y="56003"/>
                </a:lnTo>
                <a:lnTo>
                  <a:pt x="75855" y="55528"/>
                </a:lnTo>
                <a:lnTo>
                  <a:pt x="76204" y="55044"/>
                </a:lnTo>
                <a:lnTo>
                  <a:pt x="76546" y="54550"/>
                </a:lnTo>
                <a:lnTo>
                  <a:pt x="76881" y="54045"/>
                </a:lnTo>
                <a:lnTo>
                  <a:pt x="77209" y="53531"/>
                </a:lnTo>
                <a:lnTo>
                  <a:pt x="77531" y="53006"/>
                </a:lnTo>
                <a:lnTo>
                  <a:pt x="77846" y="52472"/>
                </a:lnTo>
                <a:lnTo>
                  <a:pt x="78155" y="51927"/>
                </a:lnTo>
                <a:lnTo>
                  <a:pt x="78456" y="51373"/>
                </a:lnTo>
                <a:lnTo>
                  <a:pt x="78748" y="50808"/>
                </a:lnTo>
                <a:lnTo>
                  <a:pt x="79028" y="50232"/>
                </a:lnTo>
                <a:lnTo>
                  <a:pt x="79295" y="49645"/>
                </a:lnTo>
                <a:lnTo>
                  <a:pt x="79550" y="49048"/>
                </a:lnTo>
                <a:lnTo>
                  <a:pt x="79792" y="48439"/>
                </a:lnTo>
                <a:lnTo>
                  <a:pt x="80022" y="47820"/>
                </a:lnTo>
                <a:lnTo>
                  <a:pt x="80240" y="47190"/>
                </a:lnTo>
                <a:lnTo>
                  <a:pt x="80445" y="46548"/>
                </a:lnTo>
                <a:lnTo>
                  <a:pt x="80638" y="45896"/>
                </a:lnTo>
                <a:lnTo>
                  <a:pt x="80818" y="45233"/>
                </a:lnTo>
                <a:lnTo>
                  <a:pt x="80986" y="44560"/>
                </a:lnTo>
                <a:lnTo>
                  <a:pt x="81141" y="43875"/>
                </a:lnTo>
                <a:lnTo>
                  <a:pt x="81284" y="43179"/>
                </a:lnTo>
                <a:lnTo>
                  <a:pt x="81414" y="42473"/>
                </a:lnTo>
                <a:lnTo>
                  <a:pt x="81532" y="41755"/>
                </a:lnTo>
                <a:lnTo>
                  <a:pt x="81638" y="41027"/>
                </a:lnTo>
                <a:lnTo>
                  <a:pt x="81731" y="40288"/>
                </a:lnTo>
                <a:lnTo>
                  <a:pt x="81812" y="39538"/>
                </a:lnTo>
                <a:lnTo>
                  <a:pt x="81880" y="38777"/>
                </a:lnTo>
                <a:lnTo>
                  <a:pt x="81936" y="38005"/>
                </a:lnTo>
                <a:lnTo>
                  <a:pt x="81980" y="37222"/>
                </a:lnTo>
                <a:lnTo>
                  <a:pt x="82011" y="36429"/>
                </a:lnTo>
                <a:lnTo>
                  <a:pt x="82030" y="35624"/>
                </a:lnTo>
                <a:lnTo>
                  <a:pt x="82036" y="34809"/>
                </a:lnTo>
                <a:lnTo>
                  <a:pt x="82025" y="33753"/>
                </a:lnTo>
                <a:lnTo>
                  <a:pt x="81993" y="32713"/>
                </a:lnTo>
                <a:lnTo>
                  <a:pt x="81939" y="31690"/>
                </a:lnTo>
                <a:lnTo>
                  <a:pt x="81863" y="30683"/>
                </a:lnTo>
                <a:lnTo>
                  <a:pt x="81766" y="29692"/>
                </a:lnTo>
                <a:lnTo>
                  <a:pt x="81648" y="28718"/>
                </a:lnTo>
                <a:lnTo>
                  <a:pt x="81508" y="27760"/>
                </a:lnTo>
                <a:lnTo>
                  <a:pt x="81346" y="26818"/>
                </a:lnTo>
                <a:lnTo>
                  <a:pt x="81163" y="25893"/>
                </a:lnTo>
                <a:lnTo>
                  <a:pt x="80958" y="24984"/>
                </a:lnTo>
                <a:lnTo>
                  <a:pt x="80731" y="24091"/>
                </a:lnTo>
                <a:lnTo>
                  <a:pt x="80483" y="23215"/>
                </a:lnTo>
                <a:lnTo>
                  <a:pt x="80214" y="22355"/>
                </a:lnTo>
                <a:lnTo>
                  <a:pt x="79923" y="21512"/>
                </a:lnTo>
                <a:lnTo>
                  <a:pt x="79610" y="20685"/>
                </a:lnTo>
                <a:lnTo>
                  <a:pt x="79276" y="19874"/>
                </a:lnTo>
                <a:lnTo>
                  <a:pt x="78920" y="19079"/>
                </a:lnTo>
                <a:lnTo>
                  <a:pt x="78543" y="18301"/>
                </a:lnTo>
                <a:lnTo>
                  <a:pt x="78144" y="17539"/>
                </a:lnTo>
                <a:lnTo>
                  <a:pt x="77724" y="16794"/>
                </a:lnTo>
                <a:lnTo>
                  <a:pt x="77282" y="16065"/>
                </a:lnTo>
                <a:lnTo>
                  <a:pt x="76818" y="15352"/>
                </a:lnTo>
                <a:lnTo>
                  <a:pt x="76333" y="14656"/>
                </a:lnTo>
                <a:lnTo>
                  <a:pt x="75826" y="13975"/>
                </a:lnTo>
                <a:lnTo>
                  <a:pt x="75304" y="13313"/>
                </a:lnTo>
                <a:lnTo>
                  <a:pt x="74771" y="12671"/>
                </a:lnTo>
                <a:lnTo>
                  <a:pt x="74227" y="12048"/>
                </a:lnTo>
                <a:lnTo>
                  <a:pt x="73674" y="11445"/>
                </a:lnTo>
                <a:lnTo>
                  <a:pt x="73109" y="10861"/>
                </a:lnTo>
                <a:lnTo>
                  <a:pt x="72535" y="10297"/>
                </a:lnTo>
                <a:lnTo>
                  <a:pt x="71950" y="9753"/>
                </a:lnTo>
                <a:lnTo>
                  <a:pt x="71354" y="9228"/>
                </a:lnTo>
                <a:lnTo>
                  <a:pt x="70748" y="8723"/>
                </a:lnTo>
                <a:lnTo>
                  <a:pt x="70132" y="8238"/>
                </a:lnTo>
                <a:lnTo>
                  <a:pt x="69505" y="7772"/>
                </a:lnTo>
                <a:lnTo>
                  <a:pt x="68868" y="7326"/>
                </a:lnTo>
                <a:lnTo>
                  <a:pt x="68221" y="6900"/>
                </a:lnTo>
                <a:lnTo>
                  <a:pt x="67563" y="6493"/>
                </a:lnTo>
                <a:lnTo>
                  <a:pt x="66895" y="6106"/>
                </a:lnTo>
                <a:lnTo>
                  <a:pt x="66216" y="5738"/>
                </a:lnTo>
                <a:lnTo>
                  <a:pt x="65527" y="5390"/>
                </a:lnTo>
                <a:lnTo>
                  <a:pt x="64828" y="5062"/>
                </a:lnTo>
                <a:lnTo>
                  <a:pt x="64118" y="4753"/>
                </a:lnTo>
                <a:lnTo>
                  <a:pt x="63398" y="4464"/>
                </a:lnTo>
                <a:lnTo>
                  <a:pt x="62667" y="4195"/>
                </a:lnTo>
                <a:lnTo>
                  <a:pt x="61926" y="3945"/>
                </a:lnTo>
                <a:lnTo>
                  <a:pt x="61175" y="3715"/>
                </a:lnTo>
                <a:lnTo>
                  <a:pt x="60413" y="3504"/>
                </a:lnTo>
                <a:lnTo>
                  <a:pt x="59890" y="3373"/>
                </a:lnTo>
                <a:lnTo>
                  <a:pt x="59319" y="3248"/>
                </a:lnTo>
                <a:lnTo>
                  <a:pt x="58701" y="3128"/>
                </a:lnTo>
                <a:lnTo>
                  <a:pt x="58035" y="3014"/>
                </a:lnTo>
                <a:lnTo>
                  <a:pt x="57321" y="2905"/>
                </a:lnTo>
                <a:lnTo>
                  <a:pt x="56559" y="2802"/>
                </a:lnTo>
                <a:lnTo>
                  <a:pt x="55750" y="2705"/>
                </a:lnTo>
                <a:lnTo>
                  <a:pt x="54893" y="2613"/>
                </a:lnTo>
                <a:lnTo>
                  <a:pt x="53989" y="2526"/>
                </a:lnTo>
                <a:lnTo>
                  <a:pt x="53037" y="2445"/>
                </a:lnTo>
                <a:lnTo>
                  <a:pt x="52037" y="2370"/>
                </a:lnTo>
                <a:lnTo>
                  <a:pt x="50989" y="2301"/>
                </a:lnTo>
                <a:lnTo>
                  <a:pt x="49894" y="2236"/>
                </a:lnTo>
                <a:lnTo>
                  <a:pt x="48751" y="2178"/>
                </a:lnTo>
                <a:lnTo>
                  <a:pt x="47560" y="2125"/>
                </a:lnTo>
                <a:lnTo>
                  <a:pt x="46322" y="2078"/>
                </a:lnTo>
                <a:lnTo>
                  <a:pt x="45036" y="2036"/>
                </a:lnTo>
                <a:lnTo>
                  <a:pt x="43702" y="2000"/>
                </a:lnTo>
                <a:lnTo>
                  <a:pt x="42321" y="1969"/>
                </a:lnTo>
                <a:lnTo>
                  <a:pt x="40892" y="1944"/>
                </a:lnTo>
                <a:lnTo>
                  <a:pt x="39415" y="1924"/>
                </a:lnTo>
                <a:lnTo>
                  <a:pt x="37891" y="1910"/>
                </a:lnTo>
                <a:lnTo>
                  <a:pt x="36319" y="1902"/>
                </a:lnTo>
                <a:lnTo>
                  <a:pt x="34699" y="1899"/>
                </a:lnTo>
                <a:lnTo>
                  <a:pt x="0" y="1899"/>
                </a:lnTo>
                <a:lnTo>
                  <a:pt x="0" y="108991"/>
                </a:lnTo>
                <a:lnTo>
                  <a:pt x="21623" y="108991"/>
                </a:lnTo>
                <a:lnTo>
                  <a:pt x="21623" y="68521"/>
                </a:lnTo>
                <a:lnTo>
                  <a:pt x="35722" y="68521"/>
                </a:lnTo>
                <a:lnTo>
                  <a:pt x="36933" y="68519"/>
                </a:lnTo>
                <a:close/>
                <a:moveTo>
                  <a:pt x="34869" y="20027"/>
                </a:moveTo>
                <a:lnTo>
                  <a:pt x="35748" y="20036"/>
                </a:lnTo>
                <a:lnTo>
                  <a:pt x="36600" y="20048"/>
                </a:lnTo>
                <a:lnTo>
                  <a:pt x="37425" y="20062"/>
                </a:lnTo>
                <a:lnTo>
                  <a:pt x="38222" y="20078"/>
                </a:lnTo>
                <a:lnTo>
                  <a:pt x="38993" y="20097"/>
                </a:lnTo>
                <a:lnTo>
                  <a:pt x="39736" y="20119"/>
                </a:lnTo>
                <a:lnTo>
                  <a:pt x="40452" y="20143"/>
                </a:lnTo>
                <a:lnTo>
                  <a:pt x="41141" y="20169"/>
                </a:lnTo>
                <a:lnTo>
                  <a:pt x="41803" y="20198"/>
                </a:lnTo>
                <a:lnTo>
                  <a:pt x="42438" y="20230"/>
                </a:lnTo>
                <a:lnTo>
                  <a:pt x="43046" y="20264"/>
                </a:lnTo>
                <a:lnTo>
                  <a:pt x="43626" y="20301"/>
                </a:lnTo>
                <a:lnTo>
                  <a:pt x="44179" y="20341"/>
                </a:lnTo>
                <a:lnTo>
                  <a:pt x="44706" y="20382"/>
                </a:lnTo>
                <a:lnTo>
                  <a:pt x="45205" y="20427"/>
                </a:lnTo>
                <a:lnTo>
                  <a:pt x="45677" y="20474"/>
                </a:lnTo>
                <a:lnTo>
                  <a:pt x="46121" y="20523"/>
                </a:lnTo>
                <a:lnTo>
                  <a:pt x="46539" y="20575"/>
                </a:lnTo>
                <a:lnTo>
                  <a:pt x="46929" y="20630"/>
                </a:lnTo>
                <a:lnTo>
                  <a:pt x="47293" y="20687"/>
                </a:lnTo>
                <a:lnTo>
                  <a:pt x="47629" y="20746"/>
                </a:lnTo>
                <a:lnTo>
                  <a:pt x="48064" y="20830"/>
                </a:lnTo>
                <a:lnTo>
                  <a:pt x="48493" y="20924"/>
                </a:lnTo>
                <a:lnTo>
                  <a:pt x="48915" y="21028"/>
                </a:lnTo>
                <a:lnTo>
                  <a:pt x="49331" y="21142"/>
                </a:lnTo>
                <a:lnTo>
                  <a:pt x="49741" y="21266"/>
                </a:lnTo>
                <a:lnTo>
                  <a:pt x="50145" y="21399"/>
                </a:lnTo>
                <a:lnTo>
                  <a:pt x="50542" y="21543"/>
                </a:lnTo>
                <a:lnTo>
                  <a:pt x="50932" y="21696"/>
                </a:lnTo>
                <a:lnTo>
                  <a:pt x="51317" y="21859"/>
                </a:lnTo>
                <a:lnTo>
                  <a:pt x="51695" y="22032"/>
                </a:lnTo>
                <a:lnTo>
                  <a:pt x="52067" y="22215"/>
                </a:lnTo>
                <a:lnTo>
                  <a:pt x="52432" y="22408"/>
                </a:lnTo>
                <a:lnTo>
                  <a:pt x="52791" y="22611"/>
                </a:lnTo>
                <a:lnTo>
                  <a:pt x="53144" y="22824"/>
                </a:lnTo>
                <a:lnTo>
                  <a:pt x="53490" y="23046"/>
                </a:lnTo>
                <a:lnTo>
                  <a:pt x="53830" y="23279"/>
                </a:lnTo>
                <a:lnTo>
                  <a:pt x="54164" y="23521"/>
                </a:lnTo>
                <a:lnTo>
                  <a:pt x="54491" y="23773"/>
                </a:lnTo>
                <a:lnTo>
                  <a:pt x="54812" y="24036"/>
                </a:lnTo>
                <a:lnTo>
                  <a:pt x="55127" y="24308"/>
                </a:lnTo>
                <a:lnTo>
                  <a:pt x="55435" y="24589"/>
                </a:lnTo>
                <a:lnTo>
                  <a:pt x="55737" y="24881"/>
                </a:lnTo>
                <a:lnTo>
                  <a:pt x="56033" y="25183"/>
                </a:lnTo>
                <a:lnTo>
                  <a:pt x="56322" y="25495"/>
                </a:lnTo>
                <a:lnTo>
                  <a:pt x="56602" y="25815"/>
                </a:lnTo>
                <a:lnTo>
                  <a:pt x="56870" y="26142"/>
                </a:lnTo>
                <a:lnTo>
                  <a:pt x="57127" y="26476"/>
                </a:lnTo>
                <a:lnTo>
                  <a:pt x="57371" y="26818"/>
                </a:lnTo>
                <a:lnTo>
                  <a:pt x="57604" y="27166"/>
                </a:lnTo>
                <a:lnTo>
                  <a:pt x="57824" y="27522"/>
                </a:lnTo>
                <a:lnTo>
                  <a:pt x="58033" y="27885"/>
                </a:lnTo>
                <a:lnTo>
                  <a:pt x="58229" y="28254"/>
                </a:lnTo>
                <a:lnTo>
                  <a:pt x="58414" y="28631"/>
                </a:lnTo>
                <a:lnTo>
                  <a:pt x="58587" y="29015"/>
                </a:lnTo>
                <a:lnTo>
                  <a:pt x="58748" y="29406"/>
                </a:lnTo>
                <a:lnTo>
                  <a:pt x="58897" y="29805"/>
                </a:lnTo>
                <a:lnTo>
                  <a:pt x="59034" y="30210"/>
                </a:lnTo>
                <a:lnTo>
                  <a:pt x="59159" y="30622"/>
                </a:lnTo>
                <a:lnTo>
                  <a:pt x="59273" y="31042"/>
                </a:lnTo>
                <a:lnTo>
                  <a:pt x="59374" y="31469"/>
                </a:lnTo>
                <a:lnTo>
                  <a:pt x="59463" y="31902"/>
                </a:lnTo>
                <a:lnTo>
                  <a:pt x="59541" y="32343"/>
                </a:lnTo>
                <a:lnTo>
                  <a:pt x="59606" y="32791"/>
                </a:lnTo>
                <a:lnTo>
                  <a:pt x="59660" y="33246"/>
                </a:lnTo>
                <a:lnTo>
                  <a:pt x="59702" y="33708"/>
                </a:lnTo>
                <a:lnTo>
                  <a:pt x="59732" y="34178"/>
                </a:lnTo>
                <a:lnTo>
                  <a:pt x="59749" y="34654"/>
                </a:lnTo>
                <a:lnTo>
                  <a:pt x="59755" y="35137"/>
                </a:lnTo>
                <a:lnTo>
                  <a:pt x="59751" y="35531"/>
                </a:lnTo>
                <a:lnTo>
                  <a:pt x="59738" y="35921"/>
                </a:lnTo>
                <a:lnTo>
                  <a:pt x="59717" y="36306"/>
                </a:lnTo>
                <a:lnTo>
                  <a:pt x="59687" y="36688"/>
                </a:lnTo>
                <a:lnTo>
                  <a:pt x="59649" y="37065"/>
                </a:lnTo>
                <a:lnTo>
                  <a:pt x="59602" y="37438"/>
                </a:lnTo>
                <a:lnTo>
                  <a:pt x="59547" y="37808"/>
                </a:lnTo>
                <a:lnTo>
                  <a:pt x="59483" y="38173"/>
                </a:lnTo>
                <a:lnTo>
                  <a:pt x="59411" y="38534"/>
                </a:lnTo>
                <a:lnTo>
                  <a:pt x="59330" y="38891"/>
                </a:lnTo>
                <a:lnTo>
                  <a:pt x="59241" y="39244"/>
                </a:lnTo>
                <a:lnTo>
                  <a:pt x="59144" y="39593"/>
                </a:lnTo>
                <a:lnTo>
                  <a:pt x="59037" y="39938"/>
                </a:lnTo>
                <a:lnTo>
                  <a:pt x="58923" y="40279"/>
                </a:lnTo>
                <a:lnTo>
                  <a:pt x="58799" y="40616"/>
                </a:lnTo>
                <a:lnTo>
                  <a:pt x="58668" y="40949"/>
                </a:lnTo>
                <a:lnTo>
                  <a:pt x="58528" y="41278"/>
                </a:lnTo>
                <a:lnTo>
                  <a:pt x="58379" y="41602"/>
                </a:lnTo>
                <a:lnTo>
                  <a:pt x="58222" y="41923"/>
                </a:lnTo>
                <a:lnTo>
                  <a:pt x="58056" y="42239"/>
                </a:lnTo>
                <a:lnTo>
                  <a:pt x="57882" y="42552"/>
                </a:lnTo>
                <a:lnTo>
                  <a:pt x="57699" y="42860"/>
                </a:lnTo>
                <a:lnTo>
                  <a:pt x="57508" y="43165"/>
                </a:lnTo>
                <a:lnTo>
                  <a:pt x="57308" y="43465"/>
                </a:lnTo>
                <a:lnTo>
                  <a:pt x="57101" y="43760"/>
                </a:lnTo>
                <a:lnTo>
                  <a:pt x="56887" y="44048"/>
                </a:lnTo>
                <a:lnTo>
                  <a:pt x="56667" y="44330"/>
                </a:lnTo>
                <a:lnTo>
                  <a:pt x="56441" y="44605"/>
                </a:lnTo>
                <a:lnTo>
                  <a:pt x="56208" y="44874"/>
                </a:lnTo>
                <a:lnTo>
                  <a:pt x="55968" y="45136"/>
                </a:lnTo>
                <a:lnTo>
                  <a:pt x="55722" y="45392"/>
                </a:lnTo>
                <a:lnTo>
                  <a:pt x="55470" y="45640"/>
                </a:lnTo>
                <a:lnTo>
                  <a:pt x="55211" y="45883"/>
                </a:lnTo>
                <a:lnTo>
                  <a:pt x="54945" y="46118"/>
                </a:lnTo>
                <a:lnTo>
                  <a:pt x="54674" y="46347"/>
                </a:lnTo>
                <a:lnTo>
                  <a:pt x="54395" y="46570"/>
                </a:lnTo>
                <a:lnTo>
                  <a:pt x="54110" y="46786"/>
                </a:lnTo>
                <a:lnTo>
                  <a:pt x="53819" y="46995"/>
                </a:lnTo>
                <a:lnTo>
                  <a:pt x="53522" y="47198"/>
                </a:lnTo>
                <a:lnTo>
                  <a:pt x="53217" y="47394"/>
                </a:lnTo>
                <a:lnTo>
                  <a:pt x="52907" y="47583"/>
                </a:lnTo>
                <a:lnTo>
                  <a:pt x="52590" y="47766"/>
                </a:lnTo>
                <a:lnTo>
                  <a:pt x="52266" y="47942"/>
                </a:lnTo>
                <a:lnTo>
                  <a:pt x="51936" y="48112"/>
                </a:lnTo>
                <a:lnTo>
                  <a:pt x="51599" y="48275"/>
                </a:lnTo>
                <a:lnTo>
                  <a:pt x="51256" y="48432"/>
                </a:lnTo>
                <a:lnTo>
                  <a:pt x="50907" y="48581"/>
                </a:lnTo>
                <a:lnTo>
                  <a:pt x="50551" y="48725"/>
                </a:lnTo>
                <a:lnTo>
                  <a:pt x="50177" y="48862"/>
                </a:lnTo>
                <a:lnTo>
                  <a:pt x="49774" y="48993"/>
                </a:lnTo>
                <a:lnTo>
                  <a:pt x="49341" y="49119"/>
                </a:lnTo>
                <a:lnTo>
                  <a:pt x="48879" y="49238"/>
                </a:lnTo>
                <a:lnTo>
                  <a:pt x="48387" y="49352"/>
                </a:lnTo>
                <a:lnTo>
                  <a:pt x="47866" y="49460"/>
                </a:lnTo>
                <a:lnTo>
                  <a:pt x="47316" y="49562"/>
                </a:lnTo>
                <a:lnTo>
                  <a:pt x="46736" y="49658"/>
                </a:lnTo>
                <a:lnTo>
                  <a:pt x="46127" y="49749"/>
                </a:lnTo>
                <a:lnTo>
                  <a:pt x="45488" y="49833"/>
                </a:lnTo>
                <a:lnTo>
                  <a:pt x="44820" y="49912"/>
                </a:lnTo>
                <a:lnTo>
                  <a:pt x="44123" y="49985"/>
                </a:lnTo>
                <a:lnTo>
                  <a:pt x="43396" y="50052"/>
                </a:lnTo>
                <a:lnTo>
                  <a:pt x="42639" y="50113"/>
                </a:lnTo>
                <a:lnTo>
                  <a:pt x="41853" y="50169"/>
                </a:lnTo>
                <a:lnTo>
                  <a:pt x="41038" y="50218"/>
                </a:lnTo>
                <a:lnTo>
                  <a:pt x="40194" y="50262"/>
                </a:lnTo>
                <a:lnTo>
                  <a:pt x="39319" y="50300"/>
                </a:lnTo>
                <a:lnTo>
                  <a:pt x="38416" y="50332"/>
                </a:lnTo>
                <a:lnTo>
                  <a:pt x="37483" y="50358"/>
                </a:lnTo>
                <a:lnTo>
                  <a:pt x="36521" y="50379"/>
                </a:lnTo>
                <a:lnTo>
                  <a:pt x="35529" y="50393"/>
                </a:lnTo>
                <a:lnTo>
                  <a:pt x="34508" y="50402"/>
                </a:lnTo>
                <a:lnTo>
                  <a:pt x="33457" y="50405"/>
                </a:lnTo>
                <a:lnTo>
                  <a:pt x="21623" y="50405"/>
                </a:lnTo>
                <a:lnTo>
                  <a:pt x="21623" y="20016"/>
                </a:lnTo>
                <a:lnTo>
                  <a:pt x="32069" y="20016"/>
                </a:lnTo>
                <a:lnTo>
                  <a:pt x="33030" y="20017"/>
                </a:lnTo>
                <a:lnTo>
                  <a:pt x="33963" y="20021"/>
                </a:lnTo>
                <a:lnTo>
                  <a:pt x="34869" y="20027"/>
                </a:lnTo>
                <a:close/>
                <a:moveTo>
                  <a:pt x="414267" y="108991"/>
                </a:moveTo>
                <a:lnTo>
                  <a:pt x="434794" y="108991"/>
                </a:lnTo>
                <a:lnTo>
                  <a:pt x="434794" y="1899"/>
                </a:lnTo>
                <a:lnTo>
                  <a:pt x="414267" y="1899"/>
                </a:lnTo>
                <a:lnTo>
                  <a:pt x="414267" y="108991"/>
                </a:lnTo>
                <a:close/>
                <a:moveTo>
                  <a:pt x="240775" y="47775"/>
                </a:moveTo>
                <a:lnTo>
                  <a:pt x="240775" y="81597"/>
                </a:lnTo>
                <a:lnTo>
                  <a:pt x="240776" y="82492"/>
                </a:lnTo>
                <a:lnTo>
                  <a:pt x="240780" y="83361"/>
                </a:lnTo>
                <a:lnTo>
                  <a:pt x="240785" y="84204"/>
                </a:lnTo>
                <a:lnTo>
                  <a:pt x="240793" y="85023"/>
                </a:lnTo>
                <a:lnTo>
                  <a:pt x="240804" y="85816"/>
                </a:lnTo>
                <a:lnTo>
                  <a:pt x="240816" y="86583"/>
                </a:lnTo>
                <a:lnTo>
                  <a:pt x="240831" y="87325"/>
                </a:lnTo>
                <a:lnTo>
                  <a:pt x="240848" y="88042"/>
                </a:lnTo>
                <a:lnTo>
                  <a:pt x="240867" y="88734"/>
                </a:lnTo>
                <a:lnTo>
                  <a:pt x="240889" y="89400"/>
                </a:lnTo>
                <a:lnTo>
                  <a:pt x="240913" y="90040"/>
                </a:lnTo>
                <a:lnTo>
                  <a:pt x="240939" y="90656"/>
                </a:lnTo>
                <a:lnTo>
                  <a:pt x="240968" y="91246"/>
                </a:lnTo>
                <a:lnTo>
                  <a:pt x="240999" y="91810"/>
                </a:lnTo>
                <a:lnTo>
                  <a:pt x="241032" y="92350"/>
                </a:lnTo>
                <a:lnTo>
                  <a:pt x="241067" y="92863"/>
                </a:lnTo>
                <a:lnTo>
                  <a:pt x="241105" y="93352"/>
                </a:lnTo>
                <a:lnTo>
                  <a:pt x="241145" y="93815"/>
                </a:lnTo>
                <a:lnTo>
                  <a:pt x="241187" y="94253"/>
                </a:lnTo>
                <a:lnTo>
                  <a:pt x="241232" y="94665"/>
                </a:lnTo>
                <a:lnTo>
                  <a:pt x="241278" y="95052"/>
                </a:lnTo>
                <a:lnTo>
                  <a:pt x="241327" y="95414"/>
                </a:lnTo>
                <a:lnTo>
                  <a:pt x="241379" y="95751"/>
                </a:lnTo>
                <a:lnTo>
                  <a:pt x="241432" y="96061"/>
                </a:lnTo>
                <a:lnTo>
                  <a:pt x="241502" y="96478"/>
                </a:lnTo>
                <a:lnTo>
                  <a:pt x="241575" y="96887"/>
                </a:lnTo>
                <a:lnTo>
                  <a:pt x="241653" y="97289"/>
                </a:lnTo>
                <a:lnTo>
                  <a:pt x="241736" y="97684"/>
                </a:lnTo>
                <a:lnTo>
                  <a:pt x="241823" y="98071"/>
                </a:lnTo>
                <a:lnTo>
                  <a:pt x="241914" y="98452"/>
                </a:lnTo>
                <a:lnTo>
                  <a:pt x="242010" y="98825"/>
                </a:lnTo>
                <a:lnTo>
                  <a:pt x="242110" y="99190"/>
                </a:lnTo>
                <a:lnTo>
                  <a:pt x="242215" y="99549"/>
                </a:lnTo>
                <a:lnTo>
                  <a:pt x="242324" y="99900"/>
                </a:lnTo>
                <a:lnTo>
                  <a:pt x="242438" y="100245"/>
                </a:lnTo>
                <a:lnTo>
                  <a:pt x="242556" y="100581"/>
                </a:lnTo>
                <a:lnTo>
                  <a:pt x="242678" y="100911"/>
                </a:lnTo>
                <a:lnTo>
                  <a:pt x="242805" y="101234"/>
                </a:lnTo>
                <a:lnTo>
                  <a:pt x="242936" y="101549"/>
                </a:lnTo>
                <a:lnTo>
                  <a:pt x="243072" y="101857"/>
                </a:lnTo>
                <a:lnTo>
                  <a:pt x="243212" y="102158"/>
                </a:lnTo>
                <a:lnTo>
                  <a:pt x="243357" y="102451"/>
                </a:lnTo>
                <a:lnTo>
                  <a:pt x="243506" y="102737"/>
                </a:lnTo>
                <a:lnTo>
                  <a:pt x="243659" y="103017"/>
                </a:lnTo>
                <a:lnTo>
                  <a:pt x="243817" y="103288"/>
                </a:lnTo>
                <a:lnTo>
                  <a:pt x="243980" y="103553"/>
                </a:lnTo>
                <a:lnTo>
                  <a:pt x="244147" y="103810"/>
                </a:lnTo>
                <a:lnTo>
                  <a:pt x="244318" y="104061"/>
                </a:lnTo>
                <a:lnTo>
                  <a:pt x="244496" y="104305"/>
                </a:lnTo>
                <a:lnTo>
                  <a:pt x="244681" y="104546"/>
                </a:lnTo>
                <a:lnTo>
                  <a:pt x="244876" y="104783"/>
                </a:lnTo>
                <a:lnTo>
                  <a:pt x="245078" y="105016"/>
                </a:lnTo>
                <a:lnTo>
                  <a:pt x="245288" y="105246"/>
                </a:lnTo>
                <a:lnTo>
                  <a:pt x="245507" y="105471"/>
                </a:lnTo>
                <a:lnTo>
                  <a:pt x="245734" y="105693"/>
                </a:lnTo>
                <a:lnTo>
                  <a:pt x="245970" y="105911"/>
                </a:lnTo>
                <a:lnTo>
                  <a:pt x="246213" y="106125"/>
                </a:lnTo>
                <a:lnTo>
                  <a:pt x="246465" y="106336"/>
                </a:lnTo>
                <a:lnTo>
                  <a:pt x="246725" y="106542"/>
                </a:lnTo>
                <a:lnTo>
                  <a:pt x="246993" y="106745"/>
                </a:lnTo>
                <a:lnTo>
                  <a:pt x="247270" y="106944"/>
                </a:lnTo>
                <a:lnTo>
                  <a:pt x="247555" y="107139"/>
                </a:lnTo>
                <a:lnTo>
                  <a:pt x="247848" y="107331"/>
                </a:lnTo>
                <a:lnTo>
                  <a:pt x="248149" y="107518"/>
                </a:lnTo>
                <a:lnTo>
                  <a:pt x="248459" y="107702"/>
                </a:lnTo>
                <a:lnTo>
                  <a:pt x="248776" y="107882"/>
                </a:lnTo>
                <a:lnTo>
                  <a:pt x="249102" y="108058"/>
                </a:lnTo>
                <a:lnTo>
                  <a:pt x="249437" y="108230"/>
                </a:lnTo>
                <a:lnTo>
                  <a:pt x="249779" y="108399"/>
                </a:lnTo>
                <a:lnTo>
                  <a:pt x="250130" y="108564"/>
                </a:lnTo>
                <a:lnTo>
                  <a:pt x="250489" y="108725"/>
                </a:lnTo>
                <a:lnTo>
                  <a:pt x="250856" y="108882"/>
                </a:lnTo>
                <a:lnTo>
                  <a:pt x="251229" y="109034"/>
                </a:lnTo>
                <a:lnTo>
                  <a:pt x="251606" y="109179"/>
                </a:lnTo>
                <a:lnTo>
                  <a:pt x="251987" y="109318"/>
                </a:lnTo>
                <a:lnTo>
                  <a:pt x="252372" y="109451"/>
                </a:lnTo>
                <a:lnTo>
                  <a:pt x="252760" y="109577"/>
                </a:lnTo>
                <a:lnTo>
                  <a:pt x="253152" y="109697"/>
                </a:lnTo>
                <a:lnTo>
                  <a:pt x="253549" y="109810"/>
                </a:lnTo>
                <a:lnTo>
                  <a:pt x="253948" y="109917"/>
                </a:lnTo>
                <a:lnTo>
                  <a:pt x="254352" y="110017"/>
                </a:lnTo>
                <a:lnTo>
                  <a:pt x="254760" y="110111"/>
                </a:lnTo>
                <a:lnTo>
                  <a:pt x="255171" y="110198"/>
                </a:lnTo>
                <a:lnTo>
                  <a:pt x="255586" y="110279"/>
                </a:lnTo>
                <a:lnTo>
                  <a:pt x="256005" y="110353"/>
                </a:lnTo>
                <a:lnTo>
                  <a:pt x="256428" y="110421"/>
                </a:lnTo>
                <a:lnTo>
                  <a:pt x="256854" y="110483"/>
                </a:lnTo>
                <a:lnTo>
                  <a:pt x="257284" y="110538"/>
                </a:lnTo>
                <a:lnTo>
                  <a:pt x="257719" y="110586"/>
                </a:lnTo>
                <a:lnTo>
                  <a:pt x="258156" y="110628"/>
                </a:lnTo>
                <a:lnTo>
                  <a:pt x="258598" y="110664"/>
                </a:lnTo>
                <a:lnTo>
                  <a:pt x="259044" y="110693"/>
                </a:lnTo>
                <a:lnTo>
                  <a:pt x="259493" y="110716"/>
                </a:lnTo>
                <a:lnTo>
                  <a:pt x="259946" y="110732"/>
                </a:lnTo>
                <a:lnTo>
                  <a:pt x="260403" y="110741"/>
                </a:lnTo>
                <a:lnTo>
                  <a:pt x="260864" y="110745"/>
                </a:lnTo>
                <a:lnTo>
                  <a:pt x="261615" y="110739"/>
                </a:lnTo>
                <a:lnTo>
                  <a:pt x="262360" y="110723"/>
                </a:lnTo>
                <a:lnTo>
                  <a:pt x="263099" y="110696"/>
                </a:lnTo>
                <a:lnTo>
                  <a:pt x="263831" y="110659"/>
                </a:lnTo>
                <a:lnTo>
                  <a:pt x="264556" y="110611"/>
                </a:lnTo>
                <a:lnTo>
                  <a:pt x="265274" y="110552"/>
                </a:lnTo>
                <a:lnTo>
                  <a:pt x="265986" y="110482"/>
                </a:lnTo>
                <a:lnTo>
                  <a:pt x="266692" y="110402"/>
                </a:lnTo>
                <a:lnTo>
                  <a:pt x="267390" y="110311"/>
                </a:lnTo>
                <a:lnTo>
                  <a:pt x="268083" y="110210"/>
                </a:lnTo>
                <a:lnTo>
                  <a:pt x="268768" y="110097"/>
                </a:lnTo>
                <a:lnTo>
                  <a:pt x="269447" y="109974"/>
                </a:lnTo>
                <a:lnTo>
                  <a:pt x="270120" y="109840"/>
                </a:lnTo>
                <a:lnTo>
                  <a:pt x="270786" y="109696"/>
                </a:lnTo>
                <a:lnTo>
                  <a:pt x="271445" y="109541"/>
                </a:lnTo>
                <a:lnTo>
                  <a:pt x="272097" y="109375"/>
                </a:lnTo>
                <a:lnTo>
                  <a:pt x="272743" y="109198"/>
                </a:lnTo>
                <a:lnTo>
                  <a:pt x="273383" y="109011"/>
                </a:lnTo>
                <a:lnTo>
                  <a:pt x="274016" y="108813"/>
                </a:lnTo>
                <a:lnTo>
                  <a:pt x="274642" y="108604"/>
                </a:lnTo>
                <a:lnTo>
                  <a:pt x="275262" y="108385"/>
                </a:lnTo>
                <a:lnTo>
                  <a:pt x="275875" y="108155"/>
                </a:lnTo>
                <a:lnTo>
                  <a:pt x="276481" y="107914"/>
                </a:lnTo>
                <a:lnTo>
                  <a:pt x="277081" y="107663"/>
                </a:lnTo>
                <a:lnTo>
                  <a:pt x="275328" y="91678"/>
                </a:lnTo>
                <a:lnTo>
                  <a:pt x="274882" y="91839"/>
                </a:lnTo>
                <a:lnTo>
                  <a:pt x="274445" y="91993"/>
                </a:lnTo>
                <a:lnTo>
                  <a:pt x="274016" y="92141"/>
                </a:lnTo>
                <a:lnTo>
                  <a:pt x="273597" y="92281"/>
                </a:lnTo>
                <a:lnTo>
                  <a:pt x="273186" y="92415"/>
                </a:lnTo>
                <a:lnTo>
                  <a:pt x="272785" y="92541"/>
                </a:lnTo>
                <a:lnTo>
                  <a:pt x="272392" y="92661"/>
                </a:lnTo>
                <a:lnTo>
                  <a:pt x="272008" y="92774"/>
                </a:lnTo>
                <a:lnTo>
                  <a:pt x="271633" y="92880"/>
                </a:lnTo>
                <a:lnTo>
                  <a:pt x="271267" y="92980"/>
                </a:lnTo>
                <a:lnTo>
                  <a:pt x="270910" y="93072"/>
                </a:lnTo>
                <a:lnTo>
                  <a:pt x="270561" y="93158"/>
                </a:lnTo>
                <a:lnTo>
                  <a:pt x="270222" y="93236"/>
                </a:lnTo>
                <a:lnTo>
                  <a:pt x="269891" y="93308"/>
                </a:lnTo>
                <a:lnTo>
                  <a:pt x="269569" y="93373"/>
                </a:lnTo>
                <a:lnTo>
                  <a:pt x="269257" y="93432"/>
                </a:lnTo>
                <a:lnTo>
                  <a:pt x="268953" y="93483"/>
                </a:lnTo>
                <a:lnTo>
                  <a:pt x="268657" y="93528"/>
                </a:lnTo>
                <a:lnTo>
                  <a:pt x="268371" y="93565"/>
                </a:lnTo>
                <a:lnTo>
                  <a:pt x="268094" y="93596"/>
                </a:lnTo>
                <a:lnTo>
                  <a:pt x="267825" y="93620"/>
                </a:lnTo>
                <a:lnTo>
                  <a:pt x="267566" y="93637"/>
                </a:lnTo>
                <a:lnTo>
                  <a:pt x="267315" y="93647"/>
                </a:lnTo>
                <a:lnTo>
                  <a:pt x="267073" y="93651"/>
                </a:lnTo>
                <a:lnTo>
                  <a:pt x="266904" y="93649"/>
                </a:lnTo>
                <a:lnTo>
                  <a:pt x="266737" y="93644"/>
                </a:lnTo>
                <a:lnTo>
                  <a:pt x="266572" y="93635"/>
                </a:lnTo>
                <a:lnTo>
                  <a:pt x="266409" y="93622"/>
                </a:lnTo>
                <a:lnTo>
                  <a:pt x="266248" y="93607"/>
                </a:lnTo>
                <a:lnTo>
                  <a:pt x="266089" y="93587"/>
                </a:lnTo>
                <a:lnTo>
                  <a:pt x="265933" y="93564"/>
                </a:lnTo>
                <a:lnTo>
                  <a:pt x="265779" y="93537"/>
                </a:lnTo>
                <a:lnTo>
                  <a:pt x="265626" y="93507"/>
                </a:lnTo>
                <a:lnTo>
                  <a:pt x="265476" y="93474"/>
                </a:lnTo>
                <a:lnTo>
                  <a:pt x="265329" y="93436"/>
                </a:lnTo>
                <a:lnTo>
                  <a:pt x="265183" y="93396"/>
                </a:lnTo>
                <a:lnTo>
                  <a:pt x="265039" y="93351"/>
                </a:lnTo>
                <a:lnTo>
                  <a:pt x="264898" y="93304"/>
                </a:lnTo>
                <a:lnTo>
                  <a:pt x="264759" y="93252"/>
                </a:lnTo>
                <a:lnTo>
                  <a:pt x="264622" y="93197"/>
                </a:lnTo>
                <a:lnTo>
                  <a:pt x="264487" y="93139"/>
                </a:lnTo>
                <a:lnTo>
                  <a:pt x="264354" y="93077"/>
                </a:lnTo>
                <a:lnTo>
                  <a:pt x="264224" y="93011"/>
                </a:lnTo>
                <a:lnTo>
                  <a:pt x="264095" y="92942"/>
                </a:lnTo>
                <a:lnTo>
                  <a:pt x="263969" y="92870"/>
                </a:lnTo>
                <a:lnTo>
                  <a:pt x="263845" y="92793"/>
                </a:lnTo>
                <a:lnTo>
                  <a:pt x="263723" y="92714"/>
                </a:lnTo>
                <a:lnTo>
                  <a:pt x="263603" y="92630"/>
                </a:lnTo>
                <a:lnTo>
                  <a:pt x="263486" y="92544"/>
                </a:lnTo>
                <a:lnTo>
                  <a:pt x="263373" y="92456"/>
                </a:lnTo>
                <a:lnTo>
                  <a:pt x="263263" y="92366"/>
                </a:lnTo>
                <a:lnTo>
                  <a:pt x="263157" y="92274"/>
                </a:lnTo>
                <a:lnTo>
                  <a:pt x="263054" y="92181"/>
                </a:lnTo>
                <a:lnTo>
                  <a:pt x="262955" y="92085"/>
                </a:lnTo>
                <a:lnTo>
                  <a:pt x="262859" y="91988"/>
                </a:lnTo>
                <a:lnTo>
                  <a:pt x="262767" y="91888"/>
                </a:lnTo>
                <a:lnTo>
                  <a:pt x="262679" y="91787"/>
                </a:lnTo>
                <a:lnTo>
                  <a:pt x="262594" y="91684"/>
                </a:lnTo>
                <a:lnTo>
                  <a:pt x="262512" y="91579"/>
                </a:lnTo>
                <a:lnTo>
                  <a:pt x="262434" y="91472"/>
                </a:lnTo>
                <a:lnTo>
                  <a:pt x="262360" y="91363"/>
                </a:lnTo>
                <a:lnTo>
                  <a:pt x="262289" y="91252"/>
                </a:lnTo>
                <a:lnTo>
                  <a:pt x="262222" y="91140"/>
                </a:lnTo>
                <a:lnTo>
                  <a:pt x="262158" y="91025"/>
                </a:lnTo>
                <a:lnTo>
                  <a:pt x="262098" y="90909"/>
                </a:lnTo>
                <a:lnTo>
                  <a:pt x="262042" y="90791"/>
                </a:lnTo>
                <a:lnTo>
                  <a:pt x="261989" y="90671"/>
                </a:lnTo>
                <a:lnTo>
                  <a:pt x="261939" y="90549"/>
                </a:lnTo>
                <a:lnTo>
                  <a:pt x="261893" y="90425"/>
                </a:lnTo>
                <a:lnTo>
                  <a:pt x="261851" y="90299"/>
                </a:lnTo>
                <a:lnTo>
                  <a:pt x="261812" y="90171"/>
                </a:lnTo>
                <a:lnTo>
                  <a:pt x="261777" y="90042"/>
                </a:lnTo>
                <a:lnTo>
                  <a:pt x="261744" y="89897"/>
                </a:lnTo>
                <a:lnTo>
                  <a:pt x="261713" y="89725"/>
                </a:lnTo>
                <a:lnTo>
                  <a:pt x="261683" y="89526"/>
                </a:lnTo>
                <a:lnTo>
                  <a:pt x="261654" y="89299"/>
                </a:lnTo>
                <a:lnTo>
                  <a:pt x="261627" y="89045"/>
                </a:lnTo>
                <a:lnTo>
                  <a:pt x="261601" y="88763"/>
                </a:lnTo>
                <a:lnTo>
                  <a:pt x="261577" y="88454"/>
                </a:lnTo>
                <a:lnTo>
                  <a:pt x="261554" y="88117"/>
                </a:lnTo>
                <a:lnTo>
                  <a:pt x="261532" y="87752"/>
                </a:lnTo>
                <a:lnTo>
                  <a:pt x="261512" y="87361"/>
                </a:lnTo>
                <a:lnTo>
                  <a:pt x="261493" y="86941"/>
                </a:lnTo>
                <a:lnTo>
                  <a:pt x="261476" y="86495"/>
                </a:lnTo>
                <a:lnTo>
                  <a:pt x="261460" y="86021"/>
                </a:lnTo>
                <a:lnTo>
                  <a:pt x="261445" y="85519"/>
                </a:lnTo>
                <a:lnTo>
                  <a:pt x="261432" y="84990"/>
                </a:lnTo>
                <a:lnTo>
                  <a:pt x="261420" y="84433"/>
                </a:lnTo>
                <a:lnTo>
                  <a:pt x="261409" y="83849"/>
                </a:lnTo>
                <a:lnTo>
                  <a:pt x="261400" y="83237"/>
                </a:lnTo>
                <a:lnTo>
                  <a:pt x="261393" y="82598"/>
                </a:lnTo>
                <a:lnTo>
                  <a:pt x="261386" y="81932"/>
                </a:lnTo>
                <a:lnTo>
                  <a:pt x="261382" y="81238"/>
                </a:lnTo>
                <a:lnTo>
                  <a:pt x="261378" y="80516"/>
                </a:lnTo>
                <a:lnTo>
                  <a:pt x="261376" y="79767"/>
                </a:lnTo>
                <a:lnTo>
                  <a:pt x="261375" y="78990"/>
                </a:lnTo>
                <a:lnTo>
                  <a:pt x="261375" y="47775"/>
                </a:lnTo>
                <a:lnTo>
                  <a:pt x="275401" y="47775"/>
                </a:lnTo>
                <a:lnTo>
                  <a:pt x="275401" y="31412"/>
                </a:lnTo>
                <a:lnTo>
                  <a:pt x="261375" y="31412"/>
                </a:lnTo>
                <a:lnTo>
                  <a:pt x="261375" y="3799"/>
                </a:lnTo>
                <a:lnTo>
                  <a:pt x="240775" y="15925"/>
                </a:lnTo>
                <a:lnTo>
                  <a:pt x="240775" y="31412"/>
                </a:lnTo>
                <a:lnTo>
                  <a:pt x="231351" y="31412"/>
                </a:lnTo>
                <a:lnTo>
                  <a:pt x="231351" y="33381"/>
                </a:lnTo>
                <a:lnTo>
                  <a:pt x="231066" y="33214"/>
                </a:lnTo>
                <a:lnTo>
                  <a:pt x="230521" y="32912"/>
                </a:lnTo>
                <a:lnTo>
                  <a:pt x="229975" y="32623"/>
                </a:lnTo>
                <a:lnTo>
                  <a:pt x="229427" y="32347"/>
                </a:lnTo>
                <a:lnTo>
                  <a:pt x="228877" y="32085"/>
                </a:lnTo>
                <a:lnTo>
                  <a:pt x="228326" y="31836"/>
                </a:lnTo>
                <a:lnTo>
                  <a:pt x="227772" y="31601"/>
                </a:lnTo>
                <a:lnTo>
                  <a:pt x="227217" y="31379"/>
                </a:lnTo>
                <a:lnTo>
                  <a:pt x="226660" y="31171"/>
                </a:lnTo>
                <a:lnTo>
                  <a:pt x="226102" y="30976"/>
                </a:lnTo>
                <a:lnTo>
                  <a:pt x="225541" y="30794"/>
                </a:lnTo>
                <a:lnTo>
                  <a:pt x="224979" y="30626"/>
                </a:lnTo>
                <a:lnTo>
                  <a:pt x="224415" y="30472"/>
                </a:lnTo>
                <a:lnTo>
                  <a:pt x="223849" y="30331"/>
                </a:lnTo>
                <a:lnTo>
                  <a:pt x="223282" y="30203"/>
                </a:lnTo>
                <a:lnTo>
                  <a:pt x="222712" y="30089"/>
                </a:lnTo>
                <a:lnTo>
                  <a:pt x="222141" y="29988"/>
                </a:lnTo>
                <a:lnTo>
                  <a:pt x="221568" y="29900"/>
                </a:lnTo>
                <a:lnTo>
                  <a:pt x="220994" y="29827"/>
                </a:lnTo>
                <a:lnTo>
                  <a:pt x="220417" y="29766"/>
                </a:lnTo>
                <a:lnTo>
                  <a:pt x="219839" y="29719"/>
                </a:lnTo>
                <a:lnTo>
                  <a:pt x="219259" y="29685"/>
                </a:lnTo>
                <a:lnTo>
                  <a:pt x="218677" y="29665"/>
                </a:lnTo>
                <a:lnTo>
                  <a:pt x="218094" y="29659"/>
                </a:lnTo>
                <a:lnTo>
                  <a:pt x="217682" y="29663"/>
                </a:lnTo>
                <a:lnTo>
                  <a:pt x="217273" y="29676"/>
                </a:lnTo>
                <a:lnTo>
                  <a:pt x="216869" y="29697"/>
                </a:lnTo>
                <a:lnTo>
                  <a:pt x="216468" y="29728"/>
                </a:lnTo>
                <a:lnTo>
                  <a:pt x="216070" y="29766"/>
                </a:lnTo>
                <a:lnTo>
                  <a:pt x="215676" y="29814"/>
                </a:lnTo>
                <a:lnTo>
                  <a:pt x="215286" y="29870"/>
                </a:lnTo>
                <a:lnTo>
                  <a:pt x="214900" y="29934"/>
                </a:lnTo>
                <a:lnTo>
                  <a:pt x="214517" y="30008"/>
                </a:lnTo>
                <a:lnTo>
                  <a:pt x="214138" y="30090"/>
                </a:lnTo>
                <a:lnTo>
                  <a:pt x="213763" y="30180"/>
                </a:lnTo>
                <a:lnTo>
                  <a:pt x="213391" y="30279"/>
                </a:lnTo>
                <a:lnTo>
                  <a:pt x="213023" y="30387"/>
                </a:lnTo>
                <a:lnTo>
                  <a:pt x="212659" y="30504"/>
                </a:lnTo>
                <a:lnTo>
                  <a:pt x="212298" y="30629"/>
                </a:lnTo>
                <a:lnTo>
                  <a:pt x="211941" y="30762"/>
                </a:lnTo>
                <a:lnTo>
                  <a:pt x="211588" y="30905"/>
                </a:lnTo>
                <a:lnTo>
                  <a:pt x="211239" y="31056"/>
                </a:lnTo>
                <a:lnTo>
                  <a:pt x="210893" y="31215"/>
                </a:lnTo>
                <a:lnTo>
                  <a:pt x="210550" y="31383"/>
                </a:lnTo>
                <a:lnTo>
                  <a:pt x="210212" y="31560"/>
                </a:lnTo>
                <a:lnTo>
                  <a:pt x="209877" y="31746"/>
                </a:lnTo>
                <a:lnTo>
                  <a:pt x="209546" y="31940"/>
                </a:lnTo>
                <a:lnTo>
                  <a:pt x="209218" y="32142"/>
                </a:lnTo>
                <a:lnTo>
                  <a:pt x="208891" y="32358"/>
                </a:lnTo>
                <a:lnTo>
                  <a:pt x="208560" y="32593"/>
                </a:lnTo>
                <a:lnTo>
                  <a:pt x="208226" y="32846"/>
                </a:lnTo>
                <a:lnTo>
                  <a:pt x="207888" y="33118"/>
                </a:lnTo>
                <a:lnTo>
                  <a:pt x="207547" y="33409"/>
                </a:lnTo>
                <a:lnTo>
                  <a:pt x="207203" y="33717"/>
                </a:lnTo>
                <a:lnTo>
                  <a:pt x="206855" y="34045"/>
                </a:lnTo>
                <a:lnTo>
                  <a:pt x="206503" y="34391"/>
                </a:lnTo>
                <a:lnTo>
                  <a:pt x="206148" y="34755"/>
                </a:lnTo>
                <a:lnTo>
                  <a:pt x="205790" y="35138"/>
                </a:lnTo>
                <a:lnTo>
                  <a:pt x="205429" y="35539"/>
                </a:lnTo>
                <a:lnTo>
                  <a:pt x="205064" y="35959"/>
                </a:lnTo>
                <a:lnTo>
                  <a:pt x="204695" y="36398"/>
                </a:lnTo>
                <a:lnTo>
                  <a:pt x="204323" y="36855"/>
                </a:lnTo>
                <a:lnTo>
                  <a:pt x="203948" y="37330"/>
                </a:lnTo>
                <a:lnTo>
                  <a:pt x="203569" y="37824"/>
                </a:lnTo>
                <a:lnTo>
                  <a:pt x="203187" y="38336"/>
                </a:lnTo>
                <a:lnTo>
                  <a:pt x="202801" y="38867"/>
                </a:lnTo>
                <a:lnTo>
                  <a:pt x="202412" y="39417"/>
                </a:lnTo>
                <a:lnTo>
                  <a:pt x="202020" y="39985"/>
                </a:lnTo>
                <a:lnTo>
                  <a:pt x="201624" y="40572"/>
                </a:lnTo>
                <a:lnTo>
                  <a:pt x="201225" y="41177"/>
                </a:lnTo>
                <a:lnTo>
                  <a:pt x="200822" y="41800"/>
                </a:lnTo>
                <a:lnTo>
                  <a:pt x="200416" y="42442"/>
                </a:lnTo>
                <a:lnTo>
                  <a:pt x="200416" y="31412"/>
                </a:lnTo>
                <a:lnTo>
                  <a:pt x="181350" y="31412"/>
                </a:lnTo>
                <a:lnTo>
                  <a:pt x="181350" y="108991"/>
                </a:lnTo>
                <a:lnTo>
                  <a:pt x="201877" y="108991"/>
                </a:lnTo>
                <a:lnTo>
                  <a:pt x="201877" y="85031"/>
                </a:lnTo>
                <a:lnTo>
                  <a:pt x="201880" y="83405"/>
                </a:lnTo>
                <a:lnTo>
                  <a:pt x="201889" y="81826"/>
                </a:lnTo>
                <a:lnTo>
                  <a:pt x="201904" y="80294"/>
                </a:lnTo>
                <a:lnTo>
                  <a:pt x="201924" y="78809"/>
                </a:lnTo>
                <a:lnTo>
                  <a:pt x="201951" y="77372"/>
                </a:lnTo>
                <a:lnTo>
                  <a:pt x="201984" y="75982"/>
                </a:lnTo>
                <a:lnTo>
                  <a:pt x="202023" y="74639"/>
                </a:lnTo>
                <a:lnTo>
                  <a:pt x="202067" y="73343"/>
                </a:lnTo>
                <a:lnTo>
                  <a:pt x="202118" y="72094"/>
                </a:lnTo>
                <a:lnTo>
                  <a:pt x="202175" y="70893"/>
                </a:lnTo>
                <a:lnTo>
                  <a:pt x="202237" y="69738"/>
                </a:lnTo>
                <a:lnTo>
                  <a:pt x="202306" y="68631"/>
                </a:lnTo>
                <a:lnTo>
                  <a:pt x="202380" y="67571"/>
                </a:lnTo>
                <a:lnTo>
                  <a:pt x="202461" y="66558"/>
                </a:lnTo>
                <a:lnTo>
                  <a:pt x="202547" y="65593"/>
                </a:lnTo>
                <a:lnTo>
                  <a:pt x="202640" y="64674"/>
                </a:lnTo>
                <a:lnTo>
                  <a:pt x="202738" y="63803"/>
                </a:lnTo>
                <a:lnTo>
                  <a:pt x="202842" y="62979"/>
                </a:lnTo>
                <a:lnTo>
                  <a:pt x="202953" y="62202"/>
                </a:lnTo>
                <a:lnTo>
                  <a:pt x="203069" y="61472"/>
                </a:lnTo>
                <a:lnTo>
                  <a:pt x="203191" y="60789"/>
                </a:lnTo>
                <a:lnTo>
                  <a:pt x="203319" y="60154"/>
                </a:lnTo>
                <a:lnTo>
                  <a:pt x="203453" y="59566"/>
                </a:lnTo>
                <a:lnTo>
                  <a:pt x="203593" y="59025"/>
                </a:lnTo>
                <a:lnTo>
                  <a:pt x="203739" y="58514"/>
                </a:lnTo>
                <a:lnTo>
                  <a:pt x="203888" y="58017"/>
                </a:lnTo>
                <a:lnTo>
                  <a:pt x="204043" y="57532"/>
                </a:lnTo>
                <a:lnTo>
                  <a:pt x="204201" y="57062"/>
                </a:lnTo>
                <a:lnTo>
                  <a:pt x="204364" y="56604"/>
                </a:lnTo>
                <a:lnTo>
                  <a:pt x="204532" y="56160"/>
                </a:lnTo>
                <a:lnTo>
                  <a:pt x="204704" y="55729"/>
                </a:lnTo>
                <a:lnTo>
                  <a:pt x="204880" y="55311"/>
                </a:lnTo>
                <a:lnTo>
                  <a:pt x="205061" y="54907"/>
                </a:lnTo>
                <a:lnTo>
                  <a:pt x="205246" y="54516"/>
                </a:lnTo>
                <a:lnTo>
                  <a:pt x="205436" y="54139"/>
                </a:lnTo>
                <a:lnTo>
                  <a:pt x="205630" y="53774"/>
                </a:lnTo>
                <a:lnTo>
                  <a:pt x="205828" y="53423"/>
                </a:lnTo>
                <a:lnTo>
                  <a:pt x="206031" y="53086"/>
                </a:lnTo>
                <a:lnTo>
                  <a:pt x="206239" y="52761"/>
                </a:lnTo>
                <a:lnTo>
                  <a:pt x="206450" y="52450"/>
                </a:lnTo>
                <a:lnTo>
                  <a:pt x="206667" y="52153"/>
                </a:lnTo>
                <a:lnTo>
                  <a:pt x="206888" y="51868"/>
                </a:lnTo>
                <a:lnTo>
                  <a:pt x="207113" y="51597"/>
                </a:lnTo>
                <a:lnTo>
                  <a:pt x="207342" y="51339"/>
                </a:lnTo>
                <a:lnTo>
                  <a:pt x="207576" y="51095"/>
                </a:lnTo>
                <a:lnTo>
                  <a:pt x="207815" y="50864"/>
                </a:lnTo>
                <a:lnTo>
                  <a:pt x="208058" y="50646"/>
                </a:lnTo>
                <a:lnTo>
                  <a:pt x="208305" y="50441"/>
                </a:lnTo>
                <a:lnTo>
                  <a:pt x="208557" y="50248"/>
                </a:lnTo>
                <a:lnTo>
                  <a:pt x="208813" y="50062"/>
                </a:lnTo>
                <a:lnTo>
                  <a:pt x="209074" y="49885"/>
                </a:lnTo>
                <a:lnTo>
                  <a:pt x="209340" y="49716"/>
                </a:lnTo>
                <a:lnTo>
                  <a:pt x="209610" y="49555"/>
                </a:lnTo>
                <a:lnTo>
                  <a:pt x="209885" y="49403"/>
                </a:lnTo>
                <a:lnTo>
                  <a:pt x="210164" y="49258"/>
                </a:lnTo>
                <a:lnTo>
                  <a:pt x="210448" y="49122"/>
                </a:lnTo>
                <a:lnTo>
                  <a:pt x="210736" y="48995"/>
                </a:lnTo>
                <a:lnTo>
                  <a:pt x="211029" y="48875"/>
                </a:lnTo>
                <a:lnTo>
                  <a:pt x="211327" y="48764"/>
                </a:lnTo>
                <a:lnTo>
                  <a:pt x="211629" y="48661"/>
                </a:lnTo>
                <a:lnTo>
                  <a:pt x="211936" y="48566"/>
                </a:lnTo>
                <a:lnTo>
                  <a:pt x="212247" y="48479"/>
                </a:lnTo>
                <a:lnTo>
                  <a:pt x="212563" y="48401"/>
                </a:lnTo>
                <a:lnTo>
                  <a:pt x="212883" y="48331"/>
                </a:lnTo>
                <a:lnTo>
                  <a:pt x="213208" y="48269"/>
                </a:lnTo>
                <a:lnTo>
                  <a:pt x="213537" y="48216"/>
                </a:lnTo>
                <a:lnTo>
                  <a:pt x="213871" y="48170"/>
                </a:lnTo>
                <a:lnTo>
                  <a:pt x="214210" y="48133"/>
                </a:lnTo>
                <a:lnTo>
                  <a:pt x="214553" y="48104"/>
                </a:lnTo>
                <a:lnTo>
                  <a:pt x="214901" y="48084"/>
                </a:lnTo>
                <a:lnTo>
                  <a:pt x="215253" y="48071"/>
                </a:lnTo>
                <a:lnTo>
                  <a:pt x="215610" y="48067"/>
                </a:lnTo>
                <a:lnTo>
                  <a:pt x="215983" y="48073"/>
                </a:lnTo>
                <a:lnTo>
                  <a:pt x="216358" y="48091"/>
                </a:lnTo>
                <a:lnTo>
                  <a:pt x="216736" y="48120"/>
                </a:lnTo>
                <a:lnTo>
                  <a:pt x="217116" y="48161"/>
                </a:lnTo>
                <a:lnTo>
                  <a:pt x="217499" y="48213"/>
                </a:lnTo>
                <a:lnTo>
                  <a:pt x="217884" y="48277"/>
                </a:lnTo>
                <a:lnTo>
                  <a:pt x="218272" y="48353"/>
                </a:lnTo>
                <a:lnTo>
                  <a:pt x="218662" y="48441"/>
                </a:lnTo>
                <a:lnTo>
                  <a:pt x="219055" y="48540"/>
                </a:lnTo>
                <a:lnTo>
                  <a:pt x="219450" y="48651"/>
                </a:lnTo>
                <a:lnTo>
                  <a:pt x="219848" y="48773"/>
                </a:lnTo>
                <a:lnTo>
                  <a:pt x="220249" y="48907"/>
                </a:lnTo>
                <a:lnTo>
                  <a:pt x="220652" y="49053"/>
                </a:lnTo>
                <a:lnTo>
                  <a:pt x="221058" y="49211"/>
                </a:lnTo>
                <a:lnTo>
                  <a:pt x="221466" y="49380"/>
                </a:lnTo>
                <a:lnTo>
                  <a:pt x="221876" y="49561"/>
                </a:lnTo>
                <a:lnTo>
                  <a:pt x="222290" y="49753"/>
                </a:lnTo>
                <a:lnTo>
                  <a:pt x="222705" y="49957"/>
                </a:lnTo>
                <a:lnTo>
                  <a:pt x="223124" y="50173"/>
                </a:lnTo>
                <a:lnTo>
                  <a:pt x="223544" y="50401"/>
                </a:lnTo>
                <a:lnTo>
                  <a:pt x="223968" y="50640"/>
                </a:lnTo>
                <a:lnTo>
                  <a:pt x="224394" y="50891"/>
                </a:lnTo>
                <a:lnTo>
                  <a:pt x="224822" y="51153"/>
                </a:lnTo>
                <a:lnTo>
                  <a:pt x="225253" y="51428"/>
                </a:lnTo>
                <a:lnTo>
                  <a:pt x="231351" y="34254"/>
                </a:lnTo>
                <a:lnTo>
                  <a:pt x="231351" y="47775"/>
                </a:lnTo>
                <a:lnTo>
                  <a:pt x="240775" y="47775"/>
                </a:lnTo>
                <a:close/>
                <a:moveTo>
                  <a:pt x="115649" y="53622"/>
                </a:moveTo>
                <a:lnTo>
                  <a:pt x="115825" y="53214"/>
                </a:lnTo>
                <a:lnTo>
                  <a:pt x="116006" y="52817"/>
                </a:lnTo>
                <a:lnTo>
                  <a:pt x="116190" y="52431"/>
                </a:lnTo>
                <a:lnTo>
                  <a:pt x="116379" y="52057"/>
                </a:lnTo>
                <a:lnTo>
                  <a:pt x="116572" y="51695"/>
                </a:lnTo>
                <a:lnTo>
                  <a:pt x="116769" y="51344"/>
                </a:lnTo>
                <a:lnTo>
                  <a:pt x="116970" y="51004"/>
                </a:lnTo>
                <a:lnTo>
                  <a:pt x="117175" y="50677"/>
                </a:lnTo>
                <a:lnTo>
                  <a:pt x="117384" y="50360"/>
                </a:lnTo>
                <a:lnTo>
                  <a:pt x="117597" y="50055"/>
                </a:lnTo>
                <a:lnTo>
                  <a:pt x="117814" y="49762"/>
                </a:lnTo>
                <a:lnTo>
                  <a:pt x="118035" y="49481"/>
                </a:lnTo>
                <a:lnTo>
                  <a:pt x="118260" y="49210"/>
                </a:lnTo>
                <a:lnTo>
                  <a:pt x="118489" y="48952"/>
                </a:lnTo>
                <a:lnTo>
                  <a:pt x="118723" y="48705"/>
                </a:lnTo>
                <a:lnTo>
                  <a:pt x="118960" y="48469"/>
                </a:lnTo>
                <a:lnTo>
                  <a:pt x="119202" y="48245"/>
                </a:lnTo>
                <a:lnTo>
                  <a:pt x="119447" y="48033"/>
                </a:lnTo>
                <a:lnTo>
                  <a:pt x="119697" y="47832"/>
                </a:lnTo>
                <a:lnTo>
                  <a:pt x="119950" y="47643"/>
                </a:lnTo>
                <a:lnTo>
                  <a:pt x="120210" y="47463"/>
                </a:lnTo>
                <a:lnTo>
                  <a:pt x="120479" y="47290"/>
                </a:lnTo>
                <a:lnTo>
                  <a:pt x="120755" y="47126"/>
                </a:lnTo>
                <a:lnTo>
                  <a:pt x="121040" y="46969"/>
                </a:lnTo>
                <a:lnTo>
                  <a:pt x="121333" y="46820"/>
                </a:lnTo>
                <a:lnTo>
                  <a:pt x="121635" y="46678"/>
                </a:lnTo>
                <a:lnTo>
                  <a:pt x="121945" y="46544"/>
                </a:lnTo>
                <a:lnTo>
                  <a:pt x="122264" y="46418"/>
                </a:lnTo>
                <a:lnTo>
                  <a:pt x="122591" y="46299"/>
                </a:lnTo>
                <a:lnTo>
                  <a:pt x="122926" y="46188"/>
                </a:lnTo>
                <a:lnTo>
                  <a:pt x="123269" y="46084"/>
                </a:lnTo>
                <a:lnTo>
                  <a:pt x="123621" y="45989"/>
                </a:lnTo>
                <a:lnTo>
                  <a:pt x="123982" y="45901"/>
                </a:lnTo>
                <a:lnTo>
                  <a:pt x="124350" y="45820"/>
                </a:lnTo>
                <a:lnTo>
                  <a:pt x="124727" y="45748"/>
                </a:lnTo>
                <a:lnTo>
                  <a:pt x="125113" y="45682"/>
                </a:lnTo>
                <a:lnTo>
                  <a:pt x="125506" y="45625"/>
                </a:lnTo>
                <a:lnTo>
                  <a:pt x="125909" y="45575"/>
                </a:lnTo>
                <a:lnTo>
                  <a:pt x="126319" y="45533"/>
                </a:lnTo>
                <a:lnTo>
                  <a:pt x="126738" y="45499"/>
                </a:lnTo>
                <a:lnTo>
                  <a:pt x="127165" y="45472"/>
                </a:lnTo>
                <a:lnTo>
                  <a:pt x="127601" y="45453"/>
                </a:lnTo>
                <a:lnTo>
                  <a:pt x="128045" y="45441"/>
                </a:lnTo>
                <a:lnTo>
                  <a:pt x="128497" y="45437"/>
                </a:lnTo>
                <a:lnTo>
                  <a:pt x="129164" y="45442"/>
                </a:lnTo>
                <a:lnTo>
                  <a:pt x="129813" y="45455"/>
                </a:lnTo>
                <a:lnTo>
                  <a:pt x="130443" y="45477"/>
                </a:lnTo>
                <a:lnTo>
                  <a:pt x="131056" y="45508"/>
                </a:lnTo>
                <a:lnTo>
                  <a:pt x="131651" y="45548"/>
                </a:lnTo>
                <a:lnTo>
                  <a:pt x="132227" y="45597"/>
                </a:lnTo>
                <a:lnTo>
                  <a:pt x="132786" y="45654"/>
                </a:lnTo>
                <a:lnTo>
                  <a:pt x="133327" y="45721"/>
                </a:lnTo>
                <a:lnTo>
                  <a:pt x="133849" y="45796"/>
                </a:lnTo>
                <a:lnTo>
                  <a:pt x="134354" y="45880"/>
                </a:lnTo>
                <a:lnTo>
                  <a:pt x="134841" y="45973"/>
                </a:lnTo>
                <a:lnTo>
                  <a:pt x="135309" y="46075"/>
                </a:lnTo>
                <a:lnTo>
                  <a:pt x="135760" y="46186"/>
                </a:lnTo>
                <a:lnTo>
                  <a:pt x="136193" y="46305"/>
                </a:lnTo>
                <a:lnTo>
                  <a:pt x="136607" y="46434"/>
                </a:lnTo>
                <a:lnTo>
                  <a:pt x="137004" y="46571"/>
                </a:lnTo>
                <a:lnTo>
                  <a:pt x="137382" y="46717"/>
                </a:lnTo>
                <a:lnTo>
                  <a:pt x="137743" y="46872"/>
                </a:lnTo>
                <a:lnTo>
                  <a:pt x="138085" y="47036"/>
                </a:lnTo>
                <a:lnTo>
                  <a:pt x="138410" y="47208"/>
                </a:lnTo>
                <a:lnTo>
                  <a:pt x="138716" y="47390"/>
                </a:lnTo>
                <a:lnTo>
                  <a:pt x="139005" y="47580"/>
                </a:lnTo>
                <a:lnTo>
                  <a:pt x="139275" y="47779"/>
                </a:lnTo>
                <a:lnTo>
                  <a:pt x="139528" y="47987"/>
                </a:lnTo>
                <a:lnTo>
                  <a:pt x="139766" y="48206"/>
                </a:lnTo>
                <a:lnTo>
                  <a:pt x="139995" y="48436"/>
                </a:lnTo>
                <a:lnTo>
                  <a:pt x="140213" y="48678"/>
                </a:lnTo>
                <a:lnTo>
                  <a:pt x="140421" y="48932"/>
                </a:lnTo>
                <a:lnTo>
                  <a:pt x="140619" y="49198"/>
                </a:lnTo>
                <a:lnTo>
                  <a:pt x="140806" y="49476"/>
                </a:lnTo>
                <a:lnTo>
                  <a:pt x="140984" y="49766"/>
                </a:lnTo>
                <a:lnTo>
                  <a:pt x="141151" y="50068"/>
                </a:lnTo>
                <a:lnTo>
                  <a:pt x="141309" y="50381"/>
                </a:lnTo>
                <a:lnTo>
                  <a:pt x="141456" y="50707"/>
                </a:lnTo>
                <a:lnTo>
                  <a:pt x="141593" y="51044"/>
                </a:lnTo>
                <a:lnTo>
                  <a:pt x="141719" y="51394"/>
                </a:lnTo>
                <a:lnTo>
                  <a:pt x="141836" y="51755"/>
                </a:lnTo>
                <a:lnTo>
                  <a:pt x="141943" y="52129"/>
                </a:lnTo>
                <a:lnTo>
                  <a:pt x="142039" y="52514"/>
                </a:lnTo>
                <a:lnTo>
                  <a:pt x="142125" y="52911"/>
                </a:lnTo>
                <a:lnTo>
                  <a:pt x="142201" y="53320"/>
                </a:lnTo>
                <a:lnTo>
                  <a:pt x="142267" y="53741"/>
                </a:lnTo>
                <a:lnTo>
                  <a:pt x="142323" y="54174"/>
                </a:lnTo>
                <a:lnTo>
                  <a:pt x="142369" y="54619"/>
                </a:lnTo>
                <a:lnTo>
                  <a:pt x="142404" y="55076"/>
                </a:lnTo>
                <a:lnTo>
                  <a:pt x="142430" y="55545"/>
                </a:lnTo>
                <a:lnTo>
                  <a:pt x="142445" y="56026"/>
                </a:lnTo>
                <a:lnTo>
                  <a:pt x="142450" y="56518"/>
                </a:lnTo>
                <a:lnTo>
                  <a:pt x="142450" y="58587"/>
                </a:lnTo>
                <a:lnTo>
                  <a:pt x="141972" y="58781"/>
                </a:lnTo>
                <a:lnTo>
                  <a:pt x="141463" y="58977"/>
                </a:lnTo>
                <a:lnTo>
                  <a:pt x="140924" y="59174"/>
                </a:lnTo>
                <a:lnTo>
                  <a:pt x="140354" y="59373"/>
                </a:lnTo>
                <a:lnTo>
                  <a:pt x="139753" y="59573"/>
                </a:lnTo>
                <a:lnTo>
                  <a:pt x="139122" y="59773"/>
                </a:lnTo>
                <a:lnTo>
                  <a:pt x="138459" y="59976"/>
                </a:lnTo>
                <a:lnTo>
                  <a:pt x="137767" y="60179"/>
                </a:lnTo>
                <a:lnTo>
                  <a:pt x="137043" y="60384"/>
                </a:lnTo>
                <a:lnTo>
                  <a:pt x="136289" y="60590"/>
                </a:lnTo>
                <a:lnTo>
                  <a:pt x="135504" y="60797"/>
                </a:lnTo>
                <a:lnTo>
                  <a:pt x="134688" y="61006"/>
                </a:lnTo>
                <a:lnTo>
                  <a:pt x="133842" y="61216"/>
                </a:lnTo>
                <a:lnTo>
                  <a:pt x="132965" y="61427"/>
                </a:lnTo>
                <a:lnTo>
                  <a:pt x="132057" y="61639"/>
                </a:lnTo>
                <a:lnTo>
                  <a:pt x="131119" y="61853"/>
                </a:lnTo>
                <a:lnTo>
                  <a:pt x="130150" y="62067"/>
                </a:lnTo>
                <a:lnTo>
                  <a:pt x="129150" y="62283"/>
                </a:lnTo>
                <a:lnTo>
                  <a:pt x="128120" y="62501"/>
                </a:lnTo>
                <a:lnTo>
                  <a:pt x="127059" y="62719"/>
                </a:lnTo>
                <a:lnTo>
                  <a:pt x="125967" y="62939"/>
                </a:lnTo>
                <a:lnTo>
                  <a:pt x="124844" y="63160"/>
                </a:lnTo>
                <a:lnTo>
                  <a:pt x="123691" y="63383"/>
                </a:lnTo>
                <a:lnTo>
                  <a:pt x="122507" y="63606"/>
                </a:lnTo>
                <a:lnTo>
                  <a:pt x="121627" y="63777"/>
                </a:lnTo>
                <a:lnTo>
                  <a:pt x="120764" y="63951"/>
                </a:lnTo>
                <a:lnTo>
                  <a:pt x="119919" y="64126"/>
                </a:lnTo>
                <a:lnTo>
                  <a:pt x="119091" y="64304"/>
                </a:lnTo>
                <a:lnTo>
                  <a:pt x="118280" y="64485"/>
                </a:lnTo>
                <a:lnTo>
                  <a:pt x="117487" y="64668"/>
                </a:lnTo>
                <a:lnTo>
                  <a:pt x="116711" y="64853"/>
                </a:lnTo>
                <a:lnTo>
                  <a:pt x="115953" y="65041"/>
                </a:lnTo>
                <a:lnTo>
                  <a:pt x="115212" y="65231"/>
                </a:lnTo>
                <a:lnTo>
                  <a:pt x="114488" y="65423"/>
                </a:lnTo>
                <a:lnTo>
                  <a:pt x="113782" y="65618"/>
                </a:lnTo>
                <a:lnTo>
                  <a:pt x="113093" y="65816"/>
                </a:lnTo>
                <a:lnTo>
                  <a:pt x="112421" y="66015"/>
                </a:lnTo>
                <a:lnTo>
                  <a:pt x="111767" y="66218"/>
                </a:lnTo>
                <a:lnTo>
                  <a:pt x="111130" y="66422"/>
                </a:lnTo>
                <a:lnTo>
                  <a:pt x="110511" y="66629"/>
                </a:lnTo>
                <a:lnTo>
                  <a:pt x="109909" y="66838"/>
                </a:lnTo>
                <a:lnTo>
                  <a:pt x="109324" y="67050"/>
                </a:lnTo>
                <a:lnTo>
                  <a:pt x="108757" y="67264"/>
                </a:lnTo>
                <a:lnTo>
                  <a:pt x="108207" y="67481"/>
                </a:lnTo>
                <a:lnTo>
                  <a:pt x="107674" y="67700"/>
                </a:lnTo>
                <a:lnTo>
                  <a:pt x="107159" y="67921"/>
                </a:lnTo>
                <a:lnTo>
                  <a:pt x="106661" y="68145"/>
                </a:lnTo>
                <a:lnTo>
                  <a:pt x="106180" y="68371"/>
                </a:lnTo>
                <a:lnTo>
                  <a:pt x="105713" y="68602"/>
                </a:lnTo>
                <a:lnTo>
                  <a:pt x="105254" y="68842"/>
                </a:lnTo>
                <a:lnTo>
                  <a:pt x="104804" y="69090"/>
                </a:lnTo>
                <a:lnTo>
                  <a:pt x="104363" y="69347"/>
                </a:lnTo>
                <a:lnTo>
                  <a:pt x="103931" y="69612"/>
                </a:lnTo>
                <a:lnTo>
                  <a:pt x="103507" y="69885"/>
                </a:lnTo>
                <a:lnTo>
                  <a:pt x="103092" y="70166"/>
                </a:lnTo>
                <a:lnTo>
                  <a:pt x="102686" y="70456"/>
                </a:lnTo>
                <a:lnTo>
                  <a:pt x="102289" y="70754"/>
                </a:lnTo>
                <a:lnTo>
                  <a:pt x="101900" y="71061"/>
                </a:lnTo>
                <a:lnTo>
                  <a:pt x="101520" y="71376"/>
                </a:lnTo>
                <a:lnTo>
                  <a:pt x="101149" y="71699"/>
                </a:lnTo>
                <a:lnTo>
                  <a:pt x="100787" y="72031"/>
                </a:lnTo>
                <a:lnTo>
                  <a:pt x="100433" y="72371"/>
                </a:lnTo>
                <a:lnTo>
                  <a:pt x="100088" y="72719"/>
                </a:lnTo>
                <a:lnTo>
                  <a:pt x="99752" y="73075"/>
                </a:lnTo>
                <a:lnTo>
                  <a:pt x="99425" y="73440"/>
                </a:lnTo>
                <a:lnTo>
                  <a:pt x="99106" y="73814"/>
                </a:lnTo>
                <a:lnTo>
                  <a:pt x="98796" y="74195"/>
                </a:lnTo>
                <a:lnTo>
                  <a:pt x="98495" y="74585"/>
                </a:lnTo>
                <a:lnTo>
                  <a:pt x="98202" y="74983"/>
                </a:lnTo>
                <a:lnTo>
                  <a:pt x="97919" y="75390"/>
                </a:lnTo>
                <a:lnTo>
                  <a:pt x="97644" y="75805"/>
                </a:lnTo>
                <a:lnTo>
                  <a:pt x="97378" y="76228"/>
                </a:lnTo>
                <a:lnTo>
                  <a:pt x="97121" y="76658"/>
                </a:lnTo>
                <a:lnTo>
                  <a:pt x="96876" y="77093"/>
                </a:lnTo>
                <a:lnTo>
                  <a:pt x="96642" y="77532"/>
                </a:lnTo>
                <a:lnTo>
                  <a:pt x="96418" y="77977"/>
                </a:lnTo>
                <a:lnTo>
                  <a:pt x="96205" y="78426"/>
                </a:lnTo>
                <a:lnTo>
                  <a:pt x="96004" y="78881"/>
                </a:lnTo>
                <a:lnTo>
                  <a:pt x="95813" y="79340"/>
                </a:lnTo>
                <a:lnTo>
                  <a:pt x="95633" y="79804"/>
                </a:lnTo>
                <a:lnTo>
                  <a:pt x="95464" y="80273"/>
                </a:lnTo>
                <a:lnTo>
                  <a:pt x="95306" y="80747"/>
                </a:lnTo>
                <a:lnTo>
                  <a:pt x="95158" y="81227"/>
                </a:lnTo>
                <a:lnTo>
                  <a:pt x="95022" y="81710"/>
                </a:lnTo>
                <a:lnTo>
                  <a:pt x="94896" y="82199"/>
                </a:lnTo>
                <a:lnTo>
                  <a:pt x="94782" y="82693"/>
                </a:lnTo>
                <a:lnTo>
                  <a:pt x="94678" y="83192"/>
                </a:lnTo>
                <a:lnTo>
                  <a:pt x="94586" y="83696"/>
                </a:lnTo>
                <a:lnTo>
                  <a:pt x="94504" y="84204"/>
                </a:lnTo>
                <a:lnTo>
                  <a:pt x="94433" y="84718"/>
                </a:lnTo>
                <a:lnTo>
                  <a:pt x="94373" y="85236"/>
                </a:lnTo>
                <a:lnTo>
                  <a:pt x="94324" y="85760"/>
                </a:lnTo>
                <a:lnTo>
                  <a:pt x="94286" y="86288"/>
                </a:lnTo>
                <a:lnTo>
                  <a:pt x="94258" y="86821"/>
                </a:lnTo>
                <a:lnTo>
                  <a:pt x="94242" y="87360"/>
                </a:lnTo>
                <a:lnTo>
                  <a:pt x="94237" y="87903"/>
                </a:lnTo>
                <a:lnTo>
                  <a:pt x="94249" y="88721"/>
                </a:lnTo>
                <a:lnTo>
                  <a:pt x="94285" y="89528"/>
                </a:lnTo>
                <a:lnTo>
                  <a:pt x="94344" y="90323"/>
                </a:lnTo>
                <a:lnTo>
                  <a:pt x="94428" y="91106"/>
                </a:lnTo>
                <a:lnTo>
                  <a:pt x="94536" y="91877"/>
                </a:lnTo>
                <a:lnTo>
                  <a:pt x="94668" y="92636"/>
                </a:lnTo>
                <a:lnTo>
                  <a:pt x="94824" y="93383"/>
                </a:lnTo>
                <a:lnTo>
                  <a:pt x="95004" y="94119"/>
                </a:lnTo>
                <a:lnTo>
                  <a:pt x="95207" y="94842"/>
                </a:lnTo>
                <a:lnTo>
                  <a:pt x="95435" y="95554"/>
                </a:lnTo>
                <a:lnTo>
                  <a:pt x="95687" y="96254"/>
                </a:lnTo>
                <a:lnTo>
                  <a:pt x="95962" y="96942"/>
                </a:lnTo>
                <a:lnTo>
                  <a:pt x="96262" y="97618"/>
                </a:lnTo>
                <a:lnTo>
                  <a:pt x="96586" y="98282"/>
                </a:lnTo>
                <a:lnTo>
                  <a:pt x="96933" y="98934"/>
                </a:lnTo>
                <a:lnTo>
                  <a:pt x="97305" y="99575"/>
                </a:lnTo>
                <a:lnTo>
                  <a:pt x="97700" y="100203"/>
                </a:lnTo>
                <a:lnTo>
                  <a:pt x="98120" y="100820"/>
                </a:lnTo>
                <a:lnTo>
                  <a:pt x="98563" y="101425"/>
                </a:lnTo>
                <a:lnTo>
                  <a:pt x="99031" y="102018"/>
                </a:lnTo>
                <a:lnTo>
                  <a:pt x="99522" y="102599"/>
                </a:lnTo>
                <a:lnTo>
                  <a:pt x="100037" y="103168"/>
                </a:lnTo>
                <a:lnTo>
                  <a:pt x="100577" y="103725"/>
                </a:lnTo>
                <a:lnTo>
                  <a:pt x="101140" y="104271"/>
                </a:lnTo>
                <a:lnTo>
                  <a:pt x="101724" y="104799"/>
                </a:lnTo>
                <a:lnTo>
                  <a:pt x="102326" y="105305"/>
                </a:lnTo>
                <a:lnTo>
                  <a:pt x="102945" y="105788"/>
                </a:lnTo>
                <a:lnTo>
                  <a:pt x="103582" y="106249"/>
                </a:lnTo>
                <a:lnTo>
                  <a:pt x="104237" y="106687"/>
                </a:lnTo>
                <a:lnTo>
                  <a:pt x="104909" y="107103"/>
                </a:lnTo>
                <a:lnTo>
                  <a:pt x="105599" y="107496"/>
                </a:lnTo>
                <a:lnTo>
                  <a:pt x="106306" y="107867"/>
                </a:lnTo>
                <a:lnTo>
                  <a:pt x="107031" y="108216"/>
                </a:lnTo>
                <a:lnTo>
                  <a:pt x="107774" y="108542"/>
                </a:lnTo>
                <a:lnTo>
                  <a:pt x="108534" y="108845"/>
                </a:lnTo>
                <a:lnTo>
                  <a:pt x="109312" y="109126"/>
                </a:lnTo>
                <a:lnTo>
                  <a:pt x="110108" y="109385"/>
                </a:lnTo>
                <a:lnTo>
                  <a:pt x="110921" y="109621"/>
                </a:lnTo>
                <a:lnTo>
                  <a:pt x="111752" y="109834"/>
                </a:lnTo>
                <a:lnTo>
                  <a:pt x="112601" y="110025"/>
                </a:lnTo>
                <a:lnTo>
                  <a:pt x="113467" y="110194"/>
                </a:lnTo>
                <a:lnTo>
                  <a:pt x="114351" y="110340"/>
                </a:lnTo>
                <a:lnTo>
                  <a:pt x="115252" y="110464"/>
                </a:lnTo>
                <a:lnTo>
                  <a:pt x="116171" y="110565"/>
                </a:lnTo>
                <a:lnTo>
                  <a:pt x="117108" y="110643"/>
                </a:lnTo>
                <a:lnTo>
                  <a:pt x="118062" y="110700"/>
                </a:lnTo>
                <a:lnTo>
                  <a:pt x="119034" y="110733"/>
                </a:lnTo>
                <a:lnTo>
                  <a:pt x="120023" y="110745"/>
                </a:lnTo>
                <a:lnTo>
                  <a:pt x="120588" y="110740"/>
                </a:lnTo>
                <a:lnTo>
                  <a:pt x="121150" y="110727"/>
                </a:lnTo>
                <a:lnTo>
                  <a:pt x="121709" y="110705"/>
                </a:lnTo>
                <a:lnTo>
                  <a:pt x="122266" y="110674"/>
                </a:lnTo>
                <a:lnTo>
                  <a:pt x="122819" y="110634"/>
                </a:lnTo>
                <a:lnTo>
                  <a:pt x="123370" y="110585"/>
                </a:lnTo>
                <a:lnTo>
                  <a:pt x="123918" y="110527"/>
                </a:lnTo>
                <a:lnTo>
                  <a:pt x="124463" y="110461"/>
                </a:lnTo>
                <a:lnTo>
                  <a:pt x="125006" y="110385"/>
                </a:lnTo>
                <a:lnTo>
                  <a:pt x="125545" y="110301"/>
                </a:lnTo>
                <a:lnTo>
                  <a:pt x="126082" y="110208"/>
                </a:lnTo>
                <a:lnTo>
                  <a:pt x="126616" y="110105"/>
                </a:lnTo>
                <a:lnTo>
                  <a:pt x="127148" y="109994"/>
                </a:lnTo>
                <a:lnTo>
                  <a:pt x="127676" y="109875"/>
                </a:lnTo>
                <a:lnTo>
                  <a:pt x="128202" y="109746"/>
                </a:lnTo>
                <a:lnTo>
                  <a:pt x="128725" y="109608"/>
                </a:lnTo>
                <a:lnTo>
                  <a:pt x="129245" y="109462"/>
                </a:lnTo>
                <a:lnTo>
                  <a:pt x="129762" y="109306"/>
                </a:lnTo>
                <a:lnTo>
                  <a:pt x="130277" y="109142"/>
                </a:lnTo>
                <a:lnTo>
                  <a:pt x="130788" y="108969"/>
                </a:lnTo>
                <a:lnTo>
                  <a:pt x="131297" y="108787"/>
                </a:lnTo>
                <a:lnTo>
                  <a:pt x="131803" y="108596"/>
                </a:lnTo>
                <a:lnTo>
                  <a:pt x="132307" y="108397"/>
                </a:lnTo>
                <a:lnTo>
                  <a:pt x="132807" y="108188"/>
                </a:lnTo>
                <a:lnTo>
                  <a:pt x="133305" y="107970"/>
                </a:lnTo>
                <a:lnTo>
                  <a:pt x="133801" y="107744"/>
                </a:lnTo>
                <a:lnTo>
                  <a:pt x="134293" y="107509"/>
                </a:lnTo>
                <a:lnTo>
                  <a:pt x="134784" y="107265"/>
                </a:lnTo>
                <a:lnTo>
                  <a:pt x="135272" y="107012"/>
                </a:lnTo>
                <a:lnTo>
                  <a:pt x="135757" y="106750"/>
                </a:lnTo>
                <a:lnTo>
                  <a:pt x="136239" y="106479"/>
                </a:lnTo>
                <a:lnTo>
                  <a:pt x="136720" y="106199"/>
                </a:lnTo>
                <a:lnTo>
                  <a:pt x="137197" y="105911"/>
                </a:lnTo>
                <a:lnTo>
                  <a:pt x="137672" y="105613"/>
                </a:lnTo>
                <a:lnTo>
                  <a:pt x="138145" y="105307"/>
                </a:lnTo>
                <a:lnTo>
                  <a:pt x="138615" y="104992"/>
                </a:lnTo>
                <a:lnTo>
                  <a:pt x="139082" y="104668"/>
                </a:lnTo>
                <a:lnTo>
                  <a:pt x="139547" y="104335"/>
                </a:lnTo>
                <a:lnTo>
                  <a:pt x="140010" y="103993"/>
                </a:lnTo>
                <a:lnTo>
                  <a:pt x="140470" y="103643"/>
                </a:lnTo>
                <a:lnTo>
                  <a:pt x="140927" y="103283"/>
                </a:lnTo>
                <a:lnTo>
                  <a:pt x="141382" y="102915"/>
                </a:lnTo>
                <a:lnTo>
                  <a:pt x="141834" y="102537"/>
                </a:lnTo>
                <a:lnTo>
                  <a:pt x="142284" y="102151"/>
                </a:lnTo>
                <a:lnTo>
                  <a:pt x="142731" y="101756"/>
                </a:lnTo>
                <a:lnTo>
                  <a:pt x="143175" y="101352"/>
                </a:lnTo>
                <a:lnTo>
                  <a:pt x="143618" y="100939"/>
                </a:lnTo>
                <a:lnTo>
                  <a:pt x="144057" y="100518"/>
                </a:lnTo>
                <a:lnTo>
                  <a:pt x="144076" y="100568"/>
                </a:lnTo>
                <a:lnTo>
                  <a:pt x="144096" y="100624"/>
                </a:lnTo>
                <a:lnTo>
                  <a:pt x="144116" y="100683"/>
                </a:lnTo>
                <a:lnTo>
                  <a:pt x="144138" y="100747"/>
                </a:lnTo>
                <a:lnTo>
                  <a:pt x="144161" y="100815"/>
                </a:lnTo>
                <a:lnTo>
                  <a:pt x="144185" y="100887"/>
                </a:lnTo>
                <a:lnTo>
                  <a:pt x="144210" y="100964"/>
                </a:lnTo>
                <a:lnTo>
                  <a:pt x="144236" y="101045"/>
                </a:lnTo>
                <a:lnTo>
                  <a:pt x="144263" y="101131"/>
                </a:lnTo>
                <a:lnTo>
                  <a:pt x="144290" y="101220"/>
                </a:lnTo>
                <a:lnTo>
                  <a:pt x="144319" y="101314"/>
                </a:lnTo>
                <a:lnTo>
                  <a:pt x="144349" y="101412"/>
                </a:lnTo>
                <a:lnTo>
                  <a:pt x="144380" y="101515"/>
                </a:lnTo>
                <a:lnTo>
                  <a:pt x="144412" y="101622"/>
                </a:lnTo>
                <a:lnTo>
                  <a:pt x="144445" y="101733"/>
                </a:lnTo>
                <a:lnTo>
                  <a:pt x="144479" y="101849"/>
                </a:lnTo>
                <a:lnTo>
                  <a:pt x="144514" y="101969"/>
                </a:lnTo>
                <a:lnTo>
                  <a:pt x="144550" y="102093"/>
                </a:lnTo>
                <a:lnTo>
                  <a:pt x="144587" y="102221"/>
                </a:lnTo>
                <a:lnTo>
                  <a:pt x="144625" y="102354"/>
                </a:lnTo>
                <a:lnTo>
                  <a:pt x="144664" y="102491"/>
                </a:lnTo>
                <a:lnTo>
                  <a:pt x="144704" y="102632"/>
                </a:lnTo>
                <a:lnTo>
                  <a:pt x="144746" y="102778"/>
                </a:lnTo>
                <a:lnTo>
                  <a:pt x="144788" y="102928"/>
                </a:lnTo>
                <a:lnTo>
                  <a:pt x="144884" y="103260"/>
                </a:lnTo>
                <a:lnTo>
                  <a:pt x="144980" y="103584"/>
                </a:lnTo>
                <a:lnTo>
                  <a:pt x="145074" y="103902"/>
                </a:lnTo>
                <a:lnTo>
                  <a:pt x="145167" y="104213"/>
                </a:lnTo>
                <a:lnTo>
                  <a:pt x="145259" y="104517"/>
                </a:lnTo>
                <a:lnTo>
                  <a:pt x="145349" y="104814"/>
                </a:lnTo>
                <a:lnTo>
                  <a:pt x="145438" y="105104"/>
                </a:lnTo>
                <a:lnTo>
                  <a:pt x="145526" y="105388"/>
                </a:lnTo>
                <a:lnTo>
                  <a:pt x="145613" y="105664"/>
                </a:lnTo>
                <a:lnTo>
                  <a:pt x="145698" y="105934"/>
                </a:lnTo>
                <a:lnTo>
                  <a:pt x="145782" y="106197"/>
                </a:lnTo>
                <a:lnTo>
                  <a:pt x="145865" y="106453"/>
                </a:lnTo>
                <a:lnTo>
                  <a:pt x="145947" y="106702"/>
                </a:lnTo>
                <a:lnTo>
                  <a:pt x="146027" y="106944"/>
                </a:lnTo>
                <a:lnTo>
                  <a:pt x="146106" y="107180"/>
                </a:lnTo>
                <a:lnTo>
                  <a:pt x="146184" y="107409"/>
                </a:lnTo>
                <a:lnTo>
                  <a:pt x="146260" y="107630"/>
                </a:lnTo>
                <a:lnTo>
                  <a:pt x="146335" y="107845"/>
                </a:lnTo>
                <a:lnTo>
                  <a:pt x="146409" y="108054"/>
                </a:lnTo>
                <a:lnTo>
                  <a:pt x="146482" y="108255"/>
                </a:lnTo>
                <a:lnTo>
                  <a:pt x="146553" y="108449"/>
                </a:lnTo>
                <a:lnTo>
                  <a:pt x="146624" y="108637"/>
                </a:lnTo>
                <a:lnTo>
                  <a:pt x="146692" y="108818"/>
                </a:lnTo>
                <a:lnTo>
                  <a:pt x="146760" y="108991"/>
                </a:lnTo>
                <a:lnTo>
                  <a:pt x="167068" y="108991"/>
                </a:lnTo>
                <a:lnTo>
                  <a:pt x="166846" y="108530"/>
                </a:lnTo>
                <a:lnTo>
                  <a:pt x="166629" y="108071"/>
                </a:lnTo>
                <a:lnTo>
                  <a:pt x="166419" y="107614"/>
                </a:lnTo>
                <a:lnTo>
                  <a:pt x="166215" y="107160"/>
                </a:lnTo>
                <a:lnTo>
                  <a:pt x="166016" y="106708"/>
                </a:lnTo>
                <a:lnTo>
                  <a:pt x="165824" y="106259"/>
                </a:lnTo>
                <a:lnTo>
                  <a:pt x="165637" y="105812"/>
                </a:lnTo>
                <a:lnTo>
                  <a:pt x="165457" y="105367"/>
                </a:lnTo>
                <a:lnTo>
                  <a:pt x="165282" y="104925"/>
                </a:lnTo>
                <a:lnTo>
                  <a:pt x="165114" y="104485"/>
                </a:lnTo>
                <a:lnTo>
                  <a:pt x="164951" y="104048"/>
                </a:lnTo>
                <a:lnTo>
                  <a:pt x="164794" y="103613"/>
                </a:lnTo>
                <a:lnTo>
                  <a:pt x="164644" y="103181"/>
                </a:lnTo>
                <a:lnTo>
                  <a:pt x="164499" y="102750"/>
                </a:lnTo>
                <a:lnTo>
                  <a:pt x="164360" y="102323"/>
                </a:lnTo>
                <a:lnTo>
                  <a:pt x="164227" y="101897"/>
                </a:lnTo>
                <a:lnTo>
                  <a:pt x="164100" y="101475"/>
                </a:lnTo>
                <a:lnTo>
                  <a:pt x="163979" y="101054"/>
                </a:lnTo>
                <a:lnTo>
                  <a:pt x="163864" y="100636"/>
                </a:lnTo>
                <a:lnTo>
                  <a:pt x="163755" y="100220"/>
                </a:lnTo>
                <a:lnTo>
                  <a:pt x="163652" y="99807"/>
                </a:lnTo>
                <a:lnTo>
                  <a:pt x="163555" y="99396"/>
                </a:lnTo>
                <a:lnTo>
                  <a:pt x="163464" y="98988"/>
                </a:lnTo>
                <a:lnTo>
                  <a:pt x="163379" y="98582"/>
                </a:lnTo>
                <a:lnTo>
                  <a:pt x="163299" y="98168"/>
                </a:lnTo>
                <a:lnTo>
                  <a:pt x="163221" y="97735"/>
                </a:lnTo>
                <a:lnTo>
                  <a:pt x="163148" y="97283"/>
                </a:lnTo>
                <a:lnTo>
                  <a:pt x="163078" y="96813"/>
                </a:lnTo>
                <a:lnTo>
                  <a:pt x="163011" y="96325"/>
                </a:lnTo>
                <a:lnTo>
                  <a:pt x="162948" y="95817"/>
                </a:lnTo>
                <a:lnTo>
                  <a:pt x="162888" y="95291"/>
                </a:lnTo>
                <a:lnTo>
                  <a:pt x="162831" y="94747"/>
                </a:lnTo>
                <a:lnTo>
                  <a:pt x="162778" y="94183"/>
                </a:lnTo>
                <a:lnTo>
                  <a:pt x="162728" y="93601"/>
                </a:lnTo>
                <a:lnTo>
                  <a:pt x="162682" y="93001"/>
                </a:lnTo>
                <a:lnTo>
                  <a:pt x="162639" y="92382"/>
                </a:lnTo>
                <a:lnTo>
                  <a:pt x="162600" y="91744"/>
                </a:lnTo>
                <a:lnTo>
                  <a:pt x="162564" y="91087"/>
                </a:lnTo>
                <a:lnTo>
                  <a:pt x="162531" y="90412"/>
                </a:lnTo>
                <a:lnTo>
                  <a:pt x="162502" y="89718"/>
                </a:lnTo>
                <a:lnTo>
                  <a:pt x="162477" y="89006"/>
                </a:lnTo>
                <a:lnTo>
                  <a:pt x="162454" y="88275"/>
                </a:lnTo>
                <a:lnTo>
                  <a:pt x="162436" y="87525"/>
                </a:lnTo>
                <a:lnTo>
                  <a:pt x="162420" y="86757"/>
                </a:lnTo>
                <a:lnTo>
                  <a:pt x="162408" y="85970"/>
                </a:lnTo>
                <a:lnTo>
                  <a:pt x="162400" y="85164"/>
                </a:lnTo>
                <a:lnTo>
                  <a:pt x="162395" y="84340"/>
                </a:lnTo>
                <a:lnTo>
                  <a:pt x="162393" y="83497"/>
                </a:lnTo>
                <a:lnTo>
                  <a:pt x="162612" y="59536"/>
                </a:lnTo>
                <a:lnTo>
                  <a:pt x="162607" y="58437"/>
                </a:lnTo>
                <a:lnTo>
                  <a:pt x="162593" y="57366"/>
                </a:lnTo>
                <a:lnTo>
                  <a:pt x="162569" y="56325"/>
                </a:lnTo>
                <a:lnTo>
                  <a:pt x="162536" y="55312"/>
                </a:lnTo>
                <a:lnTo>
                  <a:pt x="162493" y="54329"/>
                </a:lnTo>
                <a:lnTo>
                  <a:pt x="162441" y="53375"/>
                </a:lnTo>
                <a:lnTo>
                  <a:pt x="162379" y="52450"/>
                </a:lnTo>
                <a:lnTo>
                  <a:pt x="162308" y="51553"/>
                </a:lnTo>
                <a:lnTo>
                  <a:pt x="162227" y="50686"/>
                </a:lnTo>
                <a:lnTo>
                  <a:pt x="162136" y="49848"/>
                </a:lnTo>
                <a:lnTo>
                  <a:pt x="162036" y="49039"/>
                </a:lnTo>
                <a:lnTo>
                  <a:pt x="161927" y="48259"/>
                </a:lnTo>
                <a:lnTo>
                  <a:pt x="161808" y="47508"/>
                </a:lnTo>
                <a:lnTo>
                  <a:pt x="161680" y="46786"/>
                </a:lnTo>
                <a:lnTo>
                  <a:pt x="161542" y="46093"/>
                </a:lnTo>
                <a:lnTo>
                  <a:pt x="161394" y="45429"/>
                </a:lnTo>
                <a:lnTo>
                  <a:pt x="161238" y="44795"/>
                </a:lnTo>
                <a:lnTo>
                  <a:pt x="161071" y="44189"/>
                </a:lnTo>
                <a:lnTo>
                  <a:pt x="160895" y="43612"/>
                </a:lnTo>
                <a:lnTo>
                  <a:pt x="160710" y="43064"/>
                </a:lnTo>
                <a:lnTo>
                  <a:pt x="160515" y="42546"/>
                </a:lnTo>
                <a:lnTo>
                  <a:pt x="160310" y="42056"/>
                </a:lnTo>
                <a:lnTo>
                  <a:pt x="160096" y="41596"/>
                </a:lnTo>
                <a:lnTo>
                  <a:pt x="159873" y="41164"/>
                </a:lnTo>
                <a:lnTo>
                  <a:pt x="159637" y="40750"/>
                </a:lnTo>
                <a:lnTo>
                  <a:pt x="159388" y="40342"/>
                </a:lnTo>
                <a:lnTo>
                  <a:pt x="159126" y="39940"/>
                </a:lnTo>
                <a:lnTo>
                  <a:pt x="158849" y="39545"/>
                </a:lnTo>
                <a:lnTo>
                  <a:pt x="158558" y="39155"/>
                </a:lnTo>
                <a:lnTo>
                  <a:pt x="158254" y="38772"/>
                </a:lnTo>
                <a:lnTo>
                  <a:pt x="157936" y="38394"/>
                </a:lnTo>
                <a:lnTo>
                  <a:pt x="157604" y="38023"/>
                </a:lnTo>
                <a:lnTo>
                  <a:pt x="157258" y="37658"/>
                </a:lnTo>
                <a:lnTo>
                  <a:pt x="156899" y="37298"/>
                </a:lnTo>
                <a:lnTo>
                  <a:pt x="156525" y="36945"/>
                </a:lnTo>
                <a:lnTo>
                  <a:pt x="156138" y="36598"/>
                </a:lnTo>
                <a:lnTo>
                  <a:pt x="155737" y="36257"/>
                </a:lnTo>
                <a:lnTo>
                  <a:pt x="155322" y="35923"/>
                </a:lnTo>
                <a:lnTo>
                  <a:pt x="154893" y="35594"/>
                </a:lnTo>
                <a:lnTo>
                  <a:pt x="154451" y="35271"/>
                </a:lnTo>
                <a:lnTo>
                  <a:pt x="153994" y="34955"/>
                </a:lnTo>
                <a:lnTo>
                  <a:pt x="153524" y="34644"/>
                </a:lnTo>
                <a:lnTo>
                  <a:pt x="153040" y="34340"/>
                </a:lnTo>
                <a:lnTo>
                  <a:pt x="152542" y="34042"/>
                </a:lnTo>
                <a:lnTo>
                  <a:pt x="152030" y="33749"/>
                </a:lnTo>
                <a:lnTo>
                  <a:pt x="151505" y="33463"/>
                </a:lnTo>
                <a:lnTo>
                  <a:pt x="150966" y="33183"/>
                </a:lnTo>
                <a:lnTo>
                  <a:pt x="150413" y="32909"/>
                </a:lnTo>
                <a:lnTo>
                  <a:pt x="149840" y="32644"/>
                </a:lnTo>
                <a:lnTo>
                  <a:pt x="149244" y="32390"/>
                </a:lnTo>
                <a:lnTo>
                  <a:pt x="148623" y="32147"/>
                </a:lnTo>
                <a:lnTo>
                  <a:pt x="147977" y="31916"/>
                </a:lnTo>
                <a:lnTo>
                  <a:pt x="147308" y="31696"/>
                </a:lnTo>
                <a:lnTo>
                  <a:pt x="146614" y="31487"/>
                </a:lnTo>
                <a:lnTo>
                  <a:pt x="145896" y="31290"/>
                </a:lnTo>
                <a:lnTo>
                  <a:pt x="145153" y="31103"/>
                </a:lnTo>
                <a:lnTo>
                  <a:pt x="144386" y="30928"/>
                </a:lnTo>
                <a:lnTo>
                  <a:pt x="143594" y="30765"/>
                </a:lnTo>
                <a:lnTo>
                  <a:pt x="142779" y="30612"/>
                </a:lnTo>
                <a:lnTo>
                  <a:pt x="141939" y="30471"/>
                </a:lnTo>
                <a:lnTo>
                  <a:pt x="141074" y="30341"/>
                </a:lnTo>
                <a:lnTo>
                  <a:pt x="140185" y="30223"/>
                </a:lnTo>
                <a:lnTo>
                  <a:pt x="139272" y="30116"/>
                </a:lnTo>
                <a:lnTo>
                  <a:pt x="138335" y="30020"/>
                </a:lnTo>
                <a:lnTo>
                  <a:pt x="137373" y="29935"/>
                </a:lnTo>
                <a:lnTo>
                  <a:pt x="136387" y="29862"/>
                </a:lnTo>
                <a:lnTo>
                  <a:pt x="135376" y="29800"/>
                </a:lnTo>
                <a:lnTo>
                  <a:pt x="134341" y="29749"/>
                </a:lnTo>
                <a:lnTo>
                  <a:pt x="133282" y="29709"/>
                </a:lnTo>
                <a:lnTo>
                  <a:pt x="132199" y="29681"/>
                </a:lnTo>
                <a:lnTo>
                  <a:pt x="131091" y="29664"/>
                </a:lnTo>
                <a:lnTo>
                  <a:pt x="129958" y="29659"/>
                </a:lnTo>
                <a:lnTo>
                  <a:pt x="128711" y="29668"/>
                </a:lnTo>
                <a:lnTo>
                  <a:pt x="127490" y="29697"/>
                </a:lnTo>
                <a:lnTo>
                  <a:pt x="126294" y="29744"/>
                </a:lnTo>
                <a:lnTo>
                  <a:pt x="125125" y="29811"/>
                </a:lnTo>
                <a:lnTo>
                  <a:pt x="123981" y="29896"/>
                </a:lnTo>
                <a:lnTo>
                  <a:pt x="122863" y="30001"/>
                </a:lnTo>
                <a:lnTo>
                  <a:pt x="121771" y="30125"/>
                </a:lnTo>
                <a:lnTo>
                  <a:pt x="120705" y="30267"/>
                </a:lnTo>
                <a:lnTo>
                  <a:pt x="119665" y="30429"/>
                </a:lnTo>
                <a:lnTo>
                  <a:pt x="118651" y="30610"/>
                </a:lnTo>
                <a:lnTo>
                  <a:pt x="117662" y="30809"/>
                </a:lnTo>
                <a:lnTo>
                  <a:pt x="116700" y="31028"/>
                </a:lnTo>
                <a:lnTo>
                  <a:pt x="115763" y="31266"/>
                </a:lnTo>
                <a:lnTo>
                  <a:pt x="114852" y="31523"/>
                </a:lnTo>
                <a:lnTo>
                  <a:pt x="113967" y="31799"/>
                </a:lnTo>
                <a:lnTo>
                  <a:pt x="113108" y="32094"/>
                </a:lnTo>
                <a:lnTo>
                  <a:pt x="112275" y="32407"/>
                </a:lnTo>
                <a:lnTo>
                  <a:pt x="111467" y="32740"/>
                </a:lnTo>
                <a:lnTo>
                  <a:pt x="110686" y="33092"/>
                </a:lnTo>
                <a:lnTo>
                  <a:pt x="109930" y="33463"/>
                </a:lnTo>
                <a:lnTo>
                  <a:pt x="109201" y="33853"/>
                </a:lnTo>
                <a:lnTo>
                  <a:pt x="108497" y="34262"/>
                </a:lnTo>
                <a:lnTo>
                  <a:pt x="107819" y="34690"/>
                </a:lnTo>
                <a:lnTo>
                  <a:pt x="107167" y="35137"/>
                </a:lnTo>
                <a:lnTo>
                  <a:pt x="106535" y="35604"/>
                </a:lnTo>
                <a:lnTo>
                  <a:pt x="105920" y="36091"/>
                </a:lnTo>
                <a:lnTo>
                  <a:pt x="105320" y="36599"/>
                </a:lnTo>
                <a:lnTo>
                  <a:pt x="104736" y="37127"/>
                </a:lnTo>
                <a:lnTo>
                  <a:pt x="104167" y="37676"/>
                </a:lnTo>
                <a:lnTo>
                  <a:pt x="103614" y="38246"/>
                </a:lnTo>
                <a:lnTo>
                  <a:pt x="103078" y="38836"/>
                </a:lnTo>
                <a:lnTo>
                  <a:pt x="102556" y="39446"/>
                </a:lnTo>
                <a:lnTo>
                  <a:pt x="102051" y="40077"/>
                </a:lnTo>
                <a:lnTo>
                  <a:pt x="101561" y="40729"/>
                </a:lnTo>
                <a:lnTo>
                  <a:pt x="101087" y="41401"/>
                </a:lnTo>
                <a:lnTo>
                  <a:pt x="100629" y="42094"/>
                </a:lnTo>
                <a:lnTo>
                  <a:pt x="100186" y="42808"/>
                </a:lnTo>
                <a:lnTo>
                  <a:pt x="99759" y="43542"/>
                </a:lnTo>
                <a:lnTo>
                  <a:pt x="99348" y="44296"/>
                </a:lnTo>
                <a:lnTo>
                  <a:pt x="98952" y="45071"/>
                </a:lnTo>
                <a:lnTo>
                  <a:pt x="98573" y="45867"/>
                </a:lnTo>
                <a:lnTo>
                  <a:pt x="98209" y="46683"/>
                </a:lnTo>
                <a:lnTo>
                  <a:pt x="97860" y="47520"/>
                </a:lnTo>
                <a:lnTo>
                  <a:pt x="97528" y="48377"/>
                </a:lnTo>
                <a:lnTo>
                  <a:pt x="97211" y="49255"/>
                </a:lnTo>
                <a:lnTo>
                  <a:pt x="96910" y="50153"/>
                </a:lnTo>
                <a:lnTo>
                  <a:pt x="96625" y="51072"/>
                </a:lnTo>
                <a:lnTo>
                  <a:pt x="96355" y="52012"/>
                </a:lnTo>
                <a:lnTo>
                  <a:pt x="114983" y="55372"/>
                </a:lnTo>
                <a:lnTo>
                  <a:pt x="115143" y="54918"/>
                </a:lnTo>
                <a:lnTo>
                  <a:pt x="115308" y="54474"/>
                </a:lnTo>
                <a:lnTo>
                  <a:pt x="115476" y="54043"/>
                </a:lnTo>
                <a:lnTo>
                  <a:pt x="115649" y="53622"/>
                </a:lnTo>
                <a:close/>
                <a:moveTo>
                  <a:pt x="142437" y="77820"/>
                </a:moveTo>
                <a:lnTo>
                  <a:pt x="142428" y="78370"/>
                </a:lnTo>
                <a:lnTo>
                  <a:pt x="142415" y="78904"/>
                </a:lnTo>
                <a:lnTo>
                  <a:pt x="142400" y="79422"/>
                </a:lnTo>
                <a:lnTo>
                  <a:pt x="142382" y="79924"/>
                </a:lnTo>
                <a:lnTo>
                  <a:pt x="142361" y="80409"/>
                </a:lnTo>
                <a:lnTo>
                  <a:pt x="142337" y="80878"/>
                </a:lnTo>
                <a:lnTo>
                  <a:pt x="142310" y="81331"/>
                </a:lnTo>
                <a:lnTo>
                  <a:pt x="142281" y="81767"/>
                </a:lnTo>
                <a:lnTo>
                  <a:pt x="142249" y="82187"/>
                </a:lnTo>
                <a:lnTo>
                  <a:pt x="142214" y="82591"/>
                </a:lnTo>
                <a:lnTo>
                  <a:pt x="142177" y="82978"/>
                </a:lnTo>
                <a:lnTo>
                  <a:pt x="142136" y="83350"/>
                </a:lnTo>
                <a:lnTo>
                  <a:pt x="142093" y="83705"/>
                </a:lnTo>
                <a:lnTo>
                  <a:pt x="142047" y="84043"/>
                </a:lnTo>
                <a:lnTo>
                  <a:pt x="141998" y="84366"/>
                </a:lnTo>
                <a:lnTo>
                  <a:pt x="141946" y="84672"/>
                </a:lnTo>
                <a:lnTo>
                  <a:pt x="141892" y="84961"/>
                </a:lnTo>
                <a:lnTo>
                  <a:pt x="141835" y="85235"/>
                </a:lnTo>
                <a:lnTo>
                  <a:pt x="141775" y="85492"/>
                </a:lnTo>
                <a:lnTo>
                  <a:pt x="141712" y="85733"/>
                </a:lnTo>
                <a:lnTo>
                  <a:pt x="141646" y="85958"/>
                </a:lnTo>
                <a:lnTo>
                  <a:pt x="141545" y="86287"/>
                </a:lnTo>
                <a:lnTo>
                  <a:pt x="141434" y="86611"/>
                </a:lnTo>
                <a:lnTo>
                  <a:pt x="141314" y="86931"/>
                </a:lnTo>
                <a:lnTo>
                  <a:pt x="141186" y="87248"/>
                </a:lnTo>
                <a:lnTo>
                  <a:pt x="141048" y="87559"/>
                </a:lnTo>
                <a:lnTo>
                  <a:pt x="140902" y="87867"/>
                </a:lnTo>
                <a:lnTo>
                  <a:pt x="140747" y="88170"/>
                </a:lnTo>
                <a:lnTo>
                  <a:pt x="140583" y="88469"/>
                </a:lnTo>
                <a:lnTo>
                  <a:pt x="140410" y="88764"/>
                </a:lnTo>
                <a:lnTo>
                  <a:pt x="140229" y="89054"/>
                </a:lnTo>
                <a:lnTo>
                  <a:pt x="140038" y="89340"/>
                </a:lnTo>
                <a:lnTo>
                  <a:pt x="139838" y="89622"/>
                </a:lnTo>
                <a:lnTo>
                  <a:pt x="139630" y="89900"/>
                </a:lnTo>
                <a:lnTo>
                  <a:pt x="139413" y="90173"/>
                </a:lnTo>
                <a:lnTo>
                  <a:pt x="139187" y="90442"/>
                </a:lnTo>
                <a:lnTo>
                  <a:pt x="138952" y="90707"/>
                </a:lnTo>
                <a:lnTo>
                  <a:pt x="138708" y="90967"/>
                </a:lnTo>
                <a:lnTo>
                  <a:pt x="138455" y="91224"/>
                </a:lnTo>
                <a:lnTo>
                  <a:pt x="138193" y="91476"/>
                </a:lnTo>
                <a:lnTo>
                  <a:pt x="137923" y="91723"/>
                </a:lnTo>
                <a:lnTo>
                  <a:pt x="137644" y="91967"/>
                </a:lnTo>
                <a:lnTo>
                  <a:pt x="137355" y="92206"/>
                </a:lnTo>
                <a:lnTo>
                  <a:pt x="137058" y="92441"/>
                </a:lnTo>
                <a:lnTo>
                  <a:pt x="136752" y="92671"/>
                </a:lnTo>
                <a:lnTo>
                  <a:pt x="136331" y="92966"/>
                </a:lnTo>
                <a:lnTo>
                  <a:pt x="135908" y="93248"/>
                </a:lnTo>
                <a:lnTo>
                  <a:pt x="135484" y="93517"/>
                </a:lnTo>
                <a:lnTo>
                  <a:pt x="135058" y="93774"/>
                </a:lnTo>
                <a:lnTo>
                  <a:pt x="134630" y="94019"/>
                </a:lnTo>
                <a:lnTo>
                  <a:pt x="134200" y="94250"/>
                </a:lnTo>
                <a:lnTo>
                  <a:pt x="133768" y="94470"/>
                </a:lnTo>
                <a:lnTo>
                  <a:pt x="133335" y="94677"/>
                </a:lnTo>
                <a:lnTo>
                  <a:pt x="132900" y="94871"/>
                </a:lnTo>
                <a:lnTo>
                  <a:pt x="132463" y="95053"/>
                </a:lnTo>
                <a:lnTo>
                  <a:pt x="132024" y="95222"/>
                </a:lnTo>
                <a:lnTo>
                  <a:pt x="131584" y="95378"/>
                </a:lnTo>
                <a:lnTo>
                  <a:pt x="131141" y="95522"/>
                </a:lnTo>
                <a:lnTo>
                  <a:pt x="130697" y="95654"/>
                </a:lnTo>
                <a:lnTo>
                  <a:pt x="130252" y="95773"/>
                </a:lnTo>
                <a:lnTo>
                  <a:pt x="129804" y="95880"/>
                </a:lnTo>
                <a:lnTo>
                  <a:pt x="129355" y="95974"/>
                </a:lnTo>
                <a:lnTo>
                  <a:pt x="128904" y="96055"/>
                </a:lnTo>
                <a:lnTo>
                  <a:pt x="128451" y="96124"/>
                </a:lnTo>
                <a:lnTo>
                  <a:pt x="127996" y="96180"/>
                </a:lnTo>
                <a:lnTo>
                  <a:pt x="127540" y="96224"/>
                </a:lnTo>
                <a:lnTo>
                  <a:pt x="127081" y="96256"/>
                </a:lnTo>
                <a:lnTo>
                  <a:pt x="126621" y="96274"/>
                </a:lnTo>
                <a:lnTo>
                  <a:pt x="126160" y="96281"/>
                </a:lnTo>
                <a:lnTo>
                  <a:pt x="125749" y="96275"/>
                </a:lnTo>
                <a:lnTo>
                  <a:pt x="125344" y="96259"/>
                </a:lnTo>
                <a:lnTo>
                  <a:pt x="124945" y="96232"/>
                </a:lnTo>
                <a:lnTo>
                  <a:pt x="124553" y="96194"/>
                </a:lnTo>
                <a:lnTo>
                  <a:pt x="124166" y="96146"/>
                </a:lnTo>
                <a:lnTo>
                  <a:pt x="123786" y="96087"/>
                </a:lnTo>
                <a:lnTo>
                  <a:pt x="123411" y="96017"/>
                </a:lnTo>
                <a:lnTo>
                  <a:pt x="123043" y="95936"/>
                </a:lnTo>
                <a:lnTo>
                  <a:pt x="122681" y="95844"/>
                </a:lnTo>
                <a:lnTo>
                  <a:pt x="122325" y="95742"/>
                </a:lnTo>
                <a:lnTo>
                  <a:pt x="121975" y="95629"/>
                </a:lnTo>
                <a:lnTo>
                  <a:pt x="121631" y="95505"/>
                </a:lnTo>
                <a:lnTo>
                  <a:pt x="121293" y="95370"/>
                </a:lnTo>
                <a:lnTo>
                  <a:pt x="120961" y="95225"/>
                </a:lnTo>
                <a:lnTo>
                  <a:pt x="120635" y="95069"/>
                </a:lnTo>
                <a:lnTo>
                  <a:pt x="120316" y="94902"/>
                </a:lnTo>
                <a:lnTo>
                  <a:pt x="120002" y="94724"/>
                </a:lnTo>
                <a:lnTo>
                  <a:pt x="119695" y="94536"/>
                </a:lnTo>
                <a:lnTo>
                  <a:pt x="119393" y="94336"/>
                </a:lnTo>
                <a:lnTo>
                  <a:pt x="119098" y="94126"/>
                </a:lnTo>
                <a:lnTo>
                  <a:pt x="118809" y="93905"/>
                </a:lnTo>
                <a:lnTo>
                  <a:pt x="118526" y="93674"/>
                </a:lnTo>
                <a:lnTo>
                  <a:pt x="118249" y="93431"/>
                </a:lnTo>
                <a:lnTo>
                  <a:pt x="117978" y="93178"/>
                </a:lnTo>
                <a:lnTo>
                  <a:pt x="117716" y="92918"/>
                </a:lnTo>
                <a:lnTo>
                  <a:pt x="117465" y="92653"/>
                </a:lnTo>
                <a:lnTo>
                  <a:pt x="117225" y="92384"/>
                </a:lnTo>
                <a:lnTo>
                  <a:pt x="116996" y="92111"/>
                </a:lnTo>
                <a:lnTo>
                  <a:pt x="116778" y="91835"/>
                </a:lnTo>
                <a:lnTo>
                  <a:pt x="116572" y="91554"/>
                </a:lnTo>
                <a:lnTo>
                  <a:pt x="116377" y="91269"/>
                </a:lnTo>
                <a:lnTo>
                  <a:pt x="116192" y="90980"/>
                </a:lnTo>
                <a:lnTo>
                  <a:pt x="116019" y="90687"/>
                </a:lnTo>
                <a:lnTo>
                  <a:pt x="115858" y="90391"/>
                </a:lnTo>
                <a:lnTo>
                  <a:pt x="115707" y="90090"/>
                </a:lnTo>
                <a:lnTo>
                  <a:pt x="115567" y="89785"/>
                </a:lnTo>
                <a:lnTo>
                  <a:pt x="115439" y="89476"/>
                </a:lnTo>
                <a:lnTo>
                  <a:pt x="115322" y="89163"/>
                </a:lnTo>
                <a:lnTo>
                  <a:pt x="115216" y="88846"/>
                </a:lnTo>
                <a:lnTo>
                  <a:pt x="115121" y="88525"/>
                </a:lnTo>
                <a:lnTo>
                  <a:pt x="115037" y="88200"/>
                </a:lnTo>
                <a:lnTo>
                  <a:pt x="114965" y="87872"/>
                </a:lnTo>
                <a:lnTo>
                  <a:pt x="114903" y="87539"/>
                </a:lnTo>
                <a:lnTo>
                  <a:pt x="114853" y="87202"/>
                </a:lnTo>
                <a:lnTo>
                  <a:pt x="114814" y="86861"/>
                </a:lnTo>
                <a:lnTo>
                  <a:pt x="114786" y="86516"/>
                </a:lnTo>
                <a:lnTo>
                  <a:pt x="114769" y="86167"/>
                </a:lnTo>
                <a:lnTo>
                  <a:pt x="114764" y="85814"/>
                </a:lnTo>
                <a:lnTo>
                  <a:pt x="114771" y="85456"/>
                </a:lnTo>
                <a:lnTo>
                  <a:pt x="114792" y="85103"/>
                </a:lnTo>
                <a:lnTo>
                  <a:pt x="114827" y="84755"/>
                </a:lnTo>
                <a:lnTo>
                  <a:pt x="114875" y="84412"/>
                </a:lnTo>
                <a:lnTo>
                  <a:pt x="114938" y="84075"/>
                </a:lnTo>
                <a:lnTo>
                  <a:pt x="115015" y="83743"/>
                </a:lnTo>
                <a:lnTo>
                  <a:pt x="115106" y="83417"/>
                </a:lnTo>
                <a:lnTo>
                  <a:pt x="115210" y="83095"/>
                </a:lnTo>
                <a:lnTo>
                  <a:pt x="115329" y="82779"/>
                </a:lnTo>
                <a:lnTo>
                  <a:pt x="115461" y="82468"/>
                </a:lnTo>
                <a:lnTo>
                  <a:pt x="115608" y="82163"/>
                </a:lnTo>
                <a:lnTo>
                  <a:pt x="115768" y="81862"/>
                </a:lnTo>
                <a:lnTo>
                  <a:pt x="115943" y="81567"/>
                </a:lnTo>
                <a:lnTo>
                  <a:pt x="116131" y="81277"/>
                </a:lnTo>
                <a:lnTo>
                  <a:pt x="116333" y="80993"/>
                </a:lnTo>
                <a:lnTo>
                  <a:pt x="116550" y="80714"/>
                </a:lnTo>
                <a:lnTo>
                  <a:pt x="116780" y="80439"/>
                </a:lnTo>
                <a:lnTo>
                  <a:pt x="117024" y="80171"/>
                </a:lnTo>
                <a:lnTo>
                  <a:pt x="117282" y="79907"/>
                </a:lnTo>
                <a:lnTo>
                  <a:pt x="117554" y="79649"/>
                </a:lnTo>
                <a:lnTo>
                  <a:pt x="117840" y="79396"/>
                </a:lnTo>
                <a:lnTo>
                  <a:pt x="118140" y="79148"/>
                </a:lnTo>
                <a:lnTo>
                  <a:pt x="118454" y="78906"/>
                </a:lnTo>
                <a:lnTo>
                  <a:pt x="118782" y="78669"/>
                </a:lnTo>
                <a:lnTo>
                  <a:pt x="119011" y="78524"/>
                </a:lnTo>
                <a:lnTo>
                  <a:pt x="119261" y="78379"/>
                </a:lnTo>
                <a:lnTo>
                  <a:pt x="119532" y="78234"/>
                </a:lnTo>
                <a:lnTo>
                  <a:pt x="119823" y="78089"/>
                </a:lnTo>
                <a:lnTo>
                  <a:pt x="120134" y="77944"/>
                </a:lnTo>
                <a:lnTo>
                  <a:pt x="120466" y="77798"/>
                </a:lnTo>
                <a:lnTo>
                  <a:pt x="120819" y="77652"/>
                </a:lnTo>
                <a:lnTo>
                  <a:pt x="121192" y="77506"/>
                </a:lnTo>
                <a:lnTo>
                  <a:pt x="121586" y="77359"/>
                </a:lnTo>
                <a:lnTo>
                  <a:pt x="122000" y="77212"/>
                </a:lnTo>
                <a:lnTo>
                  <a:pt x="122435" y="77065"/>
                </a:lnTo>
                <a:lnTo>
                  <a:pt x="122891" y="76918"/>
                </a:lnTo>
                <a:lnTo>
                  <a:pt x="123367" y="76771"/>
                </a:lnTo>
                <a:lnTo>
                  <a:pt x="123863" y="76623"/>
                </a:lnTo>
                <a:lnTo>
                  <a:pt x="124380" y="76475"/>
                </a:lnTo>
                <a:lnTo>
                  <a:pt x="124918" y="76327"/>
                </a:lnTo>
                <a:lnTo>
                  <a:pt x="125476" y="76178"/>
                </a:lnTo>
                <a:lnTo>
                  <a:pt x="126055" y="76030"/>
                </a:lnTo>
                <a:lnTo>
                  <a:pt x="126654" y="75881"/>
                </a:lnTo>
                <a:lnTo>
                  <a:pt x="127274" y="75732"/>
                </a:lnTo>
                <a:lnTo>
                  <a:pt x="127914" y="75582"/>
                </a:lnTo>
                <a:lnTo>
                  <a:pt x="128575" y="75433"/>
                </a:lnTo>
                <a:lnTo>
                  <a:pt x="129256" y="75283"/>
                </a:lnTo>
                <a:lnTo>
                  <a:pt x="129958" y="75132"/>
                </a:lnTo>
                <a:lnTo>
                  <a:pt x="130663" y="74983"/>
                </a:lnTo>
                <a:lnTo>
                  <a:pt x="131351" y="74835"/>
                </a:lnTo>
                <a:lnTo>
                  <a:pt x="132023" y="74689"/>
                </a:lnTo>
                <a:lnTo>
                  <a:pt x="132679" y="74545"/>
                </a:lnTo>
                <a:lnTo>
                  <a:pt x="133320" y="74402"/>
                </a:lnTo>
                <a:lnTo>
                  <a:pt x="133944" y="74261"/>
                </a:lnTo>
                <a:lnTo>
                  <a:pt x="134553" y="74122"/>
                </a:lnTo>
                <a:lnTo>
                  <a:pt x="135145" y="73985"/>
                </a:lnTo>
                <a:lnTo>
                  <a:pt x="135721" y="73849"/>
                </a:lnTo>
                <a:lnTo>
                  <a:pt x="136282" y="73716"/>
                </a:lnTo>
                <a:lnTo>
                  <a:pt x="136826" y="73584"/>
                </a:lnTo>
                <a:lnTo>
                  <a:pt x="137355" y="73453"/>
                </a:lnTo>
                <a:lnTo>
                  <a:pt x="137867" y="73325"/>
                </a:lnTo>
                <a:lnTo>
                  <a:pt x="138364" y="73198"/>
                </a:lnTo>
                <a:lnTo>
                  <a:pt x="138844" y="73073"/>
                </a:lnTo>
                <a:lnTo>
                  <a:pt x="139309" y="72950"/>
                </a:lnTo>
                <a:lnTo>
                  <a:pt x="139757" y="72829"/>
                </a:lnTo>
                <a:lnTo>
                  <a:pt x="140190" y="72709"/>
                </a:lnTo>
                <a:lnTo>
                  <a:pt x="140607" y="72591"/>
                </a:lnTo>
                <a:lnTo>
                  <a:pt x="141007" y="72475"/>
                </a:lnTo>
                <a:lnTo>
                  <a:pt x="141392" y="72360"/>
                </a:lnTo>
                <a:lnTo>
                  <a:pt x="141761" y="72248"/>
                </a:lnTo>
                <a:lnTo>
                  <a:pt x="142113" y="72137"/>
                </a:lnTo>
                <a:lnTo>
                  <a:pt x="142450" y="72028"/>
                </a:lnTo>
                <a:lnTo>
                  <a:pt x="142450" y="76071"/>
                </a:lnTo>
                <a:lnTo>
                  <a:pt x="142449" y="76670"/>
                </a:lnTo>
                <a:lnTo>
                  <a:pt x="142444" y="77253"/>
                </a:lnTo>
                <a:lnTo>
                  <a:pt x="142437" y="77820"/>
                </a:lnTo>
                <a:close/>
                <a:moveTo>
                  <a:pt x="347866" y="53214"/>
                </a:moveTo>
                <a:lnTo>
                  <a:pt x="348047" y="52817"/>
                </a:lnTo>
                <a:lnTo>
                  <a:pt x="348231" y="52431"/>
                </a:lnTo>
                <a:lnTo>
                  <a:pt x="348420" y="52057"/>
                </a:lnTo>
                <a:lnTo>
                  <a:pt x="348613" y="51695"/>
                </a:lnTo>
                <a:lnTo>
                  <a:pt x="348810" y="51344"/>
                </a:lnTo>
                <a:lnTo>
                  <a:pt x="349011" y="51004"/>
                </a:lnTo>
                <a:lnTo>
                  <a:pt x="349216" y="50677"/>
                </a:lnTo>
                <a:lnTo>
                  <a:pt x="349425" y="50360"/>
                </a:lnTo>
                <a:lnTo>
                  <a:pt x="349638" y="50055"/>
                </a:lnTo>
                <a:lnTo>
                  <a:pt x="349855" y="49762"/>
                </a:lnTo>
                <a:lnTo>
                  <a:pt x="350076" y="49481"/>
                </a:lnTo>
                <a:lnTo>
                  <a:pt x="350301" y="49210"/>
                </a:lnTo>
                <a:lnTo>
                  <a:pt x="350530" y="48952"/>
                </a:lnTo>
                <a:lnTo>
                  <a:pt x="350764" y="48705"/>
                </a:lnTo>
                <a:lnTo>
                  <a:pt x="351001" y="48469"/>
                </a:lnTo>
                <a:lnTo>
                  <a:pt x="351243" y="48245"/>
                </a:lnTo>
                <a:lnTo>
                  <a:pt x="351488" y="48033"/>
                </a:lnTo>
                <a:lnTo>
                  <a:pt x="351738" y="47832"/>
                </a:lnTo>
                <a:lnTo>
                  <a:pt x="351991" y="47643"/>
                </a:lnTo>
                <a:lnTo>
                  <a:pt x="352251" y="47463"/>
                </a:lnTo>
                <a:lnTo>
                  <a:pt x="352520" y="47290"/>
                </a:lnTo>
                <a:lnTo>
                  <a:pt x="352796" y="47126"/>
                </a:lnTo>
                <a:lnTo>
                  <a:pt x="353081" y="46969"/>
                </a:lnTo>
                <a:lnTo>
                  <a:pt x="353374" y="46820"/>
                </a:lnTo>
                <a:lnTo>
                  <a:pt x="353676" y="46678"/>
                </a:lnTo>
                <a:lnTo>
                  <a:pt x="353986" y="46544"/>
                </a:lnTo>
                <a:lnTo>
                  <a:pt x="354305" y="46418"/>
                </a:lnTo>
                <a:lnTo>
                  <a:pt x="354632" y="46299"/>
                </a:lnTo>
                <a:lnTo>
                  <a:pt x="354967" y="46188"/>
                </a:lnTo>
                <a:lnTo>
                  <a:pt x="355310" y="46084"/>
                </a:lnTo>
                <a:lnTo>
                  <a:pt x="355662" y="45989"/>
                </a:lnTo>
                <a:lnTo>
                  <a:pt x="356023" y="45901"/>
                </a:lnTo>
                <a:lnTo>
                  <a:pt x="356391" y="45820"/>
                </a:lnTo>
                <a:lnTo>
                  <a:pt x="356768" y="45748"/>
                </a:lnTo>
                <a:lnTo>
                  <a:pt x="357154" y="45682"/>
                </a:lnTo>
                <a:lnTo>
                  <a:pt x="357547" y="45625"/>
                </a:lnTo>
                <a:lnTo>
                  <a:pt x="357950" y="45575"/>
                </a:lnTo>
                <a:lnTo>
                  <a:pt x="358360" y="45533"/>
                </a:lnTo>
                <a:lnTo>
                  <a:pt x="358779" y="45499"/>
                </a:lnTo>
                <a:lnTo>
                  <a:pt x="359206" y="45472"/>
                </a:lnTo>
                <a:lnTo>
                  <a:pt x="359642" y="45453"/>
                </a:lnTo>
                <a:lnTo>
                  <a:pt x="360086" y="45441"/>
                </a:lnTo>
                <a:lnTo>
                  <a:pt x="360538" y="45437"/>
                </a:lnTo>
                <a:lnTo>
                  <a:pt x="361205" y="45442"/>
                </a:lnTo>
                <a:lnTo>
                  <a:pt x="361854" y="45455"/>
                </a:lnTo>
                <a:lnTo>
                  <a:pt x="362484" y="45477"/>
                </a:lnTo>
                <a:lnTo>
                  <a:pt x="363097" y="45508"/>
                </a:lnTo>
                <a:lnTo>
                  <a:pt x="363692" y="45548"/>
                </a:lnTo>
                <a:lnTo>
                  <a:pt x="364268" y="45597"/>
                </a:lnTo>
                <a:lnTo>
                  <a:pt x="364827" y="45654"/>
                </a:lnTo>
                <a:lnTo>
                  <a:pt x="365368" y="45721"/>
                </a:lnTo>
                <a:lnTo>
                  <a:pt x="365890" y="45796"/>
                </a:lnTo>
                <a:lnTo>
                  <a:pt x="366395" y="45880"/>
                </a:lnTo>
                <a:lnTo>
                  <a:pt x="366882" y="45973"/>
                </a:lnTo>
                <a:lnTo>
                  <a:pt x="367350" y="46075"/>
                </a:lnTo>
                <a:lnTo>
                  <a:pt x="367801" y="46186"/>
                </a:lnTo>
                <a:lnTo>
                  <a:pt x="368234" y="46305"/>
                </a:lnTo>
                <a:lnTo>
                  <a:pt x="368648" y="46434"/>
                </a:lnTo>
                <a:lnTo>
                  <a:pt x="369045" y="46571"/>
                </a:lnTo>
                <a:lnTo>
                  <a:pt x="369423" y="46717"/>
                </a:lnTo>
                <a:lnTo>
                  <a:pt x="369784" y="46872"/>
                </a:lnTo>
                <a:lnTo>
                  <a:pt x="370126" y="47036"/>
                </a:lnTo>
                <a:lnTo>
                  <a:pt x="370451" y="47208"/>
                </a:lnTo>
                <a:lnTo>
                  <a:pt x="370757" y="47390"/>
                </a:lnTo>
                <a:lnTo>
                  <a:pt x="371046" y="47580"/>
                </a:lnTo>
                <a:lnTo>
                  <a:pt x="371316" y="47779"/>
                </a:lnTo>
                <a:lnTo>
                  <a:pt x="371569" y="47987"/>
                </a:lnTo>
                <a:lnTo>
                  <a:pt x="371807" y="48206"/>
                </a:lnTo>
                <a:lnTo>
                  <a:pt x="372036" y="48436"/>
                </a:lnTo>
                <a:lnTo>
                  <a:pt x="372254" y="48678"/>
                </a:lnTo>
                <a:lnTo>
                  <a:pt x="372462" y="48932"/>
                </a:lnTo>
                <a:lnTo>
                  <a:pt x="372660" y="49198"/>
                </a:lnTo>
                <a:lnTo>
                  <a:pt x="372847" y="49476"/>
                </a:lnTo>
                <a:lnTo>
                  <a:pt x="373025" y="49766"/>
                </a:lnTo>
                <a:lnTo>
                  <a:pt x="373192" y="50068"/>
                </a:lnTo>
                <a:lnTo>
                  <a:pt x="373350" y="50381"/>
                </a:lnTo>
                <a:lnTo>
                  <a:pt x="373497" y="50707"/>
                </a:lnTo>
                <a:lnTo>
                  <a:pt x="373634" y="51044"/>
                </a:lnTo>
                <a:lnTo>
                  <a:pt x="373760" y="51394"/>
                </a:lnTo>
                <a:lnTo>
                  <a:pt x="373877" y="51755"/>
                </a:lnTo>
                <a:lnTo>
                  <a:pt x="373984" y="52129"/>
                </a:lnTo>
                <a:lnTo>
                  <a:pt x="374080" y="52514"/>
                </a:lnTo>
                <a:lnTo>
                  <a:pt x="374166" y="52911"/>
                </a:lnTo>
                <a:lnTo>
                  <a:pt x="374242" y="53320"/>
                </a:lnTo>
                <a:lnTo>
                  <a:pt x="374308" y="53741"/>
                </a:lnTo>
                <a:lnTo>
                  <a:pt x="374364" y="54174"/>
                </a:lnTo>
                <a:lnTo>
                  <a:pt x="374410" y="54619"/>
                </a:lnTo>
                <a:lnTo>
                  <a:pt x="374445" y="55076"/>
                </a:lnTo>
                <a:lnTo>
                  <a:pt x="374471" y="55545"/>
                </a:lnTo>
                <a:lnTo>
                  <a:pt x="374486" y="56026"/>
                </a:lnTo>
                <a:lnTo>
                  <a:pt x="374491" y="56518"/>
                </a:lnTo>
                <a:lnTo>
                  <a:pt x="374491" y="58587"/>
                </a:lnTo>
                <a:lnTo>
                  <a:pt x="374013" y="58781"/>
                </a:lnTo>
                <a:lnTo>
                  <a:pt x="373504" y="58977"/>
                </a:lnTo>
                <a:lnTo>
                  <a:pt x="372965" y="59174"/>
                </a:lnTo>
                <a:lnTo>
                  <a:pt x="372395" y="59373"/>
                </a:lnTo>
                <a:lnTo>
                  <a:pt x="371794" y="59573"/>
                </a:lnTo>
                <a:lnTo>
                  <a:pt x="371163" y="59773"/>
                </a:lnTo>
                <a:lnTo>
                  <a:pt x="370500" y="59976"/>
                </a:lnTo>
                <a:lnTo>
                  <a:pt x="369808" y="60179"/>
                </a:lnTo>
                <a:lnTo>
                  <a:pt x="369084" y="60384"/>
                </a:lnTo>
                <a:lnTo>
                  <a:pt x="368330" y="60590"/>
                </a:lnTo>
                <a:lnTo>
                  <a:pt x="367545" y="60797"/>
                </a:lnTo>
                <a:lnTo>
                  <a:pt x="366729" y="61006"/>
                </a:lnTo>
                <a:lnTo>
                  <a:pt x="365883" y="61216"/>
                </a:lnTo>
                <a:lnTo>
                  <a:pt x="365006" y="61427"/>
                </a:lnTo>
                <a:lnTo>
                  <a:pt x="364098" y="61639"/>
                </a:lnTo>
                <a:lnTo>
                  <a:pt x="363160" y="61853"/>
                </a:lnTo>
                <a:lnTo>
                  <a:pt x="362191" y="62067"/>
                </a:lnTo>
                <a:lnTo>
                  <a:pt x="361191" y="62283"/>
                </a:lnTo>
                <a:lnTo>
                  <a:pt x="360161" y="62501"/>
                </a:lnTo>
                <a:lnTo>
                  <a:pt x="359100" y="62719"/>
                </a:lnTo>
                <a:lnTo>
                  <a:pt x="358008" y="62939"/>
                </a:lnTo>
                <a:lnTo>
                  <a:pt x="356885" y="63160"/>
                </a:lnTo>
                <a:lnTo>
                  <a:pt x="355732" y="63383"/>
                </a:lnTo>
                <a:lnTo>
                  <a:pt x="354548" y="63606"/>
                </a:lnTo>
                <a:lnTo>
                  <a:pt x="353668" y="63777"/>
                </a:lnTo>
                <a:lnTo>
                  <a:pt x="352805" y="63951"/>
                </a:lnTo>
                <a:lnTo>
                  <a:pt x="351960" y="64126"/>
                </a:lnTo>
                <a:lnTo>
                  <a:pt x="351132" y="64304"/>
                </a:lnTo>
                <a:lnTo>
                  <a:pt x="350321" y="64485"/>
                </a:lnTo>
                <a:lnTo>
                  <a:pt x="349528" y="64668"/>
                </a:lnTo>
                <a:lnTo>
                  <a:pt x="348752" y="64853"/>
                </a:lnTo>
                <a:lnTo>
                  <a:pt x="347994" y="65041"/>
                </a:lnTo>
                <a:lnTo>
                  <a:pt x="347253" y="65231"/>
                </a:lnTo>
                <a:lnTo>
                  <a:pt x="346529" y="65423"/>
                </a:lnTo>
                <a:lnTo>
                  <a:pt x="345823" y="65618"/>
                </a:lnTo>
                <a:lnTo>
                  <a:pt x="345134" y="65816"/>
                </a:lnTo>
                <a:lnTo>
                  <a:pt x="344462" y="66015"/>
                </a:lnTo>
                <a:lnTo>
                  <a:pt x="343808" y="66218"/>
                </a:lnTo>
                <a:lnTo>
                  <a:pt x="343171" y="66422"/>
                </a:lnTo>
                <a:lnTo>
                  <a:pt x="342552" y="66629"/>
                </a:lnTo>
                <a:lnTo>
                  <a:pt x="341950" y="66838"/>
                </a:lnTo>
                <a:lnTo>
                  <a:pt x="341365" y="67050"/>
                </a:lnTo>
                <a:lnTo>
                  <a:pt x="340798" y="67264"/>
                </a:lnTo>
                <a:lnTo>
                  <a:pt x="340248" y="67481"/>
                </a:lnTo>
                <a:lnTo>
                  <a:pt x="339715" y="67700"/>
                </a:lnTo>
                <a:lnTo>
                  <a:pt x="339200" y="67921"/>
                </a:lnTo>
                <a:lnTo>
                  <a:pt x="338702" y="68145"/>
                </a:lnTo>
                <a:lnTo>
                  <a:pt x="338221" y="68371"/>
                </a:lnTo>
                <a:lnTo>
                  <a:pt x="337754" y="68602"/>
                </a:lnTo>
                <a:lnTo>
                  <a:pt x="337295" y="68842"/>
                </a:lnTo>
                <a:lnTo>
                  <a:pt x="336845" y="69090"/>
                </a:lnTo>
                <a:lnTo>
                  <a:pt x="336404" y="69347"/>
                </a:lnTo>
                <a:lnTo>
                  <a:pt x="335972" y="69612"/>
                </a:lnTo>
                <a:lnTo>
                  <a:pt x="335548" y="69885"/>
                </a:lnTo>
                <a:lnTo>
                  <a:pt x="335133" y="70166"/>
                </a:lnTo>
                <a:lnTo>
                  <a:pt x="334727" y="70456"/>
                </a:lnTo>
                <a:lnTo>
                  <a:pt x="334330" y="70754"/>
                </a:lnTo>
                <a:lnTo>
                  <a:pt x="333941" y="71061"/>
                </a:lnTo>
                <a:lnTo>
                  <a:pt x="333561" y="71376"/>
                </a:lnTo>
                <a:lnTo>
                  <a:pt x="333190" y="71699"/>
                </a:lnTo>
                <a:lnTo>
                  <a:pt x="332828" y="72031"/>
                </a:lnTo>
                <a:lnTo>
                  <a:pt x="332474" y="72371"/>
                </a:lnTo>
                <a:lnTo>
                  <a:pt x="332129" y="72719"/>
                </a:lnTo>
                <a:lnTo>
                  <a:pt x="331793" y="73075"/>
                </a:lnTo>
                <a:lnTo>
                  <a:pt x="331466" y="73440"/>
                </a:lnTo>
                <a:lnTo>
                  <a:pt x="331147" y="73814"/>
                </a:lnTo>
                <a:lnTo>
                  <a:pt x="330837" y="74195"/>
                </a:lnTo>
                <a:lnTo>
                  <a:pt x="330536" y="74585"/>
                </a:lnTo>
                <a:lnTo>
                  <a:pt x="330243" y="74983"/>
                </a:lnTo>
                <a:lnTo>
                  <a:pt x="329960" y="75390"/>
                </a:lnTo>
                <a:lnTo>
                  <a:pt x="329685" y="75805"/>
                </a:lnTo>
                <a:lnTo>
                  <a:pt x="329419" y="76228"/>
                </a:lnTo>
                <a:lnTo>
                  <a:pt x="329162" y="76658"/>
                </a:lnTo>
                <a:lnTo>
                  <a:pt x="328917" y="77093"/>
                </a:lnTo>
                <a:lnTo>
                  <a:pt x="328683" y="77532"/>
                </a:lnTo>
                <a:lnTo>
                  <a:pt x="328459" y="77977"/>
                </a:lnTo>
                <a:lnTo>
                  <a:pt x="328246" y="78426"/>
                </a:lnTo>
                <a:lnTo>
                  <a:pt x="328045" y="78881"/>
                </a:lnTo>
                <a:lnTo>
                  <a:pt x="327854" y="79340"/>
                </a:lnTo>
                <a:lnTo>
                  <a:pt x="327674" y="79804"/>
                </a:lnTo>
                <a:lnTo>
                  <a:pt x="327505" y="80273"/>
                </a:lnTo>
                <a:lnTo>
                  <a:pt x="327347" y="80747"/>
                </a:lnTo>
                <a:lnTo>
                  <a:pt x="327199" y="81227"/>
                </a:lnTo>
                <a:lnTo>
                  <a:pt x="327063" y="81710"/>
                </a:lnTo>
                <a:lnTo>
                  <a:pt x="326937" y="82199"/>
                </a:lnTo>
                <a:lnTo>
                  <a:pt x="326823" y="82693"/>
                </a:lnTo>
                <a:lnTo>
                  <a:pt x="326719" y="83192"/>
                </a:lnTo>
                <a:lnTo>
                  <a:pt x="326627" y="83696"/>
                </a:lnTo>
                <a:lnTo>
                  <a:pt x="326545" y="84204"/>
                </a:lnTo>
                <a:lnTo>
                  <a:pt x="326474" y="84718"/>
                </a:lnTo>
                <a:lnTo>
                  <a:pt x="326414" y="85236"/>
                </a:lnTo>
                <a:lnTo>
                  <a:pt x="326365" y="85760"/>
                </a:lnTo>
                <a:lnTo>
                  <a:pt x="326327" y="86288"/>
                </a:lnTo>
                <a:lnTo>
                  <a:pt x="326299" y="86821"/>
                </a:lnTo>
                <a:lnTo>
                  <a:pt x="326283" y="87360"/>
                </a:lnTo>
                <a:lnTo>
                  <a:pt x="326278" y="87903"/>
                </a:lnTo>
                <a:lnTo>
                  <a:pt x="326290" y="88721"/>
                </a:lnTo>
                <a:lnTo>
                  <a:pt x="326326" y="89528"/>
                </a:lnTo>
                <a:lnTo>
                  <a:pt x="326385" y="90323"/>
                </a:lnTo>
                <a:lnTo>
                  <a:pt x="326469" y="91106"/>
                </a:lnTo>
                <a:lnTo>
                  <a:pt x="326577" y="91877"/>
                </a:lnTo>
                <a:lnTo>
                  <a:pt x="326709" y="92636"/>
                </a:lnTo>
                <a:lnTo>
                  <a:pt x="326865" y="93383"/>
                </a:lnTo>
                <a:lnTo>
                  <a:pt x="327045" y="94119"/>
                </a:lnTo>
                <a:lnTo>
                  <a:pt x="327248" y="94842"/>
                </a:lnTo>
                <a:lnTo>
                  <a:pt x="327476" y="95554"/>
                </a:lnTo>
                <a:lnTo>
                  <a:pt x="327728" y="96254"/>
                </a:lnTo>
                <a:lnTo>
                  <a:pt x="328003" y="96942"/>
                </a:lnTo>
                <a:lnTo>
                  <a:pt x="328303" y="97618"/>
                </a:lnTo>
                <a:lnTo>
                  <a:pt x="328627" y="98282"/>
                </a:lnTo>
                <a:lnTo>
                  <a:pt x="328974" y="98934"/>
                </a:lnTo>
                <a:lnTo>
                  <a:pt x="329346" y="99575"/>
                </a:lnTo>
                <a:lnTo>
                  <a:pt x="329741" y="100203"/>
                </a:lnTo>
                <a:lnTo>
                  <a:pt x="330161" y="100820"/>
                </a:lnTo>
                <a:lnTo>
                  <a:pt x="330604" y="101425"/>
                </a:lnTo>
                <a:lnTo>
                  <a:pt x="331072" y="102018"/>
                </a:lnTo>
                <a:lnTo>
                  <a:pt x="331563" y="102599"/>
                </a:lnTo>
                <a:lnTo>
                  <a:pt x="332078" y="103168"/>
                </a:lnTo>
                <a:lnTo>
                  <a:pt x="332618" y="103725"/>
                </a:lnTo>
                <a:lnTo>
                  <a:pt x="333181" y="104271"/>
                </a:lnTo>
                <a:lnTo>
                  <a:pt x="333765" y="104799"/>
                </a:lnTo>
                <a:lnTo>
                  <a:pt x="334367" y="105305"/>
                </a:lnTo>
                <a:lnTo>
                  <a:pt x="334986" y="105788"/>
                </a:lnTo>
                <a:lnTo>
                  <a:pt x="335623" y="106249"/>
                </a:lnTo>
                <a:lnTo>
                  <a:pt x="336278" y="106687"/>
                </a:lnTo>
                <a:lnTo>
                  <a:pt x="336950" y="107103"/>
                </a:lnTo>
                <a:lnTo>
                  <a:pt x="337640" y="107496"/>
                </a:lnTo>
                <a:lnTo>
                  <a:pt x="338347" y="107867"/>
                </a:lnTo>
                <a:lnTo>
                  <a:pt x="339072" y="108216"/>
                </a:lnTo>
                <a:lnTo>
                  <a:pt x="339815" y="108542"/>
                </a:lnTo>
                <a:lnTo>
                  <a:pt x="340575" y="108845"/>
                </a:lnTo>
                <a:lnTo>
                  <a:pt x="341353" y="109126"/>
                </a:lnTo>
                <a:lnTo>
                  <a:pt x="342149" y="109385"/>
                </a:lnTo>
                <a:lnTo>
                  <a:pt x="342962" y="109621"/>
                </a:lnTo>
                <a:lnTo>
                  <a:pt x="343793" y="109834"/>
                </a:lnTo>
                <a:lnTo>
                  <a:pt x="344642" y="110025"/>
                </a:lnTo>
                <a:lnTo>
                  <a:pt x="345508" y="110194"/>
                </a:lnTo>
                <a:lnTo>
                  <a:pt x="346392" y="110340"/>
                </a:lnTo>
                <a:lnTo>
                  <a:pt x="347293" y="110464"/>
                </a:lnTo>
                <a:lnTo>
                  <a:pt x="348212" y="110565"/>
                </a:lnTo>
                <a:lnTo>
                  <a:pt x="349149" y="110643"/>
                </a:lnTo>
                <a:lnTo>
                  <a:pt x="350103" y="110700"/>
                </a:lnTo>
                <a:lnTo>
                  <a:pt x="351075" y="110733"/>
                </a:lnTo>
                <a:lnTo>
                  <a:pt x="352064" y="110745"/>
                </a:lnTo>
                <a:lnTo>
                  <a:pt x="352629" y="110740"/>
                </a:lnTo>
                <a:lnTo>
                  <a:pt x="353191" y="110727"/>
                </a:lnTo>
                <a:lnTo>
                  <a:pt x="353750" y="110705"/>
                </a:lnTo>
                <a:lnTo>
                  <a:pt x="354307" y="110674"/>
                </a:lnTo>
                <a:lnTo>
                  <a:pt x="354860" y="110634"/>
                </a:lnTo>
                <a:lnTo>
                  <a:pt x="355411" y="110585"/>
                </a:lnTo>
                <a:lnTo>
                  <a:pt x="355959" y="110527"/>
                </a:lnTo>
                <a:lnTo>
                  <a:pt x="356504" y="110461"/>
                </a:lnTo>
                <a:lnTo>
                  <a:pt x="357047" y="110385"/>
                </a:lnTo>
                <a:lnTo>
                  <a:pt x="357586" y="110301"/>
                </a:lnTo>
                <a:lnTo>
                  <a:pt x="358123" y="110208"/>
                </a:lnTo>
                <a:lnTo>
                  <a:pt x="358657" y="110105"/>
                </a:lnTo>
                <a:lnTo>
                  <a:pt x="359189" y="109994"/>
                </a:lnTo>
                <a:lnTo>
                  <a:pt x="359717" y="109875"/>
                </a:lnTo>
                <a:lnTo>
                  <a:pt x="360243" y="109746"/>
                </a:lnTo>
                <a:lnTo>
                  <a:pt x="360766" y="109608"/>
                </a:lnTo>
                <a:lnTo>
                  <a:pt x="361286" y="109462"/>
                </a:lnTo>
                <a:lnTo>
                  <a:pt x="361803" y="109306"/>
                </a:lnTo>
                <a:lnTo>
                  <a:pt x="362318" y="109142"/>
                </a:lnTo>
                <a:lnTo>
                  <a:pt x="362829" y="108969"/>
                </a:lnTo>
                <a:lnTo>
                  <a:pt x="363338" y="108787"/>
                </a:lnTo>
                <a:lnTo>
                  <a:pt x="363844" y="108596"/>
                </a:lnTo>
                <a:lnTo>
                  <a:pt x="364348" y="108397"/>
                </a:lnTo>
                <a:lnTo>
                  <a:pt x="364848" y="108188"/>
                </a:lnTo>
                <a:lnTo>
                  <a:pt x="365346" y="107970"/>
                </a:lnTo>
                <a:lnTo>
                  <a:pt x="365842" y="107744"/>
                </a:lnTo>
                <a:lnTo>
                  <a:pt x="366334" y="107509"/>
                </a:lnTo>
                <a:lnTo>
                  <a:pt x="366825" y="107265"/>
                </a:lnTo>
                <a:lnTo>
                  <a:pt x="367313" y="107012"/>
                </a:lnTo>
                <a:lnTo>
                  <a:pt x="367798" y="106750"/>
                </a:lnTo>
                <a:lnTo>
                  <a:pt x="368280" y="106479"/>
                </a:lnTo>
                <a:lnTo>
                  <a:pt x="368761" y="106199"/>
                </a:lnTo>
                <a:lnTo>
                  <a:pt x="369238" y="105911"/>
                </a:lnTo>
                <a:lnTo>
                  <a:pt x="369713" y="105613"/>
                </a:lnTo>
                <a:lnTo>
                  <a:pt x="370186" y="105307"/>
                </a:lnTo>
                <a:lnTo>
                  <a:pt x="370656" y="104992"/>
                </a:lnTo>
                <a:lnTo>
                  <a:pt x="371123" y="104668"/>
                </a:lnTo>
                <a:lnTo>
                  <a:pt x="371588" y="104335"/>
                </a:lnTo>
                <a:lnTo>
                  <a:pt x="372051" y="103993"/>
                </a:lnTo>
                <a:lnTo>
                  <a:pt x="372511" y="103643"/>
                </a:lnTo>
                <a:lnTo>
                  <a:pt x="372968" y="103283"/>
                </a:lnTo>
                <a:lnTo>
                  <a:pt x="373423" y="102915"/>
                </a:lnTo>
                <a:lnTo>
                  <a:pt x="373875" y="102537"/>
                </a:lnTo>
                <a:lnTo>
                  <a:pt x="374325" y="102151"/>
                </a:lnTo>
                <a:lnTo>
                  <a:pt x="374772" y="101756"/>
                </a:lnTo>
                <a:lnTo>
                  <a:pt x="375216" y="101352"/>
                </a:lnTo>
                <a:lnTo>
                  <a:pt x="375659" y="100939"/>
                </a:lnTo>
                <a:lnTo>
                  <a:pt x="376098" y="100518"/>
                </a:lnTo>
                <a:lnTo>
                  <a:pt x="376117" y="100568"/>
                </a:lnTo>
                <a:lnTo>
                  <a:pt x="376137" y="100624"/>
                </a:lnTo>
                <a:lnTo>
                  <a:pt x="376157" y="100683"/>
                </a:lnTo>
                <a:lnTo>
                  <a:pt x="376179" y="100747"/>
                </a:lnTo>
                <a:lnTo>
                  <a:pt x="376202" y="100815"/>
                </a:lnTo>
                <a:lnTo>
                  <a:pt x="376226" y="100887"/>
                </a:lnTo>
                <a:lnTo>
                  <a:pt x="376251" y="100964"/>
                </a:lnTo>
                <a:lnTo>
                  <a:pt x="376277" y="101045"/>
                </a:lnTo>
                <a:lnTo>
                  <a:pt x="376304" y="101131"/>
                </a:lnTo>
                <a:lnTo>
                  <a:pt x="376331" y="101220"/>
                </a:lnTo>
                <a:lnTo>
                  <a:pt x="376360" y="101314"/>
                </a:lnTo>
                <a:lnTo>
                  <a:pt x="376390" y="101412"/>
                </a:lnTo>
                <a:lnTo>
                  <a:pt x="376421" y="101515"/>
                </a:lnTo>
                <a:lnTo>
                  <a:pt x="376453" y="101622"/>
                </a:lnTo>
                <a:lnTo>
                  <a:pt x="376486" y="101733"/>
                </a:lnTo>
                <a:lnTo>
                  <a:pt x="376520" y="101849"/>
                </a:lnTo>
                <a:lnTo>
                  <a:pt x="376555" y="101969"/>
                </a:lnTo>
                <a:lnTo>
                  <a:pt x="376591" y="102093"/>
                </a:lnTo>
                <a:lnTo>
                  <a:pt x="376628" y="102221"/>
                </a:lnTo>
                <a:lnTo>
                  <a:pt x="376666" y="102354"/>
                </a:lnTo>
                <a:lnTo>
                  <a:pt x="376705" y="102491"/>
                </a:lnTo>
                <a:lnTo>
                  <a:pt x="376745" y="102632"/>
                </a:lnTo>
                <a:lnTo>
                  <a:pt x="376787" y="102778"/>
                </a:lnTo>
                <a:lnTo>
                  <a:pt x="376829" y="102928"/>
                </a:lnTo>
                <a:lnTo>
                  <a:pt x="376925" y="103260"/>
                </a:lnTo>
                <a:lnTo>
                  <a:pt x="377021" y="103584"/>
                </a:lnTo>
                <a:lnTo>
                  <a:pt x="377115" y="103902"/>
                </a:lnTo>
                <a:lnTo>
                  <a:pt x="377208" y="104213"/>
                </a:lnTo>
                <a:lnTo>
                  <a:pt x="377300" y="104517"/>
                </a:lnTo>
                <a:lnTo>
                  <a:pt x="377390" y="104814"/>
                </a:lnTo>
                <a:lnTo>
                  <a:pt x="377479" y="105104"/>
                </a:lnTo>
                <a:lnTo>
                  <a:pt x="377567" y="105388"/>
                </a:lnTo>
                <a:lnTo>
                  <a:pt x="377654" y="105664"/>
                </a:lnTo>
                <a:lnTo>
                  <a:pt x="377739" y="105934"/>
                </a:lnTo>
                <a:lnTo>
                  <a:pt x="377823" y="106197"/>
                </a:lnTo>
                <a:lnTo>
                  <a:pt x="377906" y="106453"/>
                </a:lnTo>
                <a:lnTo>
                  <a:pt x="377988" y="106702"/>
                </a:lnTo>
                <a:lnTo>
                  <a:pt x="378068" y="106944"/>
                </a:lnTo>
                <a:lnTo>
                  <a:pt x="378147" y="107180"/>
                </a:lnTo>
                <a:lnTo>
                  <a:pt x="378225" y="107409"/>
                </a:lnTo>
                <a:lnTo>
                  <a:pt x="378301" y="107630"/>
                </a:lnTo>
                <a:lnTo>
                  <a:pt x="378376" y="107845"/>
                </a:lnTo>
                <a:lnTo>
                  <a:pt x="378450" y="108054"/>
                </a:lnTo>
                <a:lnTo>
                  <a:pt x="378523" y="108255"/>
                </a:lnTo>
                <a:lnTo>
                  <a:pt x="378594" y="108449"/>
                </a:lnTo>
                <a:lnTo>
                  <a:pt x="378665" y="108637"/>
                </a:lnTo>
                <a:lnTo>
                  <a:pt x="378733" y="108818"/>
                </a:lnTo>
                <a:lnTo>
                  <a:pt x="378801" y="108991"/>
                </a:lnTo>
                <a:lnTo>
                  <a:pt x="399109" y="108991"/>
                </a:lnTo>
                <a:lnTo>
                  <a:pt x="398887" y="108530"/>
                </a:lnTo>
                <a:lnTo>
                  <a:pt x="398670" y="108071"/>
                </a:lnTo>
                <a:lnTo>
                  <a:pt x="398460" y="107614"/>
                </a:lnTo>
                <a:lnTo>
                  <a:pt x="398256" y="107160"/>
                </a:lnTo>
                <a:lnTo>
                  <a:pt x="398057" y="106708"/>
                </a:lnTo>
                <a:lnTo>
                  <a:pt x="397865" y="106259"/>
                </a:lnTo>
                <a:lnTo>
                  <a:pt x="397678" y="105812"/>
                </a:lnTo>
                <a:lnTo>
                  <a:pt x="397498" y="105367"/>
                </a:lnTo>
                <a:lnTo>
                  <a:pt x="397323" y="104925"/>
                </a:lnTo>
                <a:lnTo>
                  <a:pt x="397155" y="104485"/>
                </a:lnTo>
                <a:lnTo>
                  <a:pt x="396992" y="104048"/>
                </a:lnTo>
                <a:lnTo>
                  <a:pt x="396835" y="103613"/>
                </a:lnTo>
                <a:lnTo>
                  <a:pt x="396685" y="103181"/>
                </a:lnTo>
                <a:lnTo>
                  <a:pt x="396540" y="102750"/>
                </a:lnTo>
                <a:lnTo>
                  <a:pt x="396401" y="102323"/>
                </a:lnTo>
                <a:lnTo>
                  <a:pt x="396268" y="101897"/>
                </a:lnTo>
                <a:lnTo>
                  <a:pt x="396141" y="101475"/>
                </a:lnTo>
                <a:lnTo>
                  <a:pt x="396020" y="101054"/>
                </a:lnTo>
                <a:lnTo>
                  <a:pt x="395905" y="100636"/>
                </a:lnTo>
                <a:lnTo>
                  <a:pt x="395796" y="100220"/>
                </a:lnTo>
                <a:lnTo>
                  <a:pt x="395693" y="99807"/>
                </a:lnTo>
                <a:lnTo>
                  <a:pt x="395596" y="99396"/>
                </a:lnTo>
                <a:lnTo>
                  <a:pt x="395505" y="98988"/>
                </a:lnTo>
                <a:lnTo>
                  <a:pt x="395420" y="98582"/>
                </a:lnTo>
                <a:lnTo>
                  <a:pt x="395340" y="98168"/>
                </a:lnTo>
                <a:lnTo>
                  <a:pt x="395262" y="97735"/>
                </a:lnTo>
                <a:lnTo>
                  <a:pt x="395189" y="97283"/>
                </a:lnTo>
                <a:lnTo>
                  <a:pt x="395119" y="96813"/>
                </a:lnTo>
                <a:lnTo>
                  <a:pt x="395052" y="96325"/>
                </a:lnTo>
                <a:lnTo>
                  <a:pt x="394989" y="95817"/>
                </a:lnTo>
                <a:lnTo>
                  <a:pt x="394929" y="95291"/>
                </a:lnTo>
                <a:lnTo>
                  <a:pt x="394872" y="94747"/>
                </a:lnTo>
                <a:lnTo>
                  <a:pt x="394819" y="94183"/>
                </a:lnTo>
                <a:lnTo>
                  <a:pt x="394769" y="93601"/>
                </a:lnTo>
                <a:lnTo>
                  <a:pt x="394723" y="93001"/>
                </a:lnTo>
                <a:lnTo>
                  <a:pt x="394680" y="92382"/>
                </a:lnTo>
                <a:lnTo>
                  <a:pt x="394641" y="91744"/>
                </a:lnTo>
                <a:lnTo>
                  <a:pt x="394605" y="91087"/>
                </a:lnTo>
                <a:lnTo>
                  <a:pt x="394572" y="90412"/>
                </a:lnTo>
                <a:lnTo>
                  <a:pt x="394543" y="89718"/>
                </a:lnTo>
                <a:lnTo>
                  <a:pt x="394518" y="89006"/>
                </a:lnTo>
                <a:lnTo>
                  <a:pt x="394495" y="88275"/>
                </a:lnTo>
                <a:lnTo>
                  <a:pt x="394477" y="87525"/>
                </a:lnTo>
                <a:lnTo>
                  <a:pt x="394461" y="86757"/>
                </a:lnTo>
                <a:lnTo>
                  <a:pt x="394449" y="85970"/>
                </a:lnTo>
                <a:lnTo>
                  <a:pt x="394441" y="85164"/>
                </a:lnTo>
                <a:lnTo>
                  <a:pt x="394436" y="84340"/>
                </a:lnTo>
                <a:lnTo>
                  <a:pt x="394434" y="83497"/>
                </a:lnTo>
                <a:lnTo>
                  <a:pt x="394653" y="59536"/>
                </a:lnTo>
                <a:lnTo>
                  <a:pt x="394648" y="58437"/>
                </a:lnTo>
                <a:lnTo>
                  <a:pt x="394634" y="57366"/>
                </a:lnTo>
                <a:lnTo>
                  <a:pt x="394610" y="56325"/>
                </a:lnTo>
                <a:lnTo>
                  <a:pt x="394577" y="55312"/>
                </a:lnTo>
                <a:lnTo>
                  <a:pt x="394534" y="54329"/>
                </a:lnTo>
                <a:lnTo>
                  <a:pt x="394482" y="53375"/>
                </a:lnTo>
                <a:lnTo>
                  <a:pt x="394420" y="52450"/>
                </a:lnTo>
                <a:lnTo>
                  <a:pt x="394349" y="51553"/>
                </a:lnTo>
                <a:lnTo>
                  <a:pt x="394268" y="50686"/>
                </a:lnTo>
                <a:lnTo>
                  <a:pt x="394177" y="49848"/>
                </a:lnTo>
                <a:lnTo>
                  <a:pt x="394077" y="49039"/>
                </a:lnTo>
                <a:lnTo>
                  <a:pt x="393968" y="48259"/>
                </a:lnTo>
                <a:lnTo>
                  <a:pt x="393849" y="47508"/>
                </a:lnTo>
                <a:lnTo>
                  <a:pt x="393721" y="46786"/>
                </a:lnTo>
                <a:lnTo>
                  <a:pt x="393583" y="46093"/>
                </a:lnTo>
                <a:lnTo>
                  <a:pt x="393435" y="45429"/>
                </a:lnTo>
                <a:lnTo>
                  <a:pt x="393279" y="44795"/>
                </a:lnTo>
                <a:lnTo>
                  <a:pt x="393112" y="44189"/>
                </a:lnTo>
                <a:lnTo>
                  <a:pt x="392936" y="43612"/>
                </a:lnTo>
                <a:lnTo>
                  <a:pt x="392751" y="43064"/>
                </a:lnTo>
                <a:lnTo>
                  <a:pt x="392556" y="42546"/>
                </a:lnTo>
                <a:lnTo>
                  <a:pt x="392351" y="42056"/>
                </a:lnTo>
                <a:lnTo>
                  <a:pt x="392137" y="41596"/>
                </a:lnTo>
                <a:lnTo>
                  <a:pt x="391914" y="41164"/>
                </a:lnTo>
                <a:lnTo>
                  <a:pt x="391678" y="40750"/>
                </a:lnTo>
                <a:lnTo>
                  <a:pt x="391429" y="40342"/>
                </a:lnTo>
                <a:lnTo>
                  <a:pt x="391167" y="39940"/>
                </a:lnTo>
                <a:lnTo>
                  <a:pt x="390890" y="39545"/>
                </a:lnTo>
                <a:lnTo>
                  <a:pt x="390599" y="39155"/>
                </a:lnTo>
                <a:lnTo>
                  <a:pt x="390295" y="38772"/>
                </a:lnTo>
                <a:lnTo>
                  <a:pt x="389977" y="38394"/>
                </a:lnTo>
                <a:lnTo>
                  <a:pt x="389645" y="38023"/>
                </a:lnTo>
                <a:lnTo>
                  <a:pt x="389299" y="37658"/>
                </a:lnTo>
                <a:lnTo>
                  <a:pt x="388940" y="37298"/>
                </a:lnTo>
                <a:lnTo>
                  <a:pt x="388566" y="36945"/>
                </a:lnTo>
                <a:lnTo>
                  <a:pt x="388179" y="36598"/>
                </a:lnTo>
                <a:lnTo>
                  <a:pt x="387778" y="36257"/>
                </a:lnTo>
                <a:lnTo>
                  <a:pt x="387363" y="35923"/>
                </a:lnTo>
                <a:lnTo>
                  <a:pt x="386934" y="35594"/>
                </a:lnTo>
                <a:lnTo>
                  <a:pt x="386492" y="35271"/>
                </a:lnTo>
                <a:lnTo>
                  <a:pt x="386035" y="34955"/>
                </a:lnTo>
                <a:lnTo>
                  <a:pt x="385565" y="34644"/>
                </a:lnTo>
                <a:lnTo>
                  <a:pt x="385081" y="34340"/>
                </a:lnTo>
                <a:lnTo>
                  <a:pt x="384583" y="34042"/>
                </a:lnTo>
                <a:lnTo>
                  <a:pt x="384071" y="33749"/>
                </a:lnTo>
                <a:lnTo>
                  <a:pt x="383546" y="33463"/>
                </a:lnTo>
                <a:lnTo>
                  <a:pt x="383007" y="33183"/>
                </a:lnTo>
                <a:lnTo>
                  <a:pt x="382454" y="32909"/>
                </a:lnTo>
                <a:lnTo>
                  <a:pt x="381881" y="32644"/>
                </a:lnTo>
                <a:lnTo>
                  <a:pt x="381285" y="32390"/>
                </a:lnTo>
                <a:lnTo>
                  <a:pt x="380664" y="32147"/>
                </a:lnTo>
                <a:lnTo>
                  <a:pt x="380018" y="31916"/>
                </a:lnTo>
                <a:lnTo>
                  <a:pt x="379349" y="31696"/>
                </a:lnTo>
                <a:lnTo>
                  <a:pt x="378655" y="31487"/>
                </a:lnTo>
                <a:lnTo>
                  <a:pt x="377937" y="31290"/>
                </a:lnTo>
                <a:lnTo>
                  <a:pt x="377194" y="31103"/>
                </a:lnTo>
                <a:lnTo>
                  <a:pt x="376427" y="30928"/>
                </a:lnTo>
                <a:lnTo>
                  <a:pt x="375635" y="30765"/>
                </a:lnTo>
                <a:lnTo>
                  <a:pt x="374820" y="30612"/>
                </a:lnTo>
                <a:lnTo>
                  <a:pt x="373980" y="30471"/>
                </a:lnTo>
                <a:lnTo>
                  <a:pt x="373115" y="30341"/>
                </a:lnTo>
                <a:lnTo>
                  <a:pt x="372226" y="30223"/>
                </a:lnTo>
                <a:lnTo>
                  <a:pt x="371313" y="30116"/>
                </a:lnTo>
                <a:lnTo>
                  <a:pt x="370376" y="30020"/>
                </a:lnTo>
                <a:lnTo>
                  <a:pt x="369414" y="29935"/>
                </a:lnTo>
                <a:lnTo>
                  <a:pt x="368428" y="29862"/>
                </a:lnTo>
                <a:lnTo>
                  <a:pt x="367417" y="29800"/>
                </a:lnTo>
                <a:lnTo>
                  <a:pt x="366382" y="29749"/>
                </a:lnTo>
                <a:lnTo>
                  <a:pt x="365323" y="29709"/>
                </a:lnTo>
                <a:lnTo>
                  <a:pt x="364240" y="29681"/>
                </a:lnTo>
                <a:lnTo>
                  <a:pt x="363132" y="29664"/>
                </a:lnTo>
                <a:lnTo>
                  <a:pt x="361999" y="29659"/>
                </a:lnTo>
                <a:lnTo>
                  <a:pt x="360752" y="29668"/>
                </a:lnTo>
                <a:lnTo>
                  <a:pt x="359531" y="29697"/>
                </a:lnTo>
                <a:lnTo>
                  <a:pt x="358335" y="29744"/>
                </a:lnTo>
                <a:lnTo>
                  <a:pt x="357166" y="29811"/>
                </a:lnTo>
                <a:lnTo>
                  <a:pt x="356022" y="29896"/>
                </a:lnTo>
                <a:lnTo>
                  <a:pt x="354904" y="30001"/>
                </a:lnTo>
                <a:lnTo>
                  <a:pt x="353812" y="30125"/>
                </a:lnTo>
                <a:lnTo>
                  <a:pt x="352746" y="30267"/>
                </a:lnTo>
                <a:lnTo>
                  <a:pt x="351706" y="30429"/>
                </a:lnTo>
                <a:lnTo>
                  <a:pt x="350692" y="30610"/>
                </a:lnTo>
                <a:lnTo>
                  <a:pt x="349703" y="30809"/>
                </a:lnTo>
                <a:lnTo>
                  <a:pt x="348741" y="31028"/>
                </a:lnTo>
                <a:lnTo>
                  <a:pt x="347804" y="31266"/>
                </a:lnTo>
                <a:lnTo>
                  <a:pt x="346893" y="31523"/>
                </a:lnTo>
                <a:lnTo>
                  <a:pt x="346008" y="31799"/>
                </a:lnTo>
                <a:lnTo>
                  <a:pt x="345149" y="32094"/>
                </a:lnTo>
                <a:lnTo>
                  <a:pt x="344316" y="32407"/>
                </a:lnTo>
                <a:lnTo>
                  <a:pt x="343508" y="32740"/>
                </a:lnTo>
                <a:lnTo>
                  <a:pt x="342727" y="33092"/>
                </a:lnTo>
                <a:lnTo>
                  <a:pt x="341971" y="33463"/>
                </a:lnTo>
                <a:lnTo>
                  <a:pt x="341242" y="33853"/>
                </a:lnTo>
                <a:lnTo>
                  <a:pt x="340538" y="34262"/>
                </a:lnTo>
                <a:lnTo>
                  <a:pt x="339860" y="34690"/>
                </a:lnTo>
                <a:lnTo>
                  <a:pt x="339208" y="35137"/>
                </a:lnTo>
                <a:lnTo>
                  <a:pt x="338576" y="35604"/>
                </a:lnTo>
                <a:lnTo>
                  <a:pt x="337961" y="36091"/>
                </a:lnTo>
                <a:lnTo>
                  <a:pt x="337361" y="36599"/>
                </a:lnTo>
                <a:lnTo>
                  <a:pt x="336777" y="37127"/>
                </a:lnTo>
                <a:lnTo>
                  <a:pt x="336208" y="37676"/>
                </a:lnTo>
                <a:lnTo>
                  <a:pt x="335655" y="38246"/>
                </a:lnTo>
                <a:lnTo>
                  <a:pt x="335119" y="38836"/>
                </a:lnTo>
                <a:lnTo>
                  <a:pt x="334597" y="39446"/>
                </a:lnTo>
                <a:lnTo>
                  <a:pt x="334092" y="40077"/>
                </a:lnTo>
                <a:lnTo>
                  <a:pt x="333602" y="40729"/>
                </a:lnTo>
                <a:lnTo>
                  <a:pt x="333128" y="41401"/>
                </a:lnTo>
                <a:lnTo>
                  <a:pt x="332670" y="42094"/>
                </a:lnTo>
                <a:lnTo>
                  <a:pt x="332227" y="42808"/>
                </a:lnTo>
                <a:lnTo>
                  <a:pt x="331800" y="43542"/>
                </a:lnTo>
                <a:lnTo>
                  <a:pt x="331389" y="44296"/>
                </a:lnTo>
                <a:lnTo>
                  <a:pt x="330993" y="45071"/>
                </a:lnTo>
                <a:lnTo>
                  <a:pt x="330614" y="45867"/>
                </a:lnTo>
                <a:lnTo>
                  <a:pt x="330250" y="46683"/>
                </a:lnTo>
                <a:lnTo>
                  <a:pt x="329901" y="47520"/>
                </a:lnTo>
                <a:lnTo>
                  <a:pt x="329569" y="48377"/>
                </a:lnTo>
                <a:lnTo>
                  <a:pt x="329252" y="49255"/>
                </a:lnTo>
                <a:lnTo>
                  <a:pt x="328951" y="50153"/>
                </a:lnTo>
                <a:lnTo>
                  <a:pt x="328666" y="51072"/>
                </a:lnTo>
                <a:lnTo>
                  <a:pt x="328396" y="52012"/>
                </a:lnTo>
                <a:lnTo>
                  <a:pt x="347024" y="55372"/>
                </a:lnTo>
                <a:lnTo>
                  <a:pt x="347184" y="54918"/>
                </a:lnTo>
                <a:lnTo>
                  <a:pt x="347349" y="54474"/>
                </a:lnTo>
                <a:lnTo>
                  <a:pt x="347517" y="54043"/>
                </a:lnTo>
                <a:lnTo>
                  <a:pt x="347690" y="53622"/>
                </a:lnTo>
                <a:lnTo>
                  <a:pt x="347866" y="53214"/>
                </a:lnTo>
                <a:close/>
                <a:moveTo>
                  <a:pt x="374469" y="78370"/>
                </a:moveTo>
                <a:lnTo>
                  <a:pt x="374456" y="78904"/>
                </a:lnTo>
                <a:lnTo>
                  <a:pt x="374441" y="79422"/>
                </a:lnTo>
                <a:lnTo>
                  <a:pt x="374423" y="79924"/>
                </a:lnTo>
                <a:lnTo>
                  <a:pt x="374402" y="80409"/>
                </a:lnTo>
                <a:lnTo>
                  <a:pt x="374378" y="80878"/>
                </a:lnTo>
                <a:lnTo>
                  <a:pt x="374351" y="81331"/>
                </a:lnTo>
                <a:lnTo>
                  <a:pt x="374322" y="81767"/>
                </a:lnTo>
                <a:lnTo>
                  <a:pt x="374290" y="82187"/>
                </a:lnTo>
                <a:lnTo>
                  <a:pt x="374255" y="82591"/>
                </a:lnTo>
                <a:lnTo>
                  <a:pt x="374218" y="82978"/>
                </a:lnTo>
                <a:lnTo>
                  <a:pt x="374177" y="83350"/>
                </a:lnTo>
                <a:lnTo>
                  <a:pt x="374134" y="83705"/>
                </a:lnTo>
                <a:lnTo>
                  <a:pt x="374088" y="84043"/>
                </a:lnTo>
                <a:lnTo>
                  <a:pt x="374039" y="84366"/>
                </a:lnTo>
                <a:lnTo>
                  <a:pt x="373987" y="84672"/>
                </a:lnTo>
                <a:lnTo>
                  <a:pt x="373933" y="84961"/>
                </a:lnTo>
                <a:lnTo>
                  <a:pt x="373876" y="85235"/>
                </a:lnTo>
                <a:lnTo>
                  <a:pt x="373816" y="85492"/>
                </a:lnTo>
                <a:lnTo>
                  <a:pt x="373753" y="85733"/>
                </a:lnTo>
                <a:lnTo>
                  <a:pt x="373687" y="85958"/>
                </a:lnTo>
                <a:lnTo>
                  <a:pt x="373586" y="86287"/>
                </a:lnTo>
                <a:lnTo>
                  <a:pt x="373475" y="86611"/>
                </a:lnTo>
                <a:lnTo>
                  <a:pt x="373355" y="86931"/>
                </a:lnTo>
                <a:lnTo>
                  <a:pt x="373227" y="87248"/>
                </a:lnTo>
                <a:lnTo>
                  <a:pt x="373089" y="87559"/>
                </a:lnTo>
                <a:lnTo>
                  <a:pt x="372943" y="87867"/>
                </a:lnTo>
                <a:lnTo>
                  <a:pt x="372788" y="88170"/>
                </a:lnTo>
                <a:lnTo>
                  <a:pt x="372624" y="88469"/>
                </a:lnTo>
                <a:lnTo>
                  <a:pt x="372451" y="88764"/>
                </a:lnTo>
                <a:lnTo>
                  <a:pt x="372270" y="89054"/>
                </a:lnTo>
                <a:lnTo>
                  <a:pt x="372079" y="89340"/>
                </a:lnTo>
                <a:lnTo>
                  <a:pt x="371879" y="89622"/>
                </a:lnTo>
                <a:lnTo>
                  <a:pt x="371671" y="89900"/>
                </a:lnTo>
                <a:lnTo>
                  <a:pt x="371454" y="90173"/>
                </a:lnTo>
                <a:lnTo>
                  <a:pt x="371228" y="90442"/>
                </a:lnTo>
                <a:lnTo>
                  <a:pt x="370993" y="90707"/>
                </a:lnTo>
                <a:lnTo>
                  <a:pt x="370749" y="90967"/>
                </a:lnTo>
                <a:lnTo>
                  <a:pt x="370496" y="91224"/>
                </a:lnTo>
                <a:lnTo>
                  <a:pt x="370234" y="91476"/>
                </a:lnTo>
                <a:lnTo>
                  <a:pt x="369964" y="91723"/>
                </a:lnTo>
                <a:lnTo>
                  <a:pt x="369685" y="91967"/>
                </a:lnTo>
                <a:lnTo>
                  <a:pt x="369396" y="92206"/>
                </a:lnTo>
                <a:lnTo>
                  <a:pt x="369099" y="92441"/>
                </a:lnTo>
                <a:lnTo>
                  <a:pt x="368793" y="92671"/>
                </a:lnTo>
                <a:lnTo>
                  <a:pt x="368372" y="92966"/>
                </a:lnTo>
                <a:lnTo>
                  <a:pt x="367949" y="93248"/>
                </a:lnTo>
                <a:lnTo>
                  <a:pt x="367525" y="93517"/>
                </a:lnTo>
                <a:lnTo>
                  <a:pt x="367099" y="93774"/>
                </a:lnTo>
                <a:lnTo>
                  <a:pt x="366671" y="94019"/>
                </a:lnTo>
                <a:lnTo>
                  <a:pt x="366241" y="94250"/>
                </a:lnTo>
                <a:lnTo>
                  <a:pt x="365809" y="94470"/>
                </a:lnTo>
                <a:lnTo>
                  <a:pt x="365376" y="94677"/>
                </a:lnTo>
                <a:lnTo>
                  <a:pt x="364941" y="94871"/>
                </a:lnTo>
                <a:lnTo>
                  <a:pt x="364504" y="95053"/>
                </a:lnTo>
                <a:lnTo>
                  <a:pt x="364065" y="95222"/>
                </a:lnTo>
                <a:lnTo>
                  <a:pt x="363625" y="95378"/>
                </a:lnTo>
                <a:lnTo>
                  <a:pt x="363182" y="95522"/>
                </a:lnTo>
                <a:lnTo>
                  <a:pt x="362738" y="95654"/>
                </a:lnTo>
                <a:lnTo>
                  <a:pt x="362293" y="95773"/>
                </a:lnTo>
                <a:lnTo>
                  <a:pt x="361845" y="95880"/>
                </a:lnTo>
                <a:lnTo>
                  <a:pt x="361396" y="95974"/>
                </a:lnTo>
                <a:lnTo>
                  <a:pt x="360945" y="96055"/>
                </a:lnTo>
                <a:lnTo>
                  <a:pt x="360492" y="96124"/>
                </a:lnTo>
                <a:lnTo>
                  <a:pt x="360037" y="96180"/>
                </a:lnTo>
                <a:lnTo>
                  <a:pt x="359581" y="96224"/>
                </a:lnTo>
                <a:lnTo>
                  <a:pt x="359122" y="96256"/>
                </a:lnTo>
                <a:lnTo>
                  <a:pt x="358662" y="96274"/>
                </a:lnTo>
                <a:lnTo>
                  <a:pt x="358201" y="96281"/>
                </a:lnTo>
                <a:lnTo>
                  <a:pt x="357790" y="96275"/>
                </a:lnTo>
                <a:lnTo>
                  <a:pt x="357385" y="96259"/>
                </a:lnTo>
                <a:lnTo>
                  <a:pt x="356986" y="96232"/>
                </a:lnTo>
                <a:lnTo>
                  <a:pt x="356594" y="96194"/>
                </a:lnTo>
                <a:lnTo>
                  <a:pt x="356207" y="96146"/>
                </a:lnTo>
                <a:lnTo>
                  <a:pt x="355827" y="96087"/>
                </a:lnTo>
                <a:lnTo>
                  <a:pt x="355452" y="96017"/>
                </a:lnTo>
                <a:lnTo>
                  <a:pt x="355084" y="95936"/>
                </a:lnTo>
                <a:lnTo>
                  <a:pt x="354722" y="95844"/>
                </a:lnTo>
                <a:lnTo>
                  <a:pt x="354366" y="95742"/>
                </a:lnTo>
                <a:lnTo>
                  <a:pt x="354016" y="95629"/>
                </a:lnTo>
                <a:lnTo>
                  <a:pt x="353672" y="95505"/>
                </a:lnTo>
                <a:lnTo>
                  <a:pt x="353334" y="95370"/>
                </a:lnTo>
                <a:lnTo>
                  <a:pt x="353002" y="95225"/>
                </a:lnTo>
                <a:lnTo>
                  <a:pt x="352676" y="95069"/>
                </a:lnTo>
                <a:lnTo>
                  <a:pt x="352357" y="94902"/>
                </a:lnTo>
                <a:lnTo>
                  <a:pt x="352043" y="94724"/>
                </a:lnTo>
                <a:lnTo>
                  <a:pt x="351736" y="94536"/>
                </a:lnTo>
                <a:lnTo>
                  <a:pt x="351434" y="94336"/>
                </a:lnTo>
                <a:lnTo>
                  <a:pt x="351139" y="94126"/>
                </a:lnTo>
                <a:lnTo>
                  <a:pt x="350850" y="93905"/>
                </a:lnTo>
                <a:lnTo>
                  <a:pt x="350567" y="93674"/>
                </a:lnTo>
                <a:lnTo>
                  <a:pt x="350290" y="93431"/>
                </a:lnTo>
                <a:lnTo>
                  <a:pt x="350019" y="93178"/>
                </a:lnTo>
                <a:lnTo>
                  <a:pt x="349757" y="92918"/>
                </a:lnTo>
                <a:lnTo>
                  <a:pt x="349506" y="92653"/>
                </a:lnTo>
                <a:lnTo>
                  <a:pt x="349266" y="92384"/>
                </a:lnTo>
                <a:lnTo>
                  <a:pt x="349037" y="92111"/>
                </a:lnTo>
                <a:lnTo>
                  <a:pt x="348819" y="91835"/>
                </a:lnTo>
                <a:lnTo>
                  <a:pt x="348613" y="91554"/>
                </a:lnTo>
                <a:lnTo>
                  <a:pt x="348418" y="91269"/>
                </a:lnTo>
                <a:lnTo>
                  <a:pt x="348233" y="90980"/>
                </a:lnTo>
                <a:lnTo>
                  <a:pt x="348060" y="90687"/>
                </a:lnTo>
                <a:lnTo>
                  <a:pt x="347899" y="90391"/>
                </a:lnTo>
                <a:lnTo>
                  <a:pt x="347748" y="90090"/>
                </a:lnTo>
                <a:lnTo>
                  <a:pt x="347608" y="89785"/>
                </a:lnTo>
                <a:lnTo>
                  <a:pt x="347480" y="89476"/>
                </a:lnTo>
                <a:lnTo>
                  <a:pt x="347363" y="89163"/>
                </a:lnTo>
                <a:lnTo>
                  <a:pt x="347257" y="88846"/>
                </a:lnTo>
                <a:lnTo>
                  <a:pt x="347162" y="88525"/>
                </a:lnTo>
                <a:lnTo>
                  <a:pt x="347078" y="88200"/>
                </a:lnTo>
                <a:lnTo>
                  <a:pt x="347006" y="87872"/>
                </a:lnTo>
                <a:lnTo>
                  <a:pt x="346944" y="87539"/>
                </a:lnTo>
                <a:lnTo>
                  <a:pt x="346894" y="87202"/>
                </a:lnTo>
                <a:lnTo>
                  <a:pt x="346855" y="86861"/>
                </a:lnTo>
                <a:lnTo>
                  <a:pt x="346827" y="86516"/>
                </a:lnTo>
                <a:lnTo>
                  <a:pt x="346810" y="86167"/>
                </a:lnTo>
                <a:lnTo>
                  <a:pt x="346805" y="85814"/>
                </a:lnTo>
                <a:lnTo>
                  <a:pt x="346812" y="85456"/>
                </a:lnTo>
                <a:lnTo>
                  <a:pt x="346833" y="85103"/>
                </a:lnTo>
                <a:lnTo>
                  <a:pt x="346868" y="84755"/>
                </a:lnTo>
                <a:lnTo>
                  <a:pt x="346916" y="84412"/>
                </a:lnTo>
                <a:lnTo>
                  <a:pt x="346979" y="84075"/>
                </a:lnTo>
                <a:lnTo>
                  <a:pt x="347056" y="83743"/>
                </a:lnTo>
                <a:lnTo>
                  <a:pt x="347147" y="83417"/>
                </a:lnTo>
                <a:lnTo>
                  <a:pt x="347251" y="83095"/>
                </a:lnTo>
                <a:lnTo>
                  <a:pt x="347370" y="82779"/>
                </a:lnTo>
                <a:lnTo>
                  <a:pt x="347502" y="82468"/>
                </a:lnTo>
                <a:lnTo>
                  <a:pt x="347649" y="82163"/>
                </a:lnTo>
                <a:lnTo>
                  <a:pt x="347809" y="81862"/>
                </a:lnTo>
                <a:lnTo>
                  <a:pt x="347984" y="81567"/>
                </a:lnTo>
                <a:lnTo>
                  <a:pt x="348172" y="81277"/>
                </a:lnTo>
                <a:lnTo>
                  <a:pt x="348374" y="80993"/>
                </a:lnTo>
                <a:lnTo>
                  <a:pt x="348591" y="80714"/>
                </a:lnTo>
                <a:lnTo>
                  <a:pt x="348821" y="80439"/>
                </a:lnTo>
                <a:lnTo>
                  <a:pt x="349065" y="80171"/>
                </a:lnTo>
                <a:lnTo>
                  <a:pt x="349323" y="79907"/>
                </a:lnTo>
                <a:lnTo>
                  <a:pt x="349595" y="79649"/>
                </a:lnTo>
                <a:lnTo>
                  <a:pt x="349881" y="79396"/>
                </a:lnTo>
                <a:lnTo>
                  <a:pt x="350181" y="79148"/>
                </a:lnTo>
                <a:lnTo>
                  <a:pt x="350495" y="78906"/>
                </a:lnTo>
                <a:lnTo>
                  <a:pt x="350823" y="78669"/>
                </a:lnTo>
                <a:lnTo>
                  <a:pt x="351052" y="78524"/>
                </a:lnTo>
                <a:lnTo>
                  <a:pt x="351302" y="78379"/>
                </a:lnTo>
                <a:lnTo>
                  <a:pt x="351573" y="78234"/>
                </a:lnTo>
                <a:lnTo>
                  <a:pt x="351864" y="78089"/>
                </a:lnTo>
                <a:lnTo>
                  <a:pt x="352175" y="77944"/>
                </a:lnTo>
                <a:lnTo>
                  <a:pt x="352507" y="77798"/>
                </a:lnTo>
                <a:lnTo>
                  <a:pt x="352860" y="77652"/>
                </a:lnTo>
                <a:lnTo>
                  <a:pt x="353233" y="77506"/>
                </a:lnTo>
                <a:lnTo>
                  <a:pt x="353627" y="77359"/>
                </a:lnTo>
                <a:lnTo>
                  <a:pt x="354041" y="77212"/>
                </a:lnTo>
                <a:lnTo>
                  <a:pt x="354476" y="77065"/>
                </a:lnTo>
                <a:lnTo>
                  <a:pt x="354932" y="76918"/>
                </a:lnTo>
                <a:lnTo>
                  <a:pt x="355408" y="76771"/>
                </a:lnTo>
                <a:lnTo>
                  <a:pt x="355904" y="76623"/>
                </a:lnTo>
                <a:lnTo>
                  <a:pt x="356421" y="76475"/>
                </a:lnTo>
                <a:lnTo>
                  <a:pt x="356959" y="76327"/>
                </a:lnTo>
                <a:lnTo>
                  <a:pt x="357517" y="76178"/>
                </a:lnTo>
                <a:lnTo>
                  <a:pt x="358096" y="76030"/>
                </a:lnTo>
                <a:lnTo>
                  <a:pt x="358695" y="75881"/>
                </a:lnTo>
                <a:lnTo>
                  <a:pt x="359315" y="75732"/>
                </a:lnTo>
                <a:lnTo>
                  <a:pt x="359955" y="75582"/>
                </a:lnTo>
                <a:lnTo>
                  <a:pt x="360616" y="75433"/>
                </a:lnTo>
                <a:lnTo>
                  <a:pt x="361297" y="75283"/>
                </a:lnTo>
                <a:lnTo>
                  <a:pt x="361999" y="75132"/>
                </a:lnTo>
                <a:lnTo>
                  <a:pt x="362704" y="74983"/>
                </a:lnTo>
                <a:lnTo>
                  <a:pt x="363392" y="74835"/>
                </a:lnTo>
                <a:lnTo>
                  <a:pt x="364064" y="74689"/>
                </a:lnTo>
                <a:lnTo>
                  <a:pt x="364720" y="74545"/>
                </a:lnTo>
                <a:lnTo>
                  <a:pt x="365361" y="74402"/>
                </a:lnTo>
                <a:lnTo>
                  <a:pt x="365985" y="74261"/>
                </a:lnTo>
                <a:lnTo>
                  <a:pt x="366594" y="74122"/>
                </a:lnTo>
                <a:lnTo>
                  <a:pt x="367186" y="73985"/>
                </a:lnTo>
                <a:lnTo>
                  <a:pt x="367762" y="73849"/>
                </a:lnTo>
                <a:lnTo>
                  <a:pt x="368323" y="73716"/>
                </a:lnTo>
                <a:lnTo>
                  <a:pt x="368867" y="73584"/>
                </a:lnTo>
                <a:lnTo>
                  <a:pt x="369396" y="73453"/>
                </a:lnTo>
                <a:lnTo>
                  <a:pt x="369908" y="73325"/>
                </a:lnTo>
                <a:lnTo>
                  <a:pt x="370405" y="73198"/>
                </a:lnTo>
                <a:lnTo>
                  <a:pt x="370885" y="73073"/>
                </a:lnTo>
                <a:lnTo>
                  <a:pt x="371350" y="72950"/>
                </a:lnTo>
                <a:lnTo>
                  <a:pt x="371798" y="72829"/>
                </a:lnTo>
                <a:lnTo>
                  <a:pt x="372231" y="72709"/>
                </a:lnTo>
                <a:lnTo>
                  <a:pt x="372648" y="72591"/>
                </a:lnTo>
                <a:lnTo>
                  <a:pt x="373048" y="72475"/>
                </a:lnTo>
                <a:lnTo>
                  <a:pt x="373433" y="72360"/>
                </a:lnTo>
                <a:lnTo>
                  <a:pt x="373802" y="72248"/>
                </a:lnTo>
                <a:lnTo>
                  <a:pt x="374154" y="72137"/>
                </a:lnTo>
                <a:lnTo>
                  <a:pt x="374491" y="72028"/>
                </a:lnTo>
                <a:lnTo>
                  <a:pt x="374491" y="76071"/>
                </a:lnTo>
                <a:lnTo>
                  <a:pt x="374490" y="76670"/>
                </a:lnTo>
                <a:lnTo>
                  <a:pt x="374485" y="77253"/>
                </a:lnTo>
                <a:lnTo>
                  <a:pt x="374478" y="77820"/>
                </a:lnTo>
                <a:lnTo>
                  <a:pt x="374469" y="78370"/>
                </a:lnTo>
                <a:close/>
                <a:moveTo>
                  <a:pt x="310171" y="108991"/>
                </a:moveTo>
                <a:lnTo>
                  <a:pt x="310171" y="31412"/>
                </a:lnTo>
                <a:lnTo>
                  <a:pt x="289644" y="31412"/>
                </a:lnTo>
                <a:lnTo>
                  <a:pt x="289644" y="108991"/>
                </a:lnTo>
                <a:lnTo>
                  <a:pt x="310171" y="108991"/>
                </a:lnTo>
                <a:close/>
                <a:moveTo>
                  <a:pt x="577272" y="1899"/>
                </a:moveTo>
                <a:lnTo>
                  <a:pt x="492168" y="1899"/>
                </a:lnTo>
                <a:lnTo>
                  <a:pt x="492168" y="20016"/>
                </a:lnTo>
                <a:lnTo>
                  <a:pt x="523945" y="20016"/>
                </a:lnTo>
                <a:lnTo>
                  <a:pt x="523945" y="108991"/>
                </a:lnTo>
                <a:lnTo>
                  <a:pt x="545568" y="108991"/>
                </a:lnTo>
                <a:lnTo>
                  <a:pt x="545568" y="20016"/>
                </a:lnTo>
                <a:lnTo>
                  <a:pt x="577272" y="20016"/>
                </a:lnTo>
                <a:lnTo>
                  <a:pt x="577272" y="1899"/>
                </a:lnTo>
                <a:close/>
                <a:moveTo>
                  <a:pt x="916246" y="73302"/>
                </a:moveTo>
                <a:lnTo>
                  <a:pt x="915966" y="74187"/>
                </a:lnTo>
                <a:lnTo>
                  <a:pt x="915674" y="75050"/>
                </a:lnTo>
                <a:lnTo>
                  <a:pt x="915370" y="75891"/>
                </a:lnTo>
                <a:lnTo>
                  <a:pt x="915053" y="76710"/>
                </a:lnTo>
                <a:lnTo>
                  <a:pt x="914724" y="77508"/>
                </a:lnTo>
                <a:lnTo>
                  <a:pt x="914384" y="78283"/>
                </a:lnTo>
                <a:lnTo>
                  <a:pt x="914030" y="79037"/>
                </a:lnTo>
                <a:lnTo>
                  <a:pt x="913665" y="79768"/>
                </a:lnTo>
                <a:lnTo>
                  <a:pt x="913288" y="80478"/>
                </a:lnTo>
                <a:lnTo>
                  <a:pt x="912898" y="81166"/>
                </a:lnTo>
                <a:lnTo>
                  <a:pt x="912496" y="81832"/>
                </a:lnTo>
                <a:lnTo>
                  <a:pt x="912082" y="82476"/>
                </a:lnTo>
                <a:lnTo>
                  <a:pt x="911656" y="83098"/>
                </a:lnTo>
                <a:lnTo>
                  <a:pt x="911218" y="83699"/>
                </a:lnTo>
                <a:lnTo>
                  <a:pt x="910767" y="84277"/>
                </a:lnTo>
                <a:lnTo>
                  <a:pt x="910305" y="84834"/>
                </a:lnTo>
                <a:lnTo>
                  <a:pt x="909830" y="85368"/>
                </a:lnTo>
                <a:lnTo>
                  <a:pt x="909343" y="85881"/>
                </a:lnTo>
                <a:lnTo>
                  <a:pt x="908844" y="86372"/>
                </a:lnTo>
                <a:lnTo>
                  <a:pt x="908332" y="86841"/>
                </a:lnTo>
                <a:lnTo>
                  <a:pt x="907811" y="87289"/>
                </a:lnTo>
                <a:lnTo>
                  <a:pt x="907281" y="87719"/>
                </a:lnTo>
                <a:lnTo>
                  <a:pt x="906742" y="88129"/>
                </a:lnTo>
                <a:lnTo>
                  <a:pt x="906196" y="88520"/>
                </a:lnTo>
                <a:lnTo>
                  <a:pt x="905641" y="88892"/>
                </a:lnTo>
                <a:lnTo>
                  <a:pt x="905077" y="89245"/>
                </a:lnTo>
                <a:lnTo>
                  <a:pt x="904505" y="89579"/>
                </a:lnTo>
                <a:lnTo>
                  <a:pt x="903925" y="89894"/>
                </a:lnTo>
                <a:lnTo>
                  <a:pt x="903337" y="90190"/>
                </a:lnTo>
                <a:lnTo>
                  <a:pt x="902740" y="90466"/>
                </a:lnTo>
                <a:lnTo>
                  <a:pt x="902134" y="90724"/>
                </a:lnTo>
                <a:lnTo>
                  <a:pt x="901521" y="90962"/>
                </a:lnTo>
                <a:lnTo>
                  <a:pt x="900898" y="91182"/>
                </a:lnTo>
                <a:lnTo>
                  <a:pt x="900268" y="91382"/>
                </a:lnTo>
                <a:lnTo>
                  <a:pt x="899629" y="91563"/>
                </a:lnTo>
                <a:lnTo>
                  <a:pt x="898982" y="91725"/>
                </a:lnTo>
                <a:lnTo>
                  <a:pt x="898326" y="91868"/>
                </a:lnTo>
                <a:lnTo>
                  <a:pt x="897663" y="91992"/>
                </a:lnTo>
                <a:lnTo>
                  <a:pt x="896990" y="92097"/>
                </a:lnTo>
                <a:lnTo>
                  <a:pt x="896310" y="92183"/>
                </a:lnTo>
                <a:lnTo>
                  <a:pt x="895621" y="92250"/>
                </a:lnTo>
                <a:lnTo>
                  <a:pt x="894923" y="92298"/>
                </a:lnTo>
                <a:lnTo>
                  <a:pt x="894217" y="92326"/>
                </a:lnTo>
                <a:lnTo>
                  <a:pt x="893503" y="92336"/>
                </a:lnTo>
                <a:lnTo>
                  <a:pt x="892537" y="92321"/>
                </a:lnTo>
                <a:lnTo>
                  <a:pt x="891586" y="92276"/>
                </a:lnTo>
                <a:lnTo>
                  <a:pt x="890650" y="92201"/>
                </a:lnTo>
                <a:lnTo>
                  <a:pt x="889729" y="92096"/>
                </a:lnTo>
                <a:lnTo>
                  <a:pt x="888823" y="91962"/>
                </a:lnTo>
                <a:lnTo>
                  <a:pt x="887933" y="91797"/>
                </a:lnTo>
                <a:lnTo>
                  <a:pt x="887058" y="91603"/>
                </a:lnTo>
                <a:lnTo>
                  <a:pt x="886198" y="91378"/>
                </a:lnTo>
                <a:lnTo>
                  <a:pt x="885354" y="91124"/>
                </a:lnTo>
                <a:lnTo>
                  <a:pt x="884524" y="90839"/>
                </a:lnTo>
                <a:lnTo>
                  <a:pt x="883710" y="90525"/>
                </a:lnTo>
                <a:lnTo>
                  <a:pt x="882911" y="90181"/>
                </a:lnTo>
                <a:lnTo>
                  <a:pt x="882127" y="89807"/>
                </a:lnTo>
                <a:lnTo>
                  <a:pt x="881359" y="89403"/>
                </a:lnTo>
                <a:lnTo>
                  <a:pt x="880605" y="88969"/>
                </a:lnTo>
                <a:lnTo>
                  <a:pt x="879867" y="88505"/>
                </a:lnTo>
                <a:lnTo>
                  <a:pt x="879144" y="88011"/>
                </a:lnTo>
                <a:lnTo>
                  <a:pt x="878437" y="87487"/>
                </a:lnTo>
                <a:lnTo>
                  <a:pt x="877744" y="86933"/>
                </a:lnTo>
                <a:lnTo>
                  <a:pt x="877067" y="86350"/>
                </a:lnTo>
                <a:lnTo>
                  <a:pt x="876405" y="85736"/>
                </a:lnTo>
                <a:lnTo>
                  <a:pt x="875758" y="85093"/>
                </a:lnTo>
                <a:lnTo>
                  <a:pt x="875126" y="84419"/>
                </a:lnTo>
                <a:lnTo>
                  <a:pt x="874510" y="83716"/>
                </a:lnTo>
                <a:lnTo>
                  <a:pt x="873914" y="82977"/>
                </a:lnTo>
                <a:lnTo>
                  <a:pt x="873343" y="82198"/>
                </a:lnTo>
                <a:lnTo>
                  <a:pt x="872798" y="81378"/>
                </a:lnTo>
                <a:lnTo>
                  <a:pt x="872278" y="80518"/>
                </a:lnTo>
                <a:lnTo>
                  <a:pt x="871783" y="79617"/>
                </a:lnTo>
                <a:lnTo>
                  <a:pt x="871314" y="78675"/>
                </a:lnTo>
                <a:lnTo>
                  <a:pt x="870870" y="77693"/>
                </a:lnTo>
                <a:lnTo>
                  <a:pt x="870452" y="76671"/>
                </a:lnTo>
                <a:lnTo>
                  <a:pt x="870059" y="75607"/>
                </a:lnTo>
                <a:lnTo>
                  <a:pt x="869691" y="74503"/>
                </a:lnTo>
                <a:lnTo>
                  <a:pt x="869348" y="73359"/>
                </a:lnTo>
                <a:lnTo>
                  <a:pt x="869031" y="72174"/>
                </a:lnTo>
                <a:lnTo>
                  <a:pt x="868740" y="70948"/>
                </a:lnTo>
                <a:lnTo>
                  <a:pt x="868473" y="69682"/>
                </a:lnTo>
                <a:lnTo>
                  <a:pt x="868232" y="68375"/>
                </a:lnTo>
                <a:lnTo>
                  <a:pt x="868017" y="67028"/>
                </a:lnTo>
                <a:lnTo>
                  <a:pt x="867826" y="65640"/>
                </a:lnTo>
                <a:lnTo>
                  <a:pt x="867662" y="64211"/>
                </a:lnTo>
                <a:lnTo>
                  <a:pt x="867522" y="62742"/>
                </a:lnTo>
                <a:lnTo>
                  <a:pt x="867408" y="61233"/>
                </a:lnTo>
                <a:lnTo>
                  <a:pt x="867319" y="59682"/>
                </a:lnTo>
                <a:lnTo>
                  <a:pt x="867256" y="58091"/>
                </a:lnTo>
                <a:lnTo>
                  <a:pt x="867218" y="56460"/>
                </a:lnTo>
                <a:lnTo>
                  <a:pt x="867205" y="54788"/>
                </a:lnTo>
                <a:lnTo>
                  <a:pt x="867218" y="53211"/>
                </a:lnTo>
                <a:lnTo>
                  <a:pt x="867257" y="51672"/>
                </a:lnTo>
                <a:lnTo>
                  <a:pt x="867321" y="50169"/>
                </a:lnTo>
                <a:lnTo>
                  <a:pt x="867411" y="48702"/>
                </a:lnTo>
                <a:lnTo>
                  <a:pt x="867527" y="47273"/>
                </a:lnTo>
                <a:lnTo>
                  <a:pt x="867668" y="45880"/>
                </a:lnTo>
                <a:lnTo>
                  <a:pt x="867836" y="44524"/>
                </a:lnTo>
                <a:lnTo>
                  <a:pt x="868029" y="43205"/>
                </a:lnTo>
                <a:lnTo>
                  <a:pt x="868248" y="41923"/>
                </a:lnTo>
                <a:lnTo>
                  <a:pt x="868492" y="40677"/>
                </a:lnTo>
                <a:lnTo>
                  <a:pt x="868763" y="39469"/>
                </a:lnTo>
                <a:lnTo>
                  <a:pt x="869059" y="38297"/>
                </a:lnTo>
                <a:lnTo>
                  <a:pt x="869380" y="37162"/>
                </a:lnTo>
                <a:lnTo>
                  <a:pt x="869728" y="36063"/>
                </a:lnTo>
                <a:lnTo>
                  <a:pt x="870101" y="35001"/>
                </a:lnTo>
                <a:lnTo>
                  <a:pt x="870500" y="33977"/>
                </a:lnTo>
                <a:lnTo>
                  <a:pt x="870925" y="32989"/>
                </a:lnTo>
                <a:lnTo>
                  <a:pt x="871376" y="32037"/>
                </a:lnTo>
                <a:lnTo>
                  <a:pt x="871852" y="31123"/>
                </a:lnTo>
                <a:lnTo>
                  <a:pt x="872354" y="30245"/>
                </a:lnTo>
                <a:lnTo>
                  <a:pt x="872882" y="29404"/>
                </a:lnTo>
                <a:lnTo>
                  <a:pt x="873435" y="28600"/>
                </a:lnTo>
                <a:lnTo>
                  <a:pt x="874015" y="27832"/>
                </a:lnTo>
                <a:lnTo>
                  <a:pt x="874620" y="27102"/>
                </a:lnTo>
                <a:lnTo>
                  <a:pt x="875245" y="26404"/>
                </a:lnTo>
                <a:lnTo>
                  <a:pt x="875887" y="25737"/>
                </a:lnTo>
                <a:lnTo>
                  <a:pt x="876543" y="25099"/>
                </a:lnTo>
                <a:lnTo>
                  <a:pt x="877216" y="24490"/>
                </a:lnTo>
                <a:lnTo>
                  <a:pt x="877904" y="23911"/>
                </a:lnTo>
                <a:lnTo>
                  <a:pt x="878608" y="23362"/>
                </a:lnTo>
                <a:lnTo>
                  <a:pt x="879327" y="22843"/>
                </a:lnTo>
                <a:lnTo>
                  <a:pt x="880062" y="22353"/>
                </a:lnTo>
                <a:lnTo>
                  <a:pt x="880812" y="21893"/>
                </a:lnTo>
                <a:lnTo>
                  <a:pt x="881578" y="21463"/>
                </a:lnTo>
                <a:lnTo>
                  <a:pt x="882360" y="21063"/>
                </a:lnTo>
                <a:lnTo>
                  <a:pt x="883157" y="20692"/>
                </a:lnTo>
                <a:lnTo>
                  <a:pt x="883970" y="20350"/>
                </a:lnTo>
                <a:lnTo>
                  <a:pt x="884799" y="20039"/>
                </a:lnTo>
                <a:lnTo>
                  <a:pt x="885643" y="19757"/>
                </a:lnTo>
                <a:lnTo>
                  <a:pt x="886503" y="19504"/>
                </a:lnTo>
                <a:lnTo>
                  <a:pt x="887378" y="19282"/>
                </a:lnTo>
                <a:lnTo>
                  <a:pt x="888269" y="19089"/>
                </a:lnTo>
                <a:lnTo>
                  <a:pt x="889175" y="18926"/>
                </a:lnTo>
                <a:lnTo>
                  <a:pt x="890097" y="18792"/>
                </a:lnTo>
                <a:lnTo>
                  <a:pt x="891035" y="18688"/>
                </a:lnTo>
                <a:lnTo>
                  <a:pt x="891988" y="18614"/>
                </a:lnTo>
                <a:lnTo>
                  <a:pt x="892957" y="18570"/>
                </a:lnTo>
                <a:lnTo>
                  <a:pt x="893942" y="18555"/>
                </a:lnTo>
                <a:lnTo>
                  <a:pt x="894655" y="18563"/>
                </a:lnTo>
                <a:lnTo>
                  <a:pt x="895360" y="18588"/>
                </a:lnTo>
                <a:lnTo>
                  <a:pt x="896056" y="18630"/>
                </a:lnTo>
                <a:lnTo>
                  <a:pt x="896743" y="18689"/>
                </a:lnTo>
                <a:lnTo>
                  <a:pt x="897421" y="18764"/>
                </a:lnTo>
                <a:lnTo>
                  <a:pt x="898089" y="18856"/>
                </a:lnTo>
                <a:lnTo>
                  <a:pt x="898749" y="18965"/>
                </a:lnTo>
                <a:lnTo>
                  <a:pt x="899400" y="19091"/>
                </a:lnTo>
                <a:lnTo>
                  <a:pt x="900042" y="19233"/>
                </a:lnTo>
                <a:lnTo>
                  <a:pt x="900675" y="19392"/>
                </a:lnTo>
                <a:lnTo>
                  <a:pt x="901298" y="19568"/>
                </a:lnTo>
                <a:lnTo>
                  <a:pt x="901913" y="19760"/>
                </a:lnTo>
                <a:lnTo>
                  <a:pt x="902519" y="19969"/>
                </a:lnTo>
                <a:lnTo>
                  <a:pt x="903116" y="20195"/>
                </a:lnTo>
                <a:lnTo>
                  <a:pt x="903703" y="20438"/>
                </a:lnTo>
                <a:lnTo>
                  <a:pt x="904282" y="20698"/>
                </a:lnTo>
                <a:lnTo>
                  <a:pt x="904852" y="20974"/>
                </a:lnTo>
                <a:lnTo>
                  <a:pt x="905413" y="21267"/>
                </a:lnTo>
                <a:lnTo>
                  <a:pt x="905964" y="21577"/>
                </a:lnTo>
                <a:lnTo>
                  <a:pt x="906507" y="21903"/>
                </a:lnTo>
                <a:lnTo>
                  <a:pt x="907041" y="22246"/>
                </a:lnTo>
                <a:lnTo>
                  <a:pt x="907566" y="22606"/>
                </a:lnTo>
                <a:lnTo>
                  <a:pt x="908081" y="22983"/>
                </a:lnTo>
                <a:lnTo>
                  <a:pt x="908588" y="23376"/>
                </a:lnTo>
                <a:lnTo>
                  <a:pt x="909083" y="23784"/>
                </a:lnTo>
                <a:lnTo>
                  <a:pt x="909564" y="24204"/>
                </a:lnTo>
                <a:lnTo>
                  <a:pt x="910030" y="24636"/>
                </a:lnTo>
                <a:lnTo>
                  <a:pt x="910482" y="25081"/>
                </a:lnTo>
                <a:lnTo>
                  <a:pt x="910920" y="25537"/>
                </a:lnTo>
                <a:lnTo>
                  <a:pt x="911344" y="26006"/>
                </a:lnTo>
                <a:lnTo>
                  <a:pt x="911753" y="26487"/>
                </a:lnTo>
                <a:lnTo>
                  <a:pt x="912147" y="26980"/>
                </a:lnTo>
                <a:lnTo>
                  <a:pt x="912528" y="27485"/>
                </a:lnTo>
                <a:lnTo>
                  <a:pt x="912894" y="28003"/>
                </a:lnTo>
                <a:lnTo>
                  <a:pt x="913246" y="28532"/>
                </a:lnTo>
                <a:lnTo>
                  <a:pt x="913583" y="29074"/>
                </a:lnTo>
                <a:lnTo>
                  <a:pt x="913906" y="29628"/>
                </a:lnTo>
                <a:lnTo>
                  <a:pt x="914215" y="30194"/>
                </a:lnTo>
                <a:lnTo>
                  <a:pt x="914509" y="30773"/>
                </a:lnTo>
                <a:lnTo>
                  <a:pt x="914789" y="31363"/>
                </a:lnTo>
                <a:lnTo>
                  <a:pt x="915055" y="31966"/>
                </a:lnTo>
                <a:lnTo>
                  <a:pt x="915307" y="32581"/>
                </a:lnTo>
                <a:lnTo>
                  <a:pt x="915544" y="33208"/>
                </a:lnTo>
                <a:lnTo>
                  <a:pt x="915766" y="33847"/>
                </a:lnTo>
                <a:lnTo>
                  <a:pt x="915975" y="34498"/>
                </a:lnTo>
                <a:lnTo>
                  <a:pt x="916169" y="35162"/>
                </a:lnTo>
                <a:lnTo>
                  <a:pt x="916349" y="35837"/>
                </a:lnTo>
                <a:lnTo>
                  <a:pt x="916514" y="36525"/>
                </a:lnTo>
                <a:lnTo>
                  <a:pt x="937918" y="31412"/>
                </a:lnTo>
                <a:lnTo>
                  <a:pt x="937607" y="30348"/>
                </a:lnTo>
                <a:lnTo>
                  <a:pt x="937284" y="29306"/>
                </a:lnTo>
                <a:lnTo>
                  <a:pt x="936948" y="28284"/>
                </a:lnTo>
                <a:lnTo>
                  <a:pt x="936599" y="27283"/>
                </a:lnTo>
                <a:lnTo>
                  <a:pt x="936238" y="26303"/>
                </a:lnTo>
                <a:lnTo>
                  <a:pt x="935863" y="25344"/>
                </a:lnTo>
                <a:lnTo>
                  <a:pt x="935477" y="24405"/>
                </a:lnTo>
                <a:lnTo>
                  <a:pt x="935077" y="23488"/>
                </a:lnTo>
                <a:lnTo>
                  <a:pt x="934665" y="22591"/>
                </a:lnTo>
                <a:lnTo>
                  <a:pt x="934240" y="21715"/>
                </a:lnTo>
                <a:lnTo>
                  <a:pt x="933803" y="20860"/>
                </a:lnTo>
                <a:lnTo>
                  <a:pt x="933352" y="20026"/>
                </a:lnTo>
                <a:lnTo>
                  <a:pt x="932889" y="19213"/>
                </a:lnTo>
                <a:lnTo>
                  <a:pt x="932414" y="18420"/>
                </a:lnTo>
                <a:lnTo>
                  <a:pt x="931926" y="17649"/>
                </a:lnTo>
                <a:lnTo>
                  <a:pt x="931425" y="16898"/>
                </a:lnTo>
                <a:lnTo>
                  <a:pt x="930911" y="16168"/>
                </a:lnTo>
                <a:lnTo>
                  <a:pt x="930385" y="15459"/>
                </a:lnTo>
                <a:lnTo>
                  <a:pt x="929846" y="14771"/>
                </a:lnTo>
                <a:lnTo>
                  <a:pt x="929294" y="14103"/>
                </a:lnTo>
                <a:lnTo>
                  <a:pt x="928730" y="13457"/>
                </a:lnTo>
                <a:lnTo>
                  <a:pt x="928153" y="12831"/>
                </a:lnTo>
                <a:lnTo>
                  <a:pt x="927563" y="12226"/>
                </a:lnTo>
                <a:lnTo>
                  <a:pt x="926960" y="11642"/>
                </a:lnTo>
                <a:lnTo>
                  <a:pt x="925925" y="10692"/>
                </a:lnTo>
                <a:lnTo>
                  <a:pt x="924864" y="9783"/>
                </a:lnTo>
                <a:lnTo>
                  <a:pt x="923777" y="8914"/>
                </a:lnTo>
                <a:lnTo>
                  <a:pt x="922665" y="8085"/>
                </a:lnTo>
                <a:lnTo>
                  <a:pt x="921527" y="7297"/>
                </a:lnTo>
                <a:lnTo>
                  <a:pt x="920363" y="6549"/>
                </a:lnTo>
                <a:lnTo>
                  <a:pt x="919174" y="5841"/>
                </a:lnTo>
                <a:lnTo>
                  <a:pt x="917959" y="5174"/>
                </a:lnTo>
                <a:lnTo>
                  <a:pt x="916718" y="4548"/>
                </a:lnTo>
                <a:lnTo>
                  <a:pt x="915452" y="3962"/>
                </a:lnTo>
                <a:lnTo>
                  <a:pt x="914161" y="3416"/>
                </a:lnTo>
                <a:lnTo>
                  <a:pt x="912843" y="2911"/>
                </a:lnTo>
                <a:lnTo>
                  <a:pt x="911500" y="2446"/>
                </a:lnTo>
                <a:lnTo>
                  <a:pt x="910132" y="2021"/>
                </a:lnTo>
                <a:lnTo>
                  <a:pt x="908738" y="1637"/>
                </a:lnTo>
                <a:lnTo>
                  <a:pt x="907318" y="1294"/>
                </a:lnTo>
                <a:lnTo>
                  <a:pt x="905872" y="990"/>
                </a:lnTo>
                <a:lnTo>
                  <a:pt x="904401" y="728"/>
                </a:lnTo>
                <a:lnTo>
                  <a:pt x="902905" y="505"/>
                </a:lnTo>
                <a:lnTo>
                  <a:pt x="901383" y="323"/>
                </a:lnTo>
                <a:lnTo>
                  <a:pt x="899835" y="182"/>
                </a:lnTo>
                <a:lnTo>
                  <a:pt x="898261" y="81"/>
                </a:lnTo>
                <a:lnTo>
                  <a:pt x="896662" y="20"/>
                </a:lnTo>
                <a:lnTo>
                  <a:pt x="895037" y="0"/>
                </a:lnTo>
                <a:lnTo>
                  <a:pt x="893177" y="26"/>
                </a:lnTo>
                <a:lnTo>
                  <a:pt x="891348" y="103"/>
                </a:lnTo>
                <a:lnTo>
                  <a:pt x="889548" y="231"/>
                </a:lnTo>
                <a:lnTo>
                  <a:pt x="887779" y="411"/>
                </a:lnTo>
                <a:lnTo>
                  <a:pt x="886040" y="643"/>
                </a:lnTo>
                <a:lnTo>
                  <a:pt x="884331" y="926"/>
                </a:lnTo>
                <a:lnTo>
                  <a:pt x="882652" y="1260"/>
                </a:lnTo>
                <a:lnTo>
                  <a:pt x="881003" y="1646"/>
                </a:lnTo>
                <a:lnTo>
                  <a:pt x="879385" y="2083"/>
                </a:lnTo>
                <a:lnTo>
                  <a:pt x="877797" y="2572"/>
                </a:lnTo>
                <a:lnTo>
                  <a:pt x="876239" y="3112"/>
                </a:lnTo>
                <a:lnTo>
                  <a:pt x="874711" y="3703"/>
                </a:lnTo>
                <a:lnTo>
                  <a:pt x="873213" y="4346"/>
                </a:lnTo>
                <a:lnTo>
                  <a:pt x="871746" y="5041"/>
                </a:lnTo>
                <a:lnTo>
                  <a:pt x="870309" y="5786"/>
                </a:lnTo>
                <a:lnTo>
                  <a:pt x="868901" y="6584"/>
                </a:lnTo>
                <a:lnTo>
                  <a:pt x="867524" y="7432"/>
                </a:lnTo>
                <a:lnTo>
                  <a:pt x="866178" y="8332"/>
                </a:lnTo>
                <a:lnTo>
                  <a:pt x="864861" y="9284"/>
                </a:lnTo>
                <a:lnTo>
                  <a:pt x="863575" y="10287"/>
                </a:lnTo>
                <a:lnTo>
                  <a:pt x="862319" y="11341"/>
                </a:lnTo>
                <a:lnTo>
                  <a:pt x="861093" y="12447"/>
                </a:lnTo>
                <a:lnTo>
                  <a:pt x="859897" y="13605"/>
                </a:lnTo>
                <a:lnTo>
                  <a:pt x="858731" y="14813"/>
                </a:lnTo>
                <a:lnTo>
                  <a:pt x="857605" y="16068"/>
                </a:lnTo>
                <a:lnTo>
                  <a:pt x="856526" y="17365"/>
                </a:lnTo>
                <a:lnTo>
                  <a:pt x="855495" y="18703"/>
                </a:lnTo>
                <a:lnTo>
                  <a:pt x="854512" y="20083"/>
                </a:lnTo>
                <a:lnTo>
                  <a:pt x="853578" y="21504"/>
                </a:lnTo>
                <a:lnTo>
                  <a:pt x="852691" y="22966"/>
                </a:lnTo>
                <a:lnTo>
                  <a:pt x="851852" y="24471"/>
                </a:lnTo>
                <a:lnTo>
                  <a:pt x="851061" y="26016"/>
                </a:lnTo>
                <a:lnTo>
                  <a:pt x="850318" y="27604"/>
                </a:lnTo>
                <a:lnTo>
                  <a:pt x="849623" y="29233"/>
                </a:lnTo>
                <a:lnTo>
                  <a:pt x="848975" y="30903"/>
                </a:lnTo>
                <a:lnTo>
                  <a:pt x="848376" y="32615"/>
                </a:lnTo>
                <a:lnTo>
                  <a:pt x="847825" y="34368"/>
                </a:lnTo>
                <a:lnTo>
                  <a:pt x="847322" y="36163"/>
                </a:lnTo>
                <a:lnTo>
                  <a:pt x="846866" y="38000"/>
                </a:lnTo>
                <a:lnTo>
                  <a:pt x="846459" y="39878"/>
                </a:lnTo>
                <a:lnTo>
                  <a:pt x="846099" y="41797"/>
                </a:lnTo>
                <a:lnTo>
                  <a:pt x="845788" y="43758"/>
                </a:lnTo>
                <a:lnTo>
                  <a:pt x="845524" y="45761"/>
                </a:lnTo>
                <a:lnTo>
                  <a:pt x="845308" y="47805"/>
                </a:lnTo>
                <a:lnTo>
                  <a:pt x="845140" y="49891"/>
                </a:lnTo>
                <a:lnTo>
                  <a:pt x="845020" y="52018"/>
                </a:lnTo>
                <a:lnTo>
                  <a:pt x="844949" y="54187"/>
                </a:lnTo>
                <a:lnTo>
                  <a:pt x="844925" y="56397"/>
                </a:lnTo>
                <a:lnTo>
                  <a:pt x="844948" y="58488"/>
                </a:lnTo>
                <a:lnTo>
                  <a:pt x="845020" y="60541"/>
                </a:lnTo>
                <a:lnTo>
                  <a:pt x="845139" y="62557"/>
                </a:lnTo>
                <a:lnTo>
                  <a:pt x="845306" y="64536"/>
                </a:lnTo>
                <a:lnTo>
                  <a:pt x="845521" y="66477"/>
                </a:lnTo>
                <a:lnTo>
                  <a:pt x="845783" y="68381"/>
                </a:lnTo>
                <a:lnTo>
                  <a:pt x="846093" y="70249"/>
                </a:lnTo>
                <a:lnTo>
                  <a:pt x="846451" y="72079"/>
                </a:lnTo>
                <a:lnTo>
                  <a:pt x="846856" y="73871"/>
                </a:lnTo>
                <a:lnTo>
                  <a:pt x="847309" y="75627"/>
                </a:lnTo>
                <a:lnTo>
                  <a:pt x="847810" y="77345"/>
                </a:lnTo>
                <a:lnTo>
                  <a:pt x="848358" y="79026"/>
                </a:lnTo>
                <a:lnTo>
                  <a:pt x="848954" y="80670"/>
                </a:lnTo>
                <a:lnTo>
                  <a:pt x="849598" y="82277"/>
                </a:lnTo>
                <a:lnTo>
                  <a:pt x="850289" y="83847"/>
                </a:lnTo>
                <a:lnTo>
                  <a:pt x="851028" y="85379"/>
                </a:lnTo>
                <a:lnTo>
                  <a:pt x="851815" y="86874"/>
                </a:lnTo>
                <a:lnTo>
                  <a:pt x="852650" y="88332"/>
                </a:lnTo>
                <a:lnTo>
                  <a:pt x="853532" y="89753"/>
                </a:lnTo>
                <a:lnTo>
                  <a:pt x="854462" y="91137"/>
                </a:lnTo>
                <a:lnTo>
                  <a:pt x="855439" y="92483"/>
                </a:lnTo>
                <a:lnTo>
                  <a:pt x="856465" y="93792"/>
                </a:lnTo>
                <a:lnTo>
                  <a:pt x="857537" y="95064"/>
                </a:lnTo>
                <a:lnTo>
                  <a:pt x="858658" y="96299"/>
                </a:lnTo>
                <a:lnTo>
                  <a:pt x="859816" y="97490"/>
                </a:lnTo>
                <a:lnTo>
                  <a:pt x="861000" y="98630"/>
                </a:lnTo>
                <a:lnTo>
                  <a:pt x="862210" y="99719"/>
                </a:lnTo>
                <a:lnTo>
                  <a:pt x="863447" y="100758"/>
                </a:lnTo>
                <a:lnTo>
                  <a:pt x="864710" y="101746"/>
                </a:lnTo>
                <a:lnTo>
                  <a:pt x="866000" y="102683"/>
                </a:lnTo>
                <a:lnTo>
                  <a:pt x="867316" y="103569"/>
                </a:lnTo>
                <a:lnTo>
                  <a:pt x="868658" y="104405"/>
                </a:lnTo>
                <a:lnTo>
                  <a:pt x="870027" y="105191"/>
                </a:lnTo>
                <a:lnTo>
                  <a:pt x="871422" y="105925"/>
                </a:lnTo>
                <a:lnTo>
                  <a:pt x="872843" y="106609"/>
                </a:lnTo>
                <a:lnTo>
                  <a:pt x="874291" y="107243"/>
                </a:lnTo>
                <a:lnTo>
                  <a:pt x="875765" y="107825"/>
                </a:lnTo>
                <a:lnTo>
                  <a:pt x="877266" y="108357"/>
                </a:lnTo>
                <a:lnTo>
                  <a:pt x="878793" y="108839"/>
                </a:lnTo>
                <a:lnTo>
                  <a:pt x="880346" y="109269"/>
                </a:lnTo>
                <a:lnTo>
                  <a:pt x="881926" y="109649"/>
                </a:lnTo>
                <a:lnTo>
                  <a:pt x="883532" y="109979"/>
                </a:lnTo>
                <a:lnTo>
                  <a:pt x="885164" y="110257"/>
                </a:lnTo>
                <a:lnTo>
                  <a:pt x="886823" y="110485"/>
                </a:lnTo>
                <a:lnTo>
                  <a:pt x="888508" y="110663"/>
                </a:lnTo>
                <a:lnTo>
                  <a:pt x="890220" y="110789"/>
                </a:lnTo>
                <a:lnTo>
                  <a:pt x="891958" y="110865"/>
                </a:lnTo>
                <a:lnTo>
                  <a:pt x="893722" y="110891"/>
                </a:lnTo>
                <a:lnTo>
                  <a:pt x="895149" y="110876"/>
                </a:lnTo>
                <a:lnTo>
                  <a:pt x="896554" y="110831"/>
                </a:lnTo>
                <a:lnTo>
                  <a:pt x="897938" y="110757"/>
                </a:lnTo>
                <a:lnTo>
                  <a:pt x="899302" y="110653"/>
                </a:lnTo>
                <a:lnTo>
                  <a:pt x="900644" y="110519"/>
                </a:lnTo>
                <a:lnTo>
                  <a:pt x="901966" y="110356"/>
                </a:lnTo>
                <a:lnTo>
                  <a:pt x="903266" y="110162"/>
                </a:lnTo>
                <a:lnTo>
                  <a:pt x="904546" y="109939"/>
                </a:lnTo>
                <a:lnTo>
                  <a:pt x="905805" y="109687"/>
                </a:lnTo>
                <a:lnTo>
                  <a:pt x="907043" y="109404"/>
                </a:lnTo>
                <a:lnTo>
                  <a:pt x="908260" y="109092"/>
                </a:lnTo>
                <a:lnTo>
                  <a:pt x="909456" y="108750"/>
                </a:lnTo>
                <a:lnTo>
                  <a:pt x="910631" y="108378"/>
                </a:lnTo>
                <a:lnTo>
                  <a:pt x="911785" y="107977"/>
                </a:lnTo>
                <a:lnTo>
                  <a:pt x="912918" y="107546"/>
                </a:lnTo>
                <a:lnTo>
                  <a:pt x="914030" y="107085"/>
                </a:lnTo>
                <a:lnTo>
                  <a:pt x="915122" y="106594"/>
                </a:lnTo>
                <a:lnTo>
                  <a:pt x="916192" y="106074"/>
                </a:lnTo>
                <a:lnTo>
                  <a:pt x="917242" y="105524"/>
                </a:lnTo>
                <a:lnTo>
                  <a:pt x="918270" y="104944"/>
                </a:lnTo>
                <a:lnTo>
                  <a:pt x="919278" y="104335"/>
                </a:lnTo>
                <a:lnTo>
                  <a:pt x="920265" y="103696"/>
                </a:lnTo>
                <a:lnTo>
                  <a:pt x="921231" y="103027"/>
                </a:lnTo>
                <a:lnTo>
                  <a:pt x="922176" y="102328"/>
                </a:lnTo>
                <a:lnTo>
                  <a:pt x="923099" y="101598"/>
                </a:lnTo>
                <a:lnTo>
                  <a:pt x="924000" y="100837"/>
                </a:lnTo>
                <a:lnTo>
                  <a:pt x="924879" y="100045"/>
                </a:lnTo>
                <a:lnTo>
                  <a:pt x="925736" y="99221"/>
                </a:lnTo>
                <a:lnTo>
                  <a:pt x="926570" y="98365"/>
                </a:lnTo>
                <a:lnTo>
                  <a:pt x="927383" y="97478"/>
                </a:lnTo>
                <a:lnTo>
                  <a:pt x="928173" y="96559"/>
                </a:lnTo>
                <a:lnTo>
                  <a:pt x="928941" y="95609"/>
                </a:lnTo>
                <a:lnTo>
                  <a:pt x="929687" y="94627"/>
                </a:lnTo>
                <a:lnTo>
                  <a:pt x="930410" y="93614"/>
                </a:lnTo>
                <a:lnTo>
                  <a:pt x="931112" y="92569"/>
                </a:lnTo>
                <a:lnTo>
                  <a:pt x="931791" y="91493"/>
                </a:lnTo>
                <a:lnTo>
                  <a:pt x="932448" y="90385"/>
                </a:lnTo>
                <a:lnTo>
                  <a:pt x="933083" y="89246"/>
                </a:lnTo>
                <a:lnTo>
                  <a:pt x="933695" y="88075"/>
                </a:lnTo>
                <a:lnTo>
                  <a:pt x="934286" y="86873"/>
                </a:lnTo>
                <a:lnTo>
                  <a:pt x="934854" y="85639"/>
                </a:lnTo>
                <a:lnTo>
                  <a:pt x="935400" y="84373"/>
                </a:lnTo>
                <a:lnTo>
                  <a:pt x="935924" y="83076"/>
                </a:lnTo>
                <a:lnTo>
                  <a:pt x="936425" y="81748"/>
                </a:lnTo>
                <a:lnTo>
                  <a:pt x="936905" y="80388"/>
                </a:lnTo>
                <a:lnTo>
                  <a:pt x="937362" y="78996"/>
                </a:lnTo>
                <a:lnTo>
                  <a:pt x="937797" y="77573"/>
                </a:lnTo>
                <a:lnTo>
                  <a:pt x="938210" y="76119"/>
                </a:lnTo>
                <a:lnTo>
                  <a:pt x="917245" y="69544"/>
                </a:lnTo>
                <a:lnTo>
                  <a:pt x="917013" y="70517"/>
                </a:lnTo>
                <a:lnTo>
                  <a:pt x="916770" y="71467"/>
                </a:lnTo>
                <a:lnTo>
                  <a:pt x="916514" y="72396"/>
                </a:lnTo>
                <a:lnTo>
                  <a:pt x="916246" y="73302"/>
                </a:lnTo>
                <a:close/>
                <a:moveTo>
                  <a:pt x="754676" y="31412"/>
                </a:moveTo>
                <a:lnTo>
                  <a:pt x="745252" y="31412"/>
                </a:lnTo>
                <a:lnTo>
                  <a:pt x="745252" y="47775"/>
                </a:lnTo>
                <a:lnTo>
                  <a:pt x="754676" y="47775"/>
                </a:lnTo>
                <a:lnTo>
                  <a:pt x="754676" y="81597"/>
                </a:lnTo>
                <a:lnTo>
                  <a:pt x="754677" y="82492"/>
                </a:lnTo>
                <a:lnTo>
                  <a:pt x="754680" y="83361"/>
                </a:lnTo>
                <a:lnTo>
                  <a:pt x="754686" y="84204"/>
                </a:lnTo>
                <a:lnTo>
                  <a:pt x="754694" y="85023"/>
                </a:lnTo>
                <a:lnTo>
                  <a:pt x="754704" y="85816"/>
                </a:lnTo>
                <a:lnTo>
                  <a:pt x="754717" y="86583"/>
                </a:lnTo>
                <a:lnTo>
                  <a:pt x="754732" y="87325"/>
                </a:lnTo>
                <a:lnTo>
                  <a:pt x="754749" y="88042"/>
                </a:lnTo>
                <a:lnTo>
                  <a:pt x="754768" y="88734"/>
                </a:lnTo>
                <a:lnTo>
                  <a:pt x="754790" y="89400"/>
                </a:lnTo>
                <a:lnTo>
                  <a:pt x="754814" y="90040"/>
                </a:lnTo>
                <a:lnTo>
                  <a:pt x="754840" y="90656"/>
                </a:lnTo>
                <a:lnTo>
                  <a:pt x="754869" y="91246"/>
                </a:lnTo>
                <a:lnTo>
                  <a:pt x="754899" y="91810"/>
                </a:lnTo>
                <a:lnTo>
                  <a:pt x="754933" y="92350"/>
                </a:lnTo>
                <a:lnTo>
                  <a:pt x="754968" y="92863"/>
                </a:lnTo>
                <a:lnTo>
                  <a:pt x="755006" y="93352"/>
                </a:lnTo>
                <a:lnTo>
                  <a:pt x="755046" y="93815"/>
                </a:lnTo>
                <a:lnTo>
                  <a:pt x="755088" y="94253"/>
                </a:lnTo>
                <a:lnTo>
                  <a:pt x="755132" y="94665"/>
                </a:lnTo>
                <a:lnTo>
                  <a:pt x="755179" y="95052"/>
                </a:lnTo>
                <a:lnTo>
                  <a:pt x="755228" y="95414"/>
                </a:lnTo>
                <a:lnTo>
                  <a:pt x="755280" y="95751"/>
                </a:lnTo>
                <a:lnTo>
                  <a:pt x="755333" y="96061"/>
                </a:lnTo>
                <a:lnTo>
                  <a:pt x="755402" y="96478"/>
                </a:lnTo>
                <a:lnTo>
                  <a:pt x="755476" y="96887"/>
                </a:lnTo>
                <a:lnTo>
                  <a:pt x="755554" y="97289"/>
                </a:lnTo>
                <a:lnTo>
                  <a:pt x="755637" y="97684"/>
                </a:lnTo>
                <a:lnTo>
                  <a:pt x="755724" y="98071"/>
                </a:lnTo>
                <a:lnTo>
                  <a:pt x="755815" y="98452"/>
                </a:lnTo>
                <a:lnTo>
                  <a:pt x="755911" y="98825"/>
                </a:lnTo>
                <a:lnTo>
                  <a:pt x="756011" y="99190"/>
                </a:lnTo>
                <a:lnTo>
                  <a:pt x="756116" y="99549"/>
                </a:lnTo>
                <a:lnTo>
                  <a:pt x="756225" y="99900"/>
                </a:lnTo>
                <a:lnTo>
                  <a:pt x="756338" y="100245"/>
                </a:lnTo>
                <a:lnTo>
                  <a:pt x="756456" y="100581"/>
                </a:lnTo>
                <a:lnTo>
                  <a:pt x="756579" y="100911"/>
                </a:lnTo>
                <a:lnTo>
                  <a:pt x="756706" y="101234"/>
                </a:lnTo>
                <a:lnTo>
                  <a:pt x="756837" y="101549"/>
                </a:lnTo>
                <a:lnTo>
                  <a:pt x="756973" y="101857"/>
                </a:lnTo>
                <a:lnTo>
                  <a:pt x="757113" y="102158"/>
                </a:lnTo>
                <a:lnTo>
                  <a:pt x="757258" y="102451"/>
                </a:lnTo>
                <a:lnTo>
                  <a:pt x="757407" y="102737"/>
                </a:lnTo>
                <a:lnTo>
                  <a:pt x="757560" y="103017"/>
                </a:lnTo>
                <a:lnTo>
                  <a:pt x="757718" y="103288"/>
                </a:lnTo>
                <a:lnTo>
                  <a:pt x="757881" y="103553"/>
                </a:lnTo>
                <a:lnTo>
                  <a:pt x="758047" y="103810"/>
                </a:lnTo>
                <a:lnTo>
                  <a:pt x="758219" y="104061"/>
                </a:lnTo>
                <a:lnTo>
                  <a:pt x="758396" y="104305"/>
                </a:lnTo>
                <a:lnTo>
                  <a:pt x="758582" y="104546"/>
                </a:lnTo>
                <a:lnTo>
                  <a:pt x="758776" y="104783"/>
                </a:lnTo>
                <a:lnTo>
                  <a:pt x="758979" y="105016"/>
                </a:lnTo>
                <a:lnTo>
                  <a:pt x="759189" y="105246"/>
                </a:lnTo>
                <a:lnTo>
                  <a:pt x="759408" y="105471"/>
                </a:lnTo>
                <a:lnTo>
                  <a:pt x="759635" y="105693"/>
                </a:lnTo>
                <a:lnTo>
                  <a:pt x="759870" y="105911"/>
                </a:lnTo>
                <a:lnTo>
                  <a:pt x="760114" y="106125"/>
                </a:lnTo>
                <a:lnTo>
                  <a:pt x="760366" y="106336"/>
                </a:lnTo>
                <a:lnTo>
                  <a:pt x="760626" y="106542"/>
                </a:lnTo>
                <a:lnTo>
                  <a:pt x="760894" y="106745"/>
                </a:lnTo>
                <a:lnTo>
                  <a:pt x="761171" y="106944"/>
                </a:lnTo>
                <a:lnTo>
                  <a:pt x="761456" y="107139"/>
                </a:lnTo>
                <a:lnTo>
                  <a:pt x="761749" y="107331"/>
                </a:lnTo>
                <a:lnTo>
                  <a:pt x="762050" y="107518"/>
                </a:lnTo>
                <a:lnTo>
                  <a:pt x="762359" y="107702"/>
                </a:lnTo>
                <a:lnTo>
                  <a:pt x="762677" y="107882"/>
                </a:lnTo>
                <a:lnTo>
                  <a:pt x="763003" y="108058"/>
                </a:lnTo>
                <a:lnTo>
                  <a:pt x="763337" y="108230"/>
                </a:lnTo>
                <a:lnTo>
                  <a:pt x="763680" y="108399"/>
                </a:lnTo>
                <a:lnTo>
                  <a:pt x="764031" y="108564"/>
                </a:lnTo>
                <a:lnTo>
                  <a:pt x="764390" y="108725"/>
                </a:lnTo>
                <a:lnTo>
                  <a:pt x="764757" y="108882"/>
                </a:lnTo>
                <a:lnTo>
                  <a:pt x="765130" y="109034"/>
                </a:lnTo>
                <a:lnTo>
                  <a:pt x="765507" y="109179"/>
                </a:lnTo>
                <a:lnTo>
                  <a:pt x="765888" y="109318"/>
                </a:lnTo>
                <a:lnTo>
                  <a:pt x="766273" y="109451"/>
                </a:lnTo>
                <a:lnTo>
                  <a:pt x="766661" y="109577"/>
                </a:lnTo>
                <a:lnTo>
                  <a:pt x="767053" y="109697"/>
                </a:lnTo>
                <a:lnTo>
                  <a:pt x="767449" y="109810"/>
                </a:lnTo>
                <a:lnTo>
                  <a:pt x="767849" y="109917"/>
                </a:lnTo>
                <a:lnTo>
                  <a:pt x="768253" y="110017"/>
                </a:lnTo>
                <a:lnTo>
                  <a:pt x="768660" y="110111"/>
                </a:lnTo>
                <a:lnTo>
                  <a:pt x="769072" y="110198"/>
                </a:lnTo>
                <a:lnTo>
                  <a:pt x="769487" y="110279"/>
                </a:lnTo>
                <a:lnTo>
                  <a:pt x="769906" y="110353"/>
                </a:lnTo>
                <a:lnTo>
                  <a:pt x="770328" y="110421"/>
                </a:lnTo>
                <a:lnTo>
                  <a:pt x="770755" y="110483"/>
                </a:lnTo>
                <a:lnTo>
                  <a:pt x="771185" y="110538"/>
                </a:lnTo>
                <a:lnTo>
                  <a:pt x="771619" y="110586"/>
                </a:lnTo>
                <a:lnTo>
                  <a:pt x="772057" y="110628"/>
                </a:lnTo>
                <a:lnTo>
                  <a:pt x="772499" y="110664"/>
                </a:lnTo>
                <a:lnTo>
                  <a:pt x="772945" y="110693"/>
                </a:lnTo>
                <a:lnTo>
                  <a:pt x="773394" y="110716"/>
                </a:lnTo>
                <a:lnTo>
                  <a:pt x="773847" y="110732"/>
                </a:lnTo>
                <a:lnTo>
                  <a:pt x="774304" y="110741"/>
                </a:lnTo>
                <a:lnTo>
                  <a:pt x="774765" y="110745"/>
                </a:lnTo>
                <a:lnTo>
                  <a:pt x="775516" y="110739"/>
                </a:lnTo>
                <a:lnTo>
                  <a:pt x="776261" y="110723"/>
                </a:lnTo>
                <a:lnTo>
                  <a:pt x="777000" y="110696"/>
                </a:lnTo>
                <a:lnTo>
                  <a:pt x="777731" y="110659"/>
                </a:lnTo>
                <a:lnTo>
                  <a:pt x="778457" y="110611"/>
                </a:lnTo>
                <a:lnTo>
                  <a:pt x="779175" y="110552"/>
                </a:lnTo>
                <a:lnTo>
                  <a:pt x="779887" y="110482"/>
                </a:lnTo>
                <a:lnTo>
                  <a:pt x="780592" y="110402"/>
                </a:lnTo>
                <a:lnTo>
                  <a:pt x="781291" y="110311"/>
                </a:lnTo>
                <a:lnTo>
                  <a:pt x="781984" y="110210"/>
                </a:lnTo>
                <a:lnTo>
                  <a:pt x="782669" y="110097"/>
                </a:lnTo>
                <a:lnTo>
                  <a:pt x="783348" y="109974"/>
                </a:lnTo>
                <a:lnTo>
                  <a:pt x="784021" y="109840"/>
                </a:lnTo>
                <a:lnTo>
                  <a:pt x="784686" y="109696"/>
                </a:lnTo>
                <a:lnTo>
                  <a:pt x="785346" y="109541"/>
                </a:lnTo>
                <a:lnTo>
                  <a:pt x="785998" y="109375"/>
                </a:lnTo>
                <a:lnTo>
                  <a:pt x="786644" y="109198"/>
                </a:lnTo>
                <a:lnTo>
                  <a:pt x="787284" y="109011"/>
                </a:lnTo>
                <a:lnTo>
                  <a:pt x="787917" y="108813"/>
                </a:lnTo>
                <a:lnTo>
                  <a:pt x="788543" y="108604"/>
                </a:lnTo>
                <a:lnTo>
                  <a:pt x="789162" y="108385"/>
                </a:lnTo>
                <a:lnTo>
                  <a:pt x="789776" y="108155"/>
                </a:lnTo>
                <a:lnTo>
                  <a:pt x="790382" y="107914"/>
                </a:lnTo>
                <a:lnTo>
                  <a:pt x="790982" y="107663"/>
                </a:lnTo>
                <a:lnTo>
                  <a:pt x="789229" y="91678"/>
                </a:lnTo>
                <a:lnTo>
                  <a:pt x="788783" y="91839"/>
                </a:lnTo>
                <a:lnTo>
                  <a:pt x="788345" y="91993"/>
                </a:lnTo>
                <a:lnTo>
                  <a:pt x="787917" y="92141"/>
                </a:lnTo>
                <a:lnTo>
                  <a:pt x="787498" y="92281"/>
                </a:lnTo>
                <a:lnTo>
                  <a:pt x="787087" y="92415"/>
                </a:lnTo>
                <a:lnTo>
                  <a:pt x="786686" y="92541"/>
                </a:lnTo>
                <a:lnTo>
                  <a:pt x="786293" y="92661"/>
                </a:lnTo>
                <a:lnTo>
                  <a:pt x="785909" y="92774"/>
                </a:lnTo>
                <a:lnTo>
                  <a:pt x="785534" y="92880"/>
                </a:lnTo>
                <a:lnTo>
                  <a:pt x="785168" y="92980"/>
                </a:lnTo>
                <a:lnTo>
                  <a:pt x="784811" y="93072"/>
                </a:lnTo>
                <a:lnTo>
                  <a:pt x="784462" y="93158"/>
                </a:lnTo>
                <a:lnTo>
                  <a:pt x="784123" y="93236"/>
                </a:lnTo>
                <a:lnTo>
                  <a:pt x="783792" y="93308"/>
                </a:lnTo>
                <a:lnTo>
                  <a:pt x="783470" y="93373"/>
                </a:lnTo>
                <a:lnTo>
                  <a:pt x="783157" y="93432"/>
                </a:lnTo>
                <a:lnTo>
                  <a:pt x="782853" y="93483"/>
                </a:lnTo>
                <a:lnTo>
                  <a:pt x="782558" y="93528"/>
                </a:lnTo>
                <a:lnTo>
                  <a:pt x="782272" y="93565"/>
                </a:lnTo>
                <a:lnTo>
                  <a:pt x="781995" y="93596"/>
                </a:lnTo>
                <a:lnTo>
                  <a:pt x="781726" y="93620"/>
                </a:lnTo>
                <a:lnTo>
                  <a:pt x="781467" y="93637"/>
                </a:lnTo>
                <a:lnTo>
                  <a:pt x="781216" y="93647"/>
                </a:lnTo>
                <a:lnTo>
                  <a:pt x="780974" y="93651"/>
                </a:lnTo>
                <a:lnTo>
                  <a:pt x="780805" y="93649"/>
                </a:lnTo>
                <a:lnTo>
                  <a:pt x="780637" y="93644"/>
                </a:lnTo>
                <a:lnTo>
                  <a:pt x="780472" y="93635"/>
                </a:lnTo>
                <a:lnTo>
                  <a:pt x="780309" y="93622"/>
                </a:lnTo>
                <a:lnTo>
                  <a:pt x="780149" y="93607"/>
                </a:lnTo>
                <a:lnTo>
                  <a:pt x="779990" y="93587"/>
                </a:lnTo>
                <a:lnTo>
                  <a:pt x="779834" y="93564"/>
                </a:lnTo>
                <a:lnTo>
                  <a:pt x="779679" y="93537"/>
                </a:lnTo>
                <a:lnTo>
                  <a:pt x="779527" y="93507"/>
                </a:lnTo>
                <a:lnTo>
                  <a:pt x="779377" y="93474"/>
                </a:lnTo>
                <a:lnTo>
                  <a:pt x="779229" y="93436"/>
                </a:lnTo>
                <a:lnTo>
                  <a:pt x="779084" y="93396"/>
                </a:lnTo>
                <a:lnTo>
                  <a:pt x="778940" y="93351"/>
                </a:lnTo>
                <a:lnTo>
                  <a:pt x="778799" y="93304"/>
                </a:lnTo>
                <a:lnTo>
                  <a:pt x="778660" y="93252"/>
                </a:lnTo>
                <a:lnTo>
                  <a:pt x="778523" y="93197"/>
                </a:lnTo>
                <a:lnTo>
                  <a:pt x="778388" y="93139"/>
                </a:lnTo>
                <a:lnTo>
                  <a:pt x="778255" y="93077"/>
                </a:lnTo>
                <a:lnTo>
                  <a:pt x="778125" y="93011"/>
                </a:lnTo>
                <a:lnTo>
                  <a:pt x="777996" y="92942"/>
                </a:lnTo>
                <a:lnTo>
                  <a:pt x="777870" y="92870"/>
                </a:lnTo>
                <a:lnTo>
                  <a:pt x="777746" y="92793"/>
                </a:lnTo>
                <a:lnTo>
                  <a:pt x="777624" y="92714"/>
                </a:lnTo>
                <a:lnTo>
                  <a:pt x="777504" y="92630"/>
                </a:lnTo>
                <a:lnTo>
                  <a:pt x="777387" y="92544"/>
                </a:lnTo>
                <a:lnTo>
                  <a:pt x="777274" y="92456"/>
                </a:lnTo>
                <a:lnTo>
                  <a:pt x="777164" y="92366"/>
                </a:lnTo>
                <a:lnTo>
                  <a:pt x="777058" y="92274"/>
                </a:lnTo>
                <a:lnTo>
                  <a:pt x="776955" y="92181"/>
                </a:lnTo>
                <a:lnTo>
                  <a:pt x="776856" y="92085"/>
                </a:lnTo>
                <a:lnTo>
                  <a:pt x="776760" y="91988"/>
                </a:lnTo>
                <a:lnTo>
                  <a:pt x="776668" y="91888"/>
                </a:lnTo>
                <a:lnTo>
                  <a:pt x="776580" y="91787"/>
                </a:lnTo>
                <a:lnTo>
                  <a:pt x="776495" y="91684"/>
                </a:lnTo>
                <a:lnTo>
                  <a:pt x="776413" y="91579"/>
                </a:lnTo>
                <a:lnTo>
                  <a:pt x="776335" y="91472"/>
                </a:lnTo>
                <a:lnTo>
                  <a:pt x="776261" y="91363"/>
                </a:lnTo>
                <a:lnTo>
                  <a:pt x="776190" y="91252"/>
                </a:lnTo>
                <a:lnTo>
                  <a:pt x="776123" y="91140"/>
                </a:lnTo>
                <a:lnTo>
                  <a:pt x="776059" y="91025"/>
                </a:lnTo>
                <a:lnTo>
                  <a:pt x="775999" y="90909"/>
                </a:lnTo>
                <a:lnTo>
                  <a:pt x="775943" y="90791"/>
                </a:lnTo>
                <a:lnTo>
                  <a:pt x="775890" y="90671"/>
                </a:lnTo>
                <a:lnTo>
                  <a:pt x="775840" y="90549"/>
                </a:lnTo>
                <a:lnTo>
                  <a:pt x="775794" y="90425"/>
                </a:lnTo>
                <a:lnTo>
                  <a:pt x="775752" y="90299"/>
                </a:lnTo>
                <a:lnTo>
                  <a:pt x="775713" y="90171"/>
                </a:lnTo>
                <a:lnTo>
                  <a:pt x="775678" y="90042"/>
                </a:lnTo>
                <a:lnTo>
                  <a:pt x="775645" y="89897"/>
                </a:lnTo>
                <a:lnTo>
                  <a:pt x="775614" y="89725"/>
                </a:lnTo>
                <a:lnTo>
                  <a:pt x="775584" y="89526"/>
                </a:lnTo>
                <a:lnTo>
                  <a:pt x="775555" y="89299"/>
                </a:lnTo>
                <a:lnTo>
                  <a:pt x="775528" y="89045"/>
                </a:lnTo>
                <a:lnTo>
                  <a:pt x="775502" y="88763"/>
                </a:lnTo>
                <a:lnTo>
                  <a:pt x="775478" y="88454"/>
                </a:lnTo>
                <a:lnTo>
                  <a:pt x="775455" y="88117"/>
                </a:lnTo>
                <a:lnTo>
                  <a:pt x="775433" y="87752"/>
                </a:lnTo>
                <a:lnTo>
                  <a:pt x="775413" y="87361"/>
                </a:lnTo>
                <a:lnTo>
                  <a:pt x="775394" y="86941"/>
                </a:lnTo>
                <a:lnTo>
                  <a:pt x="775376" y="86495"/>
                </a:lnTo>
                <a:lnTo>
                  <a:pt x="775360" y="86021"/>
                </a:lnTo>
                <a:lnTo>
                  <a:pt x="775346" y="85519"/>
                </a:lnTo>
                <a:lnTo>
                  <a:pt x="775333" y="84990"/>
                </a:lnTo>
                <a:lnTo>
                  <a:pt x="775321" y="84433"/>
                </a:lnTo>
                <a:lnTo>
                  <a:pt x="775310" y="83849"/>
                </a:lnTo>
                <a:lnTo>
                  <a:pt x="775301" y="83237"/>
                </a:lnTo>
                <a:lnTo>
                  <a:pt x="775293" y="82598"/>
                </a:lnTo>
                <a:lnTo>
                  <a:pt x="775287" y="81932"/>
                </a:lnTo>
                <a:lnTo>
                  <a:pt x="775282" y="81238"/>
                </a:lnTo>
                <a:lnTo>
                  <a:pt x="775279" y="80516"/>
                </a:lnTo>
                <a:lnTo>
                  <a:pt x="775277" y="79767"/>
                </a:lnTo>
                <a:lnTo>
                  <a:pt x="775276" y="78990"/>
                </a:lnTo>
                <a:lnTo>
                  <a:pt x="775276" y="47775"/>
                </a:lnTo>
                <a:lnTo>
                  <a:pt x="789302" y="47775"/>
                </a:lnTo>
                <a:lnTo>
                  <a:pt x="789302" y="31412"/>
                </a:lnTo>
                <a:lnTo>
                  <a:pt x="775276" y="31412"/>
                </a:lnTo>
                <a:lnTo>
                  <a:pt x="775276" y="3799"/>
                </a:lnTo>
                <a:lnTo>
                  <a:pt x="754676" y="15925"/>
                </a:lnTo>
                <a:lnTo>
                  <a:pt x="754676" y="31412"/>
                </a:lnTo>
                <a:close/>
                <a:moveTo>
                  <a:pt x="632881" y="86159"/>
                </a:moveTo>
                <a:lnTo>
                  <a:pt x="632715" y="86596"/>
                </a:lnTo>
                <a:lnTo>
                  <a:pt x="632545" y="87021"/>
                </a:lnTo>
                <a:lnTo>
                  <a:pt x="632368" y="87436"/>
                </a:lnTo>
                <a:lnTo>
                  <a:pt x="632187" y="87839"/>
                </a:lnTo>
                <a:lnTo>
                  <a:pt x="631999" y="88231"/>
                </a:lnTo>
                <a:lnTo>
                  <a:pt x="631806" y="88612"/>
                </a:lnTo>
                <a:lnTo>
                  <a:pt x="631608" y="88982"/>
                </a:lnTo>
                <a:lnTo>
                  <a:pt x="631403" y="89341"/>
                </a:lnTo>
                <a:lnTo>
                  <a:pt x="631194" y="89688"/>
                </a:lnTo>
                <a:lnTo>
                  <a:pt x="630978" y="90025"/>
                </a:lnTo>
                <a:lnTo>
                  <a:pt x="630757" y="90350"/>
                </a:lnTo>
                <a:lnTo>
                  <a:pt x="630531" y="90664"/>
                </a:lnTo>
                <a:lnTo>
                  <a:pt x="630299" y="90967"/>
                </a:lnTo>
                <a:lnTo>
                  <a:pt x="630061" y="91258"/>
                </a:lnTo>
                <a:lnTo>
                  <a:pt x="629818" y="91539"/>
                </a:lnTo>
                <a:lnTo>
                  <a:pt x="629569" y="91808"/>
                </a:lnTo>
                <a:lnTo>
                  <a:pt x="629315" y="92067"/>
                </a:lnTo>
                <a:lnTo>
                  <a:pt x="629055" y="92314"/>
                </a:lnTo>
                <a:lnTo>
                  <a:pt x="628789" y="92549"/>
                </a:lnTo>
                <a:lnTo>
                  <a:pt x="628518" y="92774"/>
                </a:lnTo>
                <a:lnTo>
                  <a:pt x="628241" y="92989"/>
                </a:lnTo>
                <a:lnTo>
                  <a:pt x="627959" y="93194"/>
                </a:lnTo>
                <a:lnTo>
                  <a:pt x="627672" y="93391"/>
                </a:lnTo>
                <a:lnTo>
                  <a:pt x="627379" y="93578"/>
                </a:lnTo>
                <a:lnTo>
                  <a:pt x="627082" y="93756"/>
                </a:lnTo>
                <a:lnTo>
                  <a:pt x="626778" y="93925"/>
                </a:lnTo>
                <a:lnTo>
                  <a:pt x="626470" y="94085"/>
                </a:lnTo>
                <a:lnTo>
                  <a:pt x="626156" y="94235"/>
                </a:lnTo>
                <a:lnTo>
                  <a:pt x="625837" y="94377"/>
                </a:lnTo>
                <a:lnTo>
                  <a:pt x="625512" y="94509"/>
                </a:lnTo>
                <a:lnTo>
                  <a:pt x="625182" y="94632"/>
                </a:lnTo>
                <a:lnTo>
                  <a:pt x="624847" y="94747"/>
                </a:lnTo>
                <a:lnTo>
                  <a:pt x="624507" y="94852"/>
                </a:lnTo>
                <a:lnTo>
                  <a:pt x="624161" y="94947"/>
                </a:lnTo>
                <a:lnTo>
                  <a:pt x="623810" y="95034"/>
                </a:lnTo>
                <a:lnTo>
                  <a:pt x="623453" y="95112"/>
                </a:lnTo>
                <a:lnTo>
                  <a:pt x="623091" y="95180"/>
                </a:lnTo>
                <a:lnTo>
                  <a:pt x="622724" y="95240"/>
                </a:lnTo>
                <a:lnTo>
                  <a:pt x="622352" y="95290"/>
                </a:lnTo>
                <a:lnTo>
                  <a:pt x="621974" y="95331"/>
                </a:lnTo>
                <a:lnTo>
                  <a:pt x="621591" y="95363"/>
                </a:lnTo>
                <a:lnTo>
                  <a:pt x="621202" y="95386"/>
                </a:lnTo>
                <a:lnTo>
                  <a:pt x="620808" y="95399"/>
                </a:lnTo>
                <a:lnTo>
                  <a:pt x="620409" y="95404"/>
                </a:lnTo>
                <a:lnTo>
                  <a:pt x="619823" y="95395"/>
                </a:lnTo>
                <a:lnTo>
                  <a:pt x="619244" y="95369"/>
                </a:lnTo>
                <a:lnTo>
                  <a:pt x="618674" y="95325"/>
                </a:lnTo>
                <a:lnTo>
                  <a:pt x="618112" y="95263"/>
                </a:lnTo>
                <a:lnTo>
                  <a:pt x="617558" y="95184"/>
                </a:lnTo>
                <a:lnTo>
                  <a:pt x="617012" y="95087"/>
                </a:lnTo>
                <a:lnTo>
                  <a:pt x="616475" y="94972"/>
                </a:lnTo>
                <a:lnTo>
                  <a:pt x="615945" y="94840"/>
                </a:lnTo>
                <a:lnTo>
                  <a:pt x="615424" y="94690"/>
                </a:lnTo>
                <a:lnTo>
                  <a:pt x="614910" y="94523"/>
                </a:lnTo>
                <a:lnTo>
                  <a:pt x="614405" y="94338"/>
                </a:lnTo>
                <a:lnTo>
                  <a:pt x="613908" y="94135"/>
                </a:lnTo>
                <a:lnTo>
                  <a:pt x="613419" y="93914"/>
                </a:lnTo>
                <a:lnTo>
                  <a:pt x="612938" y="93676"/>
                </a:lnTo>
                <a:lnTo>
                  <a:pt x="612465" y="93421"/>
                </a:lnTo>
                <a:lnTo>
                  <a:pt x="612000" y="93148"/>
                </a:lnTo>
                <a:lnTo>
                  <a:pt x="611544" y="92857"/>
                </a:lnTo>
                <a:lnTo>
                  <a:pt x="611095" y="92548"/>
                </a:lnTo>
                <a:lnTo>
                  <a:pt x="610655" y="92222"/>
                </a:lnTo>
                <a:lnTo>
                  <a:pt x="610223" y="91878"/>
                </a:lnTo>
                <a:lnTo>
                  <a:pt x="609799" y="91517"/>
                </a:lnTo>
                <a:lnTo>
                  <a:pt x="609383" y="91138"/>
                </a:lnTo>
                <a:lnTo>
                  <a:pt x="608975" y="90741"/>
                </a:lnTo>
                <a:lnTo>
                  <a:pt x="608575" y="90327"/>
                </a:lnTo>
                <a:lnTo>
                  <a:pt x="608187" y="89897"/>
                </a:lnTo>
                <a:lnTo>
                  <a:pt x="607815" y="89453"/>
                </a:lnTo>
                <a:lnTo>
                  <a:pt x="607459" y="88994"/>
                </a:lnTo>
                <a:lnTo>
                  <a:pt x="607118" y="88522"/>
                </a:lnTo>
                <a:lnTo>
                  <a:pt x="606793" y="88036"/>
                </a:lnTo>
                <a:lnTo>
                  <a:pt x="606484" y="87535"/>
                </a:lnTo>
                <a:lnTo>
                  <a:pt x="606191" y="87021"/>
                </a:lnTo>
                <a:lnTo>
                  <a:pt x="605913" y="86492"/>
                </a:lnTo>
                <a:lnTo>
                  <a:pt x="605651" y="85949"/>
                </a:lnTo>
                <a:lnTo>
                  <a:pt x="605404" y="85392"/>
                </a:lnTo>
                <a:lnTo>
                  <a:pt x="605174" y="84821"/>
                </a:lnTo>
                <a:lnTo>
                  <a:pt x="604959" y="84236"/>
                </a:lnTo>
                <a:lnTo>
                  <a:pt x="604760" y="83637"/>
                </a:lnTo>
                <a:lnTo>
                  <a:pt x="604577" y="83024"/>
                </a:lnTo>
                <a:lnTo>
                  <a:pt x="604409" y="82397"/>
                </a:lnTo>
                <a:lnTo>
                  <a:pt x="604257" y="81756"/>
                </a:lnTo>
                <a:lnTo>
                  <a:pt x="604121" y="81100"/>
                </a:lnTo>
                <a:lnTo>
                  <a:pt x="604000" y="80431"/>
                </a:lnTo>
                <a:lnTo>
                  <a:pt x="603895" y="79747"/>
                </a:lnTo>
                <a:lnTo>
                  <a:pt x="603806" y="79050"/>
                </a:lnTo>
                <a:lnTo>
                  <a:pt x="603733" y="78338"/>
                </a:lnTo>
                <a:lnTo>
                  <a:pt x="603676" y="77612"/>
                </a:lnTo>
                <a:lnTo>
                  <a:pt x="603634" y="76873"/>
                </a:lnTo>
                <a:lnTo>
                  <a:pt x="603608" y="76119"/>
                </a:lnTo>
                <a:lnTo>
                  <a:pt x="655035" y="76119"/>
                </a:lnTo>
                <a:lnTo>
                  <a:pt x="655054" y="74174"/>
                </a:lnTo>
                <a:lnTo>
                  <a:pt x="655036" y="72271"/>
                </a:lnTo>
                <a:lnTo>
                  <a:pt x="654982" y="70410"/>
                </a:lnTo>
                <a:lnTo>
                  <a:pt x="654891" y="68591"/>
                </a:lnTo>
                <a:lnTo>
                  <a:pt x="654764" y="66815"/>
                </a:lnTo>
                <a:lnTo>
                  <a:pt x="654601" y="65081"/>
                </a:lnTo>
                <a:lnTo>
                  <a:pt x="654402" y="63389"/>
                </a:lnTo>
                <a:lnTo>
                  <a:pt x="654167" y="61740"/>
                </a:lnTo>
                <a:lnTo>
                  <a:pt x="653895" y="60133"/>
                </a:lnTo>
                <a:lnTo>
                  <a:pt x="653587" y="58568"/>
                </a:lnTo>
                <a:lnTo>
                  <a:pt x="653243" y="57045"/>
                </a:lnTo>
                <a:lnTo>
                  <a:pt x="652862" y="55564"/>
                </a:lnTo>
                <a:lnTo>
                  <a:pt x="652445" y="54126"/>
                </a:lnTo>
                <a:lnTo>
                  <a:pt x="651992" y="52730"/>
                </a:lnTo>
                <a:lnTo>
                  <a:pt x="651503" y="51376"/>
                </a:lnTo>
                <a:lnTo>
                  <a:pt x="650977" y="50064"/>
                </a:lnTo>
                <a:lnTo>
                  <a:pt x="650415" y="48795"/>
                </a:lnTo>
                <a:lnTo>
                  <a:pt x="649817" y="47567"/>
                </a:lnTo>
                <a:lnTo>
                  <a:pt x="649182" y="46382"/>
                </a:lnTo>
                <a:lnTo>
                  <a:pt x="648511" y="45240"/>
                </a:lnTo>
                <a:lnTo>
                  <a:pt x="647804" y="44139"/>
                </a:lnTo>
                <a:lnTo>
                  <a:pt x="647061" y="43081"/>
                </a:lnTo>
                <a:lnTo>
                  <a:pt x="646281" y="42065"/>
                </a:lnTo>
                <a:lnTo>
                  <a:pt x="645466" y="41091"/>
                </a:lnTo>
                <a:lnTo>
                  <a:pt x="644619" y="40158"/>
                </a:lnTo>
                <a:lnTo>
                  <a:pt x="643747" y="39265"/>
                </a:lnTo>
                <a:lnTo>
                  <a:pt x="642849" y="38411"/>
                </a:lnTo>
                <a:lnTo>
                  <a:pt x="641927" y="37598"/>
                </a:lnTo>
                <a:lnTo>
                  <a:pt x="640979" y="36824"/>
                </a:lnTo>
                <a:lnTo>
                  <a:pt x="640005" y="36089"/>
                </a:lnTo>
                <a:lnTo>
                  <a:pt x="639006" y="35395"/>
                </a:lnTo>
                <a:lnTo>
                  <a:pt x="637982" y="34740"/>
                </a:lnTo>
                <a:lnTo>
                  <a:pt x="636932" y="34124"/>
                </a:lnTo>
                <a:lnTo>
                  <a:pt x="635857" y="33549"/>
                </a:lnTo>
                <a:lnTo>
                  <a:pt x="634757" y="33013"/>
                </a:lnTo>
                <a:lnTo>
                  <a:pt x="633631" y="32517"/>
                </a:lnTo>
                <a:lnTo>
                  <a:pt x="632480" y="32060"/>
                </a:lnTo>
                <a:lnTo>
                  <a:pt x="631304" y="31643"/>
                </a:lnTo>
                <a:lnTo>
                  <a:pt x="630102" y="31266"/>
                </a:lnTo>
                <a:lnTo>
                  <a:pt x="628875" y="30929"/>
                </a:lnTo>
                <a:lnTo>
                  <a:pt x="627622" y="30631"/>
                </a:lnTo>
                <a:lnTo>
                  <a:pt x="626345" y="30373"/>
                </a:lnTo>
                <a:lnTo>
                  <a:pt x="625041" y="30155"/>
                </a:lnTo>
                <a:lnTo>
                  <a:pt x="623713" y="29976"/>
                </a:lnTo>
                <a:lnTo>
                  <a:pt x="622359" y="29837"/>
                </a:lnTo>
                <a:lnTo>
                  <a:pt x="620979" y="29738"/>
                </a:lnTo>
                <a:lnTo>
                  <a:pt x="619575" y="29678"/>
                </a:lnTo>
                <a:lnTo>
                  <a:pt x="618145" y="29659"/>
                </a:lnTo>
                <a:lnTo>
                  <a:pt x="616869" y="29677"/>
                </a:lnTo>
                <a:lnTo>
                  <a:pt x="615613" y="29734"/>
                </a:lnTo>
                <a:lnTo>
                  <a:pt x="614375" y="29829"/>
                </a:lnTo>
                <a:lnTo>
                  <a:pt x="613155" y="29962"/>
                </a:lnTo>
                <a:lnTo>
                  <a:pt x="611954" y="30133"/>
                </a:lnTo>
                <a:lnTo>
                  <a:pt x="610771" y="30341"/>
                </a:lnTo>
                <a:lnTo>
                  <a:pt x="609607" y="30588"/>
                </a:lnTo>
                <a:lnTo>
                  <a:pt x="608461" y="30872"/>
                </a:lnTo>
                <a:lnTo>
                  <a:pt x="607334" y="31194"/>
                </a:lnTo>
                <a:lnTo>
                  <a:pt x="606226" y="31555"/>
                </a:lnTo>
                <a:lnTo>
                  <a:pt x="605136" y="31953"/>
                </a:lnTo>
                <a:lnTo>
                  <a:pt x="604064" y="32389"/>
                </a:lnTo>
                <a:lnTo>
                  <a:pt x="603011" y="32863"/>
                </a:lnTo>
                <a:lnTo>
                  <a:pt x="601977" y="33375"/>
                </a:lnTo>
                <a:lnTo>
                  <a:pt x="600961" y="33925"/>
                </a:lnTo>
                <a:lnTo>
                  <a:pt x="599963" y="34512"/>
                </a:lnTo>
                <a:lnTo>
                  <a:pt x="598984" y="35138"/>
                </a:lnTo>
                <a:lnTo>
                  <a:pt x="598024" y="35802"/>
                </a:lnTo>
                <a:lnTo>
                  <a:pt x="597082" y="36503"/>
                </a:lnTo>
                <a:lnTo>
                  <a:pt x="596158" y="37243"/>
                </a:lnTo>
                <a:lnTo>
                  <a:pt x="595254" y="38020"/>
                </a:lnTo>
                <a:lnTo>
                  <a:pt x="594367" y="38835"/>
                </a:lnTo>
                <a:lnTo>
                  <a:pt x="593499" y="39688"/>
                </a:lnTo>
                <a:lnTo>
                  <a:pt x="592650" y="40580"/>
                </a:lnTo>
                <a:lnTo>
                  <a:pt x="591827" y="41504"/>
                </a:lnTo>
                <a:lnTo>
                  <a:pt x="591040" y="42458"/>
                </a:lnTo>
                <a:lnTo>
                  <a:pt x="590287" y="43441"/>
                </a:lnTo>
                <a:lnTo>
                  <a:pt x="589570" y="44452"/>
                </a:lnTo>
                <a:lnTo>
                  <a:pt x="588887" y="45493"/>
                </a:lnTo>
                <a:lnTo>
                  <a:pt x="588240" y="46563"/>
                </a:lnTo>
                <a:lnTo>
                  <a:pt x="587627" y="47662"/>
                </a:lnTo>
                <a:lnTo>
                  <a:pt x="587049" y="48790"/>
                </a:lnTo>
                <a:lnTo>
                  <a:pt x="586507" y="49947"/>
                </a:lnTo>
                <a:lnTo>
                  <a:pt x="585999" y="51133"/>
                </a:lnTo>
                <a:lnTo>
                  <a:pt x="585527" y="52348"/>
                </a:lnTo>
                <a:lnTo>
                  <a:pt x="585089" y="53592"/>
                </a:lnTo>
                <a:lnTo>
                  <a:pt x="584687" y="54865"/>
                </a:lnTo>
                <a:lnTo>
                  <a:pt x="584319" y="56167"/>
                </a:lnTo>
                <a:lnTo>
                  <a:pt x="583987" y="57498"/>
                </a:lnTo>
                <a:lnTo>
                  <a:pt x="583689" y="58858"/>
                </a:lnTo>
                <a:lnTo>
                  <a:pt x="583427" y="60248"/>
                </a:lnTo>
                <a:lnTo>
                  <a:pt x="583199" y="61666"/>
                </a:lnTo>
                <a:lnTo>
                  <a:pt x="583007" y="63113"/>
                </a:lnTo>
                <a:lnTo>
                  <a:pt x="582849" y="64590"/>
                </a:lnTo>
                <a:lnTo>
                  <a:pt x="582727" y="66095"/>
                </a:lnTo>
                <a:lnTo>
                  <a:pt x="582639" y="67630"/>
                </a:lnTo>
                <a:lnTo>
                  <a:pt x="582587" y="69193"/>
                </a:lnTo>
                <a:lnTo>
                  <a:pt x="582569" y="70786"/>
                </a:lnTo>
                <a:lnTo>
                  <a:pt x="582582" y="72122"/>
                </a:lnTo>
                <a:lnTo>
                  <a:pt x="582622" y="73438"/>
                </a:lnTo>
                <a:lnTo>
                  <a:pt x="582689" y="74735"/>
                </a:lnTo>
                <a:lnTo>
                  <a:pt x="582782" y="76013"/>
                </a:lnTo>
                <a:lnTo>
                  <a:pt x="582902" y="77272"/>
                </a:lnTo>
                <a:lnTo>
                  <a:pt x="583048" y="78511"/>
                </a:lnTo>
                <a:lnTo>
                  <a:pt x="583222" y="79731"/>
                </a:lnTo>
                <a:lnTo>
                  <a:pt x="583421" y="80932"/>
                </a:lnTo>
                <a:lnTo>
                  <a:pt x="583648" y="82113"/>
                </a:lnTo>
                <a:lnTo>
                  <a:pt x="583901" y="83276"/>
                </a:lnTo>
                <a:lnTo>
                  <a:pt x="584180" y="84419"/>
                </a:lnTo>
                <a:lnTo>
                  <a:pt x="584487" y="85542"/>
                </a:lnTo>
                <a:lnTo>
                  <a:pt x="584820" y="86647"/>
                </a:lnTo>
                <a:lnTo>
                  <a:pt x="585179" y="87732"/>
                </a:lnTo>
                <a:lnTo>
                  <a:pt x="585565" y="88798"/>
                </a:lnTo>
                <a:lnTo>
                  <a:pt x="585978" y="89844"/>
                </a:lnTo>
                <a:lnTo>
                  <a:pt x="586418" y="90871"/>
                </a:lnTo>
                <a:lnTo>
                  <a:pt x="586884" y="91879"/>
                </a:lnTo>
                <a:lnTo>
                  <a:pt x="587376" y="92868"/>
                </a:lnTo>
                <a:lnTo>
                  <a:pt x="587896" y="93837"/>
                </a:lnTo>
                <a:lnTo>
                  <a:pt x="588442" y="94788"/>
                </a:lnTo>
                <a:lnTo>
                  <a:pt x="589014" y="95719"/>
                </a:lnTo>
                <a:lnTo>
                  <a:pt x="589613" y="96630"/>
                </a:lnTo>
                <a:lnTo>
                  <a:pt x="590239" y="97522"/>
                </a:lnTo>
                <a:lnTo>
                  <a:pt x="591067" y="98601"/>
                </a:lnTo>
                <a:lnTo>
                  <a:pt x="591932" y="99634"/>
                </a:lnTo>
                <a:lnTo>
                  <a:pt x="592833" y="100621"/>
                </a:lnTo>
                <a:lnTo>
                  <a:pt x="593770" y="101563"/>
                </a:lnTo>
                <a:lnTo>
                  <a:pt x="594744" y="102458"/>
                </a:lnTo>
                <a:lnTo>
                  <a:pt x="595755" y="103307"/>
                </a:lnTo>
                <a:lnTo>
                  <a:pt x="596802" y="104111"/>
                </a:lnTo>
                <a:lnTo>
                  <a:pt x="597885" y="104868"/>
                </a:lnTo>
                <a:lnTo>
                  <a:pt x="599005" y="105580"/>
                </a:lnTo>
                <a:lnTo>
                  <a:pt x="600162" y="106245"/>
                </a:lnTo>
                <a:lnTo>
                  <a:pt x="601355" y="106865"/>
                </a:lnTo>
                <a:lnTo>
                  <a:pt x="602585" y="107439"/>
                </a:lnTo>
                <a:lnTo>
                  <a:pt x="603851" y="107967"/>
                </a:lnTo>
                <a:lnTo>
                  <a:pt x="605154" y="108449"/>
                </a:lnTo>
                <a:lnTo>
                  <a:pt x="606493" y="108885"/>
                </a:lnTo>
                <a:lnTo>
                  <a:pt x="607869" y="109276"/>
                </a:lnTo>
                <a:lnTo>
                  <a:pt x="609281" y="109620"/>
                </a:lnTo>
                <a:lnTo>
                  <a:pt x="610730" y="109918"/>
                </a:lnTo>
                <a:lnTo>
                  <a:pt x="612215" y="110171"/>
                </a:lnTo>
                <a:lnTo>
                  <a:pt x="613737" y="110377"/>
                </a:lnTo>
                <a:lnTo>
                  <a:pt x="615296" y="110538"/>
                </a:lnTo>
                <a:lnTo>
                  <a:pt x="616891" y="110653"/>
                </a:lnTo>
                <a:lnTo>
                  <a:pt x="618522" y="110722"/>
                </a:lnTo>
                <a:lnTo>
                  <a:pt x="620190" y="110745"/>
                </a:lnTo>
                <a:lnTo>
                  <a:pt x="621248" y="110734"/>
                </a:lnTo>
                <a:lnTo>
                  <a:pt x="622291" y="110704"/>
                </a:lnTo>
                <a:lnTo>
                  <a:pt x="623319" y="110653"/>
                </a:lnTo>
                <a:lnTo>
                  <a:pt x="624333" y="110582"/>
                </a:lnTo>
                <a:lnTo>
                  <a:pt x="625331" y="110490"/>
                </a:lnTo>
                <a:lnTo>
                  <a:pt x="626315" y="110378"/>
                </a:lnTo>
                <a:lnTo>
                  <a:pt x="627284" y="110246"/>
                </a:lnTo>
                <a:lnTo>
                  <a:pt x="628238" y="110093"/>
                </a:lnTo>
                <a:lnTo>
                  <a:pt x="629177" y="109920"/>
                </a:lnTo>
                <a:lnTo>
                  <a:pt x="630101" y="109727"/>
                </a:lnTo>
                <a:lnTo>
                  <a:pt x="631011" y="109513"/>
                </a:lnTo>
                <a:lnTo>
                  <a:pt x="631906" y="109279"/>
                </a:lnTo>
                <a:lnTo>
                  <a:pt x="632785" y="109025"/>
                </a:lnTo>
                <a:lnTo>
                  <a:pt x="633650" y="108750"/>
                </a:lnTo>
                <a:lnTo>
                  <a:pt x="634501" y="108455"/>
                </a:lnTo>
                <a:lnTo>
                  <a:pt x="635336" y="108139"/>
                </a:lnTo>
                <a:lnTo>
                  <a:pt x="636156" y="107803"/>
                </a:lnTo>
                <a:lnTo>
                  <a:pt x="636962" y="107447"/>
                </a:lnTo>
                <a:lnTo>
                  <a:pt x="637753" y="107071"/>
                </a:lnTo>
                <a:lnTo>
                  <a:pt x="638529" y="106674"/>
                </a:lnTo>
                <a:lnTo>
                  <a:pt x="639290" y="106256"/>
                </a:lnTo>
                <a:lnTo>
                  <a:pt x="640036" y="105819"/>
                </a:lnTo>
                <a:lnTo>
                  <a:pt x="640768" y="105361"/>
                </a:lnTo>
                <a:lnTo>
                  <a:pt x="641484" y="104882"/>
                </a:lnTo>
                <a:lnTo>
                  <a:pt x="642186" y="104385"/>
                </a:lnTo>
                <a:lnTo>
                  <a:pt x="642871" y="103868"/>
                </a:lnTo>
                <a:lnTo>
                  <a:pt x="643541" y="103333"/>
                </a:lnTo>
                <a:lnTo>
                  <a:pt x="644194" y="102780"/>
                </a:lnTo>
                <a:lnTo>
                  <a:pt x="644832" y="102207"/>
                </a:lnTo>
                <a:lnTo>
                  <a:pt x="645454" y="101617"/>
                </a:lnTo>
                <a:lnTo>
                  <a:pt x="646060" y="101007"/>
                </a:lnTo>
                <a:lnTo>
                  <a:pt x="646651" y="100380"/>
                </a:lnTo>
                <a:lnTo>
                  <a:pt x="647225" y="99733"/>
                </a:lnTo>
                <a:lnTo>
                  <a:pt x="647784" y="99068"/>
                </a:lnTo>
                <a:lnTo>
                  <a:pt x="648326" y="98384"/>
                </a:lnTo>
                <a:lnTo>
                  <a:pt x="648853" y="97682"/>
                </a:lnTo>
                <a:lnTo>
                  <a:pt x="649364" y="96962"/>
                </a:lnTo>
                <a:lnTo>
                  <a:pt x="649860" y="96222"/>
                </a:lnTo>
                <a:lnTo>
                  <a:pt x="650339" y="95464"/>
                </a:lnTo>
                <a:lnTo>
                  <a:pt x="650802" y="94688"/>
                </a:lnTo>
                <a:lnTo>
                  <a:pt x="651250" y="93893"/>
                </a:lnTo>
                <a:lnTo>
                  <a:pt x="651682" y="93079"/>
                </a:lnTo>
                <a:lnTo>
                  <a:pt x="652098" y="92247"/>
                </a:lnTo>
                <a:lnTo>
                  <a:pt x="652498" y="91396"/>
                </a:lnTo>
                <a:lnTo>
                  <a:pt x="652882" y="90526"/>
                </a:lnTo>
                <a:lnTo>
                  <a:pt x="653250" y="89638"/>
                </a:lnTo>
                <a:lnTo>
                  <a:pt x="653603" y="88732"/>
                </a:lnTo>
                <a:lnTo>
                  <a:pt x="653939" y="87807"/>
                </a:lnTo>
                <a:lnTo>
                  <a:pt x="633485" y="84300"/>
                </a:lnTo>
                <a:lnTo>
                  <a:pt x="633342" y="84782"/>
                </a:lnTo>
                <a:lnTo>
                  <a:pt x="633194" y="85252"/>
                </a:lnTo>
                <a:lnTo>
                  <a:pt x="633040" y="85711"/>
                </a:lnTo>
                <a:lnTo>
                  <a:pt x="632881" y="86159"/>
                </a:lnTo>
                <a:close/>
                <a:moveTo>
                  <a:pt x="604024" y="61517"/>
                </a:moveTo>
                <a:lnTo>
                  <a:pt x="604072" y="60862"/>
                </a:lnTo>
                <a:lnTo>
                  <a:pt x="604136" y="60219"/>
                </a:lnTo>
                <a:lnTo>
                  <a:pt x="604215" y="59589"/>
                </a:lnTo>
                <a:lnTo>
                  <a:pt x="604309" y="58970"/>
                </a:lnTo>
                <a:lnTo>
                  <a:pt x="604419" y="58364"/>
                </a:lnTo>
                <a:lnTo>
                  <a:pt x="604545" y="57770"/>
                </a:lnTo>
                <a:lnTo>
                  <a:pt x="604686" y="57188"/>
                </a:lnTo>
                <a:lnTo>
                  <a:pt x="604842" y="56618"/>
                </a:lnTo>
                <a:lnTo>
                  <a:pt x="605014" y="56060"/>
                </a:lnTo>
                <a:lnTo>
                  <a:pt x="605201" y="55514"/>
                </a:lnTo>
                <a:lnTo>
                  <a:pt x="605404" y="54981"/>
                </a:lnTo>
                <a:lnTo>
                  <a:pt x="605622" y="54459"/>
                </a:lnTo>
                <a:lnTo>
                  <a:pt x="605856" y="53950"/>
                </a:lnTo>
                <a:lnTo>
                  <a:pt x="606105" y="53453"/>
                </a:lnTo>
                <a:lnTo>
                  <a:pt x="606370" y="52968"/>
                </a:lnTo>
                <a:lnTo>
                  <a:pt x="606650" y="52494"/>
                </a:lnTo>
                <a:lnTo>
                  <a:pt x="606946" y="52034"/>
                </a:lnTo>
                <a:lnTo>
                  <a:pt x="607257" y="51585"/>
                </a:lnTo>
                <a:lnTo>
                  <a:pt x="607583" y="51148"/>
                </a:lnTo>
                <a:lnTo>
                  <a:pt x="607925" y="50724"/>
                </a:lnTo>
                <a:lnTo>
                  <a:pt x="608283" y="50311"/>
                </a:lnTo>
                <a:lnTo>
                  <a:pt x="608652" y="49914"/>
                </a:lnTo>
                <a:lnTo>
                  <a:pt x="609030" y="49533"/>
                </a:lnTo>
                <a:lnTo>
                  <a:pt x="609415" y="49169"/>
                </a:lnTo>
                <a:lnTo>
                  <a:pt x="609809" y="48822"/>
                </a:lnTo>
                <a:lnTo>
                  <a:pt x="610211" y="48492"/>
                </a:lnTo>
                <a:lnTo>
                  <a:pt x="610620" y="48179"/>
                </a:lnTo>
                <a:lnTo>
                  <a:pt x="611038" y="47883"/>
                </a:lnTo>
                <a:lnTo>
                  <a:pt x="611465" y="47604"/>
                </a:lnTo>
                <a:lnTo>
                  <a:pt x="611899" y="47341"/>
                </a:lnTo>
                <a:lnTo>
                  <a:pt x="612341" y="47096"/>
                </a:lnTo>
                <a:lnTo>
                  <a:pt x="612792" y="46867"/>
                </a:lnTo>
                <a:lnTo>
                  <a:pt x="613250" y="46656"/>
                </a:lnTo>
                <a:lnTo>
                  <a:pt x="613717" y="46461"/>
                </a:lnTo>
                <a:lnTo>
                  <a:pt x="614192" y="46284"/>
                </a:lnTo>
                <a:lnTo>
                  <a:pt x="614675" y="46123"/>
                </a:lnTo>
                <a:lnTo>
                  <a:pt x="615166" y="45979"/>
                </a:lnTo>
                <a:lnTo>
                  <a:pt x="615665" y="45852"/>
                </a:lnTo>
                <a:lnTo>
                  <a:pt x="616172" y="45742"/>
                </a:lnTo>
                <a:lnTo>
                  <a:pt x="616688" y="45649"/>
                </a:lnTo>
                <a:lnTo>
                  <a:pt x="617211" y="45573"/>
                </a:lnTo>
                <a:lnTo>
                  <a:pt x="617743" y="45514"/>
                </a:lnTo>
                <a:lnTo>
                  <a:pt x="618283" y="45471"/>
                </a:lnTo>
                <a:lnTo>
                  <a:pt x="618831" y="45446"/>
                </a:lnTo>
                <a:lnTo>
                  <a:pt x="619387" y="45437"/>
                </a:lnTo>
                <a:lnTo>
                  <a:pt x="619907" y="45445"/>
                </a:lnTo>
                <a:lnTo>
                  <a:pt x="620420" y="45470"/>
                </a:lnTo>
                <a:lnTo>
                  <a:pt x="620927" y="45510"/>
                </a:lnTo>
                <a:lnTo>
                  <a:pt x="621428" y="45566"/>
                </a:lnTo>
                <a:lnTo>
                  <a:pt x="621922" y="45638"/>
                </a:lnTo>
                <a:lnTo>
                  <a:pt x="622409" y="45726"/>
                </a:lnTo>
                <a:lnTo>
                  <a:pt x="622890" y="45831"/>
                </a:lnTo>
                <a:lnTo>
                  <a:pt x="623364" y="45951"/>
                </a:lnTo>
                <a:lnTo>
                  <a:pt x="623831" y="46087"/>
                </a:lnTo>
                <a:lnTo>
                  <a:pt x="624292" y="46240"/>
                </a:lnTo>
                <a:lnTo>
                  <a:pt x="624746" y="46408"/>
                </a:lnTo>
                <a:lnTo>
                  <a:pt x="625194" y="46593"/>
                </a:lnTo>
                <a:lnTo>
                  <a:pt x="625635" y="46793"/>
                </a:lnTo>
                <a:lnTo>
                  <a:pt x="626070" y="47010"/>
                </a:lnTo>
                <a:lnTo>
                  <a:pt x="626498" y="47242"/>
                </a:lnTo>
                <a:lnTo>
                  <a:pt x="626919" y="47491"/>
                </a:lnTo>
                <a:lnTo>
                  <a:pt x="627334" y="47756"/>
                </a:lnTo>
                <a:lnTo>
                  <a:pt x="627742" y="48036"/>
                </a:lnTo>
                <a:lnTo>
                  <a:pt x="628143" y="48333"/>
                </a:lnTo>
                <a:lnTo>
                  <a:pt x="628538" y="48646"/>
                </a:lnTo>
                <a:lnTo>
                  <a:pt x="628926" y="48975"/>
                </a:lnTo>
                <a:lnTo>
                  <a:pt x="629308" y="49320"/>
                </a:lnTo>
                <a:lnTo>
                  <a:pt x="629683" y="49681"/>
                </a:lnTo>
                <a:lnTo>
                  <a:pt x="630052" y="50058"/>
                </a:lnTo>
                <a:lnTo>
                  <a:pt x="630410" y="50450"/>
                </a:lnTo>
                <a:lnTo>
                  <a:pt x="630754" y="50858"/>
                </a:lnTo>
                <a:lnTo>
                  <a:pt x="631083" y="51279"/>
                </a:lnTo>
                <a:lnTo>
                  <a:pt x="631397" y="51716"/>
                </a:lnTo>
                <a:lnTo>
                  <a:pt x="631697" y="52168"/>
                </a:lnTo>
                <a:lnTo>
                  <a:pt x="631983" y="52634"/>
                </a:lnTo>
                <a:lnTo>
                  <a:pt x="632254" y="53115"/>
                </a:lnTo>
                <a:lnTo>
                  <a:pt x="632511" y="53611"/>
                </a:lnTo>
                <a:lnTo>
                  <a:pt x="632754" y="54122"/>
                </a:lnTo>
                <a:lnTo>
                  <a:pt x="632982" y="54647"/>
                </a:lnTo>
                <a:lnTo>
                  <a:pt x="633195" y="55187"/>
                </a:lnTo>
                <a:lnTo>
                  <a:pt x="633394" y="55742"/>
                </a:lnTo>
                <a:lnTo>
                  <a:pt x="633579" y="56312"/>
                </a:lnTo>
                <a:lnTo>
                  <a:pt x="633749" y="56896"/>
                </a:lnTo>
                <a:lnTo>
                  <a:pt x="633904" y="57496"/>
                </a:lnTo>
                <a:lnTo>
                  <a:pt x="634045" y="58110"/>
                </a:lnTo>
                <a:lnTo>
                  <a:pt x="634172" y="58739"/>
                </a:lnTo>
                <a:lnTo>
                  <a:pt x="634284" y="59382"/>
                </a:lnTo>
                <a:lnTo>
                  <a:pt x="634382" y="60040"/>
                </a:lnTo>
                <a:lnTo>
                  <a:pt x="634465" y="60714"/>
                </a:lnTo>
                <a:lnTo>
                  <a:pt x="634534" y="61402"/>
                </a:lnTo>
                <a:lnTo>
                  <a:pt x="634589" y="62104"/>
                </a:lnTo>
                <a:lnTo>
                  <a:pt x="634629" y="62822"/>
                </a:lnTo>
                <a:lnTo>
                  <a:pt x="634654" y="63554"/>
                </a:lnTo>
                <a:lnTo>
                  <a:pt x="603973" y="63554"/>
                </a:lnTo>
                <a:lnTo>
                  <a:pt x="603975" y="62863"/>
                </a:lnTo>
                <a:lnTo>
                  <a:pt x="603992" y="62184"/>
                </a:lnTo>
                <a:lnTo>
                  <a:pt x="604024" y="61517"/>
                </a:lnTo>
                <a:close/>
                <a:moveTo>
                  <a:pt x="665038" y="90468"/>
                </a:moveTo>
                <a:lnTo>
                  <a:pt x="665375" y="91313"/>
                </a:lnTo>
                <a:lnTo>
                  <a:pt x="665734" y="92142"/>
                </a:lnTo>
                <a:lnTo>
                  <a:pt x="666116" y="92955"/>
                </a:lnTo>
                <a:lnTo>
                  <a:pt x="666520" y="93752"/>
                </a:lnTo>
                <a:lnTo>
                  <a:pt x="666946" y="94533"/>
                </a:lnTo>
                <a:lnTo>
                  <a:pt x="667394" y="95298"/>
                </a:lnTo>
                <a:lnTo>
                  <a:pt x="667865" y="96047"/>
                </a:lnTo>
                <a:lnTo>
                  <a:pt x="668357" y="96780"/>
                </a:lnTo>
                <a:lnTo>
                  <a:pt x="668872" y="97497"/>
                </a:lnTo>
                <a:lnTo>
                  <a:pt x="669409" y="98199"/>
                </a:lnTo>
                <a:lnTo>
                  <a:pt x="669968" y="98884"/>
                </a:lnTo>
                <a:lnTo>
                  <a:pt x="670550" y="99554"/>
                </a:lnTo>
                <a:lnTo>
                  <a:pt x="671153" y="100207"/>
                </a:lnTo>
                <a:lnTo>
                  <a:pt x="671779" y="100845"/>
                </a:lnTo>
                <a:lnTo>
                  <a:pt x="672427" y="101467"/>
                </a:lnTo>
                <a:lnTo>
                  <a:pt x="673097" y="102073"/>
                </a:lnTo>
                <a:lnTo>
                  <a:pt x="673790" y="102663"/>
                </a:lnTo>
                <a:lnTo>
                  <a:pt x="674504" y="103237"/>
                </a:lnTo>
                <a:lnTo>
                  <a:pt x="675241" y="103795"/>
                </a:lnTo>
                <a:lnTo>
                  <a:pt x="676000" y="104337"/>
                </a:lnTo>
                <a:lnTo>
                  <a:pt x="676782" y="104860"/>
                </a:lnTo>
                <a:lnTo>
                  <a:pt x="677586" y="105360"/>
                </a:lnTo>
                <a:lnTo>
                  <a:pt x="678414" y="105839"/>
                </a:lnTo>
                <a:lnTo>
                  <a:pt x="679264" y="106295"/>
                </a:lnTo>
                <a:lnTo>
                  <a:pt x="680138" y="106729"/>
                </a:lnTo>
                <a:lnTo>
                  <a:pt x="681034" y="107140"/>
                </a:lnTo>
                <a:lnTo>
                  <a:pt x="681953" y="107530"/>
                </a:lnTo>
                <a:lnTo>
                  <a:pt x="682895" y="107897"/>
                </a:lnTo>
                <a:lnTo>
                  <a:pt x="683861" y="108242"/>
                </a:lnTo>
                <a:lnTo>
                  <a:pt x="684849" y="108564"/>
                </a:lnTo>
                <a:lnTo>
                  <a:pt x="685860" y="108865"/>
                </a:lnTo>
                <a:lnTo>
                  <a:pt x="686894" y="109143"/>
                </a:lnTo>
                <a:lnTo>
                  <a:pt x="687951" y="109399"/>
                </a:lnTo>
                <a:lnTo>
                  <a:pt x="689031" y="109632"/>
                </a:lnTo>
                <a:lnTo>
                  <a:pt x="690134" y="109844"/>
                </a:lnTo>
                <a:lnTo>
                  <a:pt x="691260" y="110033"/>
                </a:lnTo>
                <a:lnTo>
                  <a:pt x="692409" y="110200"/>
                </a:lnTo>
                <a:lnTo>
                  <a:pt x="693580" y="110344"/>
                </a:lnTo>
                <a:lnTo>
                  <a:pt x="694775" y="110467"/>
                </a:lnTo>
                <a:lnTo>
                  <a:pt x="695993" y="110567"/>
                </a:lnTo>
                <a:lnTo>
                  <a:pt x="697233" y="110645"/>
                </a:lnTo>
                <a:lnTo>
                  <a:pt x="698497" y="110700"/>
                </a:lnTo>
                <a:lnTo>
                  <a:pt x="699784" y="110734"/>
                </a:lnTo>
                <a:lnTo>
                  <a:pt x="701093" y="110745"/>
                </a:lnTo>
                <a:lnTo>
                  <a:pt x="702533" y="110731"/>
                </a:lnTo>
                <a:lnTo>
                  <a:pt x="703944" y="110691"/>
                </a:lnTo>
                <a:lnTo>
                  <a:pt x="705324" y="110625"/>
                </a:lnTo>
                <a:lnTo>
                  <a:pt x="706675" y="110531"/>
                </a:lnTo>
                <a:lnTo>
                  <a:pt x="707997" y="110412"/>
                </a:lnTo>
                <a:lnTo>
                  <a:pt x="709288" y="110265"/>
                </a:lnTo>
                <a:lnTo>
                  <a:pt x="710550" y="110092"/>
                </a:lnTo>
                <a:lnTo>
                  <a:pt x="711783" y="109892"/>
                </a:lnTo>
                <a:lnTo>
                  <a:pt x="712986" y="109665"/>
                </a:lnTo>
                <a:lnTo>
                  <a:pt x="714158" y="109412"/>
                </a:lnTo>
                <a:lnTo>
                  <a:pt x="715302" y="109132"/>
                </a:lnTo>
                <a:lnTo>
                  <a:pt x="716415" y="108826"/>
                </a:lnTo>
                <a:lnTo>
                  <a:pt x="717499" y="108493"/>
                </a:lnTo>
                <a:lnTo>
                  <a:pt x="718554" y="108133"/>
                </a:lnTo>
                <a:lnTo>
                  <a:pt x="719578" y="107747"/>
                </a:lnTo>
                <a:lnTo>
                  <a:pt x="720573" y="107334"/>
                </a:lnTo>
                <a:lnTo>
                  <a:pt x="721539" y="106894"/>
                </a:lnTo>
                <a:lnTo>
                  <a:pt x="722474" y="106428"/>
                </a:lnTo>
                <a:lnTo>
                  <a:pt x="723380" y="105935"/>
                </a:lnTo>
                <a:lnTo>
                  <a:pt x="724256" y="105415"/>
                </a:lnTo>
                <a:lnTo>
                  <a:pt x="725103" y="104869"/>
                </a:lnTo>
                <a:lnTo>
                  <a:pt x="725920" y="104296"/>
                </a:lnTo>
                <a:lnTo>
                  <a:pt x="726707" y="103696"/>
                </a:lnTo>
                <a:lnTo>
                  <a:pt x="727464" y="103070"/>
                </a:lnTo>
                <a:lnTo>
                  <a:pt x="728192" y="102425"/>
                </a:lnTo>
                <a:lnTo>
                  <a:pt x="728888" y="101770"/>
                </a:lnTo>
                <a:lnTo>
                  <a:pt x="729553" y="101104"/>
                </a:lnTo>
                <a:lnTo>
                  <a:pt x="730188" y="100428"/>
                </a:lnTo>
                <a:lnTo>
                  <a:pt x="730791" y="99742"/>
                </a:lnTo>
                <a:lnTo>
                  <a:pt x="731363" y="99045"/>
                </a:lnTo>
                <a:lnTo>
                  <a:pt x="731905" y="98338"/>
                </a:lnTo>
                <a:lnTo>
                  <a:pt x="732416" y="97620"/>
                </a:lnTo>
                <a:lnTo>
                  <a:pt x="732895" y="96892"/>
                </a:lnTo>
                <a:lnTo>
                  <a:pt x="733344" y="96154"/>
                </a:lnTo>
                <a:lnTo>
                  <a:pt x="733762" y="95405"/>
                </a:lnTo>
                <a:lnTo>
                  <a:pt x="734148" y="94646"/>
                </a:lnTo>
                <a:lnTo>
                  <a:pt x="734504" y="93876"/>
                </a:lnTo>
                <a:lnTo>
                  <a:pt x="734829" y="93096"/>
                </a:lnTo>
                <a:lnTo>
                  <a:pt x="735123" y="92305"/>
                </a:lnTo>
                <a:lnTo>
                  <a:pt x="735386" y="91504"/>
                </a:lnTo>
                <a:lnTo>
                  <a:pt x="735618" y="90693"/>
                </a:lnTo>
                <a:lnTo>
                  <a:pt x="735820" y="89871"/>
                </a:lnTo>
                <a:lnTo>
                  <a:pt x="735990" y="89039"/>
                </a:lnTo>
                <a:lnTo>
                  <a:pt x="736129" y="88197"/>
                </a:lnTo>
                <a:lnTo>
                  <a:pt x="736237" y="87344"/>
                </a:lnTo>
                <a:lnTo>
                  <a:pt x="736315" y="86481"/>
                </a:lnTo>
                <a:lnTo>
                  <a:pt x="736361" y="85607"/>
                </a:lnTo>
                <a:lnTo>
                  <a:pt x="736377" y="84723"/>
                </a:lnTo>
                <a:lnTo>
                  <a:pt x="736365" y="83914"/>
                </a:lnTo>
                <a:lnTo>
                  <a:pt x="736332" y="83120"/>
                </a:lnTo>
                <a:lnTo>
                  <a:pt x="736276" y="82342"/>
                </a:lnTo>
                <a:lnTo>
                  <a:pt x="736198" y="81578"/>
                </a:lnTo>
                <a:lnTo>
                  <a:pt x="736098" y="80829"/>
                </a:lnTo>
                <a:lnTo>
                  <a:pt x="735975" y="80095"/>
                </a:lnTo>
                <a:lnTo>
                  <a:pt x="735830" y="79377"/>
                </a:lnTo>
                <a:lnTo>
                  <a:pt x="735662" y="78673"/>
                </a:lnTo>
                <a:lnTo>
                  <a:pt x="735473" y="77984"/>
                </a:lnTo>
                <a:lnTo>
                  <a:pt x="735260" y="77310"/>
                </a:lnTo>
                <a:lnTo>
                  <a:pt x="735026" y="76651"/>
                </a:lnTo>
                <a:lnTo>
                  <a:pt x="734769" y="76007"/>
                </a:lnTo>
                <a:lnTo>
                  <a:pt x="734490" y="75378"/>
                </a:lnTo>
                <a:lnTo>
                  <a:pt x="734189" y="74764"/>
                </a:lnTo>
                <a:lnTo>
                  <a:pt x="733865" y="74165"/>
                </a:lnTo>
                <a:lnTo>
                  <a:pt x="733519" y="73580"/>
                </a:lnTo>
                <a:lnTo>
                  <a:pt x="733151" y="73011"/>
                </a:lnTo>
                <a:lnTo>
                  <a:pt x="732761" y="72457"/>
                </a:lnTo>
                <a:lnTo>
                  <a:pt x="732348" y="71918"/>
                </a:lnTo>
                <a:lnTo>
                  <a:pt x="731912" y="71393"/>
                </a:lnTo>
                <a:lnTo>
                  <a:pt x="731455" y="70884"/>
                </a:lnTo>
                <a:lnTo>
                  <a:pt x="730975" y="70390"/>
                </a:lnTo>
                <a:lnTo>
                  <a:pt x="730473" y="69910"/>
                </a:lnTo>
                <a:lnTo>
                  <a:pt x="729948" y="69446"/>
                </a:lnTo>
                <a:lnTo>
                  <a:pt x="729389" y="68998"/>
                </a:lnTo>
                <a:lnTo>
                  <a:pt x="728796" y="68556"/>
                </a:lnTo>
                <a:lnTo>
                  <a:pt x="728168" y="68120"/>
                </a:lnTo>
                <a:lnTo>
                  <a:pt x="727506" y="67690"/>
                </a:lnTo>
                <a:lnTo>
                  <a:pt x="726809" y="67266"/>
                </a:lnTo>
                <a:lnTo>
                  <a:pt x="726079" y="66847"/>
                </a:lnTo>
                <a:lnTo>
                  <a:pt x="725313" y="66435"/>
                </a:lnTo>
                <a:lnTo>
                  <a:pt x="724514" y="66028"/>
                </a:lnTo>
                <a:lnTo>
                  <a:pt x="723680" y="65627"/>
                </a:lnTo>
                <a:lnTo>
                  <a:pt x="722812" y="65232"/>
                </a:lnTo>
                <a:lnTo>
                  <a:pt x="721909" y="64843"/>
                </a:lnTo>
                <a:lnTo>
                  <a:pt x="720972" y="64460"/>
                </a:lnTo>
                <a:lnTo>
                  <a:pt x="720001" y="64082"/>
                </a:lnTo>
                <a:lnTo>
                  <a:pt x="718995" y="63711"/>
                </a:lnTo>
                <a:lnTo>
                  <a:pt x="717955" y="63345"/>
                </a:lnTo>
                <a:lnTo>
                  <a:pt x="716880" y="62985"/>
                </a:lnTo>
                <a:lnTo>
                  <a:pt x="715771" y="62631"/>
                </a:lnTo>
                <a:lnTo>
                  <a:pt x="714628" y="62283"/>
                </a:lnTo>
                <a:lnTo>
                  <a:pt x="713450" y="61941"/>
                </a:lnTo>
                <a:lnTo>
                  <a:pt x="712238" y="61604"/>
                </a:lnTo>
                <a:lnTo>
                  <a:pt x="710992" y="61274"/>
                </a:lnTo>
                <a:lnTo>
                  <a:pt x="709711" y="60949"/>
                </a:lnTo>
                <a:lnTo>
                  <a:pt x="708396" y="60630"/>
                </a:lnTo>
                <a:lnTo>
                  <a:pt x="707047" y="60317"/>
                </a:lnTo>
                <a:lnTo>
                  <a:pt x="705704" y="60010"/>
                </a:lnTo>
                <a:lnTo>
                  <a:pt x="704408" y="59708"/>
                </a:lnTo>
                <a:lnTo>
                  <a:pt x="703160" y="59413"/>
                </a:lnTo>
                <a:lnTo>
                  <a:pt x="701959" y="59123"/>
                </a:lnTo>
                <a:lnTo>
                  <a:pt x="700805" y="58839"/>
                </a:lnTo>
                <a:lnTo>
                  <a:pt x="699698" y="58561"/>
                </a:lnTo>
                <a:lnTo>
                  <a:pt x="698639" y="58289"/>
                </a:lnTo>
                <a:lnTo>
                  <a:pt x="697627" y="58023"/>
                </a:lnTo>
                <a:lnTo>
                  <a:pt x="696663" y="57762"/>
                </a:lnTo>
                <a:lnTo>
                  <a:pt x="695745" y="57507"/>
                </a:lnTo>
                <a:lnTo>
                  <a:pt x="694875" y="57258"/>
                </a:lnTo>
                <a:lnTo>
                  <a:pt x="694053" y="57015"/>
                </a:lnTo>
                <a:lnTo>
                  <a:pt x="693278" y="56778"/>
                </a:lnTo>
                <a:lnTo>
                  <a:pt x="692549" y="56547"/>
                </a:lnTo>
                <a:lnTo>
                  <a:pt x="691869" y="56321"/>
                </a:lnTo>
                <a:lnTo>
                  <a:pt x="691235" y="56101"/>
                </a:lnTo>
                <a:lnTo>
                  <a:pt x="690649" y="55887"/>
                </a:lnTo>
                <a:lnTo>
                  <a:pt x="690110" y="55679"/>
                </a:lnTo>
                <a:lnTo>
                  <a:pt x="689619" y="55477"/>
                </a:lnTo>
                <a:lnTo>
                  <a:pt x="689175" y="55280"/>
                </a:lnTo>
                <a:lnTo>
                  <a:pt x="688778" y="55090"/>
                </a:lnTo>
                <a:lnTo>
                  <a:pt x="688428" y="54905"/>
                </a:lnTo>
                <a:lnTo>
                  <a:pt x="688126" y="54726"/>
                </a:lnTo>
                <a:lnTo>
                  <a:pt x="687871" y="54553"/>
                </a:lnTo>
                <a:lnTo>
                  <a:pt x="687704" y="54424"/>
                </a:lnTo>
                <a:lnTo>
                  <a:pt x="687544" y="54293"/>
                </a:lnTo>
                <a:lnTo>
                  <a:pt x="687392" y="54160"/>
                </a:lnTo>
                <a:lnTo>
                  <a:pt x="687246" y="54024"/>
                </a:lnTo>
                <a:lnTo>
                  <a:pt x="687107" y="53886"/>
                </a:lnTo>
                <a:lnTo>
                  <a:pt x="686976" y="53746"/>
                </a:lnTo>
                <a:lnTo>
                  <a:pt x="686852" y="53604"/>
                </a:lnTo>
                <a:lnTo>
                  <a:pt x="686735" y="53459"/>
                </a:lnTo>
                <a:lnTo>
                  <a:pt x="686625" y="53312"/>
                </a:lnTo>
                <a:lnTo>
                  <a:pt x="686522" y="53163"/>
                </a:lnTo>
                <a:lnTo>
                  <a:pt x="686426" y="53011"/>
                </a:lnTo>
                <a:lnTo>
                  <a:pt x="686337" y="52857"/>
                </a:lnTo>
                <a:lnTo>
                  <a:pt x="686255" y="52701"/>
                </a:lnTo>
                <a:lnTo>
                  <a:pt x="686181" y="52543"/>
                </a:lnTo>
                <a:lnTo>
                  <a:pt x="686113" y="52382"/>
                </a:lnTo>
                <a:lnTo>
                  <a:pt x="686053" y="52219"/>
                </a:lnTo>
                <a:lnTo>
                  <a:pt x="686000" y="52054"/>
                </a:lnTo>
                <a:lnTo>
                  <a:pt x="685953" y="51887"/>
                </a:lnTo>
                <a:lnTo>
                  <a:pt x="685914" y="51717"/>
                </a:lnTo>
                <a:lnTo>
                  <a:pt x="685882" y="51545"/>
                </a:lnTo>
                <a:lnTo>
                  <a:pt x="685857" y="51371"/>
                </a:lnTo>
                <a:lnTo>
                  <a:pt x="685840" y="51194"/>
                </a:lnTo>
                <a:lnTo>
                  <a:pt x="685829" y="51015"/>
                </a:lnTo>
                <a:lnTo>
                  <a:pt x="685826" y="50834"/>
                </a:lnTo>
                <a:lnTo>
                  <a:pt x="685830" y="50623"/>
                </a:lnTo>
                <a:lnTo>
                  <a:pt x="685842" y="50415"/>
                </a:lnTo>
                <a:lnTo>
                  <a:pt x="685862" y="50210"/>
                </a:lnTo>
                <a:lnTo>
                  <a:pt x="685890" y="50009"/>
                </a:lnTo>
                <a:lnTo>
                  <a:pt x="685927" y="49811"/>
                </a:lnTo>
                <a:lnTo>
                  <a:pt x="685972" y="49616"/>
                </a:lnTo>
                <a:lnTo>
                  <a:pt x="686024" y="49425"/>
                </a:lnTo>
                <a:lnTo>
                  <a:pt x="686085" y="49237"/>
                </a:lnTo>
                <a:lnTo>
                  <a:pt x="686154" y="49052"/>
                </a:lnTo>
                <a:lnTo>
                  <a:pt x="686231" y="48871"/>
                </a:lnTo>
                <a:lnTo>
                  <a:pt x="686317" y="48692"/>
                </a:lnTo>
                <a:lnTo>
                  <a:pt x="686410" y="48518"/>
                </a:lnTo>
                <a:lnTo>
                  <a:pt x="686511" y="48346"/>
                </a:lnTo>
                <a:lnTo>
                  <a:pt x="686621" y="48178"/>
                </a:lnTo>
                <a:lnTo>
                  <a:pt x="686739" y="48013"/>
                </a:lnTo>
                <a:lnTo>
                  <a:pt x="686864" y="47851"/>
                </a:lnTo>
                <a:lnTo>
                  <a:pt x="686998" y="47693"/>
                </a:lnTo>
                <a:lnTo>
                  <a:pt x="687140" y="47538"/>
                </a:lnTo>
                <a:lnTo>
                  <a:pt x="687291" y="47386"/>
                </a:lnTo>
                <a:lnTo>
                  <a:pt x="687449" y="47238"/>
                </a:lnTo>
                <a:lnTo>
                  <a:pt x="687615" y="47093"/>
                </a:lnTo>
                <a:lnTo>
                  <a:pt x="687790" y="46951"/>
                </a:lnTo>
                <a:lnTo>
                  <a:pt x="687972" y="46812"/>
                </a:lnTo>
                <a:lnTo>
                  <a:pt x="688163" y="46677"/>
                </a:lnTo>
                <a:lnTo>
                  <a:pt x="688463" y="46492"/>
                </a:lnTo>
                <a:lnTo>
                  <a:pt x="688780" y="46316"/>
                </a:lnTo>
                <a:lnTo>
                  <a:pt x="689112" y="46147"/>
                </a:lnTo>
                <a:lnTo>
                  <a:pt x="689460" y="45986"/>
                </a:lnTo>
                <a:lnTo>
                  <a:pt x="689824" y="45833"/>
                </a:lnTo>
                <a:lnTo>
                  <a:pt x="690204" y="45687"/>
                </a:lnTo>
                <a:lnTo>
                  <a:pt x="690600" y="45550"/>
                </a:lnTo>
                <a:lnTo>
                  <a:pt x="691012" y="45420"/>
                </a:lnTo>
                <a:lnTo>
                  <a:pt x="691440" y="45298"/>
                </a:lnTo>
                <a:lnTo>
                  <a:pt x="691884" y="45185"/>
                </a:lnTo>
                <a:lnTo>
                  <a:pt x="692344" y="45078"/>
                </a:lnTo>
                <a:lnTo>
                  <a:pt x="692820" y="44980"/>
                </a:lnTo>
                <a:lnTo>
                  <a:pt x="693312" y="44890"/>
                </a:lnTo>
                <a:lnTo>
                  <a:pt x="693820" y="44807"/>
                </a:lnTo>
                <a:lnTo>
                  <a:pt x="694344" y="44733"/>
                </a:lnTo>
                <a:lnTo>
                  <a:pt x="694884" y="44666"/>
                </a:lnTo>
                <a:lnTo>
                  <a:pt x="695440" y="44607"/>
                </a:lnTo>
                <a:lnTo>
                  <a:pt x="696012" y="44556"/>
                </a:lnTo>
                <a:lnTo>
                  <a:pt x="696599" y="44513"/>
                </a:lnTo>
                <a:lnTo>
                  <a:pt x="697203" y="44478"/>
                </a:lnTo>
                <a:lnTo>
                  <a:pt x="697823" y="44450"/>
                </a:lnTo>
                <a:lnTo>
                  <a:pt x="698459" y="44430"/>
                </a:lnTo>
                <a:lnTo>
                  <a:pt x="699110" y="44419"/>
                </a:lnTo>
                <a:lnTo>
                  <a:pt x="699778" y="44415"/>
                </a:lnTo>
                <a:lnTo>
                  <a:pt x="700309" y="44419"/>
                </a:lnTo>
                <a:lnTo>
                  <a:pt x="700829" y="44431"/>
                </a:lnTo>
                <a:lnTo>
                  <a:pt x="701339" y="44452"/>
                </a:lnTo>
                <a:lnTo>
                  <a:pt x="701839" y="44482"/>
                </a:lnTo>
                <a:lnTo>
                  <a:pt x="702328" y="44519"/>
                </a:lnTo>
                <a:lnTo>
                  <a:pt x="702808" y="44565"/>
                </a:lnTo>
                <a:lnTo>
                  <a:pt x="703276" y="44620"/>
                </a:lnTo>
                <a:lnTo>
                  <a:pt x="703735" y="44683"/>
                </a:lnTo>
                <a:lnTo>
                  <a:pt x="704183" y="44754"/>
                </a:lnTo>
                <a:lnTo>
                  <a:pt x="704622" y="44833"/>
                </a:lnTo>
                <a:lnTo>
                  <a:pt x="705049" y="44921"/>
                </a:lnTo>
                <a:lnTo>
                  <a:pt x="705467" y="45017"/>
                </a:lnTo>
                <a:lnTo>
                  <a:pt x="705874" y="45122"/>
                </a:lnTo>
                <a:lnTo>
                  <a:pt x="706271" y="45235"/>
                </a:lnTo>
                <a:lnTo>
                  <a:pt x="706658" y="45356"/>
                </a:lnTo>
                <a:lnTo>
                  <a:pt x="707035" y="45486"/>
                </a:lnTo>
                <a:lnTo>
                  <a:pt x="707401" y="45624"/>
                </a:lnTo>
                <a:lnTo>
                  <a:pt x="707757" y="45771"/>
                </a:lnTo>
                <a:lnTo>
                  <a:pt x="708102" y="45926"/>
                </a:lnTo>
                <a:lnTo>
                  <a:pt x="708438" y="46089"/>
                </a:lnTo>
                <a:lnTo>
                  <a:pt x="708763" y="46260"/>
                </a:lnTo>
                <a:lnTo>
                  <a:pt x="709078" y="46440"/>
                </a:lnTo>
                <a:lnTo>
                  <a:pt x="709382" y="46629"/>
                </a:lnTo>
                <a:lnTo>
                  <a:pt x="709677" y="46825"/>
                </a:lnTo>
                <a:lnTo>
                  <a:pt x="709962" y="47030"/>
                </a:lnTo>
                <a:lnTo>
                  <a:pt x="710239" y="47242"/>
                </a:lnTo>
                <a:lnTo>
                  <a:pt x="710509" y="47461"/>
                </a:lnTo>
                <a:lnTo>
                  <a:pt x="710771" y="47688"/>
                </a:lnTo>
                <a:lnTo>
                  <a:pt x="711026" y="47922"/>
                </a:lnTo>
                <a:lnTo>
                  <a:pt x="711272" y="48163"/>
                </a:lnTo>
                <a:lnTo>
                  <a:pt x="711511" y="48412"/>
                </a:lnTo>
                <a:lnTo>
                  <a:pt x="711742" y="48668"/>
                </a:lnTo>
                <a:lnTo>
                  <a:pt x="711966" y="48931"/>
                </a:lnTo>
                <a:lnTo>
                  <a:pt x="712181" y="49202"/>
                </a:lnTo>
                <a:lnTo>
                  <a:pt x="712389" y="49480"/>
                </a:lnTo>
                <a:lnTo>
                  <a:pt x="712589" y="49766"/>
                </a:lnTo>
                <a:lnTo>
                  <a:pt x="712782" y="50059"/>
                </a:lnTo>
                <a:lnTo>
                  <a:pt x="712967" y="50359"/>
                </a:lnTo>
                <a:lnTo>
                  <a:pt x="713144" y="50666"/>
                </a:lnTo>
                <a:lnTo>
                  <a:pt x="713313" y="50981"/>
                </a:lnTo>
                <a:lnTo>
                  <a:pt x="713474" y="51303"/>
                </a:lnTo>
                <a:lnTo>
                  <a:pt x="713628" y="51633"/>
                </a:lnTo>
                <a:lnTo>
                  <a:pt x="713774" y="51970"/>
                </a:lnTo>
                <a:lnTo>
                  <a:pt x="713912" y="52314"/>
                </a:lnTo>
                <a:lnTo>
                  <a:pt x="714043" y="52666"/>
                </a:lnTo>
                <a:lnTo>
                  <a:pt x="714166" y="53025"/>
                </a:lnTo>
                <a:lnTo>
                  <a:pt x="714281" y="53391"/>
                </a:lnTo>
                <a:lnTo>
                  <a:pt x="714388" y="53765"/>
                </a:lnTo>
                <a:lnTo>
                  <a:pt x="733747" y="50113"/>
                </a:lnTo>
                <a:lnTo>
                  <a:pt x="733495" y="49278"/>
                </a:lnTo>
                <a:lnTo>
                  <a:pt x="733226" y="48461"/>
                </a:lnTo>
                <a:lnTo>
                  <a:pt x="732941" y="47661"/>
                </a:lnTo>
                <a:lnTo>
                  <a:pt x="732639" y="46878"/>
                </a:lnTo>
                <a:lnTo>
                  <a:pt x="732320" y="46112"/>
                </a:lnTo>
                <a:lnTo>
                  <a:pt x="731984" y="45363"/>
                </a:lnTo>
                <a:lnTo>
                  <a:pt x="731632" y="44632"/>
                </a:lnTo>
                <a:lnTo>
                  <a:pt x="731263" y="43918"/>
                </a:lnTo>
                <a:lnTo>
                  <a:pt x="730877" y="43221"/>
                </a:lnTo>
                <a:lnTo>
                  <a:pt x="730475" y="42541"/>
                </a:lnTo>
                <a:lnTo>
                  <a:pt x="730055" y="41878"/>
                </a:lnTo>
                <a:lnTo>
                  <a:pt x="729619" y="41232"/>
                </a:lnTo>
                <a:lnTo>
                  <a:pt x="729167" y="40604"/>
                </a:lnTo>
                <a:lnTo>
                  <a:pt x="728697" y="39993"/>
                </a:lnTo>
                <a:lnTo>
                  <a:pt x="728211" y="39399"/>
                </a:lnTo>
                <a:lnTo>
                  <a:pt x="727708" y="38822"/>
                </a:lnTo>
                <a:lnTo>
                  <a:pt x="727188" y="38263"/>
                </a:lnTo>
                <a:lnTo>
                  <a:pt x="726652" y="37720"/>
                </a:lnTo>
                <a:lnTo>
                  <a:pt x="726098" y="37195"/>
                </a:lnTo>
                <a:lnTo>
                  <a:pt x="725529" y="36687"/>
                </a:lnTo>
                <a:lnTo>
                  <a:pt x="724942" y="36196"/>
                </a:lnTo>
                <a:lnTo>
                  <a:pt x="724338" y="35723"/>
                </a:lnTo>
                <a:lnTo>
                  <a:pt x="723718" y="35266"/>
                </a:lnTo>
                <a:lnTo>
                  <a:pt x="723081" y="34827"/>
                </a:lnTo>
                <a:lnTo>
                  <a:pt x="722422" y="34405"/>
                </a:lnTo>
                <a:lnTo>
                  <a:pt x="721734" y="34001"/>
                </a:lnTo>
                <a:lnTo>
                  <a:pt x="721018" y="33616"/>
                </a:lnTo>
                <a:lnTo>
                  <a:pt x="720273" y="33248"/>
                </a:lnTo>
                <a:lnTo>
                  <a:pt x="719500" y="32898"/>
                </a:lnTo>
                <a:lnTo>
                  <a:pt x="718698" y="32566"/>
                </a:lnTo>
                <a:lnTo>
                  <a:pt x="717868" y="32252"/>
                </a:lnTo>
                <a:lnTo>
                  <a:pt x="717010" y="31956"/>
                </a:lnTo>
                <a:lnTo>
                  <a:pt x="716123" y="31677"/>
                </a:lnTo>
                <a:lnTo>
                  <a:pt x="715208" y="31417"/>
                </a:lnTo>
                <a:lnTo>
                  <a:pt x="714265" y="31175"/>
                </a:lnTo>
                <a:lnTo>
                  <a:pt x="713293" y="30951"/>
                </a:lnTo>
                <a:lnTo>
                  <a:pt x="712292" y="30744"/>
                </a:lnTo>
                <a:lnTo>
                  <a:pt x="711263" y="30556"/>
                </a:lnTo>
                <a:lnTo>
                  <a:pt x="710206" y="30385"/>
                </a:lnTo>
                <a:lnTo>
                  <a:pt x="709121" y="30233"/>
                </a:lnTo>
                <a:lnTo>
                  <a:pt x="708007" y="30098"/>
                </a:lnTo>
                <a:lnTo>
                  <a:pt x="706864" y="29982"/>
                </a:lnTo>
                <a:lnTo>
                  <a:pt x="705693" y="29883"/>
                </a:lnTo>
                <a:lnTo>
                  <a:pt x="704494" y="29802"/>
                </a:lnTo>
                <a:lnTo>
                  <a:pt x="703266" y="29739"/>
                </a:lnTo>
                <a:lnTo>
                  <a:pt x="702010" y="29694"/>
                </a:lnTo>
                <a:lnTo>
                  <a:pt x="700726" y="29667"/>
                </a:lnTo>
                <a:lnTo>
                  <a:pt x="699413" y="29659"/>
                </a:lnTo>
                <a:lnTo>
                  <a:pt x="698034" y="29670"/>
                </a:lnTo>
                <a:lnTo>
                  <a:pt x="696686" y="29706"/>
                </a:lnTo>
                <a:lnTo>
                  <a:pt x="695368" y="29766"/>
                </a:lnTo>
                <a:lnTo>
                  <a:pt x="694080" y="29849"/>
                </a:lnTo>
                <a:lnTo>
                  <a:pt x="692823" y="29956"/>
                </a:lnTo>
                <a:lnTo>
                  <a:pt x="691597" y="30087"/>
                </a:lnTo>
                <a:lnTo>
                  <a:pt x="690400" y="30242"/>
                </a:lnTo>
                <a:lnTo>
                  <a:pt x="689235" y="30421"/>
                </a:lnTo>
                <a:lnTo>
                  <a:pt x="688099" y="30623"/>
                </a:lnTo>
                <a:lnTo>
                  <a:pt x="686994" y="30849"/>
                </a:lnTo>
                <a:lnTo>
                  <a:pt x="685920" y="31100"/>
                </a:lnTo>
                <a:lnTo>
                  <a:pt x="684876" y="31373"/>
                </a:lnTo>
                <a:lnTo>
                  <a:pt x="683862" y="31671"/>
                </a:lnTo>
                <a:lnTo>
                  <a:pt x="682879" y="31993"/>
                </a:lnTo>
                <a:lnTo>
                  <a:pt x="681926" y="32338"/>
                </a:lnTo>
                <a:lnTo>
                  <a:pt x="681004" y="32707"/>
                </a:lnTo>
                <a:lnTo>
                  <a:pt x="680112" y="33100"/>
                </a:lnTo>
                <a:lnTo>
                  <a:pt x="679251" y="33517"/>
                </a:lnTo>
                <a:lnTo>
                  <a:pt x="678420" y="33958"/>
                </a:lnTo>
                <a:lnTo>
                  <a:pt x="677620" y="34422"/>
                </a:lnTo>
                <a:lnTo>
                  <a:pt x="676849" y="34911"/>
                </a:lnTo>
                <a:lnTo>
                  <a:pt x="676110" y="35423"/>
                </a:lnTo>
                <a:lnTo>
                  <a:pt x="675401" y="35959"/>
                </a:lnTo>
                <a:lnTo>
                  <a:pt x="674722" y="36518"/>
                </a:lnTo>
                <a:lnTo>
                  <a:pt x="674072" y="37096"/>
                </a:lnTo>
                <a:lnTo>
                  <a:pt x="673450" y="37684"/>
                </a:lnTo>
                <a:lnTo>
                  <a:pt x="672856" y="38284"/>
                </a:lnTo>
                <a:lnTo>
                  <a:pt x="672289" y="38894"/>
                </a:lnTo>
                <a:lnTo>
                  <a:pt x="671750" y="39516"/>
                </a:lnTo>
                <a:lnTo>
                  <a:pt x="671238" y="40149"/>
                </a:lnTo>
                <a:lnTo>
                  <a:pt x="670754" y="40793"/>
                </a:lnTo>
                <a:lnTo>
                  <a:pt x="670298" y="41449"/>
                </a:lnTo>
                <a:lnTo>
                  <a:pt x="669870" y="42115"/>
                </a:lnTo>
                <a:lnTo>
                  <a:pt x="669469" y="42793"/>
                </a:lnTo>
                <a:lnTo>
                  <a:pt x="669096" y="43481"/>
                </a:lnTo>
                <a:lnTo>
                  <a:pt x="668750" y="44181"/>
                </a:lnTo>
                <a:lnTo>
                  <a:pt x="668432" y="44892"/>
                </a:lnTo>
                <a:lnTo>
                  <a:pt x="668142" y="45615"/>
                </a:lnTo>
                <a:lnTo>
                  <a:pt x="667879" y="46348"/>
                </a:lnTo>
                <a:lnTo>
                  <a:pt x="667644" y="47092"/>
                </a:lnTo>
                <a:lnTo>
                  <a:pt x="667437" y="47848"/>
                </a:lnTo>
                <a:lnTo>
                  <a:pt x="667257" y="48615"/>
                </a:lnTo>
                <a:lnTo>
                  <a:pt x="667105" y="49393"/>
                </a:lnTo>
                <a:lnTo>
                  <a:pt x="666981" y="50182"/>
                </a:lnTo>
                <a:lnTo>
                  <a:pt x="666884" y="50982"/>
                </a:lnTo>
                <a:lnTo>
                  <a:pt x="666815" y="51794"/>
                </a:lnTo>
                <a:lnTo>
                  <a:pt x="666773" y="52616"/>
                </a:lnTo>
                <a:lnTo>
                  <a:pt x="666759" y="53450"/>
                </a:lnTo>
                <a:lnTo>
                  <a:pt x="666775" y="54372"/>
                </a:lnTo>
                <a:lnTo>
                  <a:pt x="666823" y="55277"/>
                </a:lnTo>
                <a:lnTo>
                  <a:pt x="666903" y="56165"/>
                </a:lnTo>
                <a:lnTo>
                  <a:pt x="667015" y="57036"/>
                </a:lnTo>
                <a:lnTo>
                  <a:pt x="667159" y="57890"/>
                </a:lnTo>
                <a:lnTo>
                  <a:pt x="667335" y="58727"/>
                </a:lnTo>
                <a:lnTo>
                  <a:pt x="667542" y="59547"/>
                </a:lnTo>
                <a:lnTo>
                  <a:pt x="667782" y="60351"/>
                </a:lnTo>
                <a:lnTo>
                  <a:pt x="668054" y="61137"/>
                </a:lnTo>
                <a:lnTo>
                  <a:pt x="668357" y="61906"/>
                </a:lnTo>
                <a:lnTo>
                  <a:pt x="668693" y="62658"/>
                </a:lnTo>
                <a:lnTo>
                  <a:pt x="669060" y="63394"/>
                </a:lnTo>
                <a:lnTo>
                  <a:pt x="669460" y="64112"/>
                </a:lnTo>
                <a:lnTo>
                  <a:pt x="669891" y="64813"/>
                </a:lnTo>
                <a:lnTo>
                  <a:pt x="670355" y="65498"/>
                </a:lnTo>
                <a:lnTo>
                  <a:pt x="670850" y="66165"/>
                </a:lnTo>
                <a:lnTo>
                  <a:pt x="671378" y="66815"/>
                </a:lnTo>
                <a:lnTo>
                  <a:pt x="671937" y="67449"/>
                </a:lnTo>
                <a:lnTo>
                  <a:pt x="672528" y="68065"/>
                </a:lnTo>
                <a:lnTo>
                  <a:pt x="673151" y="68665"/>
                </a:lnTo>
                <a:lnTo>
                  <a:pt x="673806" y="69247"/>
                </a:lnTo>
                <a:lnTo>
                  <a:pt x="674494" y="69813"/>
                </a:lnTo>
                <a:lnTo>
                  <a:pt x="675213" y="70362"/>
                </a:lnTo>
                <a:lnTo>
                  <a:pt x="675964" y="70893"/>
                </a:lnTo>
                <a:lnTo>
                  <a:pt x="676549" y="71272"/>
                </a:lnTo>
                <a:lnTo>
                  <a:pt x="677198" y="71654"/>
                </a:lnTo>
                <a:lnTo>
                  <a:pt x="677910" y="72039"/>
                </a:lnTo>
                <a:lnTo>
                  <a:pt x="678685" y="72428"/>
                </a:lnTo>
                <a:lnTo>
                  <a:pt x="679523" y="72820"/>
                </a:lnTo>
                <a:lnTo>
                  <a:pt x="680424" y="73215"/>
                </a:lnTo>
                <a:lnTo>
                  <a:pt x="681389" y="73613"/>
                </a:lnTo>
                <a:lnTo>
                  <a:pt x="682417" y="74015"/>
                </a:lnTo>
                <a:lnTo>
                  <a:pt x="683507" y="74420"/>
                </a:lnTo>
                <a:lnTo>
                  <a:pt x="684661" y="74828"/>
                </a:lnTo>
                <a:lnTo>
                  <a:pt x="685878" y="75239"/>
                </a:lnTo>
                <a:lnTo>
                  <a:pt x="687159" y="75654"/>
                </a:lnTo>
                <a:lnTo>
                  <a:pt x="688502" y="76072"/>
                </a:lnTo>
                <a:lnTo>
                  <a:pt x="689909" y="76494"/>
                </a:lnTo>
                <a:lnTo>
                  <a:pt x="691379" y="76918"/>
                </a:lnTo>
                <a:lnTo>
                  <a:pt x="692911" y="77346"/>
                </a:lnTo>
                <a:lnTo>
                  <a:pt x="694508" y="77777"/>
                </a:lnTo>
                <a:lnTo>
                  <a:pt x="696167" y="78212"/>
                </a:lnTo>
                <a:lnTo>
                  <a:pt x="697889" y="78650"/>
                </a:lnTo>
                <a:lnTo>
                  <a:pt x="699675" y="79091"/>
                </a:lnTo>
                <a:lnTo>
                  <a:pt x="701523" y="79535"/>
                </a:lnTo>
                <a:lnTo>
                  <a:pt x="703435" y="79982"/>
                </a:lnTo>
                <a:lnTo>
                  <a:pt x="705410" y="80433"/>
                </a:lnTo>
                <a:lnTo>
                  <a:pt x="707448" y="80888"/>
                </a:lnTo>
                <a:lnTo>
                  <a:pt x="707886" y="80991"/>
                </a:lnTo>
                <a:lnTo>
                  <a:pt x="708311" y="81096"/>
                </a:lnTo>
                <a:lnTo>
                  <a:pt x="708722" y="81201"/>
                </a:lnTo>
                <a:lnTo>
                  <a:pt x="709121" y="81307"/>
                </a:lnTo>
                <a:lnTo>
                  <a:pt x="709506" y="81414"/>
                </a:lnTo>
                <a:lnTo>
                  <a:pt x="709877" y="81521"/>
                </a:lnTo>
                <a:lnTo>
                  <a:pt x="710236" y="81629"/>
                </a:lnTo>
                <a:lnTo>
                  <a:pt x="710582" y="81738"/>
                </a:lnTo>
                <a:lnTo>
                  <a:pt x="710914" y="81848"/>
                </a:lnTo>
                <a:lnTo>
                  <a:pt x="711233" y="81959"/>
                </a:lnTo>
                <a:lnTo>
                  <a:pt x="711539" y="82070"/>
                </a:lnTo>
                <a:lnTo>
                  <a:pt x="711832" y="82182"/>
                </a:lnTo>
                <a:lnTo>
                  <a:pt x="712111" y="82295"/>
                </a:lnTo>
                <a:lnTo>
                  <a:pt x="712377" y="82408"/>
                </a:lnTo>
                <a:lnTo>
                  <a:pt x="712631" y="82523"/>
                </a:lnTo>
                <a:lnTo>
                  <a:pt x="712870" y="82638"/>
                </a:lnTo>
                <a:lnTo>
                  <a:pt x="713097" y="82754"/>
                </a:lnTo>
                <a:lnTo>
                  <a:pt x="713311" y="82870"/>
                </a:lnTo>
                <a:lnTo>
                  <a:pt x="713511" y="82988"/>
                </a:lnTo>
                <a:lnTo>
                  <a:pt x="713698" y="83106"/>
                </a:lnTo>
                <a:lnTo>
                  <a:pt x="713872" y="83225"/>
                </a:lnTo>
                <a:lnTo>
                  <a:pt x="714033" y="83344"/>
                </a:lnTo>
                <a:lnTo>
                  <a:pt x="714181" y="83465"/>
                </a:lnTo>
                <a:lnTo>
                  <a:pt x="714315" y="83586"/>
                </a:lnTo>
                <a:lnTo>
                  <a:pt x="714434" y="83715"/>
                </a:lnTo>
                <a:lnTo>
                  <a:pt x="714549" y="83847"/>
                </a:lnTo>
                <a:lnTo>
                  <a:pt x="714658" y="83981"/>
                </a:lnTo>
                <a:lnTo>
                  <a:pt x="714762" y="84119"/>
                </a:lnTo>
                <a:lnTo>
                  <a:pt x="714861" y="84259"/>
                </a:lnTo>
                <a:lnTo>
                  <a:pt x="714954" y="84402"/>
                </a:lnTo>
                <a:lnTo>
                  <a:pt x="715043" y="84548"/>
                </a:lnTo>
                <a:lnTo>
                  <a:pt x="715127" y="84696"/>
                </a:lnTo>
                <a:lnTo>
                  <a:pt x="715206" y="84848"/>
                </a:lnTo>
                <a:lnTo>
                  <a:pt x="715279" y="85002"/>
                </a:lnTo>
                <a:lnTo>
                  <a:pt x="715348" y="85159"/>
                </a:lnTo>
                <a:lnTo>
                  <a:pt x="715411" y="85318"/>
                </a:lnTo>
                <a:lnTo>
                  <a:pt x="715469" y="85481"/>
                </a:lnTo>
                <a:lnTo>
                  <a:pt x="715523" y="85646"/>
                </a:lnTo>
                <a:lnTo>
                  <a:pt x="715571" y="85814"/>
                </a:lnTo>
                <a:lnTo>
                  <a:pt x="715614" y="85985"/>
                </a:lnTo>
                <a:lnTo>
                  <a:pt x="715652" y="86159"/>
                </a:lnTo>
                <a:lnTo>
                  <a:pt x="715685" y="86335"/>
                </a:lnTo>
                <a:lnTo>
                  <a:pt x="715713" y="86515"/>
                </a:lnTo>
                <a:lnTo>
                  <a:pt x="715736" y="86697"/>
                </a:lnTo>
                <a:lnTo>
                  <a:pt x="715753" y="86882"/>
                </a:lnTo>
                <a:lnTo>
                  <a:pt x="715766" y="87069"/>
                </a:lnTo>
                <a:lnTo>
                  <a:pt x="715774" y="87260"/>
                </a:lnTo>
                <a:lnTo>
                  <a:pt x="715776" y="87453"/>
                </a:lnTo>
                <a:lnTo>
                  <a:pt x="715772" y="87736"/>
                </a:lnTo>
                <a:lnTo>
                  <a:pt x="715757" y="88015"/>
                </a:lnTo>
                <a:lnTo>
                  <a:pt x="715734" y="88288"/>
                </a:lnTo>
                <a:lnTo>
                  <a:pt x="715701" y="88557"/>
                </a:lnTo>
                <a:lnTo>
                  <a:pt x="715659" y="88821"/>
                </a:lnTo>
                <a:lnTo>
                  <a:pt x="715607" y="89081"/>
                </a:lnTo>
                <a:lnTo>
                  <a:pt x="715546" y="89335"/>
                </a:lnTo>
                <a:lnTo>
                  <a:pt x="715476" y="89585"/>
                </a:lnTo>
                <a:lnTo>
                  <a:pt x="715396" y="89830"/>
                </a:lnTo>
                <a:lnTo>
                  <a:pt x="715307" y="90070"/>
                </a:lnTo>
                <a:lnTo>
                  <a:pt x="715208" y="90305"/>
                </a:lnTo>
                <a:lnTo>
                  <a:pt x="715101" y="90535"/>
                </a:lnTo>
                <a:lnTo>
                  <a:pt x="714983" y="90761"/>
                </a:lnTo>
                <a:lnTo>
                  <a:pt x="714857" y="90982"/>
                </a:lnTo>
                <a:lnTo>
                  <a:pt x="714720" y="91198"/>
                </a:lnTo>
                <a:lnTo>
                  <a:pt x="714575" y="91409"/>
                </a:lnTo>
                <a:lnTo>
                  <a:pt x="714420" y="91615"/>
                </a:lnTo>
                <a:lnTo>
                  <a:pt x="714256" y="91817"/>
                </a:lnTo>
                <a:lnTo>
                  <a:pt x="714082" y="92013"/>
                </a:lnTo>
                <a:lnTo>
                  <a:pt x="713899" y="92205"/>
                </a:lnTo>
                <a:lnTo>
                  <a:pt x="713707" y="92392"/>
                </a:lnTo>
                <a:lnTo>
                  <a:pt x="713505" y="92575"/>
                </a:lnTo>
                <a:lnTo>
                  <a:pt x="713294" y="92752"/>
                </a:lnTo>
                <a:lnTo>
                  <a:pt x="713073" y="92925"/>
                </a:lnTo>
                <a:lnTo>
                  <a:pt x="712732" y="93163"/>
                </a:lnTo>
                <a:lnTo>
                  <a:pt x="712376" y="93391"/>
                </a:lnTo>
                <a:lnTo>
                  <a:pt x="712007" y="93609"/>
                </a:lnTo>
                <a:lnTo>
                  <a:pt x="711625" y="93816"/>
                </a:lnTo>
                <a:lnTo>
                  <a:pt x="711228" y="94014"/>
                </a:lnTo>
                <a:lnTo>
                  <a:pt x="710818" y="94201"/>
                </a:lnTo>
                <a:lnTo>
                  <a:pt x="710394" y="94379"/>
                </a:lnTo>
                <a:lnTo>
                  <a:pt x="709957" y="94546"/>
                </a:lnTo>
                <a:lnTo>
                  <a:pt x="709505" y="94703"/>
                </a:lnTo>
                <a:lnTo>
                  <a:pt x="709040" y="94850"/>
                </a:lnTo>
                <a:lnTo>
                  <a:pt x="708562" y="94986"/>
                </a:lnTo>
                <a:lnTo>
                  <a:pt x="708069" y="95113"/>
                </a:lnTo>
                <a:lnTo>
                  <a:pt x="707563" y="95229"/>
                </a:lnTo>
                <a:lnTo>
                  <a:pt x="707044" y="95336"/>
                </a:lnTo>
                <a:lnTo>
                  <a:pt x="706510" y="95432"/>
                </a:lnTo>
                <a:lnTo>
                  <a:pt x="705963" y="95518"/>
                </a:lnTo>
                <a:lnTo>
                  <a:pt x="705402" y="95594"/>
                </a:lnTo>
                <a:lnTo>
                  <a:pt x="704828" y="95660"/>
                </a:lnTo>
                <a:lnTo>
                  <a:pt x="704240" y="95716"/>
                </a:lnTo>
                <a:lnTo>
                  <a:pt x="703638" y="95761"/>
                </a:lnTo>
                <a:lnTo>
                  <a:pt x="703022" y="95797"/>
                </a:lnTo>
                <a:lnTo>
                  <a:pt x="702393" y="95822"/>
                </a:lnTo>
                <a:lnTo>
                  <a:pt x="701750" y="95837"/>
                </a:lnTo>
                <a:lnTo>
                  <a:pt x="701093" y="95842"/>
                </a:lnTo>
                <a:lnTo>
                  <a:pt x="700496" y="95837"/>
                </a:lnTo>
                <a:lnTo>
                  <a:pt x="699910" y="95821"/>
                </a:lnTo>
                <a:lnTo>
                  <a:pt x="699335" y="95794"/>
                </a:lnTo>
                <a:lnTo>
                  <a:pt x="698772" y="95757"/>
                </a:lnTo>
                <a:lnTo>
                  <a:pt x="698219" y="95708"/>
                </a:lnTo>
                <a:lnTo>
                  <a:pt x="697678" y="95649"/>
                </a:lnTo>
                <a:lnTo>
                  <a:pt x="697148" y="95580"/>
                </a:lnTo>
                <a:lnTo>
                  <a:pt x="696629" y="95499"/>
                </a:lnTo>
                <a:lnTo>
                  <a:pt x="696121" y="95408"/>
                </a:lnTo>
                <a:lnTo>
                  <a:pt x="695624" y="95307"/>
                </a:lnTo>
                <a:lnTo>
                  <a:pt x="695139" y="95194"/>
                </a:lnTo>
                <a:lnTo>
                  <a:pt x="694665" y="95071"/>
                </a:lnTo>
                <a:lnTo>
                  <a:pt x="694201" y="94937"/>
                </a:lnTo>
                <a:lnTo>
                  <a:pt x="693749" y="94792"/>
                </a:lnTo>
                <a:lnTo>
                  <a:pt x="693309" y="94637"/>
                </a:lnTo>
                <a:lnTo>
                  <a:pt x="692879" y="94471"/>
                </a:lnTo>
                <a:lnTo>
                  <a:pt x="692460" y="94294"/>
                </a:lnTo>
                <a:lnTo>
                  <a:pt x="692053" y="94106"/>
                </a:lnTo>
                <a:lnTo>
                  <a:pt x="691657" y="93908"/>
                </a:lnTo>
                <a:lnTo>
                  <a:pt x="691272" y="93699"/>
                </a:lnTo>
                <a:lnTo>
                  <a:pt x="690898" y="93479"/>
                </a:lnTo>
                <a:lnTo>
                  <a:pt x="690535" y="93249"/>
                </a:lnTo>
                <a:lnTo>
                  <a:pt x="690184" y="93008"/>
                </a:lnTo>
                <a:lnTo>
                  <a:pt x="689843" y="92756"/>
                </a:lnTo>
                <a:lnTo>
                  <a:pt x="689513" y="92494"/>
                </a:lnTo>
                <a:lnTo>
                  <a:pt x="689192" y="92222"/>
                </a:lnTo>
                <a:lnTo>
                  <a:pt x="688881" y="91940"/>
                </a:lnTo>
                <a:lnTo>
                  <a:pt x="688579" y="91648"/>
                </a:lnTo>
                <a:lnTo>
                  <a:pt x="688287" y="91346"/>
                </a:lnTo>
                <a:lnTo>
                  <a:pt x="688003" y="91034"/>
                </a:lnTo>
                <a:lnTo>
                  <a:pt x="687730" y="90712"/>
                </a:lnTo>
                <a:lnTo>
                  <a:pt x="687465" y="90380"/>
                </a:lnTo>
                <a:lnTo>
                  <a:pt x="687210" y="90038"/>
                </a:lnTo>
                <a:lnTo>
                  <a:pt x="686964" y="89686"/>
                </a:lnTo>
                <a:lnTo>
                  <a:pt x="686728" y="89324"/>
                </a:lnTo>
                <a:lnTo>
                  <a:pt x="686501" y="88953"/>
                </a:lnTo>
                <a:lnTo>
                  <a:pt x="686284" y="88571"/>
                </a:lnTo>
                <a:lnTo>
                  <a:pt x="686076" y="88180"/>
                </a:lnTo>
                <a:lnTo>
                  <a:pt x="685877" y="87778"/>
                </a:lnTo>
                <a:lnTo>
                  <a:pt x="685688" y="87366"/>
                </a:lnTo>
                <a:lnTo>
                  <a:pt x="685508" y="86945"/>
                </a:lnTo>
                <a:lnTo>
                  <a:pt x="685337" y="86514"/>
                </a:lnTo>
                <a:lnTo>
                  <a:pt x="685176" y="86072"/>
                </a:lnTo>
                <a:lnTo>
                  <a:pt x="685024" y="85621"/>
                </a:lnTo>
                <a:lnTo>
                  <a:pt x="684882" y="85160"/>
                </a:lnTo>
                <a:lnTo>
                  <a:pt x="684749" y="84688"/>
                </a:lnTo>
                <a:lnTo>
                  <a:pt x="684625" y="84207"/>
                </a:lnTo>
                <a:lnTo>
                  <a:pt x="684511" y="83716"/>
                </a:lnTo>
                <a:lnTo>
                  <a:pt x="663910" y="86930"/>
                </a:lnTo>
                <a:lnTo>
                  <a:pt x="664159" y="87839"/>
                </a:lnTo>
                <a:lnTo>
                  <a:pt x="664430" y="88731"/>
                </a:lnTo>
                <a:lnTo>
                  <a:pt x="664722" y="89608"/>
                </a:lnTo>
                <a:lnTo>
                  <a:pt x="665038" y="90468"/>
                </a:lnTo>
                <a:close/>
                <a:moveTo>
                  <a:pt x="972151" y="53622"/>
                </a:moveTo>
                <a:lnTo>
                  <a:pt x="972328" y="53214"/>
                </a:lnTo>
                <a:lnTo>
                  <a:pt x="972508" y="52817"/>
                </a:lnTo>
                <a:lnTo>
                  <a:pt x="972693" y="52431"/>
                </a:lnTo>
                <a:lnTo>
                  <a:pt x="972882" y="52057"/>
                </a:lnTo>
                <a:lnTo>
                  <a:pt x="973075" y="51695"/>
                </a:lnTo>
                <a:lnTo>
                  <a:pt x="973271" y="51344"/>
                </a:lnTo>
                <a:lnTo>
                  <a:pt x="973472" y="51004"/>
                </a:lnTo>
                <a:lnTo>
                  <a:pt x="973677" y="50677"/>
                </a:lnTo>
                <a:lnTo>
                  <a:pt x="973886" y="50360"/>
                </a:lnTo>
                <a:lnTo>
                  <a:pt x="974099" y="50055"/>
                </a:lnTo>
                <a:lnTo>
                  <a:pt x="974316" y="49762"/>
                </a:lnTo>
                <a:lnTo>
                  <a:pt x="974538" y="49481"/>
                </a:lnTo>
                <a:lnTo>
                  <a:pt x="974763" y="49210"/>
                </a:lnTo>
                <a:lnTo>
                  <a:pt x="974992" y="48952"/>
                </a:lnTo>
                <a:lnTo>
                  <a:pt x="975226" y="48705"/>
                </a:lnTo>
                <a:lnTo>
                  <a:pt x="975463" y="48469"/>
                </a:lnTo>
                <a:lnTo>
                  <a:pt x="975704" y="48245"/>
                </a:lnTo>
                <a:lnTo>
                  <a:pt x="975950" y="48033"/>
                </a:lnTo>
                <a:lnTo>
                  <a:pt x="976200" y="47832"/>
                </a:lnTo>
                <a:lnTo>
                  <a:pt x="976453" y="47643"/>
                </a:lnTo>
                <a:lnTo>
                  <a:pt x="976713" y="47463"/>
                </a:lnTo>
                <a:lnTo>
                  <a:pt x="976981" y="47290"/>
                </a:lnTo>
                <a:lnTo>
                  <a:pt x="977258" y="47126"/>
                </a:lnTo>
                <a:lnTo>
                  <a:pt x="977543" y="46969"/>
                </a:lnTo>
                <a:lnTo>
                  <a:pt x="977836" y="46820"/>
                </a:lnTo>
                <a:lnTo>
                  <a:pt x="978138" y="46678"/>
                </a:lnTo>
                <a:lnTo>
                  <a:pt x="978448" y="46544"/>
                </a:lnTo>
                <a:lnTo>
                  <a:pt x="978766" y="46418"/>
                </a:lnTo>
                <a:lnTo>
                  <a:pt x="979093" y="46299"/>
                </a:lnTo>
                <a:lnTo>
                  <a:pt x="979428" y="46188"/>
                </a:lnTo>
                <a:lnTo>
                  <a:pt x="979772" y="46084"/>
                </a:lnTo>
                <a:lnTo>
                  <a:pt x="980124" y="45989"/>
                </a:lnTo>
                <a:lnTo>
                  <a:pt x="980484" y="45901"/>
                </a:lnTo>
                <a:lnTo>
                  <a:pt x="980853" y="45820"/>
                </a:lnTo>
                <a:lnTo>
                  <a:pt x="981230" y="45748"/>
                </a:lnTo>
                <a:lnTo>
                  <a:pt x="981615" y="45682"/>
                </a:lnTo>
                <a:lnTo>
                  <a:pt x="982009" y="45625"/>
                </a:lnTo>
                <a:lnTo>
                  <a:pt x="982411" y="45575"/>
                </a:lnTo>
                <a:lnTo>
                  <a:pt x="982822" y="45533"/>
                </a:lnTo>
                <a:lnTo>
                  <a:pt x="983241" y="45499"/>
                </a:lnTo>
                <a:lnTo>
                  <a:pt x="983668" y="45472"/>
                </a:lnTo>
                <a:lnTo>
                  <a:pt x="984104" y="45453"/>
                </a:lnTo>
                <a:lnTo>
                  <a:pt x="984548" y="45441"/>
                </a:lnTo>
                <a:lnTo>
                  <a:pt x="985000" y="45437"/>
                </a:lnTo>
                <a:lnTo>
                  <a:pt x="985667" y="45442"/>
                </a:lnTo>
                <a:lnTo>
                  <a:pt x="986316" y="45455"/>
                </a:lnTo>
                <a:lnTo>
                  <a:pt x="986946" y="45477"/>
                </a:lnTo>
                <a:lnTo>
                  <a:pt x="987559" y="45508"/>
                </a:lnTo>
                <a:lnTo>
                  <a:pt x="988154" y="45548"/>
                </a:lnTo>
                <a:lnTo>
                  <a:pt x="988730" y="45597"/>
                </a:lnTo>
                <a:lnTo>
                  <a:pt x="989289" y="45654"/>
                </a:lnTo>
                <a:lnTo>
                  <a:pt x="989830" y="45721"/>
                </a:lnTo>
                <a:lnTo>
                  <a:pt x="990352" y="45796"/>
                </a:lnTo>
                <a:lnTo>
                  <a:pt x="990857" y="45880"/>
                </a:lnTo>
                <a:lnTo>
                  <a:pt x="991343" y="45973"/>
                </a:lnTo>
                <a:lnTo>
                  <a:pt x="991812" y="46075"/>
                </a:lnTo>
                <a:lnTo>
                  <a:pt x="992263" y="46186"/>
                </a:lnTo>
                <a:lnTo>
                  <a:pt x="992695" y="46305"/>
                </a:lnTo>
                <a:lnTo>
                  <a:pt x="993110" y="46434"/>
                </a:lnTo>
                <a:lnTo>
                  <a:pt x="993506" y="46571"/>
                </a:lnTo>
                <a:lnTo>
                  <a:pt x="993885" y="46717"/>
                </a:lnTo>
                <a:lnTo>
                  <a:pt x="994246" y="46872"/>
                </a:lnTo>
                <a:lnTo>
                  <a:pt x="994588" y="47036"/>
                </a:lnTo>
                <a:lnTo>
                  <a:pt x="994913" y="47208"/>
                </a:lnTo>
                <a:lnTo>
                  <a:pt x="995219" y="47390"/>
                </a:lnTo>
                <a:lnTo>
                  <a:pt x="995508" y="47580"/>
                </a:lnTo>
                <a:lnTo>
                  <a:pt x="995778" y="47779"/>
                </a:lnTo>
                <a:lnTo>
                  <a:pt x="996031" y="47987"/>
                </a:lnTo>
                <a:lnTo>
                  <a:pt x="996269" y="48206"/>
                </a:lnTo>
                <a:lnTo>
                  <a:pt x="996497" y="48436"/>
                </a:lnTo>
                <a:lnTo>
                  <a:pt x="996716" y="48678"/>
                </a:lnTo>
                <a:lnTo>
                  <a:pt x="996924" y="48932"/>
                </a:lnTo>
                <a:lnTo>
                  <a:pt x="997121" y="49198"/>
                </a:lnTo>
                <a:lnTo>
                  <a:pt x="997309" y="49476"/>
                </a:lnTo>
                <a:lnTo>
                  <a:pt x="997487" y="49766"/>
                </a:lnTo>
                <a:lnTo>
                  <a:pt x="997654" y="50068"/>
                </a:lnTo>
                <a:lnTo>
                  <a:pt x="997811" y="50381"/>
                </a:lnTo>
                <a:lnTo>
                  <a:pt x="997958" y="50707"/>
                </a:lnTo>
                <a:lnTo>
                  <a:pt x="998095" y="51044"/>
                </a:lnTo>
                <a:lnTo>
                  <a:pt x="998222" y="51394"/>
                </a:lnTo>
                <a:lnTo>
                  <a:pt x="998339" y="51755"/>
                </a:lnTo>
                <a:lnTo>
                  <a:pt x="998445" y="52129"/>
                </a:lnTo>
                <a:lnTo>
                  <a:pt x="998542" y="52514"/>
                </a:lnTo>
                <a:lnTo>
                  <a:pt x="998628" y="52911"/>
                </a:lnTo>
                <a:lnTo>
                  <a:pt x="998704" y="53320"/>
                </a:lnTo>
                <a:lnTo>
                  <a:pt x="998770" y="53741"/>
                </a:lnTo>
                <a:lnTo>
                  <a:pt x="998826" y="54174"/>
                </a:lnTo>
                <a:lnTo>
                  <a:pt x="998872" y="54619"/>
                </a:lnTo>
                <a:lnTo>
                  <a:pt x="998907" y="55076"/>
                </a:lnTo>
                <a:lnTo>
                  <a:pt x="998932" y="55545"/>
                </a:lnTo>
                <a:lnTo>
                  <a:pt x="998948" y="56026"/>
                </a:lnTo>
                <a:lnTo>
                  <a:pt x="998953" y="56518"/>
                </a:lnTo>
                <a:lnTo>
                  <a:pt x="998953" y="58587"/>
                </a:lnTo>
                <a:lnTo>
                  <a:pt x="998475" y="58781"/>
                </a:lnTo>
                <a:lnTo>
                  <a:pt x="997966" y="58977"/>
                </a:lnTo>
                <a:lnTo>
                  <a:pt x="997427" y="59174"/>
                </a:lnTo>
                <a:lnTo>
                  <a:pt x="996857" y="59373"/>
                </a:lnTo>
                <a:lnTo>
                  <a:pt x="996256" y="59573"/>
                </a:lnTo>
                <a:lnTo>
                  <a:pt x="995624" y="59773"/>
                </a:lnTo>
                <a:lnTo>
                  <a:pt x="994962" y="59976"/>
                </a:lnTo>
                <a:lnTo>
                  <a:pt x="994269" y="60179"/>
                </a:lnTo>
                <a:lnTo>
                  <a:pt x="993546" y="60384"/>
                </a:lnTo>
                <a:lnTo>
                  <a:pt x="992792" y="60590"/>
                </a:lnTo>
                <a:lnTo>
                  <a:pt x="992007" y="60797"/>
                </a:lnTo>
                <a:lnTo>
                  <a:pt x="991191" y="61006"/>
                </a:lnTo>
                <a:lnTo>
                  <a:pt x="990345" y="61216"/>
                </a:lnTo>
                <a:lnTo>
                  <a:pt x="989468" y="61427"/>
                </a:lnTo>
                <a:lnTo>
                  <a:pt x="988560" y="61639"/>
                </a:lnTo>
                <a:lnTo>
                  <a:pt x="987622" y="61853"/>
                </a:lnTo>
                <a:lnTo>
                  <a:pt x="986653" y="62067"/>
                </a:lnTo>
                <a:lnTo>
                  <a:pt x="985653" y="62283"/>
                </a:lnTo>
                <a:lnTo>
                  <a:pt x="984623" y="62501"/>
                </a:lnTo>
                <a:lnTo>
                  <a:pt x="983561" y="62719"/>
                </a:lnTo>
                <a:lnTo>
                  <a:pt x="982470" y="62939"/>
                </a:lnTo>
                <a:lnTo>
                  <a:pt x="981347" y="63160"/>
                </a:lnTo>
                <a:lnTo>
                  <a:pt x="980194" y="63383"/>
                </a:lnTo>
                <a:lnTo>
                  <a:pt x="979010" y="63606"/>
                </a:lnTo>
                <a:lnTo>
                  <a:pt x="978130" y="63777"/>
                </a:lnTo>
                <a:lnTo>
                  <a:pt x="977267" y="63951"/>
                </a:lnTo>
                <a:lnTo>
                  <a:pt x="976422" y="64126"/>
                </a:lnTo>
                <a:lnTo>
                  <a:pt x="975594" y="64304"/>
                </a:lnTo>
                <a:lnTo>
                  <a:pt x="974783" y="64485"/>
                </a:lnTo>
                <a:lnTo>
                  <a:pt x="973990" y="64668"/>
                </a:lnTo>
                <a:lnTo>
                  <a:pt x="973214" y="64853"/>
                </a:lnTo>
                <a:lnTo>
                  <a:pt x="972456" y="65041"/>
                </a:lnTo>
                <a:lnTo>
                  <a:pt x="971715" y="65231"/>
                </a:lnTo>
                <a:lnTo>
                  <a:pt x="970991" y="65423"/>
                </a:lnTo>
                <a:lnTo>
                  <a:pt x="970285" y="65618"/>
                </a:lnTo>
                <a:lnTo>
                  <a:pt x="969596" y="65816"/>
                </a:lnTo>
                <a:lnTo>
                  <a:pt x="968924" y="66015"/>
                </a:lnTo>
                <a:lnTo>
                  <a:pt x="968270" y="66218"/>
                </a:lnTo>
                <a:lnTo>
                  <a:pt x="967633" y="66422"/>
                </a:lnTo>
                <a:lnTo>
                  <a:pt x="967013" y="66629"/>
                </a:lnTo>
                <a:lnTo>
                  <a:pt x="966411" y="66838"/>
                </a:lnTo>
                <a:lnTo>
                  <a:pt x="965827" y="67050"/>
                </a:lnTo>
                <a:lnTo>
                  <a:pt x="965259" y="67264"/>
                </a:lnTo>
                <a:lnTo>
                  <a:pt x="964709" y="67481"/>
                </a:lnTo>
                <a:lnTo>
                  <a:pt x="964177" y="67700"/>
                </a:lnTo>
                <a:lnTo>
                  <a:pt x="963661" y="67921"/>
                </a:lnTo>
                <a:lnTo>
                  <a:pt x="963164" y="68145"/>
                </a:lnTo>
                <a:lnTo>
                  <a:pt x="962683" y="68371"/>
                </a:lnTo>
                <a:lnTo>
                  <a:pt x="962216" y="68602"/>
                </a:lnTo>
                <a:lnTo>
                  <a:pt x="961757" y="68842"/>
                </a:lnTo>
                <a:lnTo>
                  <a:pt x="961307" y="69090"/>
                </a:lnTo>
                <a:lnTo>
                  <a:pt x="960866" y="69347"/>
                </a:lnTo>
                <a:lnTo>
                  <a:pt x="960434" y="69612"/>
                </a:lnTo>
                <a:lnTo>
                  <a:pt x="960010" y="69885"/>
                </a:lnTo>
                <a:lnTo>
                  <a:pt x="959595" y="70166"/>
                </a:lnTo>
                <a:lnTo>
                  <a:pt x="959189" y="70456"/>
                </a:lnTo>
                <a:lnTo>
                  <a:pt x="958792" y="70754"/>
                </a:lnTo>
                <a:lnTo>
                  <a:pt x="958403" y="71061"/>
                </a:lnTo>
                <a:lnTo>
                  <a:pt x="958023" y="71376"/>
                </a:lnTo>
                <a:lnTo>
                  <a:pt x="957652" y="71699"/>
                </a:lnTo>
                <a:lnTo>
                  <a:pt x="957289" y="72031"/>
                </a:lnTo>
                <a:lnTo>
                  <a:pt x="956936" y="72371"/>
                </a:lnTo>
                <a:lnTo>
                  <a:pt x="956591" y="72719"/>
                </a:lnTo>
                <a:lnTo>
                  <a:pt x="956255" y="73075"/>
                </a:lnTo>
                <a:lnTo>
                  <a:pt x="955927" y="73440"/>
                </a:lnTo>
                <a:lnTo>
                  <a:pt x="955609" y="73814"/>
                </a:lnTo>
                <a:lnTo>
                  <a:pt x="955299" y="74195"/>
                </a:lnTo>
                <a:lnTo>
                  <a:pt x="954998" y="74585"/>
                </a:lnTo>
                <a:lnTo>
                  <a:pt x="954705" y="74983"/>
                </a:lnTo>
                <a:lnTo>
                  <a:pt x="954422" y="75390"/>
                </a:lnTo>
                <a:lnTo>
                  <a:pt x="954147" y="75805"/>
                </a:lnTo>
                <a:lnTo>
                  <a:pt x="953881" y="76228"/>
                </a:lnTo>
                <a:lnTo>
                  <a:pt x="953624" y="76658"/>
                </a:lnTo>
                <a:lnTo>
                  <a:pt x="953379" y="77093"/>
                </a:lnTo>
                <a:lnTo>
                  <a:pt x="953144" y="77532"/>
                </a:lnTo>
                <a:lnTo>
                  <a:pt x="952921" y="77977"/>
                </a:lnTo>
                <a:lnTo>
                  <a:pt x="952708" y="78426"/>
                </a:lnTo>
                <a:lnTo>
                  <a:pt x="952506" y="78881"/>
                </a:lnTo>
                <a:lnTo>
                  <a:pt x="952315" y="79340"/>
                </a:lnTo>
                <a:lnTo>
                  <a:pt x="952135" y="79804"/>
                </a:lnTo>
                <a:lnTo>
                  <a:pt x="951966" y="80273"/>
                </a:lnTo>
                <a:lnTo>
                  <a:pt x="951808" y="80747"/>
                </a:lnTo>
                <a:lnTo>
                  <a:pt x="951661" y="81227"/>
                </a:lnTo>
                <a:lnTo>
                  <a:pt x="951525" y="81710"/>
                </a:lnTo>
                <a:lnTo>
                  <a:pt x="951399" y="82199"/>
                </a:lnTo>
                <a:lnTo>
                  <a:pt x="951285" y="82693"/>
                </a:lnTo>
                <a:lnTo>
                  <a:pt x="951181" y="83192"/>
                </a:lnTo>
                <a:lnTo>
                  <a:pt x="951088" y="83696"/>
                </a:lnTo>
                <a:lnTo>
                  <a:pt x="951007" y="84204"/>
                </a:lnTo>
                <a:lnTo>
                  <a:pt x="950936" y="84718"/>
                </a:lnTo>
                <a:lnTo>
                  <a:pt x="950876" y="85236"/>
                </a:lnTo>
                <a:lnTo>
                  <a:pt x="950827" y="85760"/>
                </a:lnTo>
                <a:lnTo>
                  <a:pt x="950788" y="86288"/>
                </a:lnTo>
                <a:lnTo>
                  <a:pt x="950761" y="86821"/>
                </a:lnTo>
                <a:lnTo>
                  <a:pt x="950745" y="87360"/>
                </a:lnTo>
                <a:lnTo>
                  <a:pt x="950739" y="87903"/>
                </a:lnTo>
                <a:lnTo>
                  <a:pt x="950751" y="88721"/>
                </a:lnTo>
                <a:lnTo>
                  <a:pt x="950787" y="89528"/>
                </a:lnTo>
                <a:lnTo>
                  <a:pt x="950847" y="90323"/>
                </a:lnTo>
                <a:lnTo>
                  <a:pt x="950931" y="91106"/>
                </a:lnTo>
                <a:lnTo>
                  <a:pt x="951039" y="91877"/>
                </a:lnTo>
                <a:lnTo>
                  <a:pt x="951171" y="92636"/>
                </a:lnTo>
                <a:lnTo>
                  <a:pt x="951327" y="93383"/>
                </a:lnTo>
                <a:lnTo>
                  <a:pt x="951506" y="94119"/>
                </a:lnTo>
                <a:lnTo>
                  <a:pt x="951710" y="94842"/>
                </a:lnTo>
                <a:lnTo>
                  <a:pt x="951938" y="95554"/>
                </a:lnTo>
                <a:lnTo>
                  <a:pt x="952190" y="96254"/>
                </a:lnTo>
                <a:lnTo>
                  <a:pt x="952465" y="96942"/>
                </a:lnTo>
                <a:lnTo>
                  <a:pt x="952765" y="97618"/>
                </a:lnTo>
                <a:lnTo>
                  <a:pt x="953088" y="98282"/>
                </a:lnTo>
                <a:lnTo>
                  <a:pt x="953436" y="98934"/>
                </a:lnTo>
                <a:lnTo>
                  <a:pt x="953808" y="99575"/>
                </a:lnTo>
                <a:lnTo>
                  <a:pt x="954203" y="100203"/>
                </a:lnTo>
                <a:lnTo>
                  <a:pt x="954622" y="100820"/>
                </a:lnTo>
                <a:lnTo>
                  <a:pt x="955066" y="101425"/>
                </a:lnTo>
                <a:lnTo>
                  <a:pt x="955533" y="102018"/>
                </a:lnTo>
                <a:lnTo>
                  <a:pt x="956025" y="102599"/>
                </a:lnTo>
                <a:lnTo>
                  <a:pt x="956540" y="103168"/>
                </a:lnTo>
                <a:lnTo>
                  <a:pt x="957079" y="103725"/>
                </a:lnTo>
                <a:lnTo>
                  <a:pt x="957643" y="104271"/>
                </a:lnTo>
                <a:lnTo>
                  <a:pt x="958227" y="104799"/>
                </a:lnTo>
                <a:lnTo>
                  <a:pt x="958828" y="105305"/>
                </a:lnTo>
                <a:lnTo>
                  <a:pt x="959448" y="105788"/>
                </a:lnTo>
                <a:lnTo>
                  <a:pt x="960085" y="106249"/>
                </a:lnTo>
                <a:lnTo>
                  <a:pt x="960739" y="106687"/>
                </a:lnTo>
                <a:lnTo>
                  <a:pt x="961412" y="107103"/>
                </a:lnTo>
                <a:lnTo>
                  <a:pt x="962101" y="107496"/>
                </a:lnTo>
                <a:lnTo>
                  <a:pt x="962809" y="107867"/>
                </a:lnTo>
                <a:lnTo>
                  <a:pt x="963534" y="108216"/>
                </a:lnTo>
                <a:lnTo>
                  <a:pt x="964277" y="108542"/>
                </a:lnTo>
                <a:lnTo>
                  <a:pt x="965037" y="108845"/>
                </a:lnTo>
                <a:lnTo>
                  <a:pt x="965815" y="109126"/>
                </a:lnTo>
                <a:lnTo>
                  <a:pt x="966611" y="109385"/>
                </a:lnTo>
                <a:lnTo>
                  <a:pt x="967424" y="109621"/>
                </a:lnTo>
                <a:lnTo>
                  <a:pt x="968255" y="109834"/>
                </a:lnTo>
                <a:lnTo>
                  <a:pt x="969103" y="110025"/>
                </a:lnTo>
                <a:lnTo>
                  <a:pt x="969970" y="110194"/>
                </a:lnTo>
                <a:lnTo>
                  <a:pt x="970853" y="110340"/>
                </a:lnTo>
                <a:lnTo>
                  <a:pt x="971755" y="110464"/>
                </a:lnTo>
                <a:lnTo>
                  <a:pt x="972674" y="110565"/>
                </a:lnTo>
                <a:lnTo>
                  <a:pt x="973610" y="110643"/>
                </a:lnTo>
                <a:lnTo>
                  <a:pt x="974565" y="110700"/>
                </a:lnTo>
                <a:lnTo>
                  <a:pt x="975537" y="110733"/>
                </a:lnTo>
                <a:lnTo>
                  <a:pt x="976526" y="110745"/>
                </a:lnTo>
                <a:lnTo>
                  <a:pt x="977091" y="110740"/>
                </a:lnTo>
                <a:lnTo>
                  <a:pt x="977653" y="110727"/>
                </a:lnTo>
                <a:lnTo>
                  <a:pt x="978212" y="110705"/>
                </a:lnTo>
                <a:lnTo>
                  <a:pt x="978768" y="110674"/>
                </a:lnTo>
                <a:lnTo>
                  <a:pt x="979322" y="110634"/>
                </a:lnTo>
                <a:lnTo>
                  <a:pt x="979873" y="110585"/>
                </a:lnTo>
                <a:lnTo>
                  <a:pt x="980421" y="110527"/>
                </a:lnTo>
                <a:lnTo>
                  <a:pt x="980966" y="110461"/>
                </a:lnTo>
                <a:lnTo>
                  <a:pt x="981509" y="110385"/>
                </a:lnTo>
                <a:lnTo>
                  <a:pt x="982048" y="110301"/>
                </a:lnTo>
                <a:lnTo>
                  <a:pt x="982585" y="110208"/>
                </a:lnTo>
                <a:lnTo>
                  <a:pt x="983119" y="110105"/>
                </a:lnTo>
                <a:lnTo>
                  <a:pt x="983650" y="109994"/>
                </a:lnTo>
                <a:lnTo>
                  <a:pt x="984179" y="109875"/>
                </a:lnTo>
                <a:lnTo>
                  <a:pt x="984704" y="109746"/>
                </a:lnTo>
                <a:lnTo>
                  <a:pt x="985227" y="109608"/>
                </a:lnTo>
                <a:lnTo>
                  <a:pt x="985747" y="109462"/>
                </a:lnTo>
                <a:lnTo>
                  <a:pt x="986265" y="109306"/>
                </a:lnTo>
                <a:lnTo>
                  <a:pt x="986779" y="109142"/>
                </a:lnTo>
                <a:lnTo>
                  <a:pt x="987291" y="108969"/>
                </a:lnTo>
                <a:lnTo>
                  <a:pt x="987800" y="108787"/>
                </a:lnTo>
                <a:lnTo>
                  <a:pt x="988306" y="108596"/>
                </a:lnTo>
                <a:lnTo>
                  <a:pt x="988810" y="108397"/>
                </a:lnTo>
                <a:lnTo>
                  <a:pt x="989310" y="108188"/>
                </a:lnTo>
                <a:lnTo>
                  <a:pt x="989808" y="107970"/>
                </a:lnTo>
                <a:lnTo>
                  <a:pt x="990303" y="107744"/>
                </a:lnTo>
                <a:lnTo>
                  <a:pt x="990796" y="107509"/>
                </a:lnTo>
                <a:lnTo>
                  <a:pt x="991287" y="107265"/>
                </a:lnTo>
                <a:lnTo>
                  <a:pt x="991774" y="107012"/>
                </a:lnTo>
                <a:lnTo>
                  <a:pt x="992260" y="106750"/>
                </a:lnTo>
                <a:lnTo>
                  <a:pt x="992742" y="106479"/>
                </a:lnTo>
                <a:lnTo>
                  <a:pt x="993222" y="106199"/>
                </a:lnTo>
                <a:lnTo>
                  <a:pt x="993700" y="105911"/>
                </a:lnTo>
                <a:lnTo>
                  <a:pt x="994175" y="105613"/>
                </a:lnTo>
                <a:lnTo>
                  <a:pt x="994648" y="105307"/>
                </a:lnTo>
                <a:lnTo>
                  <a:pt x="995118" y="104992"/>
                </a:lnTo>
                <a:lnTo>
                  <a:pt x="995585" y="104668"/>
                </a:lnTo>
                <a:lnTo>
                  <a:pt x="996050" y="104335"/>
                </a:lnTo>
                <a:lnTo>
                  <a:pt x="996512" y="103993"/>
                </a:lnTo>
                <a:lnTo>
                  <a:pt x="996972" y="103643"/>
                </a:lnTo>
                <a:lnTo>
                  <a:pt x="997430" y="103283"/>
                </a:lnTo>
                <a:lnTo>
                  <a:pt x="997884" y="102915"/>
                </a:lnTo>
                <a:lnTo>
                  <a:pt x="998337" y="102537"/>
                </a:lnTo>
                <a:lnTo>
                  <a:pt x="998786" y="102151"/>
                </a:lnTo>
                <a:lnTo>
                  <a:pt x="999234" y="101756"/>
                </a:lnTo>
                <a:lnTo>
                  <a:pt x="999678" y="101352"/>
                </a:lnTo>
                <a:lnTo>
                  <a:pt x="1000120" y="100939"/>
                </a:lnTo>
                <a:lnTo>
                  <a:pt x="1000560" y="100518"/>
                </a:lnTo>
                <a:lnTo>
                  <a:pt x="1000579" y="100568"/>
                </a:lnTo>
                <a:lnTo>
                  <a:pt x="1000598" y="100624"/>
                </a:lnTo>
                <a:lnTo>
                  <a:pt x="1000619" y="100683"/>
                </a:lnTo>
                <a:lnTo>
                  <a:pt x="1000641" y="100747"/>
                </a:lnTo>
                <a:lnTo>
                  <a:pt x="1000664" y="100815"/>
                </a:lnTo>
                <a:lnTo>
                  <a:pt x="1000688" y="100887"/>
                </a:lnTo>
                <a:lnTo>
                  <a:pt x="1000713" y="100964"/>
                </a:lnTo>
                <a:lnTo>
                  <a:pt x="1000738" y="101045"/>
                </a:lnTo>
                <a:lnTo>
                  <a:pt x="1000765" y="101131"/>
                </a:lnTo>
                <a:lnTo>
                  <a:pt x="1000793" y="101220"/>
                </a:lnTo>
                <a:lnTo>
                  <a:pt x="1000822" y="101314"/>
                </a:lnTo>
                <a:lnTo>
                  <a:pt x="1000852" y="101412"/>
                </a:lnTo>
                <a:lnTo>
                  <a:pt x="1000883" y="101515"/>
                </a:lnTo>
                <a:lnTo>
                  <a:pt x="1000915" y="101622"/>
                </a:lnTo>
                <a:lnTo>
                  <a:pt x="1000948" y="101733"/>
                </a:lnTo>
                <a:lnTo>
                  <a:pt x="1000982" y="101849"/>
                </a:lnTo>
                <a:lnTo>
                  <a:pt x="1001017" y="101969"/>
                </a:lnTo>
                <a:lnTo>
                  <a:pt x="1001053" y="102093"/>
                </a:lnTo>
                <a:lnTo>
                  <a:pt x="1001090" y="102221"/>
                </a:lnTo>
                <a:lnTo>
                  <a:pt x="1001128" y="102354"/>
                </a:lnTo>
                <a:lnTo>
                  <a:pt x="1001167" y="102491"/>
                </a:lnTo>
                <a:lnTo>
                  <a:pt x="1001207" y="102632"/>
                </a:lnTo>
                <a:lnTo>
                  <a:pt x="1001248" y="102778"/>
                </a:lnTo>
                <a:lnTo>
                  <a:pt x="1001290" y="102928"/>
                </a:lnTo>
                <a:lnTo>
                  <a:pt x="1001387" y="103260"/>
                </a:lnTo>
                <a:lnTo>
                  <a:pt x="1001483" y="103584"/>
                </a:lnTo>
                <a:lnTo>
                  <a:pt x="1001577" y="103902"/>
                </a:lnTo>
                <a:lnTo>
                  <a:pt x="1001670" y="104213"/>
                </a:lnTo>
                <a:lnTo>
                  <a:pt x="1001762" y="104517"/>
                </a:lnTo>
                <a:lnTo>
                  <a:pt x="1001852" y="104814"/>
                </a:lnTo>
                <a:lnTo>
                  <a:pt x="1001941" y="105104"/>
                </a:lnTo>
                <a:lnTo>
                  <a:pt x="1002029" y="105388"/>
                </a:lnTo>
                <a:lnTo>
                  <a:pt x="1002116" y="105664"/>
                </a:lnTo>
                <a:lnTo>
                  <a:pt x="1002201" y="105934"/>
                </a:lnTo>
                <a:lnTo>
                  <a:pt x="1002285" y="106197"/>
                </a:lnTo>
                <a:lnTo>
                  <a:pt x="1002368" y="106453"/>
                </a:lnTo>
                <a:lnTo>
                  <a:pt x="1002449" y="106702"/>
                </a:lnTo>
                <a:lnTo>
                  <a:pt x="1002530" y="106944"/>
                </a:lnTo>
                <a:lnTo>
                  <a:pt x="1002609" y="107180"/>
                </a:lnTo>
                <a:lnTo>
                  <a:pt x="1002686" y="107409"/>
                </a:lnTo>
                <a:lnTo>
                  <a:pt x="1002763" y="107630"/>
                </a:lnTo>
                <a:lnTo>
                  <a:pt x="1002838" y="107845"/>
                </a:lnTo>
                <a:lnTo>
                  <a:pt x="1002912" y="108054"/>
                </a:lnTo>
                <a:lnTo>
                  <a:pt x="1002985" y="108255"/>
                </a:lnTo>
                <a:lnTo>
                  <a:pt x="1003056" y="108449"/>
                </a:lnTo>
                <a:lnTo>
                  <a:pt x="1003126" y="108637"/>
                </a:lnTo>
                <a:lnTo>
                  <a:pt x="1003195" y="108818"/>
                </a:lnTo>
                <a:lnTo>
                  <a:pt x="1003263" y="108991"/>
                </a:lnTo>
                <a:lnTo>
                  <a:pt x="1023571" y="108991"/>
                </a:lnTo>
                <a:lnTo>
                  <a:pt x="1023349" y="108530"/>
                </a:lnTo>
                <a:lnTo>
                  <a:pt x="1023132" y="108071"/>
                </a:lnTo>
                <a:lnTo>
                  <a:pt x="1022922" y="107614"/>
                </a:lnTo>
                <a:lnTo>
                  <a:pt x="1022718" y="107160"/>
                </a:lnTo>
                <a:lnTo>
                  <a:pt x="1022519" y="106708"/>
                </a:lnTo>
                <a:lnTo>
                  <a:pt x="1022327" y="106259"/>
                </a:lnTo>
                <a:lnTo>
                  <a:pt x="1022140" y="105812"/>
                </a:lnTo>
                <a:lnTo>
                  <a:pt x="1021960" y="105367"/>
                </a:lnTo>
                <a:lnTo>
                  <a:pt x="1021785" y="104925"/>
                </a:lnTo>
                <a:lnTo>
                  <a:pt x="1021616" y="104485"/>
                </a:lnTo>
                <a:lnTo>
                  <a:pt x="1021454" y="104048"/>
                </a:lnTo>
                <a:lnTo>
                  <a:pt x="1021297" y="103613"/>
                </a:lnTo>
                <a:lnTo>
                  <a:pt x="1021146" y="103181"/>
                </a:lnTo>
                <a:lnTo>
                  <a:pt x="1021002" y="102750"/>
                </a:lnTo>
                <a:lnTo>
                  <a:pt x="1020863" y="102323"/>
                </a:lnTo>
                <a:lnTo>
                  <a:pt x="1020730" y="101897"/>
                </a:lnTo>
                <a:lnTo>
                  <a:pt x="1020603" y="101475"/>
                </a:lnTo>
                <a:lnTo>
                  <a:pt x="1020482" y="101054"/>
                </a:lnTo>
                <a:lnTo>
                  <a:pt x="1020367" y="100636"/>
                </a:lnTo>
                <a:lnTo>
                  <a:pt x="1020258" y="100220"/>
                </a:lnTo>
                <a:lnTo>
                  <a:pt x="1020155" y="99807"/>
                </a:lnTo>
                <a:lnTo>
                  <a:pt x="1020058" y="99396"/>
                </a:lnTo>
                <a:lnTo>
                  <a:pt x="1019967" y="98988"/>
                </a:lnTo>
                <a:lnTo>
                  <a:pt x="1019882" y="98582"/>
                </a:lnTo>
                <a:lnTo>
                  <a:pt x="1019801" y="98168"/>
                </a:lnTo>
                <a:lnTo>
                  <a:pt x="1019724" y="97735"/>
                </a:lnTo>
                <a:lnTo>
                  <a:pt x="1019651" y="97283"/>
                </a:lnTo>
                <a:lnTo>
                  <a:pt x="1019580" y="96813"/>
                </a:lnTo>
                <a:lnTo>
                  <a:pt x="1019514" y="96325"/>
                </a:lnTo>
                <a:lnTo>
                  <a:pt x="1019450" y="95817"/>
                </a:lnTo>
                <a:lnTo>
                  <a:pt x="1019390" y="95291"/>
                </a:lnTo>
                <a:lnTo>
                  <a:pt x="1019334" y="94747"/>
                </a:lnTo>
                <a:lnTo>
                  <a:pt x="1019281" y="94183"/>
                </a:lnTo>
                <a:lnTo>
                  <a:pt x="1019231" y="93601"/>
                </a:lnTo>
                <a:lnTo>
                  <a:pt x="1019185" y="93001"/>
                </a:lnTo>
                <a:lnTo>
                  <a:pt x="1019142" y="92382"/>
                </a:lnTo>
                <a:lnTo>
                  <a:pt x="1019103" y="91744"/>
                </a:lnTo>
                <a:lnTo>
                  <a:pt x="1019067" y="91087"/>
                </a:lnTo>
                <a:lnTo>
                  <a:pt x="1019034" y="90412"/>
                </a:lnTo>
                <a:lnTo>
                  <a:pt x="1019005" y="89718"/>
                </a:lnTo>
                <a:lnTo>
                  <a:pt x="1018979" y="89006"/>
                </a:lnTo>
                <a:lnTo>
                  <a:pt x="1018957" y="88275"/>
                </a:lnTo>
                <a:lnTo>
                  <a:pt x="1018938" y="87525"/>
                </a:lnTo>
                <a:lnTo>
                  <a:pt x="1018923" y="86757"/>
                </a:lnTo>
                <a:lnTo>
                  <a:pt x="1018911" y="85970"/>
                </a:lnTo>
                <a:lnTo>
                  <a:pt x="1018902" y="85164"/>
                </a:lnTo>
                <a:lnTo>
                  <a:pt x="1018897" y="84340"/>
                </a:lnTo>
                <a:lnTo>
                  <a:pt x="1018896" y="83497"/>
                </a:lnTo>
                <a:lnTo>
                  <a:pt x="1019115" y="59536"/>
                </a:lnTo>
                <a:lnTo>
                  <a:pt x="1019110" y="58437"/>
                </a:lnTo>
                <a:lnTo>
                  <a:pt x="1019096" y="57366"/>
                </a:lnTo>
                <a:lnTo>
                  <a:pt x="1019072" y="56325"/>
                </a:lnTo>
                <a:lnTo>
                  <a:pt x="1019039" y="55312"/>
                </a:lnTo>
                <a:lnTo>
                  <a:pt x="1018996" y="54329"/>
                </a:lnTo>
                <a:lnTo>
                  <a:pt x="1018944" y="53375"/>
                </a:lnTo>
                <a:lnTo>
                  <a:pt x="1018882" y="52450"/>
                </a:lnTo>
                <a:lnTo>
                  <a:pt x="1018810" y="51553"/>
                </a:lnTo>
                <a:lnTo>
                  <a:pt x="1018729" y="50686"/>
                </a:lnTo>
                <a:lnTo>
                  <a:pt x="1018639" y="49848"/>
                </a:lnTo>
                <a:lnTo>
                  <a:pt x="1018539" y="49039"/>
                </a:lnTo>
                <a:lnTo>
                  <a:pt x="1018430" y="48259"/>
                </a:lnTo>
                <a:lnTo>
                  <a:pt x="1018311" y="47508"/>
                </a:lnTo>
                <a:lnTo>
                  <a:pt x="1018183" y="46786"/>
                </a:lnTo>
                <a:lnTo>
                  <a:pt x="1018045" y="46093"/>
                </a:lnTo>
                <a:lnTo>
                  <a:pt x="1017897" y="45429"/>
                </a:lnTo>
                <a:lnTo>
                  <a:pt x="1017740" y="44795"/>
                </a:lnTo>
                <a:lnTo>
                  <a:pt x="1017574" y="44189"/>
                </a:lnTo>
                <a:lnTo>
                  <a:pt x="1017398" y="43612"/>
                </a:lnTo>
                <a:lnTo>
                  <a:pt x="1017212" y="43064"/>
                </a:lnTo>
                <a:lnTo>
                  <a:pt x="1017017" y="42546"/>
                </a:lnTo>
                <a:lnTo>
                  <a:pt x="1016813" y="42056"/>
                </a:lnTo>
                <a:lnTo>
                  <a:pt x="1016599" y="41596"/>
                </a:lnTo>
                <a:lnTo>
                  <a:pt x="1016375" y="41164"/>
                </a:lnTo>
                <a:lnTo>
                  <a:pt x="1016140" y="40750"/>
                </a:lnTo>
                <a:lnTo>
                  <a:pt x="1015891" y="40342"/>
                </a:lnTo>
                <a:lnTo>
                  <a:pt x="1015628" y="39940"/>
                </a:lnTo>
                <a:lnTo>
                  <a:pt x="1015352" y="39545"/>
                </a:lnTo>
                <a:lnTo>
                  <a:pt x="1015061" y="39155"/>
                </a:lnTo>
                <a:lnTo>
                  <a:pt x="1014757" y="38772"/>
                </a:lnTo>
                <a:lnTo>
                  <a:pt x="1014439" y="38394"/>
                </a:lnTo>
                <a:lnTo>
                  <a:pt x="1014107" y="38023"/>
                </a:lnTo>
                <a:lnTo>
                  <a:pt x="1013761" y="37658"/>
                </a:lnTo>
                <a:lnTo>
                  <a:pt x="1013401" y="37298"/>
                </a:lnTo>
                <a:lnTo>
                  <a:pt x="1013028" y="36945"/>
                </a:lnTo>
                <a:lnTo>
                  <a:pt x="1012641" y="36598"/>
                </a:lnTo>
                <a:lnTo>
                  <a:pt x="1012240" y="36257"/>
                </a:lnTo>
                <a:lnTo>
                  <a:pt x="1011825" y="35923"/>
                </a:lnTo>
                <a:lnTo>
                  <a:pt x="1011396" y="35594"/>
                </a:lnTo>
                <a:lnTo>
                  <a:pt x="1010953" y="35271"/>
                </a:lnTo>
                <a:lnTo>
                  <a:pt x="1010497" y="34955"/>
                </a:lnTo>
                <a:lnTo>
                  <a:pt x="1010027" y="34644"/>
                </a:lnTo>
                <a:lnTo>
                  <a:pt x="1009543" y="34340"/>
                </a:lnTo>
                <a:lnTo>
                  <a:pt x="1009045" y="34042"/>
                </a:lnTo>
                <a:lnTo>
                  <a:pt x="1008533" y="33749"/>
                </a:lnTo>
                <a:lnTo>
                  <a:pt x="1008008" y="33463"/>
                </a:lnTo>
                <a:lnTo>
                  <a:pt x="1007468" y="33183"/>
                </a:lnTo>
                <a:lnTo>
                  <a:pt x="1006915" y="32909"/>
                </a:lnTo>
                <a:lnTo>
                  <a:pt x="1006343" y="32644"/>
                </a:lnTo>
                <a:lnTo>
                  <a:pt x="1005746" y="32390"/>
                </a:lnTo>
                <a:lnTo>
                  <a:pt x="1005126" y="32147"/>
                </a:lnTo>
                <a:lnTo>
                  <a:pt x="1004480" y="31916"/>
                </a:lnTo>
                <a:lnTo>
                  <a:pt x="1003811" y="31696"/>
                </a:lnTo>
                <a:lnTo>
                  <a:pt x="1003117" y="31487"/>
                </a:lnTo>
                <a:lnTo>
                  <a:pt x="1002398" y="31290"/>
                </a:lnTo>
                <a:lnTo>
                  <a:pt x="1001656" y="31103"/>
                </a:lnTo>
                <a:lnTo>
                  <a:pt x="1000889" y="30928"/>
                </a:lnTo>
                <a:lnTo>
                  <a:pt x="1000097" y="30765"/>
                </a:lnTo>
                <a:lnTo>
                  <a:pt x="999281" y="30612"/>
                </a:lnTo>
                <a:lnTo>
                  <a:pt x="998441" y="30471"/>
                </a:lnTo>
                <a:lnTo>
                  <a:pt x="997577" y="30341"/>
                </a:lnTo>
                <a:lnTo>
                  <a:pt x="996688" y="30223"/>
                </a:lnTo>
                <a:lnTo>
                  <a:pt x="995775" y="30116"/>
                </a:lnTo>
                <a:lnTo>
                  <a:pt x="994838" y="30020"/>
                </a:lnTo>
                <a:lnTo>
                  <a:pt x="993876" y="29935"/>
                </a:lnTo>
                <a:lnTo>
                  <a:pt x="992890" y="29862"/>
                </a:lnTo>
                <a:lnTo>
                  <a:pt x="991879" y="29800"/>
                </a:lnTo>
                <a:lnTo>
                  <a:pt x="990844" y="29749"/>
                </a:lnTo>
                <a:lnTo>
                  <a:pt x="989785" y="29709"/>
                </a:lnTo>
                <a:lnTo>
                  <a:pt x="988701" y="29681"/>
                </a:lnTo>
                <a:lnTo>
                  <a:pt x="987593" y="29664"/>
                </a:lnTo>
                <a:lnTo>
                  <a:pt x="986461" y="29659"/>
                </a:lnTo>
                <a:lnTo>
                  <a:pt x="985214" y="29668"/>
                </a:lnTo>
                <a:lnTo>
                  <a:pt x="983993" y="29697"/>
                </a:lnTo>
                <a:lnTo>
                  <a:pt x="982797" y="29744"/>
                </a:lnTo>
                <a:lnTo>
                  <a:pt x="981628" y="29811"/>
                </a:lnTo>
                <a:lnTo>
                  <a:pt x="980484" y="29896"/>
                </a:lnTo>
                <a:lnTo>
                  <a:pt x="979366" y="30001"/>
                </a:lnTo>
                <a:lnTo>
                  <a:pt x="978274" y="30125"/>
                </a:lnTo>
                <a:lnTo>
                  <a:pt x="977208" y="30267"/>
                </a:lnTo>
                <a:lnTo>
                  <a:pt x="976168" y="30429"/>
                </a:lnTo>
                <a:lnTo>
                  <a:pt x="975153" y="30610"/>
                </a:lnTo>
                <a:lnTo>
                  <a:pt x="974165" y="30809"/>
                </a:lnTo>
                <a:lnTo>
                  <a:pt x="973202" y="31028"/>
                </a:lnTo>
                <a:lnTo>
                  <a:pt x="972266" y="31266"/>
                </a:lnTo>
                <a:lnTo>
                  <a:pt x="971355" y="31523"/>
                </a:lnTo>
                <a:lnTo>
                  <a:pt x="970470" y="31799"/>
                </a:lnTo>
                <a:lnTo>
                  <a:pt x="969611" y="32094"/>
                </a:lnTo>
                <a:lnTo>
                  <a:pt x="968778" y="32407"/>
                </a:lnTo>
                <a:lnTo>
                  <a:pt x="967970" y="32740"/>
                </a:lnTo>
                <a:lnTo>
                  <a:pt x="967189" y="33092"/>
                </a:lnTo>
                <a:lnTo>
                  <a:pt x="966433" y="33463"/>
                </a:lnTo>
                <a:lnTo>
                  <a:pt x="965703" y="33853"/>
                </a:lnTo>
                <a:lnTo>
                  <a:pt x="964999" y="34262"/>
                </a:lnTo>
                <a:lnTo>
                  <a:pt x="964321" y="34690"/>
                </a:lnTo>
                <a:lnTo>
                  <a:pt x="963669" y="35137"/>
                </a:lnTo>
                <a:lnTo>
                  <a:pt x="963038" y="35604"/>
                </a:lnTo>
                <a:lnTo>
                  <a:pt x="962422" y="36091"/>
                </a:lnTo>
                <a:lnTo>
                  <a:pt x="961823" y="36599"/>
                </a:lnTo>
                <a:lnTo>
                  <a:pt x="961238" y="37127"/>
                </a:lnTo>
                <a:lnTo>
                  <a:pt x="960670" y="37676"/>
                </a:lnTo>
                <a:lnTo>
                  <a:pt x="960117" y="38246"/>
                </a:lnTo>
                <a:lnTo>
                  <a:pt x="959580" y="38836"/>
                </a:lnTo>
                <a:lnTo>
                  <a:pt x="959059" y="39446"/>
                </a:lnTo>
                <a:lnTo>
                  <a:pt x="958554" y="40077"/>
                </a:lnTo>
                <a:lnTo>
                  <a:pt x="958064" y="40729"/>
                </a:lnTo>
                <a:lnTo>
                  <a:pt x="957590" y="41401"/>
                </a:lnTo>
                <a:lnTo>
                  <a:pt x="957131" y="42094"/>
                </a:lnTo>
                <a:lnTo>
                  <a:pt x="956689" y="42808"/>
                </a:lnTo>
                <a:lnTo>
                  <a:pt x="956262" y="43542"/>
                </a:lnTo>
                <a:lnTo>
                  <a:pt x="955851" y="44296"/>
                </a:lnTo>
                <a:lnTo>
                  <a:pt x="955455" y="45071"/>
                </a:lnTo>
                <a:lnTo>
                  <a:pt x="955076" y="45867"/>
                </a:lnTo>
                <a:lnTo>
                  <a:pt x="954712" y="46683"/>
                </a:lnTo>
                <a:lnTo>
                  <a:pt x="954363" y="47520"/>
                </a:lnTo>
                <a:lnTo>
                  <a:pt x="954031" y="48377"/>
                </a:lnTo>
                <a:lnTo>
                  <a:pt x="953714" y="49255"/>
                </a:lnTo>
                <a:lnTo>
                  <a:pt x="953413" y="50153"/>
                </a:lnTo>
                <a:lnTo>
                  <a:pt x="953127" y="51072"/>
                </a:lnTo>
                <a:lnTo>
                  <a:pt x="952858" y="52012"/>
                </a:lnTo>
                <a:lnTo>
                  <a:pt x="971486" y="55372"/>
                </a:lnTo>
                <a:lnTo>
                  <a:pt x="971646" y="54918"/>
                </a:lnTo>
                <a:lnTo>
                  <a:pt x="971810" y="54474"/>
                </a:lnTo>
                <a:lnTo>
                  <a:pt x="971979" y="54043"/>
                </a:lnTo>
                <a:lnTo>
                  <a:pt x="972151" y="53622"/>
                </a:lnTo>
                <a:close/>
                <a:moveTo>
                  <a:pt x="998940" y="77820"/>
                </a:moveTo>
                <a:lnTo>
                  <a:pt x="998930" y="78370"/>
                </a:lnTo>
                <a:lnTo>
                  <a:pt x="998918" y="78904"/>
                </a:lnTo>
                <a:lnTo>
                  <a:pt x="998903" y="79422"/>
                </a:lnTo>
                <a:lnTo>
                  <a:pt x="998884" y="79924"/>
                </a:lnTo>
                <a:lnTo>
                  <a:pt x="998863" y="80409"/>
                </a:lnTo>
                <a:lnTo>
                  <a:pt x="998840" y="80878"/>
                </a:lnTo>
                <a:lnTo>
                  <a:pt x="998813" y="81331"/>
                </a:lnTo>
                <a:lnTo>
                  <a:pt x="998784" y="81767"/>
                </a:lnTo>
                <a:lnTo>
                  <a:pt x="998752" y="82187"/>
                </a:lnTo>
                <a:lnTo>
                  <a:pt x="998717" y="82591"/>
                </a:lnTo>
                <a:lnTo>
                  <a:pt x="998679" y="82978"/>
                </a:lnTo>
                <a:lnTo>
                  <a:pt x="998639" y="83350"/>
                </a:lnTo>
                <a:lnTo>
                  <a:pt x="998596" y="83705"/>
                </a:lnTo>
                <a:lnTo>
                  <a:pt x="998550" y="84043"/>
                </a:lnTo>
                <a:lnTo>
                  <a:pt x="998501" y="84366"/>
                </a:lnTo>
                <a:lnTo>
                  <a:pt x="998449" y="84672"/>
                </a:lnTo>
                <a:lnTo>
                  <a:pt x="998395" y="84961"/>
                </a:lnTo>
                <a:lnTo>
                  <a:pt x="998338" y="85235"/>
                </a:lnTo>
                <a:lnTo>
                  <a:pt x="998278" y="85492"/>
                </a:lnTo>
                <a:lnTo>
                  <a:pt x="998215" y="85733"/>
                </a:lnTo>
                <a:lnTo>
                  <a:pt x="998149" y="85958"/>
                </a:lnTo>
                <a:lnTo>
                  <a:pt x="998047" y="86287"/>
                </a:lnTo>
                <a:lnTo>
                  <a:pt x="997937" y="86611"/>
                </a:lnTo>
                <a:lnTo>
                  <a:pt x="997817" y="86931"/>
                </a:lnTo>
                <a:lnTo>
                  <a:pt x="997689" y="87248"/>
                </a:lnTo>
                <a:lnTo>
                  <a:pt x="997551" y="87559"/>
                </a:lnTo>
                <a:lnTo>
                  <a:pt x="997405" y="87867"/>
                </a:lnTo>
                <a:lnTo>
                  <a:pt x="997250" y="88170"/>
                </a:lnTo>
                <a:lnTo>
                  <a:pt x="997086" y="88469"/>
                </a:lnTo>
                <a:lnTo>
                  <a:pt x="996913" y="88764"/>
                </a:lnTo>
                <a:lnTo>
                  <a:pt x="996731" y="89054"/>
                </a:lnTo>
                <a:lnTo>
                  <a:pt x="996541" y="89340"/>
                </a:lnTo>
                <a:lnTo>
                  <a:pt x="996341" y="89622"/>
                </a:lnTo>
                <a:lnTo>
                  <a:pt x="996133" y="89900"/>
                </a:lnTo>
                <a:lnTo>
                  <a:pt x="995916" y="90173"/>
                </a:lnTo>
                <a:lnTo>
                  <a:pt x="995689" y="90442"/>
                </a:lnTo>
                <a:lnTo>
                  <a:pt x="995454" y="90707"/>
                </a:lnTo>
                <a:lnTo>
                  <a:pt x="995211" y="90967"/>
                </a:lnTo>
                <a:lnTo>
                  <a:pt x="994958" y="91224"/>
                </a:lnTo>
                <a:lnTo>
                  <a:pt x="994696" y="91476"/>
                </a:lnTo>
                <a:lnTo>
                  <a:pt x="994426" y="91723"/>
                </a:lnTo>
                <a:lnTo>
                  <a:pt x="994146" y="91967"/>
                </a:lnTo>
                <a:lnTo>
                  <a:pt x="993858" y="92206"/>
                </a:lnTo>
                <a:lnTo>
                  <a:pt x="993561" y="92441"/>
                </a:lnTo>
                <a:lnTo>
                  <a:pt x="993255" y="92671"/>
                </a:lnTo>
                <a:lnTo>
                  <a:pt x="992834" y="92966"/>
                </a:lnTo>
                <a:lnTo>
                  <a:pt x="992411" y="93248"/>
                </a:lnTo>
                <a:lnTo>
                  <a:pt x="991987" y="93517"/>
                </a:lnTo>
                <a:lnTo>
                  <a:pt x="991560" y="93774"/>
                </a:lnTo>
                <a:lnTo>
                  <a:pt x="991132" y="94019"/>
                </a:lnTo>
                <a:lnTo>
                  <a:pt x="990703" y="94250"/>
                </a:lnTo>
                <a:lnTo>
                  <a:pt x="990271" y="94470"/>
                </a:lnTo>
                <a:lnTo>
                  <a:pt x="989838" y="94677"/>
                </a:lnTo>
                <a:lnTo>
                  <a:pt x="989403" y="94871"/>
                </a:lnTo>
                <a:lnTo>
                  <a:pt x="988966" y="95053"/>
                </a:lnTo>
                <a:lnTo>
                  <a:pt x="988527" y="95222"/>
                </a:lnTo>
                <a:lnTo>
                  <a:pt x="988086" y="95378"/>
                </a:lnTo>
                <a:lnTo>
                  <a:pt x="987644" y="95522"/>
                </a:lnTo>
                <a:lnTo>
                  <a:pt x="987200" y="95654"/>
                </a:lnTo>
                <a:lnTo>
                  <a:pt x="986754" y="95773"/>
                </a:lnTo>
                <a:lnTo>
                  <a:pt x="986307" y="95880"/>
                </a:lnTo>
                <a:lnTo>
                  <a:pt x="985858" y="95974"/>
                </a:lnTo>
                <a:lnTo>
                  <a:pt x="985406" y="96055"/>
                </a:lnTo>
                <a:lnTo>
                  <a:pt x="984954" y="96124"/>
                </a:lnTo>
                <a:lnTo>
                  <a:pt x="984499" y="96180"/>
                </a:lnTo>
                <a:lnTo>
                  <a:pt x="984042" y="96224"/>
                </a:lnTo>
                <a:lnTo>
                  <a:pt x="983584" y="96256"/>
                </a:lnTo>
                <a:lnTo>
                  <a:pt x="983124" y="96274"/>
                </a:lnTo>
                <a:lnTo>
                  <a:pt x="982662" y="96281"/>
                </a:lnTo>
                <a:lnTo>
                  <a:pt x="982252" y="96275"/>
                </a:lnTo>
                <a:lnTo>
                  <a:pt x="981847" y="96259"/>
                </a:lnTo>
                <a:lnTo>
                  <a:pt x="981448" y="96232"/>
                </a:lnTo>
                <a:lnTo>
                  <a:pt x="981055" y="96194"/>
                </a:lnTo>
                <a:lnTo>
                  <a:pt x="980669" y="96146"/>
                </a:lnTo>
                <a:lnTo>
                  <a:pt x="980288" y="96087"/>
                </a:lnTo>
                <a:lnTo>
                  <a:pt x="979914" y="96017"/>
                </a:lnTo>
                <a:lnTo>
                  <a:pt x="979546" y="95936"/>
                </a:lnTo>
                <a:lnTo>
                  <a:pt x="979183" y="95844"/>
                </a:lnTo>
                <a:lnTo>
                  <a:pt x="978827" y="95742"/>
                </a:lnTo>
                <a:lnTo>
                  <a:pt x="978477" y="95629"/>
                </a:lnTo>
                <a:lnTo>
                  <a:pt x="978133" y="95505"/>
                </a:lnTo>
                <a:lnTo>
                  <a:pt x="977795" y="95370"/>
                </a:lnTo>
                <a:lnTo>
                  <a:pt x="977464" y="95225"/>
                </a:lnTo>
                <a:lnTo>
                  <a:pt x="977138" y="95069"/>
                </a:lnTo>
                <a:lnTo>
                  <a:pt x="976818" y="94902"/>
                </a:lnTo>
                <a:lnTo>
                  <a:pt x="976505" y="94724"/>
                </a:lnTo>
                <a:lnTo>
                  <a:pt x="976198" y="94536"/>
                </a:lnTo>
                <a:lnTo>
                  <a:pt x="975896" y="94336"/>
                </a:lnTo>
                <a:lnTo>
                  <a:pt x="975601" y="94126"/>
                </a:lnTo>
                <a:lnTo>
                  <a:pt x="975312" y="93905"/>
                </a:lnTo>
                <a:lnTo>
                  <a:pt x="975029" y="93674"/>
                </a:lnTo>
                <a:lnTo>
                  <a:pt x="974752" y="93431"/>
                </a:lnTo>
                <a:lnTo>
                  <a:pt x="974481" y="93178"/>
                </a:lnTo>
                <a:lnTo>
                  <a:pt x="974219" y="92918"/>
                </a:lnTo>
                <a:lnTo>
                  <a:pt x="973967" y="92653"/>
                </a:lnTo>
                <a:lnTo>
                  <a:pt x="973727" y="92384"/>
                </a:lnTo>
                <a:lnTo>
                  <a:pt x="973499" y="92111"/>
                </a:lnTo>
                <a:lnTo>
                  <a:pt x="973281" y="91835"/>
                </a:lnTo>
                <a:lnTo>
                  <a:pt x="973075" y="91554"/>
                </a:lnTo>
                <a:lnTo>
                  <a:pt x="972879" y="91269"/>
                </a:lnTo>
                <a:lnTo>
                  <a:pt x="972695" y="90980"/>
                </a:lnTo>
                <a:lnTo>
                  <a:pt x="972522" y="90687"/>
                </a:lnTo>
                <a:lnTo>
                  <a:pt x="972360" y="90391"/>
                </a:lnTo>
                <a:lnTo>
                  <a:pt x="972210" y="90090"/>
                </a:lnTo>
                <a:lnTo>
                  <a:pt x="972070" y="89785"/>
                </a:lnTo>
                <a:lnTo>
                  <a:pt x="971942" y="89476"/>
                </a:lnTo>
                <a:lnTo>
                  <a:pt x="971825" y="89163"/>
                </a:lnTo>
                <a:lnTo>
                  <a:pt x="971719" y="88846"/>
                </a:lnTo>
                <a:lnTo>
                  <a:pt x="971624" y="88525"/>
                </a:lnTo>
                <a:lnTo>
                  <a:pt x="971540" y="88200"/>
                </a:lnTo>
                <a:lnTo>
                  <a:pt x="971467" y="87872"/>
                </a:lnTo>
                <a:lnTo>
                  <a:pt x="971406" y="87539"/>
                </a:lnTo>
                <a:lnTo>
                  <a:pt x="971356" y="87202"/>
                </a:lnTo>
                <a:lnTo>
                  <a:pt x="971317" y="86861"/>
                </a:lnTo>
                <a:lnTo>
                  <a:pt x="971289" y="86516"/>
                </a:lnTo>
                <a:lnTo>
                  <a:pt x="971272" y="86167"/>
                </a:lnTo>
                <a:lnTo>
                  <a:pt x="971267" y="85814"/>
                </a:lnTo>
                <a:lnTo>
                  <a:pt x="971274" y="85456"/>
                </a:lnTo>
                <a:lnTo>
                  <a:pt x="971295" y="85103"/>
                </a:lnTo>
                <a:lnTo>
                  <a:pt x="971329" y="84755"/>
                </a:lnTo>
                <a:lnTo>
                  <a:pt x="971378" y="84412"/>
                </a:lnTo>
                <a:lnTo>
                  <a:pt x="971441" y="84075"/>
                </a:lnTo>
                <a:lnTo>
                  <a:pt x="971518" y="83743"/>
                </a:lnTo>
                <a:lnTo>
                  <a:pt x="971608" y="83417"/>
                </a:lnTo>
                <a:lnTo>
                  <a:pt x="971713" y="83095"/>
                </a:lnTo>
                <a:lnTo>
                  <a:pt x="971832" y="82779"/>
                </a:lnTo>
                <a:lnTo>
                  <a:pt x="971964" y="82468"/>
                </a:lnTo>
                <a:lnTo>
                  <a:pt x="972111" y="82163"/>
                </a:lnTo>
                <a:lnTo>
                  <a:pt x="972271" y="81862"/>
                </a:lnTo>
                <a:lnTo>
                  <a:pt x="972445" y="81567"/>
                </a:lnTo>
                <a:lnTo>
                  <a:pt x="972634" y="81277"/>
                </a:lnTo>
                <a:lnTo>
                  <a:pt x="972836" y="80993"/>
                </a:lnTo>
                <a:lnTo>
                  <a:pt x="973052" y="80714"/>
                </a:lnTo>
                <a:lnTo>
                  <a:pt x="973282" y="80439"/>
                </a:lnTo>
                <a:lnTo>
                  <a:pt x="973527" y="80171"/>
                </a:lnTo>
                <a:lnTo>
                  <a:pt x="973785" y="79907"/>
                </a:lnTo>
                <a:lnTo>
                  <a:pt x="974057" y="79649"/>
                </a:lnTo>
                <a:lnTo>
                  <a:pt x="974343" y="79396"/>
                </a:lnTo>
                <a:lnTo>
                  <a:pt x="974643" y="79148"/>
                </a:lnTo>
                <a:lnTo>
                  <a:pt x="974957" y="78906"/>
                </a:lnTo>
                <a:lnTo>
                  <a:pt x="975284" y="78669"/>
                </a:lnTo>
                <a:lnTo>
                  <a:pt x="975514" y="78524"/>
                </a:lnTo>
                <a:lnTo>
                  <a:pt x="975764" y="78379"/>
                </a:lnTo>
                <a:lnTo>
                  <a:pt x="976034" y="78234"/>
                </a:lnTo>
                <a:lnTo>
                  <a:pt x="976325" y="78089"/>
                </a:lnTo>
                <a:lnTo>
                  <a:pt x="976637" y="77944"/>
                </a:lnTo>
                <a:lnTo>
                  <a:pt x="976969" y="77798"/>
                </a:lnTo>
                <a:lnTo>
                  <a:pt x="977322" y="77652"/>
                </a:lnTo>
                <a:lnTo>
                  <a:pt x="977695" y="77506"/>
                </a:lnTo>
                <a:lnTo>
                  <a:pt x="978089" y="77359"/>
                </a:lnTo>
                <a:lnTo>
                  <a:pt x="978503" y="77212"/>
                </a:lnTo>
                <a:lnTo>
                  <a:pt x="978938" y="77065"/>
                </a:lnTo>
                <a:lnTo>
                  <a:pt x="979393" y="76918"/>
                </a:lnTo>
                <a:lnTo>
                  <a:pt x="979869" y="76771"/>
                </a:lnTo>
                <a:lnTo>
                  <a:pt x="980366" y="76623"/>
                </a:lnTo>
                <a:lnTo>
                  <a:pt x="980883" y="76475"/>
                </a:lnTo>
                <a:lnTo>
                  <a:pt x="981421" y="76327"/>
                </a:lnTo>
                <a:lnTo>
                  <a:pt x="981979" y="76178"/>
                </a:lnTo>
                <a:lnTo>
                  <a:pt x="982557" y="76030"/>
                </a:lnTo>
                <a:lnTo>
                  <a:pt x="983157" y="75881"/>
                </a:lnTo>
                <a:lnTo>
                  <a:pt x="983777" y="75732"/>
                </a:lnTo>
                <a:lnTo>
                  <a:pt x="984417" y="75582"/>
                </a:lnTo>
                <a:lnTo>
                  <a:pt x="985078" y="75433"/>
                </a:lnTo>
                <a:lnTo>
                  <a:pt x="985759" y="75283"/>
                </a:lnTo>
                <a:lnTo>
                  <a:pt x="986461" y="75132"/>
                </a:lnTo>
                <a:lnTo>
                  <a:pt x="987165" y="74983"/>
                </a:lnTo>
                <a:lnTo>
                  <a:pt x="987854" y="74835"/>
                </a:lnTo>
                <a:lnTo>
                  <a:pt x="988526" y="74689"/>
                </a:lnTo>
                <a:lnTo>
                  <a:pt x="989182" y="74545"/>
                </a:lnTo>
                <a:lnTo>
                  <a:pt x="989823" y="74402"/>
                </a:lnTo>
                <a:lnTo>
                  <a:pt x="990447" y="74261"/>
                </a:lnTo>
                <a:lnTo>
                  <a:pt x="991055" y="74122"/>
                </a:lnTo>
                <a:lnTo>
                  <a:pt x="991648" y="73985"/>
                </a:lnTo>
                <a:lnTo>
                  <a:pt x="992224" y="73849"/>
                </a:lnTo>
                <a:lnTo>
                  <a:pt x="992785" y="73716"/>
                </a:lnTo>
                <a:lnTo>
                  <a:pt x="993329" y="73584"/>
                </a:lnTo>
                <a:lnTo>
                  <a:pt x="993857" y="73453"/>
                </a:lnTo>
                <a:lnTo>
                  <a:pt x="994370" y="73325"/>
                </a:lnTo>
                <a:lnTo>
                  <a:pt x="994866" y="73198"/>
                </a:lnTo>
                <a:lnTo>
                  <a:pt x="995347" y="73073"/>
                </a:lnTo>
                <a:lnTo>
                  <a:pt x="995812" y="72950"/>
                </a:lnTo>
                <a:lnTo>
                  <a:pt x="996260" y="72829"/>
                </a:lnTo>
                <a:lnTo>
                  <a:pt x="996693" y="72709"/>
                </a:lnTo>
                <a:lnTo>
                  <a:pt x="997109" y="72591"/>
                </a:lnTo>
                <a:lnTo>
                  <a:pt x="997510" y="72475"/>
                </a:lnTo>
                <a:lnTo>
                  <a:pt x="997895" y="72360"/>
                </a:lnTo>
                <a:lnTo>
                  <a:pt x="998263" y="72248"/>
                </a:lnTo>
                <a:lnTo>
                  <a:pt x="998616" y="72137"/>
                </a:lnTo>
                <a:lnTo>
                  <a:pt x="998953" y="72028"/>
                </a:lnTo>
                <a:lnTo>
                  <a:pt x="998953" y="76071"/>
                </a:lnTo>
                <a:lnTo>
                  <a:pt x="998951" y="76670"/>
                </a:lnTo>
                <a:lnTo>
                  <a:pt x="998947" y="77253"/>
                </a:lnTo>
                <a:lnTo>
                  <a:pt x="998940" y="77820"/>
                </a:lnTo>
                <a:close/>
                <a:moveTo>
                  <a:pt x="1032623" y="90468"/>
                </a:moveTo>
                <a:lnTo>
                  <a:pt x="1032961" y="91313"/>
                </a:lnTo>
                <a:lnTo>
                  <a:pt x="1033320" y="92142"/>
                </a:lnTo>
                <a:lnTo>
                  <a:pt x="1033702" y="92955"/>
                </a:lnTo>
                <a:lnTo>
                  <a:pt x="1034106" y="93752"/>
                </a:lnTo>
                <a:lnTo>
                  <a:pt x="1034532" y="94533"/>
                </a:lnTo>
                <a:lnTo>
                  <a:pt x="1034980" y="95298"/>
                </a:lnTo>
                <a:lnTo>
                  <a:pt x="1035450" y="96047"/>
                </a:lnTo>
                <a:lnTo>
                  <a:pt x="1035943" y="96780"/>
                </a:lnTo>
                <a:lnTo>
                  <a:pt x="1036458" y="97497"/>
                </a:lnTo>
                <a:lnTo>
                  <a:pt x="1036995" y="98199"/>
                </a:lnTo>
                <a:lnTo>
                  <a:pt x="1037554" y="98884"/>
                </a:lnTo>
                <a:lnTo>
                  <a:pt x="1038136" y="99554"/>
                </a:lnTo>
                <a:lnTo>
                  <a:pt x="1038739" y="100207"/>
                </a:lnTo>
                <a:lnTo>
                  <a:pt x="1039365" y="100845"/>
                </a:lnTo>
                <a:lnTo>
                  <a:pt x="1040013" y="101467"/>
                </a:lnTo>
                <a:lnTo>
                  <a:pt x="1040683" y="102073"/>
                </a:lnTo>
                <a:lnTo>
                  <a:pt x="1041376" y="102663"/>
                </a:lnTo>
                <a:lnTo>
                  <a:pt x="1042090" y="103237"/>
                </a:lnTo>
                <a:lnTo>
                  <a:pt x="1042827" y="103795"/>
                </a:lnTo>
                <a:lnTo>
                  <a:pt x="1043586" y="104337"/>
                </a:lnTo>
                <a:lnTo>
                  <a:pt x="1044367" y="104860"/>
                </a:lnTo>
                <a:lnTo>
                  <a:pt x="1045172" y="105360"/>
                </a:lnTo>
                <a:lnTo>
                  <a:pt x="1045999" y="105839"/>
                </a:lnTo>
                <a:lnTo>
                  <a:pt x="1046850" y="106295"/>
                </a:lnTo>
                <a:lnTo>
                  <a:pt x="1047723" y="106729"/>
                </a:lnTo>
                <a:lnTo>
                  <a:pt x="1048620" y="107140"/>
                </a:lnTo>
                <a:lnTo>
                  <a:pt x="1049539" y="107530"/>
                </a:lnTo>
                <a:lnTo>
                  <a:pt x="1050481" y="107897"/>
                </a:lnTo>
                <a:lnTo>
                  <a:pt x="1051446" y="108242"/>
                </a:lnTo>
                <a:lnTo>
                  <a:pt x="1052434" y="108564"/>
                </a:lnTo>
                <a:lnTo>
                  <a:pt x="1053445" y="108865"/>
                </a:lnTo>
                <a:lnTo>
                  <a:pt x="1054480" y="109143"/>
                </a:lnTo>
                <a:lnTo>
                  <a:pt x="1055537" y="109399"/>
                </a:lnTo>
                <a:lnTo>
                  <a:pt x="1056617" y="109632"/>
                </a:lnTo>
                <a:lnTo>
                  <a:pt x="1057719" y="109844"/>
                </a:lnTo>
                <a:lnTo>
                  <a:pt x="1058845" y="110033"/>
                </a:lnTo>
                <a:lnTo>
                  <a:pt x="1059994" y="110200"/>
                </a:lnTo>
                <a:lnTo>
                  <a:pt x="1061166" y="110344"/>
                </a:lnTo>
                <a:lnTo>
                  <a:pt x="1062361" y="110467"/>
                </a:lnTo>
                <a:lnTo>
                  <a:pt x="1063578" y="110567"/>
                </a:lnTo>
                <a:lnTo>
                  <a:pt x="1064819" y="110645"/>
                </a:lnTo>
                <a:lnTo>
                  <a:pt x="1066083" y="110700"/>
                </a:lnTo>
                <a:lnTo>
                  <a:pt x="1067369" y="110734"/>
                </a:lnTo>
                <a:lnTo>
                  <a:pt x="1068679" y="110745"/>
                </a:lnTo>
                <a:lnTo>
                  <a:pt x="1070119" y="110731"/>
                </a:lnTo>
                <a:lnTo>
                  <a:pt x="1071529" y="110691"/>
                </a:lnTo>
                <a:lnTo>
                  <a:pt x="1072910" y="110625"/>
                </a:lnTo>
                <a:lnTo>
                  <a:pt x="1074261" y="110531"/>
                </a:lnTo>
                <a:lnTo>
                  <a:pt x="1075582" y="110412"/>
                </a:lnTo>
                <a:lnTo>
                  <a:pt x="1076874" y="110265"/>
                </a:lnTo>
                <a:lnTo>
                  <a:pt x="1078136" y="110092"/>
                </a:lnTo>
                <a:lnTo>
                  <a:pt x="1079368" y="109892"/>
                </a:lnTo>
                <a:lnTo>
                  <a:pt x="1080571" y="109665"/>
                </a:lnTo>
                <a:lnTo>
                  <a:pt x="1081744" y="109412"/>
                </a:lnTo>
                <a:lnTo>
                  <a:pt x="1082887" y="109132"/>
                </a:lnTo>
                <a:lnTo>
                  <a:pt x="1084001" y="108826"/>
                </a:lnTo>
                <a:lnTo>
                  <a:pt x="1085085" y="108493"/>
                </a:lnTo>
                <a:lnTo>
                  <a:pt x="1086139" y="108133"/>
                </a:lnTo>
                <a:lnTo>
                  <a:pt x="1087164" y="107747"/>
                </a:lnTo>
                <a:lnTo>
                  <a:pt x="1088159" y="107334"/>
                </a:lnTo>
                <a:lnTo>
                  <a:pt x="1089124" y="106894"/>
                </a:lnTo>
                <a:lnTo>
                  <a:pt x="1090060" y="106428"/>
                </a:lnTo>
                <a:lnTo>
                  <a:pt x="1090966" y="105935"/>
                </a:lnTo>
                <a:lnTo>
                  <a:pt x="1091842" y="105415"/>
                </a:lnTo>
                <a:lnTo>
                  <a:pt x="1092688" y="104869"/>
                </a:lnTo>
                <a:lnTo>
                  <a:pt x="1093505" y="104296"/>
                </a:lnTo>
                <a:lnTo>
                  <a:pt x="1094292" y="103696"/>
                </a:lnTo>
                <a:lnTo>
                  <a:pt x="1095050" y="103070"/>
                </a:lnTo>
                <a:lnTo>
                  <a:pt x="1095777" y="102425"/>
                </a:lnTo>
                <a:lnTo>
                  <a:pt x="1096473" y="101770"/>
                </a:lnTo>
                <a:lnTo>
                  <a:pt x="1097139" y="101104"/>
                </a:lnTo>
                <a:lnTo>
                  <a:pt x="1097773" y="100428"/>
                </a:lnTo>
                <a:lnTo>
                  <a:pt x="1098377" y="99742"/>
                </a:lnTo>
                <a:lnTo>
                  <a:pt x="1098949" y="99045"/>
                </a:lnTo>
                <a:lnTo>
                  <a:pt x="1099491" y="98338"/>
                </a:lnTo>
                <a:lnTo>
                  <a:pt x="1100001" y="97620"/>
                </a:lnTo>
                <a:lnTo>
                  <a:pt x="1100481" y="96892"/>
                </a:lnTo>
                <a:lnTo>
                  <a:pt x="1100930" y="96154"/>
                </a:lnTo>
                <a:lnTo>
                  <a:pt x="1101347" y="95405"/>
                </a:lnTo>
                <a:lnTo>
                  <a:pt x="1101734" y="94646"/>
                </a:lnTo>
                <a:lnTo>
                  <a:pt x="1102090" y="93876"/>
                </a:lnTo>
                <a:lnTo>
                  <a:pt x="1102415" y="93096"/>
                </a:lnTo>
                <a:lnTo>
                  <a:pt x="1102709" y="92305"/>
                </a:lnTo>
                <a:lnTo>
                  <a:pt x="1102972" y="91504"/>
                </a:lnTo>
                <a:lnTo>
                  <a:pt x="1103204" y="90693"/>
                </a:lnTo>
                <a:lnTo>
                  <a:pt x="1103405" y="89871"/>
                </a:lnTo>
                <a:lnTo>
                  <a:pt x="1103575" y="89039"/>
                </a:lnTo>
                <a:lnTo>
                  <a:pt x="1103715" y="88197"/>
                </a:lnTo>
                <a:lnTo>
                  <a:pt x="1103823" y="87344"/>
                </a:lnTo>
                <a:lnTo>
                  <a:pt x="1103900" y="86481"/>
                </a:lnTo>
                <a:lnTo>
                  <a:pt x="1103947" y="85607"/>
                </a:lnTo>
                <a:lnTo>
                  <a:pt x="1103962" y="84723"/>
                </a:lnTo>
                <a:lnTo>
                  <a:pt x="1103951" y="83914"/>
                </a:lnTo>
                <a:lnTo>
                  <a:pt x="1103918" y="83120"/>
                </a:lnTo>
                <a:lnTo>
                  <a:pt x="1103862" y="82342"/>
                </a:lnTo>
                <a:lnTo>
                  <a:pt x="1103784" y="81578"/>
                </a:lnTo>
                <a:lnTo>
                  <a:pt x="1103683" y="80829"/>
                </a:lnTo>
                <a:lnTo>
                  <a:pt x="1103560" y="80095"/>
                </a:lnTo>
                <a:lnTo>
                  <a:pt x="1103415" y="79377"/>
                </a:lnTo>
                <a:lnTo>
                  <a:pt x="1103248" y="78673"/>
                </a:lnTo>
                <a:lnTo>
                  <a:pt x="1103058" y="77984"/>
                </a:lnTo>
                <a:lnTo>
                  <a:pt x="1102846" y="77310"/>
                </a:lnTo>
                <a:lnTo>
                  <a:pt x="1102612" y="76651"/>
                </a:lnTo>
                <a:lnTo>
                  <a:pt x="1102355" y="76007"/>
                </a:lnTo>
                <a:lnTo>
                  <a:pt x="1102076" y="75378"/>
                </a:lnTo>
                <a:lnTo>
                  <a:pt x="1101775" y="74764"/>
                </a:lnTo>
                <a:lnTo>
                  <a:pt x="1101451" y="74165"/>
                </a:lnTo>
                <a:lnTo>
                  <a:pt x="1101105" y="73580"/>
                </a:lnTo>
                <a:lnTo>
                  <a:pt x="1100737" y="73011"/>
                </a:lnTo>
                <a:lnTo>
                  <a:pt x="1100346" y="72457"/>
                </a:lnTo>
                <a:lnTo>
                  <a:pt x="1099933" y="71918"/>
                </a:lnTo>
                <a:lnTo>
                  <a:pt x="1099498" y="71393"/>
                </a:lnTo>
                <a:lnTo>
                  <a:pt x="1099040" y="70884"/>
                </a:lnTo>
                <a:lnTo>
                  <a:pt x="1098560" y="70390"/>
                </a:lnTo>
                <a:lnTo>
                  <a:pt x="1098058" y="69910"/>
                </a:lnTo>
                <a:lnTo>
                  <a:pt x="1097534" y="69446"/>
                </a:lnTo>
                <a:lnTo>
                  <a:pt x="1096975" y="68998"/>
                </a:lnTo>
                <a:lnTo>
                  <a:pt x="1096381" y="68556"/>
                </a:lnTo>
                <a:lnTo>
                  <a:pt x="1095754" y="68120"/>
                </a:lnTo>
                <a:lnTo>
                  <a:pt x="1095092" y="67690"/>
                </a:lnTo>
                <a:lnTo>
                  <a:pt x="1094395" y="67266"/>
                </a:lnTo>
                <a:lnTo>
                  <a:pt x="1093664" y="66847"/>
                </a:lnTo>
                <a:lnTo>
                  <a:pt x="1092899" y="66435"/>
                </a:lnTo>
                <a:lnTo>
                  <a:pt x="1092100" y="66028"/>
                </a:lnTo>
                <a:lnTo>
                  <a:pt x="1091266" y="65627"/>
                </a:lnTo>
                <a:lnTo>
                  <a:pt x="1090397" y="65232"/>
                </a:lnTo>
                <a:lnTo>
                  <a:pt x="1089495" y="64843"/>
                </a:lnTo>
                <a:lnTo>
                  <a:pt x="1088558" y="64460"/>
                </a:lnTo>
                <a:lnTo>
                  <a:pt x="1087586" y="64082"/>
                </a:lnTo>
                <a:lnTo>
                  <a:pt x="1086580" y="63711"/>
                </a:lnTo>
                <a:lnTo>
                  <a:pt x="1085540" y="63345"/>
                </a:lnTo>
                <a:lnTo>
                  <a:pt x="1084466" y="62985"/>
                </a:lnTo>
                <a:lnTo>
                  <a:pt x="1083357" y="62631"/>
                </a:lnTo>
                <a:lnTo>
                  <a:pt x="1082214" y="62283"/>
                </a:lnTo>
                <a:lnTo>
                  <a:pt x="1081036" y="61941"/>
                </a:lnTo>
                <a:lnTo>
                  <a:pt x="1079824" y="61604"/>
                </a:lnTo>
                <a:lnTo>
                  <a:pt x="1078578" y="61274"/>
                </a:lnTo>
                <a:lnTo>
                  <a:pt x="1077297" y="60949"/>
                </a:lnTo>
                <a:lnTo>
                  <a:pt x="1075982" y="60630"/>
                </a:lnTo>
                <a:lnTo>
                  <a:pt x="1074632" y="60317"/>
                </a:lnTo>
                <a:lnTo>
                  <a:pt x="1073289" y="60010"/>
                </a:lnTo>
                <a:lnTo>
                  <a:pt x="1071994" y="59708"/>
                </a:lnTo>
                <a:lnTo>
                  <a:pt x="1070745" y="59413"/>
                </a:lnTo>
                <a:lnTo>
                  <a:pt x="1069544" y="59123"/>
                </a:lnTo>
                <a:lnTo>
                  <a:pt x="1068390" y="58839"/>
                </a:lnTo>
                <a:lnTo>
                  <a:pt x="1067284" y="58561"/>
                </a:lnTo>
                <a:lnTo>
                  <a:pt x="1066225" y="58289"/>
                </a:lnTo>
                <a:lnTo>
                  <a:pt x="1065213" y="58023"/>
                </a:lnTo>
                <a:lnTo>
                  <a:pt x="1064248" y="57762"/>
                </a:lnTo>
                <a:lnTo>
                  <a:pt x="1063331" y="57507"/>
                </a:lnTo>
                <a:lnTo>
                  <a:pt x="1062461" y="57258"/>
                </a:lnTo>
                <a:lnTo>
                  <a:pt x="1061639" y="57015"/>
                </a:lnTo>
                <a:lnTo>
                  <a:pt x="1060863" y="56778"/>
                </a:lnTo>
                <a:lnTo>
                  <a:pt x="1060135" y="56547"/>
                </a:lnTo>
                <a:lnTo>
                  <a:pt x="1059454" y="56321"/>
                </a:lnTo>
                <a:lnTo>
                  <a:pt x="1058821" y="56101"/>
                </a:lnTo>
                <a:lnTo>
                  <a:pt x="1058235" y="55887"/>
                </a:lnTo>
                <a:lnTo>
                  <a:pt x="1057696" y="55679"/>
                </a:lnTo>
                <a:lnTo>
                  <a:pt x="1057205" y="55477"/>
                </a:lnTo>
                <a:lnTo>
                  <a:pt x="1056760" y="55280"/>
                </a:lnTo>
                <a:lnTo>
                  <a:pt x="1056363" y="55090"/>
                </a:lnTo>
                <a:lnTo>
                  <a:pt x="1056014" y="54905"/>
                </a:lnTo>
                <a:lnTo>
                  <a:pt x="1055712" y="54726"/>
                </a:lnTo>
                <a:lnTo>
                  <a:pt x="1055457" y="54553"/>
                </a:lnTo>
                <a:lnTo>
                  <a:pt x="1055290" y="54424"/>
                </a:lnTo>
                <a:lnTo>
                  <a:pt x="1055130" y="54293"/>
                </a:lnTo>
                <a:lnTo>
                  <a:pt x="1054977" y="54160"/>
                </a:lnTo>
                <a:lnTo>
                  <a:pt x="1054832" y="54024"/>
                </a:lnTo>
                <a:lnTo>
                  <a:pt x="1054693" y="53886"/>
                </a:lnTo>
                <a:lnTo>
                  <a:pt x="1054562" y="53746"/>
                </a:lnTo>
                <a:lnTo>
                  <a:pt x="1054437" y="53604"/>
                </a:lnTo>
                <a:lnTo>
                  <a:pt x="1054320" y="53459"/>
                </a:lnTo>
                <a:lnTo>
                  <a:pt x="1054210" y="53312"/>
                </a:lnTo>
                <a:lnTo>
                  <a:pt x="1054107" y="53163"/>
                </a:lnTo>
                <a:lnTo>
                  <a:pt x="1054011" y="53011"/>
                </a:lnTo>
                <a:lnTo>
                  <a:pt x="1053923" y="52857"/>
                </a:lnTo>
                <a:lnTo>
                  <a:pt x="1053841" y="52701"/>
                </a:lnTo>
                <a:lnTo>
                  <a:pt x="1053766" y="52543"/>
                </a:lnTo>
                <a:lnTo>
                  <a:pt x="1053699" y="52382"/>
                </a:lnTo>
                <a:lnTo>
                  <a:pt x="1053638" y="52219"/>
                </a:lnTo>
                <a:lnTo>
                  <a:pt x="1053585" y="52054"/>
                </a:lnTo>
                <a:lnTo>
                  <a:pt x="1053539" y="51887"/>
                </a:lnTo>
                <a:lnTo>
                  <a:pt x="1053500" y="51717"/>
                </a:lnTo>
                <a:lnTo>
                  <a:pt x="1053468" y="51545"/>
                </a:lnTo>
                <a:lnTo>
                  <a:pt x="1053443" y="51371"/>
                </a:lnTo>
                <a:lnTo>
                  <a:pt x="1053425" y="51194"/>
                </a:lnTo>
                <a:lnTo>
                  <a:pt x="1053415" y="51015"/>
                </a:lnTo>
                <a:lnTo>
                  <a:pt x="1053411" y="50834"/>
                </a:lnTo>
                <a:lnTo>
                  <a:pt x="1053415" y="50623"/>
                </a:lnTo>
                <a:lnTo>
                  <a:pt x="1053427" y="50415"/>
                </a:lnTo>
                <a:lnTo>
                  <a:pt x="1053448" y="50210"/>
                </a:lnTo>
                <a:lnTo>
                  <a:pt x="1053476" y="50009"/>
                </a:lnTo>
                <a:lnTo>
                  <a:pt x="1053513" y="49811"/>
                </a:lnTo>
                <a:lnTo>
                  <a:pt x="1053557" y="49616"/>
                </a:lnTo>
                <a:lnTo>
                  <a:pt x="1053610" y="49425"/>
                </a:lnTo>
                <a:lnTo>
                  <a:pt x="1053671" y="49237"/>
                </a:lnTo>
                <a:lnTo>
                  <a:pt x="1053740" y="49052"/>
                </a:lnTo>
                <a:lnTo>
                  <a:pt x="1053817" y="48871"/>
                </a:lnTo>
                <a:lnTo>
                  <a:pt x="1053902" y="48692"/>
                </a:lnTo>
                <a:lnTo>
                  <a:pt x="1053996" y="48518"/>
                </a:lnTo>
                <a:lnTo>
                  <a:pt x="1054097" y="48346"/>
                </a:lnTo>
                <a:lnTo>
                  <a:pt x="1054207" y="48178"/>
                </a:lnTo>
                <a:lnTo>
                  <a:pt x="1054324" y="48013"/>
                </a:lnTo>
                <a:lnTo>
                  <a:pt x="1054450" y="47851"/>
                </a:lnTo>
                <a:lnTo>
                  <a:pt x="1054584" y="47693"/>
                </a:lnTo>
                <a:lnTo>
                  <a:pt x="1054726" y="47538"/>
                </a:lnTo>
                <a:lnTo>
                  <a:pt x="1054876" y="47386"/>
                </a:lnTo>
                <a:lnTo>
                  <a:pt x="1055035" y="47238"/>
                </a:lnTo>
                <a:lnTo>
                  <a:pt x="1055201" y="47093"/>
                </a:lnTo>
                <a:lnTo>
                  <a:pt x="1055375" y="46951"/>
                </a:lnTo>
                <a:lnTo>
                  <a:pt x="1055558" y="46812"/>
                </a:lnTo>
                <a:lnTo>
                  <a:pt x="1055749" y="46677"/>
                </a:lnTo>
                <a:lnTo>
                  <a:pt x="1056049" y="46492"/>
                </a:lnTo>
                <a:lnTo>
                  <a:pt x="1056365" y="46316"/>
                </a:lnTo>
                <a:lnTo>
                  <a:pt x="1056697" y="46147"/>
                </a:lnTo>
                <a:lnTo>
                  <a:pt x="1057045" y="45986"/>
                </a:lnTo>
                <a:lnTo>
                  <a:pt x="1057410" y="45833"/>
                </a:lnTo>
                <a:lnTo>
                  <a:pt x="1057790" y="45687"/>
                </a:lnTo>
                <a:lnTo>
                  <a:pt x="1058186" y="45550"/>
                </a:lnTo>
                <a:lnTo>
                  <a:pt x="1058598" y="45420"/>
                </a:lnTo>
                <a:lnTo>
                  <a:pt x="1059026" y="45298"/>
                </a:lnTo>
                <a:lnTo>
                  <a:pt x="1059470" y="45185"/>
                </a:lnTo>
                <a:lnTo>
                  <a:pt x="1059930" y="45078"/>
                </a:lnTo>
                <a:lnTo>
                  <a:pt x="1060406" y="44980"/>
                </a:lnTo>
                <a:lnTo>
                  <a:pt x="1060898" y="44890"/>
                </a:lnTo>
                <a:lnTo>
                  <a:pt x="1061406" y="44807"/>
                </a:lnTo>
                <a:lnTo>
                  <a:pt x="1061930" y="44733"/>
                </a:lnTo>
                <a:lnTo>
                  <a:pt x="1062469" y="44666"/>
                </a:lnTo>
                <a:lnTo>
                  <a:pt x="1063025" y="44607"/>
                </a:lnTo>
                <a:lnTo>
                  <a:pt x="1063597" y="44556"/>
                </a:lnTo>
                <a:lnTo>
                  <a:pt x="1064185" y="44513"/>
                </a:lnTo>
                <a:lnTo>
                  <a:pt x="1064789" y="44478"/>
                </a:lnTo>
                <a:lnTo>
                  <a:pt x="1065409" y="44450"/>
                </a:lnTo>
                <a:lnTo>
                  <a:pt x="1066044" y="44430"/>
                </a:lnTo>
                <a:lnTo>
                  <a:pt x="1066696" y="44419"/>
                </a:lnTo>
                <a:lnTo>
                  <a:pt x="1067364" y="44415"/>
                </a:lnTo>
                <a:lnTo>
                  <a:pt x="1067894" y="44419"/>
                </a:lnTo>
                <a:lnTo>
                  <a:pt x="1068415" y="44431"/>
                </a:lnTo>
                <a:lnTo>
                  <a:pt x="1068925" y="44452"/>
                </a:lnTo>
                <a:lnTo>
                  <a:pt x="1069424" y="44482"/>
                </a:lnTo>
                <a:lnTo>
                  <a:pt x="1069914" y="44519"/>
                </a:lnTo>
                <a:lnTo>
                  <a:pt x="1070393" y="44565"/>
                </a:lnTo>
                <a:lnTo>
                  <a:pt x="1070862" y="44620"/>
                </a:lnTo>
                <a:lnTo>
                  <a:pt x="1071321" y="44683"/>
                </a:lnTo>
                <a:lnTo>
                  <a:pt x="1071769" y="44754"/>
                </a:lnTo>
                <a:lnTo>
                  <a:pt x="1072207" y="44833"/>
                </a:lnTo>
                <a:lnTo>
                  <a:pt x="1072635" y="44921"/>
                </a:lnTo>
                <a:lnTo>
                  <a:pt x="1073053" y="45017"/>
                </a:lnTo>
                <a:lnTo>
                  <a:pt x="1073460" y="45122"/>
                </a:lnTo>
                <a:lnTo>
                  <a:pt x="1073857" y="45235"/>
                </a:lnTo>
                <a:lnTo>
                  <a:pt x="1074244" y="45356"/>
                </a:lnTo>
                <a:lnTo>
                  <a:pt x="1074620" y="45486"/>
                </a:lnTo>
                <a:lnTo>
                  <a:pt x="1074986" y="45624"/>
                </a:lnTo>
                <a:lnTo>
                  <a:pt x="1075342" y="45771"/>
                </a:lnTo>
                <a:lnTo>
                  <a:pt x="1075688" y="45926"/>
                </a:lnTo>
                <a:lnTo>
                  <a:pt x="1076023" y="46089"/>
                </a:lnTo>
                <a:lnTo>
                  <a:pt x="1076348" y="46260"/>
                </a:lnTo>
                <a:lnTo>
                  <a:pt x="1076663" y="46440"/>
                </a:lnTo>
                <a:lnTo>
                  <a:pt x="1076968" y="46629"/>
                </a:lnTo>
                <a:lnTo>
                  <a:pt x="1077262" y="46825"/>
                </a:lnTo>
                <a:lnTo>
                  <a:pt x="1077547" y="47030"/>
                </a:lnTo>
                <a:lnTo>
                  <a:pt x="1077825" y="47242"/>
                </a:lnTo>
                <a:lnTo>
                  <a:pt x="1078095" y="47461"/>
                </a:lnTo>
                <a:lnTo>
                  <a:pt x="1078357" y="47688"/>
                </a:lnTo>
                <a:lnTo>
                  <a:pt x="1078611" y="47922"/>
                </a:lnTo>
                <a:lnTo>
                  <a:pt x="1078858" y="48163"/>
                </a:lnTo>
                <a:lnTo>
                  <a:pt x="1079097" y="48412"/>
                </a:lnTo>
                <a:lnTo>
                  <a:pt x="1079328" y="48668"/>
                </a:lnTo>
                <a:lnTo>
                  <a:pt x="1079551" y="48931"/>
                </a:lnTo>
                <a:lnTo>
                  <a:pt x="1079767" y="49202"/>
                </a:lnTo>
                <a:lnTo>
                  <a:pt x="1079975" y="49480"/>
                </a:lnTo>
                <a:lnTo>
                  <a:pt x="1080175" y="49766"/>
                </a:lnTo>
                <a:lnTo>
                  <a:pt x="1080368" y="50059"/>
                </a:lnTo>
                <a:lnTo>
                  <a:pt x="1080552" y="50359"/>
                </a:lnTo>
                <a:lnTo>
                  <a:pt x="1080729" y="50666"/>
                </a:lnTo>
                <a:lnTo>
                  <a:pt x="1080898" y="50981"/>
                </a:lnTo>
                <a:lnTo>
                  <a:pt x="1081060" y="51303"/>
                </a:lnTo>
                <a:lnTo>
                  <a:pt x="1081214" y="51633"/>
                </a:lnTo>
                <a:lnTo>
                  <a:pt x="1081360" y="51970"/>
                </a:lnTo>
                <a:lnTo>
                  <a:pt x="1081498" y="52314"/>
                </a:lnTo>
                <a:lnTo>
                  <a:pt x="1081629" y="52666"/>
                </a:lnTo>
                <a:lnTo>
                  <a:pt x="1081752" y="53025"/>
                </a:lnTo>
                <a:lnTo>
                  <a:pt x="1081867" y="53391"/>
                </a:lnTo>
                <a:lnTo>
                  <a:pt x="1081974" y="53765"/>
                </a:lnTo>
                <a:lnTo>
                  <a:pt x="1101332" y="50113"/>
                </a:lnTo>
                <a:lnTo>
                  <a:pt x="1101080" y="49278"/>
                </a:lnTo>
                <a:lnTo>
                  <a:pt x="1100812" y="48461"/>
                </a:lnTo>
                <a:lnTo>
                  <a:pt x="1100527" y="47661"/>
                </a:lnTo>
                <a:lnTo>
                  <a:pt x="1100224" y="46878"/>
                </a:lnTo>
                <a:lnTo>
                  <a:pt x="1099906" y="46112"/>
                </a:lnTo>
                <a:lnTo>
                  <a:pt x="1099570" y="45363"/>
                </a:lnTo>
                <a:lnTo>
                  <a:pt x="1099218" y="44632"/>
                </a:lnTo>
                <a:lnTo>
                  <a:pt x="1098849" y="43918"/>
                </a:lnTo>
                <a:lnTo>
                  <a:pt x="1098463" y="43221"/>
                </a:lnTo>
                <a:lnTo>
                  <a:pt x="1098060" y="42541"/>
                </a:lnTo>
                <a:lnTo>
                  <a:pt x="1097641" y="41878"/>
                </a:lnTo>
                <a:lnTo>
                  <a:pt x="1097205" y="41232"/>
                </a:lnTo>
                <a:lnTo>
                  <a:pt x="1096752" y="40604"/>
                </a:lnTo>
                <a:lnTo>
                  <a:pt x="1096283" y="39993"/>
                </a:lnTo>
                <a:lnTo>
                  <a:pt x="1095796" y="39399"/>
                </a:lnTo>
                <a:lnTo>
                  <a:pt x="1095294" y="38822"/>
                </a:lnTo>
                <a:lnTo>
                  <a:pt x="1094774" y="38263"/>
                </a:lnTo>
                <a:lnTo>
                  <a:pt x="1094237" y="37720"/>
                </a:lnTo>
                <a:lnTo>
                  <a:pt x="1093684" y="37195"/>
                </a:lnTo>
                <a:lnTo>
                  <a:pt x="1093114" y="36687"/>
                </a:lnTo>
                <a:lnTo>
                  <a:pt x="1092527" y="36196"/>
                </a:lnTo>
                <a:lnTo>
                  <a:pt x="1091924" y="35723"/>
                </a:lnTo>
                <a:lnTo>
                  <a:pt x="1091304" y="35266"/>
                </a:lnTo>
                <a:lnTo>
                  <a:pt x="1090667" y="34827"/>
                </a:lnTo>
                <a:lnTo>
                  <a:pt x="1090007" y="34405"/>
                </a:lnTo>
                <a:lnTo>
                  <a:pt x="1089320" y="34001"/>
                </a:lnTo>
                <a:lnTo>
                  <a:pt x="1088603" y="33616"/>
                </a:lnTo>
                <a:lnTo>
                  <a:pt x="1087859" y="33248"/>
                </a:lnTo>
                <a:lnTo>
                  <a:pt x="1087085" y="32898"/>
                </a:lnTo>
                <a:lnTo>
                  <a:pt x="1086284" y="32566"/>
                </a:lnTo>
                <a:lnTo>
                  <a:pt x="1085454" y="32252"/>
                </a:lnTo>
                <a:lnTo>
                  <a:pt x="1084596" y="31956"/>
                </a:lnTo>
                <a:lnTo>
                  <a:pt x="1083709" y="31677"/>
                </a:lnTo>
                <a:lnTo>
                  <a:pt x="1082794" y="31417"/>
                </a:lnTo>
                <a:lnTo>
                  <a:pt x="1081850" y="31175"/>
                </a:lnTo>
                <a:lnTo>
                  <a:pt x="1080878" y="30951"/>
                </a:lnTo>
                <a:lnTo>
                  <a:pt x="1079878" y="30744"/>
                </a:lnTo>
                <a:lnTo>
                  <a:pt x="1078849" y="30556"/>
                </a:lnTo>
                <a:lnTo>
                  <a:pt x="1077792" y="30385"/>
                </a:lnTo>
                <a:lnTo>
                  <a:pt x="1076706" y="30233"/>
                </a:lnTo>
                <a:lnTo>
                  <a:pt x="1075592" y="30098"/>
                </a:lnTo>
                <a:lnTo>
                  <a:pt x="1074450" y="29982"/>
                </a:lnTo>
                <a:lnTo>
                  <a:pt x="1073279" y="29883"/>
                </a:lnTo>
                <a:lnTo>
                  <a:pt x="1072080" y="29802"/>
                </a:lnTo>
                <a:lnTo>
                  <a:pt x="1070852" y="29739"/>
                </a:lnTo>
                <a:lnTo>
                  <a:pt x="1069596" y="29694"/>
                </a:lnTo>
                <a:lnTo>
                  <a:pt x="1068311" y="29667"/>
                </a:lnTo>
                <a:lnTo>
                  <a:pt x="1066999" y="29659"/>
                </a:lnTo>
                <a:lnTo>
                  <a:pt x="1065620" y="29670"/>
                </a:lnTo>
                <a:lnTo>
                  <a:pt x="1064271" y="29706"/>
                </a:lnTo>
                <a:lnTo>
                  <a:pt x="1062953" y="29766"/>
                </a:lnTo>
                <a:lnTo>
                  <a:pt x="1061666" y="29849"/>
                </a:lnTo>
                <a:lnTo>
                  <a:pt x="1060409" y="29956"/>
                </a:lnTo>
                <a:lnTo>
                  <a:pt x="1059182" y="30087"/>
                </a:lnTo>
                <a:lnTo>
                  <a:pt x="1057986" y="30242"/>
                </a:lnTo>
                <a:lnTo>
                  <a:pt x="1056820" y="30421"/>
                </a:lnTo>
                <a:lnTo>
                  <a:pt x="1055685" y="30623"/>
                </a:lnTo>
                <a:lnTo>
                  <a:pt x="1054580" y="30849"/>
                </a:lnTo>
                <a:lnTo>
                  <a:pt x="1053506" y="31100"/>
                </a:lnTo>
                <a:lnTo>
                  <a:pt x="1052462" y="31373"/>
                </a:lnTo>
                <a:lnTo>
                  <a:pt x="1051448" y="31671"/>
                </a:lnTo>
                <a:lnTo>
                  <a:pt x="1050465" y="31993"/>
                </a:lnTo>
                <a:lnTo>
                  <a:pt x="1049512" y="32338"/>
                </a:lnTo>
                <a:lnTo>
                  <a:pt x="1048590" y="32707"/>
                </a:lnTo>
                <a:lnTo>
                  <a:pt x="1047698" y="33100"/>
                </a:lnTo>
                <a:lnTo>
                  <a:pt x="1046837" y="33517"/>
                </a:lnTo>
                <a:lnTo>
                  <a:pt x="1046006" y="33958"/>
                </a:lnTo>
                <a:lnTo>
                  <a:pt x="1045205" y="34422"/>
                </a:lnTo>
                <a:lnTo>
                  <a:pt x="1044435" y="34911"/>
                </a:lnTo>
                <a:lnTo>
                  <a:pt x="1043695" y="35423"/>
                </a:lnTo>
                <a:lnTo>
                  <a:pt x="1042986" y="35959"/>
                </a:lnTo>
                <a:lnTo>
                  <a:pt x="1042308" y="36518"/>
                </a:lnTo>
                <a:lnTo>
                  <a:pt x="1041658" y="37096"/>
                </a:lnTo>
                <a:lnTo>
                  <a:pt x="1041036" y="37684"/>
                </a:lnTo>
                <a:lnTo>
                  <a:pt x="1040441" y="38284"/>
                </a:lnTo>
                <a:lnTo>
                  <a:pt x="1039875" y="38894"/>
                </a:lnTo>
                <a:lnTo>
                  <a:pt x="1039335" y="39516"/>
                </a:lnTo>
                <a:lnTo>
                  <a:pt x="1038824" y="40149"/>
                </a:lnTo>
                <a:lnTo>
                  <a:pt x="1038340" y="40793"/>
                </a:lnTo>
                <a:lnTo>
                  <a:pt x="1037884" y="41449"/>
                </a:lnTo>
                <a:lnTo>
                  <a:pt x="1037455" y="42115"/>
                </a:lnTo>
                <a:lnTo>
                  <a:pt x="1037054" y="42793"/>
                </a:lnTo>
                <a:lnTo>
                  <a:pt x="1036681" y="43481"/>
                </a:lnTo>
                <a:lnTo>
                  <a:pt x="1036336" y="44181"/>
                </a:lnTo>
                <a:lnTo>
                  <a:pt x="1036018" y="44892"/>
                </a:lnTo>
                <a:lnTo>
                  <a:pt x="1035727" y="45615"/>
                </a:lnTo>
                <a:lnTo>
                  <a:pt x="1035465" y="46348"/>
                </a:lnTo>
                <a:lnTo>
                  <a:pt x="1035230" y="47092"/>
                </a:lnTo>
                <a:lnTo>
                  <a:pt x="1035022" y="47848"/>
                </a:lnTo>
                <a:lnTo>
                  <a:pt x="1034843" y="48615"/>
                </a:lnTo>
                <a:lnTo>
                  <a:pt x="1034691" y="49393"/>
                </a:lnTo>
                <a:lnTo>
                  <a:pt x="1034566" y="50182"/>
                </a:lnTo>
                <a:lnTo>
                  <a:pt x="1034469" y="50982"/>
                </a:lnTo>
                <a:lnTo>
                  <a:pt x="1034400" y="51794"/>
                </a:lnTo>
                <a:lnTo>
                  <a:pt x="1034359" y="52616"/>
                </a:lnTo>
                <a:lnTo>
                  <a:pt x="1034345" y="53450"/>
                </a:lnTo>
                <a:lnTo>
                  <a:pt x="1034361" y="54372"/>
                </a:lnTo>
                <a:lnTo>
                  <a:pt x="1034409" y="55277"/>
                </a:lnTo>
                <a:lnTo>
                  <a:pt x="1034489" y="56165"/>
                </a:lnTo>
                <a:lnTo>
                  <a:pt x="1034601" y="57036"/>
                </a:lnTo>
                <a:lnTo>
                  <a:pt x="1034744" y="57890"/>
                </a:lnTo>
                <a:lnTo>
                  <a:pt x="1034920" y="58727"/>
                </a:lnTo>
                <a:lnTo>
                  <a:pt x="1035128" y="59547"/>
                </a:lnTo>
                <a:lnTo>
                  <a:pt x="1035368" y="60351"/>
                </a:lnTo>
                <a:lnTo>
                  <a:pt x="1035639" y="61137"/>
                </a:lnTo>
                <a:lnTo>
                  <a:pt x="1035943" y="61906"/>
                </a:lnTo>
                <a:lnTo>
                  <a:pt x="1036279" y="62658"/>
                </a:lnTo>
                <a:lnTo>
                  <a:pt x="1036646" y="63394"/>
                </a:lnTo>
                <a:lnTo>
                  <a:pt x="1037046" y="64112"/>
                </a:lnTo>
                <a:lnTo>
                  <a:pt x="1037477" y="64813"/>
                </a:lnTo>
                <a:lnTo>
                  <a:pt x="1037940" y="65498"/>
                </a:lnTo>
                <a:lnTo>
                  <a:pt x="1038436" y="66165"/>
                </a:lnTo>
                <a:lnTo>
                  <a:pt x="1038963" y="66815"/>
                </a:lnTo>
                <a:lnTo>
                  <a:pt x="1039522" y="67449"/>
                </a:lnTo>
                <a:lnTo>
                  <a:pt x="1040114" y="68065"/>
                </a:lnTo>
                <a:lnTo>
                  <a:pt x="1040737" y="68665"/>
                </a:lnTo>
                <a:lnTo>
                  <a:pt x="1041392" y="69247"/>
                </a:lnTo>
                <a:lnTo>
                  <a:pt x="1042079" y="69813"/>
                </a:lnTo>
                <a:lnTo>
                  <a:pt x="1042798" y="70362"/>
                </a:lnTo>
                <a:lnTo>
                  <a:pt x="1043549" y="70893"/>
                </a:lnTo>
                <a:lnTo>
                  <a:pt x="1044135" y="71272"/>
                </a:lnTo>
                <a:lnTo>
                  <a:pt x="1044784" y="71654"/>
                </a:lnTo>
                <a:lnTo>
                  <a:pt x="1045495" y="72039"/>
                </a:lnTo>
                <a:lnTo>
                  <a:pt x="1046270" y="72428"/>
                </a:lnTo>
                <a:lnTo>
                  <a:pt x="1047109" y="72820"/>
                </a:lnTo>
                <a:lnTo>
                  <a:pt x="1048010" y="73215"/>
                </a:lnTo>
                <a:lnTo>
                  <a:pt x="1048975" y="73613"/>
                </a:lnTo>
                <a:lnTo>
                  <a:pt x="1050002" y="74015"/>
                </a:lnTo>
                <a:lnTo>
                  <a:pt x="1051093" y="74420"/>
                </a:lnTo>
                <a:lnTo>
                  <a:pt x="1052247" y="74828"/>
                </a:lnTo>
                <a:lnTo>
                  <a:pt x="1053464" y="75239"/>
                </a:lnTo>
                <a:lnTo>
                  <a:pt x="1054744" y="75654"/>
                </a:lnTo>
                <a:lnTo>
                  <a:pt x="1056088" y="76072"/>
                </a:lnTo>
                <a:lnTo>
                  <a:pt x="1057494" y="76494"/>
                </a:lnTo>
                <a:lnTo>
                  <a:pt x="1058964" y="76918"/>
                </a:lnTo>
                <a:lnTo>
                  <a:pt x="1060497" y="77346"/>
                </a:lnTo>
                <a:lnTo>
                  <a:pt x="1062093" y="77777"/>
                </a:lnTo>
                <a:lnTo>
                  <a:pt x="1063752" y="78212"/>
                </a:lnTo>
                <a:lnTo>
                  <a:pt x="1065475" y="78650"/>
                </a:lnTo>
                <a:lnTo>
                  <a:pt x="1067260" y="79091"/>
                </a:lnTo>
                <a:lnTo>
                  <a:pt x="1069109" y="79535"/>
                </a:lnTo>
                <a:lnTo>
                  <a:pt x="1071021" y="79982"/>
                </a:lnTo>
                <a:lnTo>
                  <a:pt x="1072996" y="80433"/>
                </a:lnTo>
                <a:lnTo>
                  <a:pt x="1075034" y="80888"/>
                </a:lnTo>
                <a:lnTo>
                  <a:pt x="1075472" y="80991"/>
                </a:lnTo>
                <a:lnTo>
                  <a:pt x="1075897" y="81096"/>
                </a:lnTo>
                <a:lnTo>
                  <a:pt x="1076308" y="81201"/>
                </a:lnTo>
                <a:lnTo>
                  <a:pt x="1076706" y="81307"/>
                </a:lnTo>
                <a:lnTo>
                  <a:pt x="1077091" y="81414"/>
                </a:lnTo>
                <a:lnTo>
                  <a:pt x="1077463" y="81521"/>
                </a:lnTo>
                <a:lnTo>
                  <a:pt x="1077822" y="81629"/>
                </a:lnTo>
                <a:lnTo>
                  <a:pt x="1078167" y="81738"/>
                </a:lnTo>
                <a:lnTo>
                  <a:pt x="1078499" y="81848"/>
                </a:lnTo>
                <a:lnTo>
                  <a:pt x="1078819" y="81959"/>
                </a:lnTo>
                <a:lnTo>
                  <a:pt x="1079124" y="82070"/>
                </a:lnTo>
                <a:lnTo>
                  <a:pt x="1079417" y="82182"/>
                </a:lnTo>
                <a:lnTo>
                  <a:pt x="1079697" y="82295"/>
                </a:lnTo>
                <a:lnTo>
                  <a:pt x="1079963" y="82408"/>
                </a:lnTo>
                <a:lnTo>
                  <a:pt x="1080216" y="82523"/>
                </a:lnTo>
                <a:lnTo>
                  <a:pt x="1080456" y="82638"/>
                </a:lnTo>
                <a:lnTo>
                  <a:pt x="1080683" y="82754"/>
                </a:lnTo>
                <a:lnTo>
                  <a:pt x="1080896" y="82870"/>
                </a:lnTo>
                <a:lnTo>
                  <a:pt x="1081097" y="82988"/>
                </a:lnTo>
                <a:lnTo>
                  <a:pt x="1081284" y="83106"/>
                </a:lnTo>
                <a:lnTo>
                  <a:pt x="1081458" y="83225"/>
                </a:lnTo>
                <a:lnTo>
                  <a:pt x="1081619" y="83344"/>
                </a:lnTo>
                <a:lnTo>
                  <a:pt x="1081766" y="83465"/>
                </a:lnTo>
                <a:lnTo>
                  <a:pt x="1081901" y="83586"/>
                </a:lnTo>
                <a:lnTo>
                  <a:pt x="1082020" y="83715"/>
                </a:lnTo>
                <a:lnTo>
                  <a:pt x="1082134" y="83847"/>
                </a:lnTo>
                <a:lnTo>
                  <a:pt x="1082243" y="83981"/>
                </a:lnTo>
                <a:lnTo>
                  <a:pt x="1082347" y="84119"/>
                </a:lnTo>
                <a:lnTo>
                  <a:pt x="1082446" y="84259"/>
                </a:lnTo>
                <a:lnTo>
                  <a:pt x="1082540" y="84402"/>
                </a:lnTo>
                <a:lnTo>
                  <a:pt x="1082629" y="84548"/>
                </a:lnTo>
                <a:lnTo>
                  <a:pt x="1082713" y="84696"/>
                </a:lnTo>
                <a:lnTo>
                  <a:pt x="1082791" y="84848"/>
                </a:lnTo>
                <a:lnTo>
                  <a:pt x="1082865" y="85002"/>
                </a:lnTo>
                <a:lnTo>
                  <a:pt x="1082933" y="85159"/>
                </a:lnTo>
                <a:lnTo>
                  <a:pt x="1082997" y="85318"/>
                </a:lnTo>
                <a:lnTo>
                  <a:pt x="1083055" y="85481"/>
                </a:lnTo>
                <a:lnTo>
                  <a:pt x="1083108" y="85646"/>
                </a:lnTo>
                <a:lnTo>
                  <a:pt x="1083156" y="85814"/>
                </a:lnTo>
                <a:lnTo>
                  <a:pt x="1083200" y="85985"/>
                </a:lnTo>
                <a:lnTo>
                  <a:pt x="1083238" y="86159"/>
                </a:lnTo>
                <a:lnTo>
                  <a:pt x="1083271" y="86335"/>
                </a:lnTo>
                <a:lnTo>
                  <a:pt x="1083299" y="86515"/>
                </a:lnTo>
                <a:lnTo>
                  <a:pt x="1083321" y="86697"/>
                </a:lnTo>
                <a:lnTo>
                  <a:pt x="1083339" y="86882"/>
                </a:lnTo>
                <a:lnTo>
                  <a:pt x="1083352" y="87069"/>
                </a:lnTo>
                <a:lnTo>
                  <a:pt x="1083359" y="87260"/>
                </a:lnTo>
                <a:lnTo>
                  <a:pt x="1083362" y="87453"/>
                </a:lnTo>
                <a:lnTo>
                  <a:pt x="1083357" y="87736"/>
                </a:lnTo>
                <a:lnTo>
                  <a:pt x="1083343" y="88015"/>
                </a:lnTo>
                <a:lnTo>
                  <a:pt x="1083320" y="88288"/>
                </a:lnTo>
                <a:lnTo>
                  <a:pt x="1083287" y="88557"/>
                </a:lnTo>
                <a:lnTo>
                  <a:pt x="1083245" y="88821"/>
                </a:lnTo>
                <a:lnTo>
                  <a:pt x="1083193" y="89081"/>
                </a:lnTo>
                <a:lnTo>
                  <a:pt x="1083132" y="89335"/>
                </a:lnTo>
                <a:lnTo>
                  <a:pt x="1083062" y="89585"/>
                </a:lnTo>
                <a:lnTo>
                  <a:pt x="1082982" y="89830"/>
                </a:lnTo>
                <a:lnTo>
                  <a:pt x="1082893" y="90070"/>
                </a:lnTo>
                <a:lnTo>
                  <a:pt x="1082794" y="90305"/>
                </a:lnTo>
                <a:lnTo>
                  <a:pt x="1082686" y="90535"/>
                </a:lnTo>
                <a:lnTo>
                  <a:pt x="1082569" y="90761"/>
                </a:lnTo>
                <a:lnTo>
                  <a:pt x="1082442" y="90982"/>
                </a:lnTo>
                <a:lnTo>
                  <a:pt x="1082306" y="91198"/>
                </a:lnTo>
                <a:lnTo>
                  <a:pt x="1082161" y="91409"/>
                </a:lnTo>
                <a:lnTo>
                  <a:pt x="1082006" y="91615"/>
                </a:lnTo>
                <a:lnTo>
                  <a:pt x="1081842" y="91817"/>
                </a:lnTo>
                <a:lnTo>
                  <a:pt x="1081668" y="92013"/>
                </a:lnTo>
                <a:lnTo>
                  <a:pt x="1081485" y="92205"/>
                </a:lnTo>
                <a:lnTo>
                  <a:pt x="1081293" y="92392"/>
                </a:lnTo>
                <a:lnTo>
                  <a:pt x="1081091" y="92575"/>
                </a:lnTo>
                <a:lnTo>
                  <a:pt x="1080880" y="92752"/>
                </a:lnTo>
                <a:lnTo>
                  <a:pt x="1080659" y="92925"/>
                </a:lnTo>
                <a:lnTo>
                  <a:pt x="1080317" y="93163"/>
                </a:lnTo>
                <a:lnTo>
                  <a:pt x="1079962" y="93391"/>
                </a:lnTo>
                <a:lnTo>
                  <a:pt x="1079593" y="93609"/>
                </a:lnTo>
                <a:lnTo>
                  <a:pt x="1079210" y="93816"/>
                </a:lnTo>
                <a:lnTo>
                  <a:pt x="1078814" y="94014"/>
                </a:lnTo>
                <a:lnTo>
                  <a:pt x="1078404" y="94201"/>
                </a:lnTo>
                <a:lnTo>
                  <a:pt x="1077980" y="94379"/>
                </a:lnTo>
                <a:lnTo>
                  <a:pt x="1077542" y="94546"/>
                </a:lnTo>
                <a:lnTo>
                  <a:pt x="1077091" y="94703"/>
                </a:lnTo>
                <a:lnTo>
                  <a:pt x="1076626" y="94850"/>
                </a:lnTo>
                <a:lnTo>
                  <a:pt x="1076147" y="94986"/>
                </a:lnTo>
                <a:lnTo>
                  <a:pt x="1075655" y="95113"/>
                </a:lnTo>
                <a:lnTo>
                  <a:pt x="1075149" y="95229"/>
                </a:lnTo>
                <a:lnTo>
                  <a:pt x="1074629" y="95336"/>
                </a:lnTo>
                <a:lnTo>
                  <a:pt x="1074096" y="95432"/>
                </a:lnTo>
                <a:lnTo>
                  <a:pt x="1073549" y="95518"/>
                </a:lnTo>
                <a:lnTo>
                  <a:pt x="1072988" y="95594"/>
                </a:lnTo>
                <a:lnTo>
                  <a:pt x="1072413" y="95660"/>
                </a:lnTo>
                <a:lnTo>
                  <a:pt x="1071825" y="95716"/>
                </a:lnTo>
                <a:lnTo>
                  <a:pt x="1071223" y="95761"/>
                </a:lnTo>
                <a:lnTo>
                  <a:pt x="1070608" y="95797"/>
                </a:lnTo>
                <a:lnTo>
                  <a:pt x="1069978" y="95822"/>
                </a:lnTo>
                <a:lnTo>
                  <a:pt x="1069335" y="95837"/>
                </a:lnTo>
                <a:lnTo>
                  <a:pt x="1068679" y="95842"/>
                </a:lnTo>
                <a:lnTo>
                  <a:pt x="1068082" y="95837"/>
                </a:lnTo>
                <a:lnTo>
                  <a:pt x="1067496" y="95821"/>
                </a:lnTo>
                <a:lnTo>
                  <a:pt x="1066921" y="95794"/>
                </a:lnTo>
                <a:lnTo>
                  <a:pt x="1066357" y="95757"/>
                </a:lnTo>
                <a:lnTo>
                  <a:pt x="1065805" y="95708"/>
                </a:lnTo>
                <a:lnTo>
                  <a:pt x="1065264" y="95649"/>
                </a:lnTo>
                <a:lnTo>
                  <a:pt x="1064734" y="95580"/>
                </a:lnTo>
                <a:lnTo>
                  <a:pt x="1064215" y="95499"/>
                </a:lnTo>
                <a:lnTo>
                  <a:pt x="1063707" y="95408"/>
                </a:lnTo>
                <a:lnTo>
                  <a:pt x="1063210" y="95307"/>
                </a:lnTo>
                <a:lnTo>
                  <a:pt x="1062725" y="95194"/>
                </a:lnTo>
                <a:lnTo>
                  <a:pt x="1062250" y="95071"/>
                </a:lnTo>
                <a:lnTo>
                  <a:pt x="1061787" y="94937"/>
                </a:lnTo>
                <a:lnTo>
                  <a:pt x="1061335" y="94792"/>
                </a:lnTo>
                <a:lnTo>
                  <a:pt x="1060894" y="94637"/>
                </a:lnTo>
                <a:lnTo>
                  <a:pt x="1060465" y="94471"/>
                </a:lnTo>
                <a:lnTo>
                  <a:pt x="1060046" y="94294"/>
                </a:lnTo>
                <a:lnTo>
                  <a:pt x="1059639" y="94106"/>
                </a:lnTo>
                <a:lnTo>
                  <a:pt x="1059243" y="93908"/>
                </a:lnTo>
                <a:lnTo>
                  <a:pt x="1058858" y="93699"/>
                </a:lnTo>
                <a:lnTo>
                  <a:pt x="1058484" y="93479"/>
                </a:lnTo>
                <a:lnTo>
                  <a:pt x="1058121" y="93249"/>
                </a:lnTo>
                <a:lnTo>
                  <a:pt x="1057769" y="93008"/>
                </a:lnTo>
                <a:lnTo>
                  <a:pt x="1057429" y="92756"/>
                </a:lnTo>
                <a:lnTo>
                  <a:pt x="1057099" y="92494"/>
                </a:lnTo>
                <a:lnTo>
                  <a:pt x="1056778" y="92222"/>
                </a:lnTo>
                <a:lnTo>
                  <a:pt x="1056467" y="91940"/>
                </a:lnTo>
                <a:lnTo>
                  <a:pt x="1056165" y="91648"/>
                </a:lnTo>
                <a:lnTo>
                  <a:pt x="1055872" y="91346"/>
                </a:lnTo>
                <a:lnTo>
                  <a:pt x="1055589" y="91034"/>
                </a:lnTo>
                <a:lnTo>
                  <a:pt x="1055315" y="90712"/>
                </a:lnTo>
                <a:lnTo>
                  <a:pt x="1055051" y="90380"/>
                </a:lnTo>
                <a:lnTo>
                  <a:pt x="1054796" y="90038"/>
                </a:lnTo>
                <a:lnTo>
                  <a:pt x="1054550" y="89686"/>
                </a:lnTo>
                <a:lnTo>
                  <a:pt x="1054314" y="89324"/>
                </a:lnTo>
                <a:lnTo>
                  <a:pt x="1054087" y="88953"/>
                </a:lnTo>
                <a:lnTo>
                  <a:pt x="1053869" y="88571"/>
                </a:lnTo>
                <a:lnTo>
                  <a:pt x="1053661" y="88180"/>
                </a:lnTo>
                <a:lnTo>
                  <a:pt x="1053463" y="87778"/>
                </a:lnTo>
                <a:lnTo>
                  <a:pt x="1053273" y="87366"/>
                </a:lnTo>
                <a:lnTo>
                  <a:pt x="1053093" y="86945"/>
                </a:lnTo>
                <a:lnTo>
                  <a:pt x="1052923" y="86514"/>
                </a:lnTo>
                <a:lnTo>
                  <a:pt x="1052761" y="86072"/>
                </a:lnTo>
                <a:lnTo>
                  <a:pt x="1052610" y="85621"/>
                </a:lnTo>
                <a:lnTo>
                  <a:pt x="1052467" y="85160"/>
                </a:lnTo>
                <a:lnTo>
                  <a:pt x="1052334" y="84688"/>
                </a:lnTo>
                <a:lnTo>
                  <a:pt x="1052211" y="84207"/>
                </a:lnTo>
                <a:lnTo>
                  <a:pt x="1052096" y="83716"/>
                </a:lnTo>
                <a:lnTo>
                  <a:pt x="1031496" y="86930"/>
                </a:lnTo>
                <a:lnTo>
                  <a:pt x="1031745" y="87839"/>
                </a:lnTo>
                <a:lnTo>
                  <a:pt x="1032015" y="88731"/>
                </a:lnTo>
                <a:lnTo>
                  <a:pt x="1032308" y="89608"/>
                </a:lnTo>
                <a:lnTo>
                  <a:pt x="1032623" y="90468"/>
                </a:lnTo>
                <a:close/>
                <a:moveTo>
                  <a:pt x="1165467" y="86596"/>
                </a:moveTo>
                <a:lnTo>
                  <a:pt x="1165297" y="87021"/>
                </a:lnTo>
                <a:lnTo>
                  <a:pt x="1165120" y="87436"/>
                </a:lnTo>
                <a:lnTo>
                  <a:pt x="1164939" y="87839"/>
                </a:lnTo>
                <a:lnTo>
                  <a:pt x="1164751" y="88231"/>
                </a:lnTo>
                <a:lnTo>
                  <a:pt x="1164558" y="88612"/>
                </a:lnTo>
                <a:lnTo>
                  <a:pt x="1164360" y="88982"/>
                </a:lnTo>
                <a:lnTo>
                  <a:pt x="1164155" y="89341"/>
                </a:lnTo>
                <a:lnTo>
                  <a:pt x="1163946" y="89688"/>
                </a:lnTo>
                <a:lnTo>
                  <a:pt x="1163730" y="90025"/>
                </a:lnTo>
                <a:lnTo>
                  <a:pt x="1163509" y="90350"/>
                </a:lnTo>
                <a:lnTo>
                  <a:pt x="1163283" y="90664"/>
                </a:lnTo>
                <a:lnTo>
                  <a:pt x="1163051" y="90967"/>
                </a:lnTo>
                <a:lnTo>
                  <a:pt x="1162813" y="91258"/>
                </a:lnTo>
                <a:lnTo>
                  <a:pt x="1162570" y="91539"/>
                </a:lnTo>
                <a:lnTo>
                  <a:pt x="1162321" y="91808"/>
                </a:lnTo>
                <a:lnTo>
                  <a:pt x="1162067" y="92067"/>
                </a:lnTo>
                <a:lnTo>
                  <a:pt x="1161807" y="92314"/>
                </a:lnTo>
                <a:lnTo>
                  <a:pt x="1161541" y="92549"/>
                </a:lnTo>
                <a:lnTo>
                  <a:pt x="1161270" y="92774"/>
                </a:lnTo>
                <a:lnTo>
                  <a:pt x="1160993" y="92989"/>
                </a:lnTo>
                <a:lnTo>
                  <a:pt x="1160711" y="93194"/>
                </a:lnTo>
                <a:lnTo>
                  <a:pt x="1160424" y="93391"/>
                </a:lnTo>
                <a:lnTo>
                  <a:pt x="1160131" y="93578"/>
                </a:lnTo>
                <a:lnTo>
                  <a:pt x="1159834" y="93756"/>
                </a:lnTo>
                <a:lnTo>
                  <a:pt x="1159530" y="93925"/>
                </a:lnTo>
                <a:lnTo>
                  <a:pt x="1159222" y="94085"/>
                </a:lnTo>
                <a:lnTo>
                  <a:pt x="1158908" y="94235"/>
                </a:lnTo>
                <a:lnTo>
                  <a:pt x="1158589" y="94377"/>
                </a:lnTo>
                <a:lnTo>
                  <a:pt x="1158264" y="94509"/>
                </a:lnTo>
                <a:lnTo>
                  <a:pt x="1157934" y="94632"/>
                </a:lnTo>
                <a:lnTo>
                  <a:pt x="1157599" y="94747"/>
                </a:lnTo>
                <a:lnTo>
                  <a:pt x="1157259" y="94852"/>
                </a:lnTo>
                <a:lnTo>
                  <a:pt x="1156913" y="94947"/>
                </a:lnTo>
                <a:lnTo>
                  <a:pt x="1156562" y="95034"/>
                </a:lnTo>
                <a:lnTo>
                  <a:pt x="1156205" y="95112"/>
                </a:lnTo>
                <a:lnTo>
                  <a:pt x="1155843" y="95180"/>
                </a:lnTo>
                <a:lnTo>
                  <a:pt x="1155476" y="95240"/>
                </a:lnTo>
                <a:lnTo>
                  <a:pt x="1155104" y="95290"/>
                </a:lnTo>
                <a:lnTo>
                  <a:pt x="1154726" y="95331"/>
                </a:lnTo>
                <a:lnTo>
                  <a:pt x="1154343" y="95363"/>
                </a:lnTo>
                <a:lnTo>
                  <a:pt x="1153954" y="95386"/>
                </a:lnTo>
                <a:lnTo>
                  <a:pt x="1153560" y="95399"/>
                </a:lnTo>
                <a:lnTo>
                  <a:pt x="1153161" y="95404"/>
                </a:lnTo>
                <a:lnTo>
                  <a:pt x="1152575" y="95395"/>
                </a:lnTo>
                <a:lnTo>
                  <a:pt x="1151997" y="95369"/>
                </a:lnTo>
                <a:lnTo>
                  <a:pt x="1151426" y="95325"/>
                </a:lnTo>
                <a:lnTo>
                  <a:pt x="1150864" y="95263"/>
                </a:lnTo>
                <a:lnTo>
                  <a:pt x="1150310" y="95184"/>
                </a:lnTo>
                <a:lnTo>
                  <a:pt x="1149764" y="95087"/>
                </a:lnTo>
                <a:lnTo>
                  <a:pt x="1149227" y="94972"/>
                </a:lnTo>
                <a:lnTo>
                  <a:pt x="1148697" y="94840"/>
                </a:lnTo>
                <a:lnTo>
                  <a:pt x="1148176" y="94690"/>
                </a:lnTo>
                <a:lnTo>
                  <a:pt x="1147662" y="94523"/>
                </a:lnTo>
                <a:lnTo>
                  <a:pt x="1147157" y="94338"/>
                </a:lnTo>
                <a:lnTo>
                  <a:pt x="1146660" y="94135"/>
                </a:lnTo>
                <a:lnTo>
                  <a:pt x="1146171" y="93914"/>
                </a:lnTo>
                <a:lnTo>
                  <a:pt x="1145690" y="93676"/>
                </a:lnTo>
                <a:lnTo>
                  <a:pt x="1145217" y="93421"/>
                </a:lnTo>
                <a:lnTo>
                  <a:pt x="1144752" y="93148"/>
                </a:lnTo>
                <a:lnTo>
                  <a:pt x="1144296" y="92857"/>
                </a:lnTo>
                <a:lnTo>
                  <a:pt x="1143847" y="92548"/>
                </a:lnTo>
                <a:lnTo>
                  <a:pt x="1143407" y="92222"/>
                </a:lnTo>
                <a:lnTo>
                  <a:pt x="1142975" y="91878"/>
                </a:lnTo>
                <a:lnTo>
                  <a:pt x="1142551" y="91517"/>
                </a:lnTo>
                <a:lnTo>
                  <a:pt x="1142135" y="91138"/>
                </a:lnTo>
                <a:lnTo>
                  <a:pt x="1141727" y="90741"/>
                </a:lnTo>
                <a:lnTo>
                  <a:pt x="1141327" y="90327"/>
                </a:lnTo>
                <a:lnTo>
                  <a:pt x="1140939" y="89897"/>
                </a:lnTo>
                <a:lnTo>
                  <a:pt x="1140567" y="89453"/>
                </a:lnTo>
                <a:lnTo>
                  <a:pt x="1140211" y="88994"/>
                </a:lnTo>
                <a:lnTo>
                  <a:pt x="1139870" y="88522"/>
                </a:lnTo>
                <a:lnTo>
                  <a:pt x="1139545" y="88036"/>
                </a:lnTo>
                <a:lnTo>
                  <a:pt x="1139236" y="87535"/>
                </a:lnTo>
                <a:lnTo>
                  <a:pt x="1138943" y="87021"/>
                </a:lnTo>
                <a:lnTo>
                  <a:pt x="1138665" y="86492"/>
                </a:lnTo>
                <a:lnTo>
                  <a:pt x="1138403" y="85949"/>
                </a:lnTo>
                <a:lnTo>
                  <a:pt x="1138156" y="85392"/>
                </a:lnTo>
                <a:lnTo>
                  <a:pt x="1137926" y="84821"/>
                </a:lnTo>
                <a:lnTo>
                  <a:pt x="1137711" y="84236"/>
                </a:lnTo>
                <a:lnTo>
                  <a:pt x="1137512" y="83637"/>
                </a:lnTo>
                <a:lnTo>
                  <a:pt x="1137329" y="83024"/>
                </a:lnTo>
                <a:lnTo>
                  <a:pt x="1137161" y="82397"/>
                </a:lnTo>
                <a:lnTo>
                  <a:pt x="1137009" y="81756"/>
                </a:lnTo>
                <a:lnTo>
                  <a:pt x="1136873" y="81100"/>
                </a:lnTo>
                <a:lnTo>
                  <a:pt x="1136752" y="80431"/>
                </a:lnTo>
                <a:lnTo>
                  <a:pt x="1136648" y="79747"/>
                </a:lnTo>
                <a:lnTo>
                  <a:pt x="1136558" y="79050"/>
                </a:lnTo>
                <a:lnTo>
                  <a:pt x="1136485" y="78338"/>
                </a:lnTo>
                <a:lnTo>
                  <a:pt x="1136428" y="77612"/>
                </a:lnTo>
                <a:lnTo>
                  <a:pt x="1136386" y="76873"/>
                </a:lnTo>
                <a:lnTo>
                  <a:pt x="1136360" y="76119"/>
                </a:lnTo>
                <a:lnTo>
                  <a:pt x="1187787" y="76119"/>
                </a:lnTo>
                <a:lnTo>
                  <a:pt x="1187806" y="74174"/>
                </a:lnTo>
                <a:lnTo>
                  <a:pt x="1187788" y="72271"/>
                </a:lnTo>
                <a:lnTo>
                  <a:pt x="1187734" y="70410"/>
                </a:lnTo>
                <a:lnTo>
                  <a:pt x="1187643" y="68591"/>
                </a:lnTo>
                <a:lnTo>
                  <a:pt x="1187516" y="66815"/>
                </a:lnTo>
                <a:lnTo>
                  <a:pt x="1187353" y="65081"/>
                </a:lnTo>
                <a:lnTo>
                  <a:pt x="1187154" y="63389"/>
                </a:lnTo>
                <a:lnTo>
                  <a:pt x="1186919" y="61740"/>
                </a:lnTo>
                <a:lnTo>
                  <a:pt x="1186647" y="60133"/>
                </a:lnTo>
                <a:lnTo>
                  <a:pt x="1186339" y="58568"/>
                </a:lnTo>
                <a:lnTo>
                  <a:pt x="1185995" y="57045"/>
                </a:lnTo>
                <a:lnTo>
                  <a:pt x="1185614" y="55564"/>
                </a:lnTo>
                <a:lnTo>
                  <a:pt x="1185197" y="54126"/>
                </a:lnTo>
                <a:lnTo>
                  <a:pt x="1184744" y="52730"/>
                </a:lnTo>
                <a:lnTo>
                  <a:pt x="1184255" y="51376"/>
                </a:lnTo>
                <a:lnTo>
                  <a:pt x="1183729" y="50064"/>
                </a:lnTo>
                <a:lnTo>
                  <a:pt x="1183167" y="48795"/>
                </a:lnTo>
                <a:lnTo>
                  <a:pt x="1182569" y="47567"/>
                </a:lnTo>
                <a:lnTo>
                  <a:pt x="1181934" y="46382"/>
                </a:lnTo>
                <a:lnTo>
                  <a:pt x="1181263" y="45240"/>
                </a:lnTo>
                <a:lnTo>
                  <a:pt x="1180556" y="44139"/>
                </a:lnTo>
                <a:lnTo>
                  <a:pt x="1179813" y="43081"/>
                </a:lnTo>
                <a:lnTo>
                  <a:pt x="1179033" y="42065"/>
                </a:lnTo>
                <a:lnTo>
                  <a:pt x="1178218" y="41091"/>
                </a:lnTo>
                <a:lnTo>
                  <a:pt x="1177371" y="40158"/>
                </a:lnTo>
                <a:lnTo>
                  <a:pt x="1176499" y="39265"/>
                </a:lnTo>
                <a:lnTo>
                  <a:pt x="1175601" y="38411"/>
                </a:lnTo>
                <a:lnTo>
                  <a:pt x="1174679" y="37598"/>
                </a:lnTo>
                <a:lnTo>
                  <a:pt x="1173731" y="36824"/>
                </a:lnTo>
                <a:lnTo>
                  <a:pt x="1172757" y="36089"/>
                </a:lnTo>
                <a:lnTo>
                  <a:pt x="1171758" y="35395"/>
                </a:lnTo>
                <a:lnTo>
                  <a:pt x="1170734" y="34740"/>
                </a:lnTo>
                <a:lnTo>
                  <a:pt x="1169684" y="34124"/>
                </a:lnTo>
                <a:lnTo>
                  <a:pt x="1168609" y="33549"/>
                </a:lnTo>
                <a:lnTo>
                  <a:pt x="1167509" y="33013"/>
                </a:lnTo>
                <a:lnTo>
                  <a:pt x="1166383" y="32517"/>
                </a:lnTo>
                <a:lnTo>
                  <a:pt x="1165232" y="32060"/>
                </a:lnTo>
                <a:lnTo>
                  <a:pt x="1164056" y="31643"/>
                </a:lnTo>
                <a:lnTo>
                  <a:pt x="1162854" y="31266"/>
                </a:lnTo>
                <a:lnTo>
                  <a:pt x="1161627" y="30929"/>
                </a:lnTo>
                <a:lnTo>
                  <a:pt x="1160374" y="30631"/>
                </a:lnTo>
                <a:lnTo>
                  <a:pt x="1159097" y="30373"/>
                </a:lnTo>
                <a:lnTo>
                  <a:pt x="1157793" y="30155"/>
                </a:lnTo>
                <a:lnTo>
                  <a:pt x="1156465" y="29976"/>
                </a:lnTo>
                <a:lnTo>
                  <a:pt x="1155111" y="29837"/>
                </a:lnTo>
                <a:lnTo>
                  <a:pt x="1153731" y="29738"/>
                </a:lnTo>
                <a:lnTo>
                  <a:pt x="1152327" y="29678"/>
                </a:lnTo>
                <a:lnTo>
                  <a:pt x="1150897" y="29659"/>
                </a:lnTo>
                <a:lnTo>
                  <a:pt x="1149621" y="29677"/>
                </a:lnTo>
                <a:lnTo>
                  <a:pt x="1148365" y="29734"/>
                </a:lnTo>
                <a:lnTo>
                  <a:pt x="1147127" y="29829"/>
                </a:lnTo>
                <a:lnTo>
                  <a:pt x="1145907" y="29962"/>
                </a:lnTo>
                <a:lnTo>
                  <a:pt x="1144706" y="30133"/>
                </a:lnTo>
                <a:lnTo>
                  <a:pt x="1143523" y="30341"/>
                </a:lnTo>
                <a:lnTo>
                  <a:pt x="1142359" y="30588"/>
                </a:lnTo>
                <a:lnTo>
                  <a:pt x="1141213" y="30872"/>
                </a:lnTo>
                <a:lnTo>
                  <a:pt x="1140086" y="31194"/>
                </a:lnTo>
                <a:lnTo>
                  <a:pt x="1138978" y="31555"/>
                </a:lnTo>
                <a:lnTo>
                  <a:pt x="1137888" y="31953"/>
                </a:lnTo>
                <a:lnTo>
                  <a:pt x="1136816" y="32389"/>
                </a:lnTo>
                <a:lnTo>
                  <a:pt x="1135763" y="32863"/>
                </a:lnTo>
                <a:lnTo>
                  <a:pt x="1134729" y="33375"/>
                </a:lnTo>
                <a:lnTo>
                  <a:pt x="1133713" y="33925"/>
                </a:lnTo>
                <a:lnTo>
                  <a:pt x="1132715" y="34512"/>
                </a:lnTo>
                <a:lnTo>
                  <a:pt x="1131736" y="35138"/>
                </a:lnTo>
                <a:lnTo>
                  <a:pt x="1130776" y="35802"/>
                </a:lnTo>
                <a:lnTo>
                  <a:pt x="1129834" y="36503"/>
                </a:lnTo>
                <a:lnTo>
                  <a:pt x="1128910" y="37243"/>
                </a:lnTo>
                <a:lnTo>
                  <a:pt x="1128006" y="38020"/>
                </a:lnTo>
                <a:lnTo>
                  <a:pt x="1127119" y="38835"/>
                </a:lnTo>
                <a:lnTo>
                  <a:pt x="1126251" y="39688"/>
                </a:lnTo>
                <a:lnTo>
                  <a:pt x="1125402" y="40580"/>
                </a:lnTo>
                <a:lnTo>
                  <a:pt x="1124579" y="41504"/>
                </a:lnTo>
                <a:lnTo>
                  <a:pt x="1123792" y="42458"/>
                </a:lnTo>
                <a:lnTo>
                  <a:pt x="1123039" y="43441"/>
                </a:lnTo>
                <a:lnTo>
                  <a:pt x="1122322" y="44452"/>
                </a:lnTo>
                <a:lnTo>
                  <a:pt x="1121639" y="45493"/>
                </a:lnTo>
                <a:lnTo>
                  <a:pt x="1120992" y="46563"/>
                </a:lnTo>
                <a:lnTo>
                  <a:pt x="1120379" y="47662"/>
                </a:lnTo>
                <a:lnTo>
                  <a:pt x="1119801" y="48790"/>
                </a:lnTo>
                <a:lnTo>
                  <a:pt x="1119259" y="49947"/>
                </a:lnTo>
                <a:lnTo>
                  <a:pt x="1118751" y="51133"/>
                </a:lnTo>
                <a:lnTo>
                  <a:pt x="1118279" y="52348"/>
                </a:lnTo>
                <a:lnTo>
                  <a:pt x="1117841" y="53592"/>
                </a:lnTo>
                <a:lnTo>
                  <a:pt x="1117439" y="54865"/>
                </a:lnTo>
                <a:lnTo>
                  <a:pt x="1117071" y="56167"/>
                </a:lnTo>
                <a:lnTo>
                  <a:pt x="1116739" y="57498"/>
                </a:lnTo>
                <a:lnTo>
                  <a:pt x="1116441" y="58858"/>
                </a:lnTo>
                <a:lnTo>
                  <a:pt x="1116179" y="60248"/>
                </a:lnTo>
                <a:lnTo>
                  <a:pt x="1115951" y="61666"/>
                </a:lnTo>
                <a:lnTo>
                  <a:pt x="1115759" y="63113"/>
                </a:lnTo>
                <a:lnTo>
                  <a:pt x="1115601" y="64590"/>
                </a:lnTo>
                <a:lnTo>
                  <a:pt x="1115479" y="66095"/>
                </a:lnTo>
                <a:lnTo>
                  <a:pt x="1115391" y="67630"/>
                </a:lnTo>
                <a:lnTo>
                  <a:pt x="1115339" y="69193"/>
                </a:lnTo>
                <a:lnTo>
                  <a:pt x="1115321" y="70786"/>
                </a:lnTo>
                <a:lnTo>
                  <a:pt x="1115334" y="72122"/>
                </a:lnTo>
                <a:lnTo>
                  <a:pt x="1115374" y="73438"/>
                </a:lnTo>
                <a:lnTo>
                  <a:pt x="1115441" y="74735"/>
                </a:lnTo>
                <a:lnTo>
                  <a:pt x="1115534" y="76013"/>
                </a:lnTo>
                <a:lnTo>
                  <a:pt x="1115654" y="77272"/>
                </a:lnTo>
                <a:lnTo>
                  <a:pt x="1115800" y="78511"/>
                </a:lnTo>
                <a:lnTo>
                  <a:pt x="1115974" y="79731"/>
                </a:lnTo>
                <a:lnTo>
                  <a:pt x="1116173" y="80932"/>
                </a:lnTo>
                <a:lnTo>
                  <a:pt x="1116400" y="82113"/>
                </a:lnTo>
                <a:lnTo>
                  <a:pt x="1116653" y="83276"/>
                </a:lnTo>
                <a:lnTo>
                  <a:pt x="1116932" y="84419"/>
                </a:lnTo>
                <a:lnTo>
                  <a:pt x="1117239" y="85542"/>
                </a:lnTo>
                <a:lnTo>
                  <a:pt x="1117572" y="86647"/>
                </a:lnTo>
                <a:lnTo>
                  <a:pt x="1117931" y="87732"/>
                </a:lnTo>
                <a:lnTo>
                  <a:pt x="1118317" y="88798"/>
                </a:lnTo>
                <a:lnTo>
                  <a:pt x="1118730" y="89844"/>
                </a:lnTo>
                <a:lnTo>
                  <a:pt x="1119170" y="90871"/>
                </a:lnTo>
                <a:lnTo>
                  <a:pt x="1119636" y="91879"/>
                </a:lnTo>
                <a:lnTo>
                  <a:pt x="1120128" y="92868"/>
                </a:lnTo>
                <a:lnTo>
                  <a:pt x="1120648" y="93837"/>
                </a:lnTo>
                <a:lnTo>
                  <a:pt x="1121194" y="94788"/>
                </a:lnTo>
                <a:lnTo>
                  <a:pt x="1121766" y="95719"/>
                </a:lnTo>
                <a:lnTo>
                  <a:pt x="1122365" y="96630"/>
                </a:lnTo>
                <a:lnTo>
                  <a:pt x="1122991" y="97522"/>
                </a:lnTo>
                <a:lnTo>
                  <a:pt x="1123819" y="98601"/>
                </a:lnTo>
                <a:lnTo>
                  <a:pt x="1124684" y="99634"/>
                </a:lnTo>
                <a:lnTo>
                  <a:pt x="1125585" y="100621"/>
                </a:lnTo>
                <a:lnTo>
                  <a:pt x="1126522" y="101563"/>
                </a:lnTo>
                <a:lnTo>
                  <a:pt x="1127496" y="102458"/>
                </a:lnTo>
                <a:lnTo>
                  <a:pt x="1128507" y="103307"/>
                </a:lnTo>
                <a:lnTo>
                  <a:pt x="1129554" y="104111"/>
                </a:lnTo>
                <a:lnTo>
                  <a:pt x="1130637" y="104868"/>
                </a:lnTo>
                <a:lnTo>
                  <a:pt x="1131757" y="105580"/>
                </a:lnTo>
                <a:lnTo>
                  <a:pt x="1132914" y="106245"/>
                </a:lnTo>
                <a:lnTo>
                  <a:pt x="1134107" y="106865"/>
                </a:lnTo>
                <a:lnTo>
                  <a:pt x="1135337" y="107439"/>
                </a:lnTo>
                <a:lnTo>
                  <a:pt x="1136603" y="107967"/>
                </a:lnTo>
                <a:lnTo>
                  <a:pt x="1137906" y="108449"/>
                </a:lnTo>
                <a:lnTo>
                  <a:pt x="1139245" y="108885"/>
                </a:lnTo>
                <a:lnTo>
                  <a:pt x="1140621" y="109276"/>
                </a:lnTo>
                <a:lnTo>
                  <a:pt x="1142033" y="109620"/>
                </a:lnTo>
                <a:lnTo>
                  <a:pt x="1143482" y="109918"/>
                </a:lnTo>
                <a:lnTo>
                  <a:pt x="1144967" y="110171"/>
                </a:lnTo>
                <a:lnTo>
                  <a:pt x="1146489" y="110377"/>
                </a:lnTo>
                <a:lnTo>
                  <a:pt x="1148048" y="110538"/>
                </a:lnTo>
                <a:lnTo>
                  <a:pt x="1149643" y="110653"/>
                </a:lnTo>
                <a:lnTo>
                  <a:pt x="1151274" y="110722"/>
                </a:lnTo>
                <a:lnTo>
                  <a:pt x="1152942" y="110745"/>
                </a:lnTo>
                <a:lnTo>
                  <a:pt x="1154000" y="110734"/>
                </a:lnTo>
                <a:lnTo>
                  <a:pt x="1155043" y="110704"/>
                </a:lnTo>
                <a:lnTo>
                  <a:pt x="1156071" y="110653"/>
                </a:lnTo>
                <a:lnTo>
                  <a:pt x="1157085" y="110582"/>
                </a:lnTo>
                <a:lnTo>
                  <a:pt x="1158083" y="110490"/>
                </a:lnTo>
                <a:lnTo>
                  <a:pt x="1159067" y="110378"/>
                </a:lnTo>
                <a:lnTo>
                  <a:pt x="1160036" y="110246"/>
                </a:lnTo>
                <a:lnTo>
                  <a:pt x="1160990" y="110093"/>
                </a:lnTo>
                <a:lnTo>
                  <a:pt x="1161929" y="109920"/>
                </a:lnTo>
                <a:lnTo>
                  <a:pt x="1162853" y="109727"/>
                </a:lnTo>
                <a:lnTo>
                  <a:pt x="1163763" y="109513"/>
                </a:lnTo>
                <a:lnTo>
                  <a:pt x="1164658" y="109279"/>
                </a:lnTo>
                <a:lnTo>
                  <a:pt x="1165537" y="109025"/>
                </a:lnTo>
                <a:lnTo>
                  <a:pt x="1166402" y="108750"/>
                </a:lnTo>
                <a:lnTo>
                  <a:pt x="1167253" y="108455"/>
                </a:lnTo>
                <a:lnTo>
                  <a:pt x="1168088" y="108139"/>
                </a:lnTo>
                <a:lnTo>
                  <a:pt x="1168908" y="107803"/>
                </a:lnTo>
                <a:lnTo>
                  <a:pt x="1169714" y="107447"/>
                </a:lnTo>
                <a:lnTo>
                  <a:pt x="1170505" y="107071"/>
                </a:lnTo>
                <a:lnTo>
                  <a:pt x="1171281" y="106674"/>
                </a:lnTo>
                <a:lnTo>
                  <a:pt x="1172042" y="106256"/>
                </a:lnTo>
                <a:lnTo>
                  <a:pt x="1172788" y="105819"/>
                </a:lnTo>
                <a:lnTo>
                  <a:pt x="1173520" y="105361"/>
                </a:lnTo>
                <a:lnTo>
                  <a:pt x="1174236" y="104882"/>
                </a:lnTo>
                <a:lnTo>
                  <a:pt x="1174938" y="104385"/>
                </a:lnTo>
                <a:lnTo>
                  <a:pt x="1175623" y="103868"/>
                </a:lnTo>
                <a:lnTo>
                  <a:pt x="1176293" y="103333"/>
                </a:lnTo>
                <a:lnTo>
                  <a:pt x="1176946" y="102780"/>
                </a:lnTo>
                <a:lnTo>
                  <a:pt x="1177584" y="102207"/>
                </a:lnTo>
                <a:lnTo>
                  <a:pt x="1178206" y="101617"/>
                </a:lnTo>
                <a:lnTo>
                  <a:pt x="1178812" y="101007"/>
                </a:lnTo>
                <a:lnTo>
                  <a:pt x="1179403" y="100380"/>
                </a:lnTo>
                <a:lnTo>
                  <a:pt x="1179977" y="99733"/>
                </a:lnTo>
                <a:lnTo>
                  <a:pt x="1180536" y="99068"/>
                </a:lnTo>
                <a:lnTo>
                  <a:pt x="1181078" y="98384"/>
                </a:lnTo>
                <a:lnTo>
                  <a:pt x="1181605" y="97682"/>
                </a:lnTo>
                <a:lnTo>
                  <a:pt x="1182116" y="96962"/>
                </a:lnTo>
                <a:lnTo>
                  <a:pt x="1182612" y="96222"/>
                </a:lnTo>
                <a:lnTo>
                  <a:pt x="1183091" y="95464"/>
                </a:lnTo>
                <a:lnTo>
                  <a:pt x="1183554" y="94688"/>
                </a:lnTo>
                <a:lnTo>
                  <a:pt x="1184002" y="93893"/>
                </a:lnTo>
                <a:lnTo>
                  <a:pt x="1184434" y="93079"/>
                </a:lnTo>
                <a:lnTo>
                  <a:pt x="1184850" y="92247"/>
                </a:lnTo>
                <a:lnTo>
                  <a:pt x="1185250" y="91396"/>
                </a:lnTo>
                <a:lnTo>
                  <a:pt x="1185634" y="90526"/>
                </a:lnTo>
                <a:lnTo>
                  <a:pt x="1186002" y="89638"/>
                </a:lnTo>
                <a:lnTo>
                  <a:pt x="1186355" y="88732"/>
                </a:lnTo>
                <a:lnTo>
                  <a:pt x="1186691" y="87807"/>
                </a:lnTo>
                <a:lnTo>
                  <a:pt x="1166237" y="84300"/>
                </a:lnTo>
                <a:lnTo>
                  <a:pt x="1166094" y="84782"/>
                </a:lnTo>
                <a:lnTo>
                  <a:pt x="1165946" y="85252"/>
                </a:lnTo>
                <a:lnTo>
                  <a:pt x="1165792" y="85711"/>
                </a:lnTo>
                <a:lnTo>
                  <a:pt x="1165633" y="86159"/>
                </a:lnTo>
                <a:lnTo>
                  <a:pt x="1165467" y="86596"/>
                </a:lnTo>
                <a:close/>
                <a:moveTo>
                  <a:pt x="1136824" y="60862"/>
                </a:moveTo>
                <a:lnTo>
                  <a:pt x="1136888" y="60219"/>
                </a:lnTo>
                <a:lnTo>
                  <a:pt x="1136967" y="59589"/>
                </a:lnTo>
                <a:lnTo>
                  <a:pt x="1137061" y="58970"/>
                </a:lnTo>
                <a:lnTo>
                  <a:pt x="1137171" y="58364"/>
                </a:lnTo>
                <a:lnTo>
                  <a:pt x="1137297" y="57770"/>
                </a:lnTo>
                <a:lnTo>
                  <a:pt x="1137438" y="57188"/>
                </a:lnTo>
                <a:lnTo>
                  <a:pt x="1137594" y="56618"/>
                </a:lnTo>
                <a:lnTo>
                  <a:pt x="1137766" y="56060"/>
                </a:lnTo>
                <a:lnTo>
                  <a:pt x="1137953" y="55514"/>
                </a:lnTo>
                <a:lnTo>
                  <a:pt x="1138156" y="54981"/>
                </a:lnTo>
                <a:lnTo>
                  <a:pt x="1138374" y="54459"/>
                </a:lnTo>
                <a:lnTo>
                  <a:pt x="1138608" y="53950"/>
                </a:lnTo>
                <a:lnTo>
                  <a:pt x="1138857" y="53453"/>
                </a:lnTo>
                <a:lnTo>
                  <a:pt x="1139122" y="52968"/>
                </a:lnTo>
                <a:lnTo>
                  <a:pt x="1139402" y="52494"/>
                </a:lnTo>
                <a:lnTo>
                  <a:pt x="1139698" y="52034"/>
                </a:lnTo>
                <a:lnTo>
                  <a:pt x="1140009" y="51585"/>
                </a:lnTo>
                <a:lnTo>
                  <a:pt x="1140335" y="51148"/>
                </a:lnTo>
                <a:lnTo>
                  <a:pt x="1140677" y="50724"/>
                </a:lnTo>
                <a:lnTo>
                  <a:pt x="1141035" y="50311"/>
                </a:lnTo>
                <a:lnTo>
                  <a:pt x="1141404" y="49914"/>
                </a:lnTo>
                <a:lnTo>
                  <a:pt x="1141782" y="49533"/>
                </a:lnTo>
                <a:lnTo>
                  <a:pt x="1142167" y="49169"/>
                </a:lnTo>
                <a:lnTo>
                  <a:pt x="1142561" y="48822"/>
                </a:lnTo>
                <a:lnTo>
                  <a:pt x="1142963" y="48492"/>
                </a:lnTo>
                <a:lnTo>
                  <a:pt x="1143372" y="48179"/>
                </a:lnTo>
                <a:lnTo>
                  <a:pt x="1143790" y="47883"/>
                </a:lnTo>
                <a:lnTo>
                  <a:pt x="1144217" y="47604"/>
                </a:lnTo>
                <a:lnTo>
                  <a:pt x="1144651" y="47341"/>
                </a:lnTo>
                <a:lnTo>
                  <a:pt x="1145093" y="47096"/>
                </a:lnTo>
                <a:lnTo>
                  <a:pt x="1145544" y="46867"/>
                </a:lnTo>
                <a:lnTo>
                  <a:pt x="1146002" y="46656"/>
                </a:lnTo>
                <a:lnTo>
                  <a:pt x="1146469" y="46461"/>
                </a:lnTo>
                <a:lnTo>
                  <a:pt x="1146944" y="46284"/>
                </a:lnTo>
                <a:lnTo>
                  <a:pt x="1147427" y="46123"/>
                </a:lnTo>
                <a:lnTo>
                  <a:pt x="1147918" y="45979"/>
                </a:lnTo>
                <a:lnTo>
                  <a:pt x="1148417" y="45852"/>
                </a:lnTo>
                <a:lnTo>
                  <a:pt x="1148924" y="45742"/>
                </a:lnTo>
                <a:lnTo>
                  <a:pt x="1149440" y="45649"/>
                </a:lnTo>
                <a:lnTo>
                  <a:pt x="1149963" y="45573"/>
                </a:lnTo>
                <a:lnTo>
                  <a:pt x="1150495" y="45514"/>
                </a:lnTo>
                <a:lnTo>
                  <a:pt x="1151035" y="45471"/>
                </a:lnTo>
                <a:lnTo>
                  <a:pt x="1151583" y="45446"/>
                </a:lnTo>
                <a:lnTo>
                  <a:pt x="1152139" y="45437"/>
                </a:lnTo>
                <a:lnTo>
                  <a:pt x="1152659" y="45445"/>
                </a:lnTo>
                <a:lnTo>
                  <a:pt x="1153172" y="45470"/>
                </a:lnTo>
                <a:lnTo>
                  <a:pt x="1153679" y="45510"/>
                </a:lnTo>
                <a:lnTo>
                  <a:pt x="1154180" y="45566"/>
                </a:lnTo>
                <a:lnTo>
                  <a:pt x="1154674" y="45638"/>
                </a:lnTo>
                <a:lnTo>
                  <a:pt x="1155161" y="45726"/>
                </a:lnTo>
                <a:lnTo>
                  <a:pt x="1155642" y="45831"/>
                </a:lnTo>
                <a:lnTo>
                  <a:pt x="1156116" y="45951"/>
                </a:lnTo>
                <a:lnTo>
                  <a:pt x="1156583" y="46087"/>
                </a:lnTo>
                <a:lnTo>
                  <a:pt x="1157044" y="46240"/>
                </a:lnTo>
                <a:lnTo>
                  <a:pt x="1157498" y="46408"/>
                </a:lnTo>
                <a:lnTo>
                  <a:pt x="1157946" y="46593"/>
                </a:lnTo>
                <a:lnTo>
                  <a:pt x="1158387" y="46793"/>
                </a:lnTo>
                <a:lnTo>
                  <a:pt x="1158822" y="47010"/>
                </a:lnTo>
                <a:lnTo>
                  <a:pt x="1159250" y="47242"/>
                </a:lnTo>
                <a:lnTo>
                  <a:pt x="1159671" y="47491"/>
                </a:lnTo>
                <a:lnTo>
                  <a:pt x="1160086" y="47756"/>
                </a:lnTo>
                <a:lnTo>
                  <a:pt x="1160494" y="48036"/>
                </a:lnTo>
                <a:lnTo>
                  <a:pt x="1160895" y="48333"/>
                </a:lnTo>
                <a:lnTo>
                  <a:pt x="1161290" y="48646"/>
                </a:lnTo>
                <a:lnTo>
                  <a:pt x="1161678" y="48975"/>
                </a:lnTo>
                <a:lnTo>
                  <a:pt x="1162060" y="49320"/>
                </a:lnTo>
                <a:lnTo>
                  <a:pt x="1162435" y="49681"/>
                </a:lnTo>
                <a:lnTo>
                  <a:pt x="1162804" y="50058"/>
                </a:lnTo>
                <a:lnTo>
                  <a:pt x="1163162" y="50450"/>
                </a:lnTo>
                <a:lnTo>
                  <a:pt x="1163506" y="50858"/>
                </a:lnTo>
                <a:lnTo>
                  <a:pt x="1163835" y="51279"/>
                </a:lnTo>
                <a:lnTo>
                  <a:pt x="1164149" y="51716"/>
                </a:lnTo>
                <a:lnTo>
                  <a:pt x="1164449" y="52168"/>
                </a:lnTo>
                <a:lnTo>
                  <a:pt x="1164735" y="52634"/>
                </a:lnTo>
                <a:lnTo>
                  <a:pt x="1165006" y="53115"/>
                </a:lnTo>
                <a:lnTo>
                  <a:pt x="1165263" y="53611"/>
                </a:lnTo>
                <a:lnTo>
                  <a:pt x="1165506" y="54122"/>
                </a:lnTo>
                <a:lnTo>
                  <a:pt x="1165734" y="54647"/>
                </a:lnTo>
                <a:lnTo>
                  <a:pt x="1165947" y="55187"/>
                </a:lnTo>
                <a:lnTo>
                  <a:pt x="1166146" y="55742"/>
                </a:lnTo>
                <a:lnTo>
                  <a:pt x="1166331" y="56312"/>
                </a:lnTo>
                <a:lnTo>
                  <a:pt x="1166501" y="56896"/>
                </a:lnTo>
                <a:lnTo>
                  <a:pt x="1166656" y="57496"/>
                </a:lnTo>
                <a:lnTo>
                  <a:pt x="1166797" y="58110"/>
                </a:lnTo>
                <a:lnTo>
                  <a:pt x="1166924" y="58739"/>
                </a:lnTo>
                <a:lnTo>
                  <a:pt x="1167036" y="59382"/>
                </a:lnTo>
                <a:lnTo>
                  <a:pt x="1167134" y="60040"/>
                </a:lnTo>
                <a:lnTo>
                  <a:pt x="1167217" y="60714"/>
                </a:lnTo>
                <a:lnTo>
                  <a:pt x="1167286" y="61402"/>
                </a:lnTo>
                <a:lnTo>
                  <a:pt x="1167341" y="62104"/>
                </a:lnTo>
                <a:lnTo>
                  <a:pt x="1167381" y="62822"/>
                </a:lnTo>
                <a:lnTo>
                  <a:pt x="1167406" y="63554"/>
                </a:lnTo>
                <a:lnTo>
                  <a:pt x="1136725" y="63554"/>
                </a:lnTo>
                <a:lnTo>
                  <a:pt x="1136727" y="62863"/>
                </a:lnTo>
                <a:lnTo>
                  <a:pt x="1136744" y="62184"/>
                </a:lnTo>
                <a:lnTo>
                  <a:pt x="1136776" y="61517"/>
                </a:lnTo>
                <a:lnTo>
                  <a:pt x="1136824" y="60862"/>
                </a:lnTo>
                <a:close/>
                <a:moveTo>
                  <a:pt x="1198127" y="91313"/>
                </a:moveTo>
                <a:lnTo>
                  <a:pt x="1198486" y="92142"/>
                </a:lnTo>
                <a:lnTo>
                  <a:pt x="1198868" y="92955"/>
                </a:lnTo>
                <a:lnTo>
                  <a:pt x="1199272" y="93752"/>
                </a:lnTo>
                <a:lnTo>
                  <a:pt x="1199698" y="94533"/>
                </a:lnTo>
                <a:lnTo>
                  <a:pt x="1200146" y="95298"/>
                </a:lnTo>
                <a:lnTo>
                  <a:pt x="1200616" y="96047"/>
                </a:lnTo>
                <a:lnTo>
                  <a:pt x="1201109" y="96780"/>
                </a:lnTo>
                <a:lnTo>
                  <a:pt x="1201624" y="97497"/>
                </a:lnTo>
                <a:lnTo>
                  <a:pt x="1202161" y="98199"/>
                </a:lnTo>
                <a:lnTo>
                  <a:pt x="1202720" y="98884"/>
                </a:lnTo>
                <a:lnTo>
                  <a:pt x="1203302" y="99554"/>
                </a:lnTo>
                <a:lnTo>
                  <a:pt x="1203905" y="100207"/>
                </a:lnTo>
                <a:lnTo>
                  <a:pt x="1204531" y="100845"/>
                </a:lnTo>
                <a:lnTo>
                  <a:pt x="1205179" y="101467"/>
                </a:lnTo>
                <a:lnTo>
                  <a:pt x="1205849" y="102073"/>
                </a:lnTo>
                <a:lnTo>
                  <a:pt x="1206542" y="102663"/>
                </a:lnTo>
                <a:lnTo>
                  <a:pt x="1207256" y="103237"/>
                </a:lnTo>
                <a:lnTo>
                  <a:pt x="1207993" y="103795"/>
                </a:lnTo>
                <a:lnTo>
                  <a:pt x="1208752" y="104337"/>
                </a:lnTo>
                <a:lnTo>
                  <a:pt x="1209534" y="104860"/>
                </a:lnTo>
                <a:lnTo>
                  <a:pt x="1210338" y="105360"/>
                </a:lnTo>
                <a:lnTo>
                  <a:pt x="1211165" y="105839"/>
                </a:lnTo>
                <a:lnTo>
                  <a:pt x="1212016" y="106295"/>
                </a:lnTo>
                <a:lnTo>
                  <a:pt x="1212889" y="106729"/>
                </a:lnTo>
                <a:lnTo>
                  <a:pt x="1213786" y="107140"/>
                </a:lnTo>
                <a:lnTo>
                  <a:pt x="1214705" y="107530"/>
                </a:lnTo>
                <a:lnTo>
                  <a:pt x="1215647" y="107897"/>
                </a:lnTo>
                <a:lnTo>
                  <a:pt x="1216612" y="108242"/>
                </a:lnTo>
                <a:lnTo>
                  <a:pt x="1217600" y="108564"/>
                </a:lnTo>
                <a:lnTo>
                  <a:pt x="1218612" y="108865"/>
                </a:lnTo>
                <a:lnTo>
                  <a:pt x="1219646" y="109143"/>
                </a:lnTo>
                <a:lnTo>
                  <a:pt x="1220703" y="109399"/>
                </a:lnTo>
                <a:lnTo>
                  <a:pt x="1221783" y="109632"/>
                </a:lnTo>
                <a:lnTo>
                  <a:pt x="1222886" y="109844"/>
                </a:lnTo>
                <a:lnTo>
                  <a:pt x="1224011" y="110033"/>
                </a:lnTo>
                <a:lnTo>
                  <a:pt x="1225160" y="110200"/>
                </a:lnTo>
                <a:lnTo>
                  <a:pt x="1226332" y="110344"/>
                </a:lnTo>
                <a:lnTo>
                  <a:pt x="1227527" y="110467"/>
                </a:lnTo>
                <a:lnTo>
                  <a:pt x="1228744" y="110567"/>
                </a:lnTo>
                <a:lnTo>
                  <a:pt x="1229985" y="110645"/>
                </a:lnTo>
                <a:lnTo>
                  <a:pt x="1231249" y="110700"/>
                </a:lnTo>
                <a:lnTo>
                  <a:pt x="1232535" y="110734"/>
                </a:lnTo>
                <a:lnTo>
                  <a:pt x="1233845" y="110745"/>
                </a:lnTo>
                <a:lnTo>
                  <a:pt x="1235285" y="110731"/>
                </a:lnTo>
                <a:lnTo>
                  <a:pt x="1236695" y="110691"/>
                </a:lnTo>
                <a:lnTo>
                  <a:pt x="1238076" y="110625"/>
                </a:lnTo>
                <a:lnTo>
                  <a:pt x="1239427" y="110531"/>
                </a:lnTo>
                <a:lnTo>
                  <a:pt x="1240748" y="110412"/>
                </a:lnTo>
                <a:lnTo>
                  <a:pt x="1242040" y="110265"/>
                </a:lnTo>
                <a:lnTo>
                  <a:pt x="1243302" y="110092"/>
                </a:lnTo>
                <a:lnTo>
                  <a:pt x="1244535" y="109892"/>
                </a:lnTo>
                <a:lnTo>
                  <a:pt x="1245737" y="109665"/>
                </a:lnTo>
                <a:lnTo>
                  <a:pt x="1246910" y="109412"/>
                </a:lnTo>
                <a:lnTo>
                  <a:pt x="1248054" y="109132"/>
                </a:lnTo>
                <a:lnTo>
                  <a:pt x="1249167" y="108826"/>
                </a:lnTo>
                <a:lnTo>
                  <a:pt x="1250251" y="108493"/>
                </a:lnTo>
                <a:lnTo>
                  <a:pt x="1251305" y="108133"/>
                </a:lnTo>
                <a:lnTo>
                  <a:pt x="1252330" y="107747"/>
                </a:lnTo>
                <a:lnTo>
                  <a:pt x="1253325" y="107334"/>
                </a:lnTo>
                <a:lnTo>
                  <a:pt x="1254290" y="106894"/>
                </a:lnTo>
                <a:lnTo>
                  <a:pt x="1255226" y="106428"/>
                </a:lnTo>
                <a:lnTo>
                  <a:pt x="1256132" y="105935"/>
                </a:lnTo>
                <a:lnTo>
                  <a:pt x="1257008" y="105415"/>
                </a:lnTo>
                <a:lnTo>
                  <a:pt x="1257854" y="104869"/>
                </a:lnTo>
                <a:lnTo>
                  <a:pt x="1258671" y="104296"/>
                </a:lnTo>
                <a:lnTo>
                  <a:pt x="1259459" y="103696"/>
                </a:lnTo>
                <a:lnTo>
                  <a:pt x="1260216" y="103070"/>
                </a:lnTo>
                <a:lnTo>
                  <a:pt x="1260943" y="102425"/>
                </a:lnTo>
                <a:lnTo>
                  <a:pt x="1261640" y="101770"/>
                </a:lnTo>
                <a:lnTo>
                  <a:pt x="1262305" y="101104"/>
                </a:lnTo>
                <a:lnTo>
                  <a:pt x="1262939" y="100428"/>
                </a:lnTo>
                <a:lnTo>
                  <a:pt x="1263543" y="99742"/>
                </a:lnTo>
                <a:lnTo>
                  <a:pt x="1264115" y="99045"/>
                </a:lnTo>
                <a:lnTo>
                  <a:pt x="1264657" y="98338"/>
                </a:lnTo>
                <a:lnTo>
                  <a:pt x="1265167" y="97620"/>
                </a:lnTo>
                <a:lnTo>
                  <a:pt x="1265647" y="96892"/>
                </a:lnTo>
                <a:lnTo>
                  <a:pt x="1266096" y="96154"/>
                </a:lnTo>
                <a:lnTo>
                  <a:pt x="1266513" y="95405"/>
                </a:lnTo>
                <a:lnTo>
                  <a:pt x="1266900" y="94646"/>
                </a:lnTo>
                <a:lnTo>
                  <a:pt x="1267256" y="93876"/>
                </a:lnTo>
                <a:lnTo>
                  <a:pt x="1267581" y="93096"/>
                </a:lnTo>
                <a:lnTo>
                  <a:pt x="1267875" y="92305"/>
                </a:lnTo>
                <a:lnTo>
                  <a:pt x="1268138" y="91504"/>
                </a:lnTo>
                <a:lnTo>
                  <a:pt x="1268370" y="90693"/>
                </a:lnTo>
                <a:lnTo>
                  <a:pt x="1268571" y="89871"/>
                </a:lnTo>
                <a:lnTo>
                  <a:pt x="1268741" y="89039"/>
                </a:lnTo>
                <a:lnTo>
                  <a:pt x="1268881" y="88197"/>
                </a:lnTo>
                <a:lnTo>
                  <a:pt x="1268989" y="87344"/>
                </a:lnTo>
                <a:lnTo>
                  <a:pt x="1269066" y="86481"/>
                </a:lnTo>
                <a:lnTo>
                  <a:pt x="1269113" y="85607"/>
                </a:lnTo>
                <a:lnTo>
                  <a:pt x="1269128" y="84723"/>
                </a:lnTo>
                <a:lnTo>
                  <a:pt x="1269117" y="83914"/>
                </a:lnTo>
                <a:lnTo>
                  <a:pt x="1269084" y="83120"/>
                </a:lnTo>
                <a:lnTo>
                  <a:pt x="1269028" y="82342"/>
                </a:lnTo>
                <a:lnTo>
                  <a:pt x="1268950" y="81578"/>
                </a:lnTo>
                <a:lnTo>
                  <a:pt x="1268849" y="80829"/>
                </a:lnTo>
                <a:lnTo>
                  <a:pt x="1268726" y="80095"/>
                </a:lnTo>
                <a:lnTo>
                  <a:pt x="1268581" y="79377"/>
                </a:lnTo>
                <a:lnTo>
                  <a:pt x="1268414" y="78673"/>
                </a:lnTo>
                <a:lnTo>
                  <a:pt x="1268224" y="77984"/>
                </a:lnTo>
                <a:lnTo>
                  <a:pt x="1268012" y="77310"/>
                </a:lnTo>
                <a:lnTo>
                  <a:pt x="1267778" y="76651"/>
                </a:lnTo>
                <a:lnTo>
                  <a:pt x="1267521" y="76007"/>
                </a:lnTo>
                <a:lnTo>
                  <a:pt x="1267242" y="75378"/>
                </a:lnTo>
                <a:lnTo>
                  <a:pt x="1266941" y="74764"/>
                </a:lnTo>
                <a:lnTo>
                  <a:pt x="1266617" y="74165"/>
                </a:lnTo>
                <a:lnTo>
                  <a:pt x="1266271" y="73580"/>
                </a:lnTo>
                <a:lnTo>
                  <a:pt x="1265903" y="73011"/>
                </a:lnTo>
                <a:lnTo>
                  <a:pt x="1265512" y="72457"/>
                </a:lnTo>
                <a:lnTo>
                  <a:pt x="1265099" y="71918"/>
                </a:lnTo>
                <a:lnTo>
                  <a:pt x="1264664" y="71393"/>
                </a:lnTo>
                <a:lnTo>
                  <a:pt x="1264206" y="70884"/>
                </a:lnTo>
                <a:lnTo>
                  <a:pt x="1263727" y="70390"/>
                </a:lnTo>
                <a:lnTo>
                  <a:pt x="1263224" y="69910"/>
                </a:lnTo>
                <a:lnTo>
                  <a:pt x="1262700" y="69446"/>
                </a:lnTo>
                <a:lnTo>
                  <a:pt x="1262141" y="68998"/>
                </a:lnTo>
                <a:lnTo>
                  <a:pt x="1261547" y="68556"/>
                </a:lnTo>
                <a:lnTo>
                  <a:pt x="1260920" y="68120"/>
                </a:lnTo>
                <a:lnTo>
                  <a:pt x="1260258" y="67690"/>
                </a:lnTo>
                <a:lnTo>
                  <a:pt x="1259561" y="67266"/>
                </a:lnTo>
                <a:lnTo>
                  <a:pt x="1258830" y="66847"/>
                </a:lnTo>
                <a:lnTo>
                  <a:pt x="1258065" y="66435"/>
                </a:lnTo>
                <a:lnTo>
                  <a:pt x="1257266" y="66028"/>
                </a:lnTo>
                <a:lnTo>
                  <a:pt x="1256432" y="65627"/>
                </a:lnTo>
                <a:lnTo>
                  <a:pt x="1255563" y="65232"/>
                </a:lnTo>
                <a:lnTo>
                  <a:pt x="1254661" y="64843"/>
                </a:lnTo>
                <a:lnTo>
                  <a:pt x="1253724" y="64460"/>
                </a:lnTo>
                <a:lnTo>
                  <a:pt x="1252752" y="64082"/>
                </a:lnTo>
                <a:lnTo>
                  <a:pt x="1251747" y="63711"/>
                </a:lnTo>
                <a:lnTo>
                  <a:pt x="1250706" y="63345"/>
                </a:lnTo>
                <a:lnTo>
                  <a:pt x="1249632" y="62985"/>
                </a:lnTo>
                <a:lnTo>
                  <a:pt x="1248523" y="62631"/>
                </a:lnTo>
                <a:lnTo>
                  <a:pt x="1247380" y="62283"/>
                </a:lnTo>
                <a:lnTo>
                  <a:pt x="1246202" y="61941"/>
                </a:lnTo>
                <a:lnTo>
                  <a:pt x="1244990" y="61604"/>
                </a:lnTo>
                <a:lnTo>
                  <a:pt x="1243744" y="61274"/>
                </a:lnTo>
                <a:lnTo>
                  <a:pt x="1242463" y="60949"/>
                </a:lnTo>
                <a:lnTo>
                  <a:pt x="1241148" y="60630"/>
                </a:lnTo>
                <a:lnTo>
                  <a:pt x="1239798" y="60317"/>
                </a:lnTo>
                <a:lnTo>
                  <a:pt x="1238455" y="60010"/>
                </a:lnTo>
                <a:lnTo>
                  <a:pt x="1237160" y="59708"/>
                </a:lnTo>
                <a:lnTo>
                  <a:pt x="1235911" y="59413"/>
                </a:lnTo>
                <a:lnTo>
                  <a:pt x="1234710" y="59123"/>
                </a:lnTo>
                <a:lnTo>
                  <a:pt x="1233556" y="58839"/>
                </a:lnTo>
                <a:lnTo>
                  <a:pt x="1232450" y="58561"/>
                </a:lnTo>
                <a:lnTo>
                  <a:pt x="1231391" y="58289"/>
                </a:lnTo>
                <a:lnTo>
                  <a:pt x="1230379" y="58023"/>
                </a:lnTo>
                <a:lnTo>
                  <a:pt x="1229414" y="57762"/>
                </a:lnTo>
                <a:lnTo>
                  <a:pt x="1228497" y="57507"/>
                </a:lnTo>
                <a:lnTo>
                  <a:pt x="1227627" y="57258"/>
                </a:lnTo>
                <a:lnTo>
                  <a:pt x="1226805" y="57015"/>
                </a:lnTo>
                <a:lnTo>
                  <a:pt x="1226029" y="56778"/>
                </a:lnTo>
                <a:lnTo>
                  <a:pt x="1225301" y="56547"/>
                </a:lnTo>
                <a:lnTo>
                  <a:pt x="1224620" y="56321"/>
                </a:lnTo>
                <a:lnTo>
                  <a:pt x="1223987" y="56101"/>
                </a:lnTo>
                <a:lnTo>
                  <a:pt x="1223401" y="55887"/>
                </a:lnTo>
                <a:lnTo>
                  <a:pt x="1222862" y="55679"/>
                </a:lnTo>
                <a:lnTo>
                  <a:pt x="1222371" y="55477"/>
                </a:lnTo>
                <a:lnTo>
                  <a:pt x="1221926" y="55280"/>
                </a:lnTo>
                <a:lnTo>
                  <a:pt x="1221530" y="55090"/>
                </a:lnTo>
                <a:lnTo>
                  <a:pt x="1221180" y="54905"/>
                </a:lnTo>
                <a:lnTo>
                  <a:pt x="1220878" y="54726"/>
                </a:lnTo>
                <a:lnTo>
                  <a:pt x="1220623" y="54553"/>
                </a:lnTo>
                <a:lnTo>
                  <a:pt x="1220456" y="54424"/>
                </a:lnTo>
                <a:lnTo>
                  <a:pt x="1220296" y="54293"/>
                </a:lnTo>
                <a:lnTo>
                  <a:pt x="1220143" y="54160"/>
                </a:lnTo>
                <a:lnTo>
                  <a:pt x="1219998" y="54024"/>
                </a:lnTo>
                <a:lnTo>
                  <a:pt x="1219859" y="53886"/>
                </a:lnTo>
                <a:lnTo>
                  <a:pt x="1219728" y="53746"/>
                </a:lnTo>
                <a:lnTo>
                  <a:pt x="1219604" y="53604"/>
                </a:lnTo>
                <a:lnTo>
                  <a:pt x="1219486" y="53459"/>
                </a:lnTo>
                <a:lnTo>
                  <a:pt x="1219376" y="53312"/>
                </a:lnTo>
                <a:lnTo>
                  <a:pt x="1219273" y="53163"/>
                </a:lnTo>
                <a:lnTo>
                  <a:pt x="1219177" y="53011"/>
                </a:lnTo>
                <a:lnTo>
                  <a:pt x="1219089" y="52857"/>
                </a:lnTo>
                <a:lnTo>
                  <a:pt x="1219007" y="52701"/>
                </a:lnTo>
                <a:lnTo>
                  <a:pt x="1218932" y="52543"/>
                </a:lnTo>
                <a:lnTo>
                  <a:pt x="1218865" y="52382"/>
                </a:lnTo>
                <a:lnTo>
                  <a:pt x="1218805" y="52219"/>
                </a:lnTo>
                <a:lnTo>
                  <a:pt x="1218751" y="52054"/>
                </a:lnTo>
                <a:lnTo>
                  <a:pt x="1218705" y="51887"/>
                </a:lnTo>
                <a:lnTo>
                  <a:pt x="1218666" y="51717"/>
                </a:lnTo>
                <a:lnTo>
                  <a:pt x="1218634" y="51545"/>
                </a:lnTo>
                <a:lnTo>
                  <a:pt x="1218609" y="51371"/>
                </a:lnTo>
                <a:lnTo>
                  <a:pt x="1218591" y="51194"/>
                </a:lnTo>
                <a:lnTo>
                  <a:pt x="1218581" y="51015"/>
                </a:lnTo>
                <a:lnTo>
                  <a:pt x="1218577" y="50834"/>
                </a:lnTo>
                <a:lnTo>
                  <a:pt x="1218581" y="50623"/>
                </a:lnTo>
                <a:lnTo>
                  <a:pt x="1218593" y="50415"/>
                </a:lnTo>
                <a:lnTo>
                  <a:pt x="1218614" y="50210"/>
                </a:lnTo>
                <a:lnTo>
                  <a:pt x="1218642" y="50009"/>
                </a:lnTo>
                <a:lnTo>
                  <a:pt x="1218679" y="49811"/>
                </a:lnTo>
                <a:lnTo>
                  <a:pt x="1218723" y="49616"/>
                </a:lnTo>
                <a:lnTo>
                  <a:pt x="1218776" y="49425"/>
                </a:lnTo>
                <a:lnTo>
                  <a:pt x="1218837" y="49237"/>
                </a:lnTo>
                <a:lnTo>
                  <a:pt x="1218906" y="49052"/>
                </a:lnTo>
                <a:lnTo>
                  <a:pt x="1218983" y="48871"/>
                </a:lnTo>
                <a:lnTo>
                  <a:pt x="1219068" y="48692"/>
                </a:lnTo>
                <a:lnTo>
                  <a:pt x="1219162" y="48518"/>
                </a:lnTo>
                <a:lnTo>
                  <a:pt x="1219263" y="48346"/>
                </a:lnTo>
                <a:lnTo>
                  <a:pt x="1219373" y="48178"/>
                </a:lnTo>
                <a:lnTo>
                  <a:pt x="1219490" y="48013"/>
                </a:lnTo>
                <a:lnTo>
                  <a:pt x="1219616" y="47851"/>
                </a:lnTo>
                <a:lnTo>
                  <a:pt x="1219750" y="47693"/>
                </a:lnTo>
                <a:lnTo>
                  <a:pt x="1219892" y="47538"/>
                </a:lnTo>
                <a:lnTo>
                  <a:pt x="1220042" y="47386"/>
                </a:lnTo>
                <a:lnTo>
                  <a:pt x="1220201" y="47238"/>
                </a:lnTo>
                <a:lnTo>
                  <a:pt x="1220367" y="47093"/>
                </a:lnTo>
                <a:lnTo>
                  <a:pt x="1220542" y="46951"/>
                </a:lnTo>
                <a:lnTo>
                  <a:pt x="1220724" y="46812"/>
                </a:lnTo>
                <a:lnTo>
                  <a:pt x="1220915" y="46677"/>
                </a:lnTo>
                <a:lnTo>
                  <a:pt x="1221215" y="46492"/>
                </a:lnTo>
                <a:lnTo>
                  <a:pt x="1221531" y="46316"/>
                </a:lnTo>
                <a:lnTo>
                  <a:pt x="1221863" y="46147"/>
                </a:lnTo>
                <a:lnTo>
                  <a:pt x="1222212" y="45986"/>
                </a:lnTo>
                <a:lnTo>
                  <a:pt x="1222576" y="45833"/>
                </a:lnTo>
                <a:lnTo>
                  <a:pt x="1222956" y="45687"/>
                </a:lnTo>
                <a:lnTo>
                  <a:pt x="1223352" y="45550"/>
                </a:lnTo>
                <a:lnTo>
                  <a:pt x="1223764" y="45420"/>
                </a:lnTo>
                <a:lnTo>
                  <a:pt x="1224192" y="45298"/>
                </a:lnTo>
                <a:lnTo>
                  <a:pt x="1224636" y="45185"/>
                </a:lnTo>
                <a:lnTo>
                  <a:pt x="1225096" y="45078"/>
                </a:lnTo>
                <a:lnTo>
                  <a:pt x="1225572" y="44980"/>
                </a:lnTo>
                <a:lnTo>
                  <a:pt x="1226064" y="44890"/>
                </a:lnTo>
                <a:lnTo>
                  <a:pt x="1226572" y="44807"/>
                </a:lnTo>
                <a:lnTo>
                  <a:pt x="1227096" y="44733"/>
                </a:lnTo>
                <a:lnTo>
                  <a:pt x="1227636" y="44666"/>
                </a:lnTo>
                <a:lnTo>
                  <a:pt x="1228191" y="44607"/>
                </a:lnTo>
                <a:lnTo>
                  <a:pt x="1228763" y="44556"/>
                </a:lnTo>
                <a:lnTo>
                  <a:pt x="1229351" y="44513"/>
                </a:lnTo>
                <a:lnTo>
                  <a:pt x="1229955" y="44478"/>
                </a:lnTo>
                <a:lnTo>
                  <a:pt x="1230575" y="44450"/>
                </a:lnTo>
                <a:lnTo>
                  <a:pt x="1231210" y="44430"/>
                </a:lnTo>
                <a:lnTo>
                  <a:pt x="1231862" y="44419"/>
                </a:lnTo>
                <a:lnTo>
                  <a:pt x="1232530" y="44415"/>
                </a:lnTo>
                <a:lnTo>
                  <a:pt x="1233060" y="44419"/>
                </a:lnTo>
                <a:lnTo>
                  <a:pt x="1233581" y="44431"/>
                </a:lnTo>
                <a:lnTo>
                  <a:pt x="1234091" y="44452"/>
                </a:lnTo>
                <a:lnTo>
                  <a:pt x="1234591" y="44482"/>
                </a:lnTo>
                <a:lnTo>
                  <a:pt x="1235080" y="44519"/>
                </a:lnTo>
                <a:lnTo>
                  <a:pt x="1235559" y="44565"/>
                </a:lnTo>
                <a:lnTo>
                  <a:pt x="1236028" y="44620"/>
                </a:lnTo>
                <a:lnTo>
                  <a:pt x="1236487" y="44683"/>
                </a:lnTo>
                <a:lnTo>
                  <a:pt x="1236935" y="44754"/>
                </a:lnTo>
                <a:lnTo>
                  <a:pt x="1237373" y="44833"/>
                </a:lnTo>
                <a:lnTo>
                  <a:pt x="1237801" y="44921"/>
                </a:lnTo>
                <a:lnTo>
                  <a:pt x="1238219" y="45017"/>
                </a:lnTo>
                <a:lnTo>
                  <a:pt x="1238626" y="45122"/>
                </a:lnTo>
                <a:lnTo>
                  <a:pt x="1239023" y="45235"/>
                </a:lnTo>
                <a:lnTo>
                  <a:pt x="1239410" y="45356"/>
                </a:lnTo>
                <a:lnTo>
                  <a:pt x="1239786" y="45486"/>
                </a:lnTo>
                <a:lnTo>
                  <a:pt x="1240152" y="45624"/>
                </a:lnTo>
                <a:lnTo>
                  <a:pt x="1240508" y="45771"/>
                </a:lnTo>
                <a:lnTo>
                  <a:pt x="1240854" y="45926"/>
                </a:lnTo>
                <a:lnTo>
                  <a:pt x="1241189" y="46089"/>
                </a:lnTo>
                <a:lnTo>
                  <a:pt x="1241515" y="46260"/>
                </a:lnTo>
                <a:lnTo>
                  <a:pt x="1241829" y="46440"/>
                </a:lnTo>
                <a:lnTo>
                  <a:pt x="1242134" y="46629"/>
                </a:lnTo>
                <a:lnTo>
                  <a:pt x="1242428" y="46825"/>
                </a:lnTo>
                <a:lnTo>
                  <a:pt x="1242714" y="47030"/>
                </a:lnTo>
                <a:lnTo>
                  <a:pt x="1242991" y="47242"/>
                </a:lnTo>
                <a:lnTo>
                  <a:pt x="1243261" y="47461"/>
                </a:lnTo>
                <a:lnTo>
                  <a:pt x="1243523" y="47688"/>
                </a:lnTo>
                <a:lnTo>
                  <a:pt x="1243777" y="47922"/>
                </a:lnTo>
                <a:lnTo>
                  <a:pt x="1244024" y="48163"/>
                </a:lnTo>
                <a:lnTo>
                  <a:pt x="1244263" y="48412"/>
                </a:lnTo>
                <a:lnTo>
                  <a:pt x="1244494" y="48668"/>
                </a:lnTo>
                <a:lnTo>
                  <a:pt x="1244717" y="48931"/>
                </a:lnTo>
                <a:lnTo>
                  <a:pt x="1244933" y="49202"/>
                </a:lnTo>
                <a:lnTo>
                  <a:pt x="1245141" y="49480"/>
                </a:lnTo>
                <a:lnTo>
                  <a:pt x="1245341" y="49766"/>
                </a:lnTo>
                <a:lnTo>
                  <a:pt x="1245534" y="50059"/>
                </a:lnTo>
                <a:lnTo>
                  <a:pt x="1245718" y="50359"/>
                </a:lnTo>
                <a:lnTo>
                  <a:pt x="1245895" y="50666"/>
                </a:lnTo>
                <a:lnTo>
                  <a:pt x="1246065" y="50981"/>
                </a:lnTo>
                <a:lnTo>
                  <a:pt x="1246226" y="51303"/>
                </a:lnTo>
                <a:lnTo>
                  <a:pt x="1246380" y="51633"/>
                </a:lnTo>
                <a:lnTo>
                  <a:pt x="1246526" y="51970"/>
                </a:lnTo>
                <a:lnTo>
                  <a:pt x="1246664" y="52314"/>
                </a:lnTo>
                <a:lnTo>
                  <a:pt x="1246795" y="52666"/>
                </a:lnTo>
                <a:lnTo>
                  <a:pt x="1246918" y="53025"/>
                </a:lnTo>
                <a:lnTo>
                  <a:pt x="1247033" y="53391"/>
                </a:lnTo>
                <a:lnTo>
                  <a:pt x="1247140" y="53765"/>
                </a:lnTo>
                <a:lnTo>
                  <a:pt x="1266498" y="50113"/>
                </a:lnTo>
                <a:lnTo>
                  <a:pt x="1266247" y="49278"/>
                </a:lnTo>
                <a:lnTo>
                  <a:pt x="1265978" y="48461"/>
                </a:lnTo>
                <a:lnTo>
                  <a:pt x="1265693" y="47661"/>
                </a:lnTo>
                <a:lnTo>
                  <a:pt x="1265390" y="46878"/>
                </a:lnTo>
                <a:lnTo>
                  <a:pt x="1265072" y="46112"/>
                </a:lnTo>
                <a:lnTo>
                  <a:pt x="1264736" y="45363"/>
                </a:lnTo>
                <a:lnTo>
                  <a:pt x="1264384" y="44632"/>
                </a:lnTo>
                <a:lnTo>
                  <a:pt x="1264015" y="43918"/>
                </a:lnTo>
                <a:lnTo>
                  <a:pt x="1263629" y="43221"/>
                </a:lnTo>
                <a:lnTo>
                  <a:pt x="1263226" y="42541"/>
                </a:lnTo>
                <a:lnTo>
                  <a:pt x="1262807" y="41878"/>
                </a:lnTo>
                <a:lnTo>
                  <a:pt x="1262371" y="41232"/>
                </a:lnTo>
                <a:lnTo>
                  <a:pt x="1261918" y="40604"/>
                </a:lnTo>
                <a:lnTo>
                  <a:pt x="1261449" y="39993"/>
                </a:lnTo>
                <a:lnTo>
                  <a:pt x="1260963" y="39399"/>
                </a:lnTo>
                <a:lnTo>
                  <a:pt x="1260460" y="38822"/>
                </a:lnTo>
                <a:lnTo>
                  <a:pt x="1259940" y="38263"/>
                </a:lnTo>
                <a:lnTo>
                  <a:pt x="1259403" y="37720"/>
                </a:lnTo>
                <a:lnTo>
                  <a:pt x="1258850" y="37195"/>
                </a:lnTo>
                <a:lnTo>
                  <a:pt x="1258280" y="36687"/>
                </a:lnTo>
                <a:lnTo>
                  <a:pt x="1257694" y="36196"/>
                </a:lnTo>
                <a:lnTo>
                  <a:pt x="1257090" y="35723"/>
                </a:lnTo>
                <a:lnTo>
                  <a:pt x="1256470" y="35266"/>
                </a:lnTo>
                <a:lnTo>
                  <a:pt x="1255833" y="34827"/>
                </a:lnTo>
                <a:lnTo>
                  <a:pt x="1255174" y="34405"/>
                </a:lnTo>
                <a:lnTo>
                  <a:pt x="1254486" y="34001"/>
                </a:lnTo>
                <a:lnTo>
                  <a:pt x="1253769" y="33616"/>
                </a:lnTo>
                <a:lnTo>
                  <a:pt x="1253025" y="33248"/>
                </a:lnTo>
                <a:lnTo>
                  <a:pt x="1252252" y="32898"/>
                </a:lnTo>
                <a:lnTo>
                  <a:pt x="1251450" y="32566"/>
                </a:lnTo>
                <a:lnTo>
                  <a:pt x="1250620" y="32252"/>
                </a:lnTo>
                <a:lnTo>
                  <a:pt x="1249762" y="31956"/>
                </a:lnTo>
                <a:lnTo>
                  <a:pt x="1248875" y="31677"/>
                </a:lnTo>
                <a:lnTo>
                  <a:pt x="1247960" y="31417"/>
                </a:lnTo>
                <a:lnTo>
                  <a:pt x="1247016" y="31175"/>
                </a:lnTo>
                <a:lnTo>
                  <a:pt x="1246044" y="30951"/>
                </a:lnTo>
                <a:lnTo>
                  <a:pt x="1245044" y="30744"/>
                </a:lnTo>
                <a:lnTo>
                  <a:pt x="1244015" y="30556"/>
                </a:lnTo>
                <a:lnTo>
                  <a:pt x="1242958" y="30385"/>
                </a:lnTo>
                <a:lnTo>
                  <a:pt x="1241872" y="30233"/>
                </a:lnTo>
                <a:lnTo>
                  <a:pt x="1240758" y="30098"/>
                </a:lnTo>
                <a:lnTo>
                  <a:pt x="1239616" y="29982"/>
                </a:lnTo>
                <a:lnTo>
                  <a:pt x="1238445" y="29883"/>
                </a:lnTo>
                <a:lnTo>
                  <a:pt x="1237246" y="29802"/>
                </a:lnTo>
                <a:lnTo>
                  <a:pt x="1236018" y="29739"/>
                </a:lnTo>
                <a:lnTo>
                  <a:pt x="1234762" y="29694"/>
                </a:lnTo>
                <a:lnTo>
                  <a:pt x="1233478" y="29667"/>
                </a:lnTo>
                <a:lnTo>
                  <a:pt x="1232165" y="29659"/>
                </a:lnTo>
                <a:lnTo>
                  <a:pt x="1230786" y="29670"/>
                </a:lnTo>
                <a:lnTo>
                  <a:pt x="1229437" y="29706"/>
                </a:lnTo>
                <a:lnTo>
                  <a:pt x="1228119" y="29766"/>
                </a:lnTo>
                <a:lnTo>
                  <a:pt x="1226832" y="29849"/>
                </a:lnTo>
                <a:lnTo>
                  <a:pt x="1225575" y="29956"/>
                </a:lnTo>
                <a:lnTo>
                  <a:pt x="1224348" y="30087"/>
                </a:lnTo>
                <a:lnTo>
                  <a:pt x="1223152" y="30242"/>
                </a:lnTo>
                <a:lnTo>
                  <a:pt x="1221986" y="30421"/>
                </a:lnTo>
                <a:lnTo>
                  <a:pt x="1220851" y="30623"/>
                </a:lnTo>
                <a:lnTo>
                  <a:pt x="1219746" y="30849"/>
                </a:lnTo>
                <a:lnTo>
                  <a:pt x="1218672" y="31100"/>
                </a:lnTo>
                <a:lnTo>
                  <a:pt x="1217628" y="31373"/>
                </a:lnTo>
                <a:lnTo>
                  <a:pt x="1216614" y="31671"/>
                </a:lnTo>
                <a:lnTo>
                  <a:pt x="1215631" y="31993"/>
                </a:lnTo>
                <a:lnTo>
                  <a:pt x="1214678" y="32338"/>
                </a:lnTo>
                <a:lnTo>
                  <a:pt x="1213756" y="32707"/>
                </a:lnTo>
                <a:lnTo>
                  <a:pt x="1212864" y="33100"/>
                </a:lnTo>
                <a:lnTo>
                  <a:pt x="1212003" y="33517"/>
                </a:lnTo>
                <a:lnTo>
                  <a:pt x="1211172" y="33958"/>
                </a:lnTo>
                <a:lnTo>
                  <a:pt x="1210371" y="34422"/>
                </a:lnTo>
                <a:lnTo>
                  <a:pt x="1209601" y="34911"/>
                </a:lnTo>
                <a:lnTo>
                  <a:pt x="1208862" y="35423"/>
                </a:lnTo>
                <a:lnTo>
                  <a:pt x="1208152" y="35959"/>
                </a:lnTo>
                <a:lnTo>
                  <a:pt x="1207474" y="36518"/>
                </a:lnTo>
                <a:lnTo>
                  <a:pt x="1206824" y="37096"/>
                </a:lnTo>
                <a:lnTo>
                  <a:pt x="1206202" y="37684"/>
                </a:lnTo>
                <a:lnTo>
                  <a:pt x="1205607" y="38284"/>
                </a:lnTo>
                <a:lnTo>
                  <a:pt x="1205041" y="38894"/>
                </a:lnTo>
                <a:lnTo>
                  <a:pt x="1204501" y="39516"/>
                </a:lnTo>
                <a:lnTo>
                  <a:pt x="1203990" y="40149"/>
                </a:lnTo>
                <a:lnTo>
                  <a:pt x="1203506" y="40793"/>
                </a:lnTo>
                <a:lnTo>
                  <a:pt x="1203050" y="41449"/>
                </a:lnTo>
                <a:lnTo>
                  <a:pt x="1202621" y="42115"/>
                </a:lnTo>
                <a:lnTo>
                  <a:pt x="1202221" y="42793"/>
                </a:lnTo>
                <a:lnTo>
                  <a:pt x="1201847" y="43481"/>
                </a:lnTo>
                <a:lnTo>
                  <a:pt x="1201502" y="44181"/>
                </a:lnTo>
                <a:lnTo>
                  <a:pt x="1201184" y="44892"/>
                </a:lnTo>
                <a:lnTo>
                  <a:pt x="1200893" y="45615"/>
                </a:lnTo>
                <a:lnTo>
                  <a:pt x="1200631" y="46348"/>
                </a:lnTo>
                <a:lnTo>
                  <a:pt x="1200396" y="47092"/>
                </a:lnTo>
                <a:lnTo>
                  <a:pt x="1200188" y="47848"/>
                </a:lnTo>
                <a:lnTo>
                  <a:pt x="1200009" y="48615"/>
                </a:lnTo>
                <a:lnTo>
                  <a:pt x="1199857" y="49393"/>
                </a:lnTo>
                <a:lnTo>
                  <a:pt x="1199732" y="50182"/>
                </a:lnTo>
                <a:lnTo>
                  <a:pt x="1199635" y="50982"/>
                </a:lnTo>
                <a:lnTo>
                  <a:pt x="1199566" y="51794"/>
                </a:lnTo>
                <a:lnTo>
                  <a:pt x="1199525" y="52616"/>
                </a:lnTo>
                <a:lnTo>
                  <a:pt x="1199511" y="53450"/>
                </a:lnTo>
                <a:lnTo>
                  <a:pt x="1199527" y="54372"/>
                </a:lnTo>
                <a:lnTo>
                  <a:pt x="1199575" y="55277"/>
                </a:lnTo>
                <a:lnTo>
                  <a:pt x="1199655" y="56165"/>
                </a:lnTo>
                <a:lnTo>
                  <a:pt x="1199767" y="57036"/>
                </a:lnTo>
                <a:lnTo>
                  <a:pt x="1199911" y="57890"/>
                </a:lnTo>
                <a:lnTo>
                  <a:pt x="1200086" y="58727"/>
                </a:lnTo>
                <a:lnTo>
                  <a:pt x="1200294" y="59547"/>
                </a:lnTo>
                <a:lnTo>
                  <a:pt x="1200534" y="60351"/>
                </a:lnTo>
                <a:lnTo>
                  <a:pt x="1200805" y="61137"/>
                </a:lnTo>
                <a:lnTo>
                  <a:pt x="1201109" y="61906"/>
                </a:lnTo>
                <a:lnTo>
                  <a:pt x="1201445" y="62658"/>
                </a:lnTo>
                <a:lnTo>
                  <a:pt x="1201812" y="63394"/>
                </a:lnTo>
                <a:lnTo>
                  <a:pt x="1202212" y="64112"/>
                </a:lnTo>
                <a:lnTo>
                  <a:pt x="1202643" y="64813"/>
                </a:lnTo>
                <a:lnTo>
                  <a:pt x="1203107" y="65498"/>
                </a:lnTo>
                <a:lnTo>
                  <a:pt x="1203602" y="66165"/>
                </a:lnTo>
                <a:lnTo>
                  <a:pt x="1204129" y="66815"/>
                </a:lnTo>
                <a:lnTo>
                  <a:pt x="1204689" y="67449"/>
                </a:lnTo>
                <a:lnTo>
                  <a:pt x="1205280" y="68065"/>
                </a:lnTo>
                <a:lnTo>
                  <a:pt x="1205903" y="68665"/>
                </a:lnTo>
                <a:lnTo>
                  <a:pt x="1206558" y="69247"/>
                </a:lnTo>
                <a:lnTo>
                  <a:pt x="1207245" y="69813"/>
                </a:lnTo>
                <a:lnTo>
                  <a:pt x="1207964" y="70362"/>
                </a:lnTo>
                <a:lnTo>
                  <a:pt x="1208715" y="70893"/>
                </a:lnTo>
                <a:lnTo>
                  <a:pt x="1209301" y="71272"/>
                </a:lnTo>
                <a:lnTo>
                  <a:pt x="1209950" y="71654"/>
                </a:lnTo>
                <a:lnTo>
                  <a:pt x="1210662" y="72039"/>
                </a:lnTo>
                <a:lnTo>
                  <a:pt x="1211437" y="72428"/>
                </a:lnTo>
                <a:lnTo>
                  <a:pt x="1212275" y="72820"/>
                </a:lnTo>
                <a:lnTo>
                  <a:pt x="1213176" y="73215"/>
                </a:lnTo>
                <a:lnTo>
                  <a:pt x="1214141" y="73613"/>
                </a:lnTo>
                <a:lnTo>
                  <a:pt x="1215168" y="74015"/>
                </a:lnTo>
                <a:lnTo>
                  <a:pt x="1216259" y="74420"/>
                </a:lnTo>
                <a:lnTo>
                  <a:pt x="1217413" y="74828"/>
                </a:lnTo>
                <a:lnTo>
                  <a:pt x="1218630" y="75239"/>
                </a:lnTo>
                <a:lnTo>
                  <a:pt x="1219910" y="75654"/>
                </a:lnTo>
                <a:lnTo>
                  <a:pt x="1221254" y="76072"/>
                </a:lnTo>
                <a:lnTo>
                  <a:pt x="1222660" y="76494"/>
                </a:lnTo>
                <a:lnTo>
                  <a:pt x="1224130" y="76918"/>
                </a:lnTo>
                <a:lnTo>
                  <a:pt x="1225663" y="77346"/>
                </a:lnTo>
                <a:lnTo>
                  <a:pt x="1227259" y="77777"/>
                </a:lnTo>
                <a:lnTo>
                  <a:pt x="1228918" y="78212"/>
                </a:lnTo>
                <a:lnTo>
                  <a:pt x="1230641" y="78650"/>
                </a:lnTo>
                <a:lnTo>
                  <a:pt x="1232426" y="79091"/>
                </a:lnTo>
                <a:lnTo>
                  <a:pt x="1234275" y="79535"/>
                </a:lnTo>
                <a:lnTo>
                  <a:pt x="1236187" y="79982"/>
                </a:lnTo>
                <a:lnTo>
                  <a:pt x="1238162" y="80433"/>
                </a:lnTo>
                <a:lnTo>
                  <a:pt x="1240200" y="80888"/>
                </a:lnTo>
                <a:lnTo>
                  <a:pt x="1240638" y="80991"/>
                </a:lnTo>
                <a:lnTo>
                  <a:pt x="1241063" y="81096"/>
                </a:lnTo>
                <a:lnTo>
                  <a:pt x="1241474" y="81201"/>
                </a:lnTo>
                <a:lnTo>
                  <a:pt x="1241872" y="81307"/>
                </a:lnTo>
                <a:lnTo>
                  <a:pt x="1242257" y="81414"/>
                </a:lnTo>
                <a:lnTo>
                  <a:pt x="1242629" y="81521"/>
                </a:lnTo>
                <a:lnTo>
                  <a:pt x="1242988" y="81629"/>
                </a:lnTo>
                <a:lnTo>
                  <a:pt x="1243333" y="81738"/>
                </a:lnTo>
                <a:lnTo>
                  <a:pt x="1243666" y="81848"/>
                </a:lnTo>
                <a:lnTo>
                  <a:pt x="1243985" y="81959"/>
                </a:lnTo>
                <a:lnTo>
                  <a:pt x="1244291" y="82070"/>
                </a:lnTo>
                <a:lnTo>
                  <a:pt x="1244583" y="82182"/>
                </a:lnTo>
                <a:lnTo>
                  <a:pt x="1244863" y="82295"/>
                </a:lnTo>
                <a:lnTo>
                  <a:pt x="1245129" y="82408"/>
                </a:lnTo>
                <a:lnTo>
                  <a:pt x="1245382" y="82523"/>
                </a:lnTo>
                <a:lnTo>
                  <a:pt x="1245622" y="82638"/>
                </a:lnTo>
                <a:lnTo>
                  <a:pt x="1245849" y="82754"/>
                </a:lnTo>
                <a:lnTo>
                  <a:pt x="1246063" y="82870"/>
                </a:lnTo>
                <a:lnTo>
                  <a:pt x="1246263" y="82988"/>
                </a:lnTo>
                <a:lnTo>
                  <a:pt x="1246450" y="83106"/>
                </a:lnTo>
                <a:lnTo>
                  <a:pt x="1246624" y="83225"/>
                </a:lnTo>
                <a:lnTo>
                  <a:pt x="1246785" y="83344"/>
                </a:lnTo>
                <a:lnTo>
                  <a:pt x="1246933" y="83465"/>
                </a:lnTo>
                <a:lnTo>
                  <a:pt x="1247067" y="83586"/>
                </a:lnTo>
                <a:lnTo>
                  <a:pt x="1247186" y="83715"/>
                </a:lnTo>
                <a:lnTo>
                  <a:pt x="1247300" y="83847"/>
                </a:lnTo>
                <a:lnTo>
                  <a:pt x="1247409" y="83981"/>
                </a:lnTo>
                <a:lnTo>
                  <a:pt x="1247513" y="84119"/>
                </a:lnTo>
                <a:lnTo>
                  <a:pt x="1247612" y="84259"/>
                </a:lnTo>
                <a:lnTo>
                  <a:pt x="1247706" y="84402"/>
                </a:lnTo>
                <a:lnTo>
                  <a:pt x="1247795" y="84548"/>
                </a:lnTo>
                <a:lnTo>
                  <a:pt x="1247879" y="84696"/>
                </a:lnTo>
                <a:lnTo>
                  <a:pt x="1247957" y="84848"/>
                </a:lnTo>
                <a:lnTo>
                  <a:pt x="1248031" y="85002"/>
                </a:lnTo>
                <a:lnTo>
                  <a:pt x="1248099" y="85159"/>
                </a:lnTo>
                <a:lnTo>
                  <a:pt x="1248163" y="85318"/>
                </a:lnTo>
                <a:lnTo>
                  <a:pt x="1248221" y="85481"/>
                </a:lnTo>
                <a:lnTo>
                  <a:pt x="1248274" y="85646"/>
                </a:lnTo>
                <a:lnTo>
                  <a:pt x="1248323" y="85814"/>
                </a:lnTo>
                <a:lnTo>
                  <a:pt x="1248366" y="85985"/>
                </a:lnTo>
                <a:lnTo>
                  <a:pt x="1248404" y="86159"/>
                </a:lnTo>
                <a:lnTo>
                  <a:pt x="1248437" y="86335"/>
                </a:lnTo>
                <a:lnTo>
                  <a:pt x="1248465" y="86515"/>
                </a:lnTo>
                <a:lnTo>
                  <a:pt x="1248487" y="86697"/>
                </a:lnTo>
                <a:lnTo>
                  <a:pt x="1248505" y="86882"/>
                </a:lnTo>
                <a:lnTo>
                  <a:pt x="1248518" y="87069"/>
                </a:lnTo>
                <a:lnTo>
                  <a:pt x="1248525" y="87260"/>
                </a:lnTo>
                <a:lnTo>
                  <a:pt x="1248528" y="87453"/>
                </a:lnTo>
                <a:lnTo>
                  <a:pt x="1248523" y="87736"/>
                </a:lnTo>
                <a:lnTo>
                  <a:pt x="1248509" y="88015"/>
                </a:lnTo>
                <a:lnTo>
                  <a:pt x="1248486" y="88288"/>
                </a:lnTo>
                <a:lnTo>
                  <a:pt x="1248453" y="88557"/>
                </a:lnTo>
                <a:lnTo>
                  <a:pt x="1248411" y="88821"/>
                </a:lnTo>
                <a:lnTo>
                  <a:pt x="1248359" y="89081"/>
                </a:lnTo>
                <a:lnTo>
                  <a:pt x="1248298" y="89335"/>
                </a:lnTo>
                <a:lnTo>
                  <a:pt x="1248228" y="89585"/>
                </a:lnTo>
                <a:lnTo>
                  <a:pt x="1248148" y="89830"/>
                </a:lnTo>
                <a:lnTo>
                  <a:pt x="1248059" y="90070"/>
                </a:lnTo>
                <a:lnTo>
                  <a:pt x="1247960" y="90305"/>
                </a:lnTo>
                <a:lnTo>
                  <a:pt x="1247852" y="90535"/>
                </a:lnTo>
                <a:lnTo>
                  <a:pt x="1247735" y="90761"/>
                </a:lnTo>
                <a:lnTo>
                  <a:pt x="1247608" y="90982"/>
                </a:lnTo>
                <a:lnTo>
                  <a:pt x="1247472" y="91198"/>
                </a:lnTo>
                <a:lnTo>
                  <a:pt x="1247327" y="91409"/>
                </a:lnTo>
                <a:lnTo>
                  <a:pt x="1247172" y="91615"/>
                </a:lnTo>
                <a:lnTo>
                  <a:pt x="1247008" y="91817"/>
                </a:lnTo>
                <a:lnTo>
                  <a:pt x="1246834" y="92013"/>
                </a:lnTo>
                <a:lnTo>
                  <a:pt x="1246651" y="92205"/>
                </a:lnTo>
                <a:lnTo>
                  <a:pt x="1246459" y="92392"/>
                </a:lnTo>
                <a:lnTo>
                  <a:pt x="1246257" y="92575"/>
                </a:lnTo>
                <a:lnTo>
                  <a:pt x="1246046" y="92752"/>
                </a:lnTo>
                <a:lnTo>
                  <a:pt x="1245825" y="92925"/>
                </a:lnTo>
                <a:lnTo>
                  <a:pt x="1245483" y="93163"/>
                </a:lnTo>
                <a:lnTo>
                  <a:pt x="1245128" y="93391"/>
                </a:lnTo>
                <a:lnTo>
                  <a:pt x="1244759" y="93609"/>
                </a:lnTo>
                <a:lnTo>
                  <a:pt x="1244376" y="93816"/>
                </a:lnTo>
                <a:lnTo>
                  <a:pt x="1243980" y="94014"/>
                </a:lnTo>
                <a:lnTo>
                  <a:pt x="1243570" y="94201"/>
                </a:lnTo>
                <a:lnTo>
                  <a:pt x="1243146" y="94379"/>
                </a:lnTo>
                <a:lnTo>
                  <a:pt x="1242708" y="94546"/>
                </a:lnTo>
                <a:lnTo>
                  <a:pt x="1242257" y="94703"/>
                </a:lnTo>
                <a:lnTo>
                  <a:pt x="1241792" y="94850"/>
                </a:lnTo>
                <a:lnTo>
                  <a:pt x="1241313" y="94986"/>
                </a:lnTo>
                <a:lnTo>
                  <a:pt x="1240821" y="95113"/>
                </a:lnTo>
                <a:lnTo>
                  <a:pt x="1240315" y="95229"/>
                </a:lnTo>
                <a:lnTo>
                  <a:pt x="1239795" y="95336"/>
                </a:lnTo>
                <a:lnTo>
                  <a:pt x="1239262" y="95432"/>
                </a:lnTo>
                <a:lnTo>
                  <a:pt x="1238715" y="95518"/>
                </a:lnTo>
                <a:lnTo>
                  <a:pt x="1238154" y="95594"/>
                </a:lnTo>
                <a:lnTo>
                  <a:pt x="1237580" y="95660"/>
                </a:lnTo>
                <a:lnTo>
                  <a:pt x="1236991" y="95716"/>
                </a:lnTo>
                <a:lnTo>
                  <a:pt x="1236389" y="95761"/>
                </a:lnTo>
                <a:lnTo>
                  <a:pt x="1235774" y="95797"/>
                </a:lnTo>
                <a:lnTo>
                  <a:pt x="1235145" y="95822"/>
                </a:lnTo>
                <a:lnTo>
                  <a:pt x="1234502" y="95837"/>
                </a:lnTo>
                <a:lnTo>
                  <a:pt x="1233845" y="95842"/>
                </a:lnTo>
                <a:lnTo>
                  <a:pt x="1233248" y="95837"/>
                </a:lnTo>
                <a:lnTo>
                  <a:pt x="1232662" y="95821"/>
                </a:lnTo>
                <a:lnTo>
                  <a:pt x="1232087" y="95794"/>
                </a:lnTo>
                <a:lnTo>
                  <a:pt x="1231523" y="95757"/>
                </a:lnTo>
                <a:lnTo>
                  <a:pt x="1230971" y="95708"/>
                </a:lnTo>
                <a:lnTo>
                  <a:pt x="1230430" y="95649"/>
                </a:lnTo>
                <a:lnTo>
                  <a:pt x="1229900" y="95580"/>
                </a:lnTo>
                <a:lnTo>
                  <a:pt x="1229381" y="95499"/>
                </a:lnTo>
                <a:lnTo>
                  <a:pt x="1228873" y="95408"/>
                </a:lnTo>
                <a:lnTo>
                  <a:pt x="1228376" y="95307"/>
                </a:lnTo>
                <a:lnTo>
                  <a:pt x="1227891" y="95194"/>
                </a:lnTo>
                <a:lnTo>
                  <a:pt x="1227416" y="95071"/>
                </a:lnTo>
                <a:lnTo>
                  <a:pt x="1226953" y="94937"/>
                </a:lnTo>
                <a:lnTo>
                  <a:pt x="1226501" y="94792"/>
                </a:lnTo>
                <a:lnTo>
                  <a:pt x="1226060" y="94637"/>
                </a:lnTo>
                <a:lnTo>
                  <a:pt x="1225631" y="94471"/>
                </a:lnTo>
                <a:lnTo>
                  <a:pt x="1225212" y="94294"/>
                </a:lnTo>
                <a:lnTo>
                  <a:pt x="1224805" y="94106"/>
                </a:lnTo>
                <a:lnTo>
                  <a:pt x="1224409" y="93908"/>
                </a:lnTo>
                <a:lnTo>
                  <a:pt x="1224024" y="93699"/>
                </a:lnTo>
                <a:lnTo>
                  <a:pt x="1223650" y="93479"/>
                </a:lnTo>
                <a:lnTo>
                  <a:pt x="1223287" y="93249"/>
                </a:lnTo>
                <a:lnTo>
                  <a:pt x="1222935" y="93008"/>
                </a:lnTo>
                <a:lnTo>
                  <a:pt x="1222595" y="92756"/>
                </a:lnTo>
                <a:lnTo>
                  <a:pt x="1222265" y="92494"/>
                </a:lnTo>
                <a:lnTo>
                  <a:pt x="1221944" y="92222"/>
                </a:lnTo>
                <a:lnTo>
                  <a:pt x="1221633" y="91940"/>
                </a:lnTo>
                <a:lnTo>
                  <a:pt x="1221331" y="91648"/>
                </a:lnTo>
                <a:lnTo>
                  <a:pt x="1221038" y="91346"/>
                </a:lnTo>
                <a:lnTo>
                  <a:pt x="1220755" y="91034"/>
                </a:lnTo>
                <a:lnTo>
                  <a:pt x="1220481" y="90712"/>
                </a:lnTo>
                <a:lnTo>
                  <a:pt x="1220217" y="90380"/>
                </a:lnTo>
                <a:lnTo>
                  <a:pt x="1219962" y="90038"/>
                </a:lnTo>
                <a:lnTo>
                  <a:pt x="1219716" y="89686"/>
                </a:lnTo>
                <a:lnTo>
                  <a:pt x="1219480" y="89324"/>
                </a:lnTo>
                <a:lnTo>
                  <a:pt x="1219253" y="88953"/>
                </a:lnTo>
                <a:lnTo>
                  <a:pt x="1219035" y="88571"/>
                </a:lnTo>
                <a:lnTo>
                  <a:pt x="1218827" y="88180"/>
                </a:lnTo>
                <a:lnTo>
                  <a:pt x="1218629" y="87778"/>
                </a:lnTo>
                <a:lnTo>
                  <a:pt x="1218439" y="87366"/>
                </a:lnTo>
                <a:lnTo>
                  <a:pt x="1218259" y="86945"/>
                </a:lnTo>
                <a:lnTo>
                  <a:pt x="1218089" y="86514"/>
                </a:lnTo>
                <a:lnTo>
                  <a:pt x="1217928" y="86072"/>
                </a:lnTo>
                <a:lnTo>
                  <a:pt x="1217776" y="85621"/>
                </a:lnTo>
                <a:lnTo>
                  <a:pt x="1217633" y="85160"/>
                </a:lnTo>
                <a:lnTo>
                  <a:pt x="1217500" y="84688"/>
                </a:lnTo>
                <a:lnTo>
                  <a:pt x="1217377" y="84207"/>
                </a:lnTo>
                <a:lnTo>
                  <a:pt x="1217262" y="83716"/>
                </a:lnTo>
                <a:lnTo>
                  <a:pt x="1196662" y="86930"/>
                </a:lnTo>
                <a:lnTo>
                  <a:pt x="1196911" y="87839"/>
                </a:lnTo>
                <a:lnTo>
                  <a:pt x="1197181" y="88731"/>
                </a:lnTo>
                <a:lnTo>
                  <a:pt x="1197474" y="89608"/>
                </a:lnTo>
                <a:lnTo>
                  <a:pt x="1197789" y="90468"/>
                </a:lnTo>
                <a:lnTo>
                  <a:pt x="1198127" y="913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&amp;">
            <a:extLst xmlns:a="http://schemas.openxmlformats.org/drawingml/2006/main">
              <a:ext uri="{FF2B5EF4-FFF2-40B4-BE49-F238E27FC236}">
                <a16:creationId xmlns:a16="http://schemas.microsoft.com/office/drawing/2014/main" id="{119BC4E3-0E51-4771-A8BC-98093277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034" y="2775504"/>
            <a:ext cx="99263" cy="112000"/>
          </a:xfrm>
          <a:custGeom xmlns:a="http://schemas.openxmlformats.org/drawingml/2006/main">
            <a:pathLst>
              <a:path w="99263" h="112000">
                <a:moveTo>
                  <a:pt x="99263" y="96262"/>
                </a:moveTo>
                <a:lnTo>
                  <a:pt x="86818" y="112000"/>
                </a:lnTo>
                <a:cubicBezTo>
                  <a:pt x="80718" y="109058"/>
                  <a:pt x="74862" y="105008"/>
                  <a:pt x="69250" y="99849"/>
                </a:cubicBezTo>
                <a:cubicBezTo>
                  <a:pt x="64906" y="103753"/>
                  <a:pt x="60295" y="106632"/>
                  <a:pt x="55414" y="108486"/>
                </a:cubicBezTo>
                <a:cubicBezTo>
                  <a:pt x="50534" y="110341"/>
                  <a:pt x="44727" y="111268"/>
                  <a:pt x="37992" y="111268"/>
                </a:cubicBezTo>
                <a:cubicBezTo>
                  <a:pt x="24621" y="111268"/>
                  <a:pt x="14567" y="107503"/>
                  <a:pt x="7833" y="99972"/>
                </a:cubicBezTo>
                <a:cubicBezTo>
                  <a:pt x="2611" y="94152"/>
                  <a:pt x="0" y="87453"/>
                  <a:pt x="0" y="79873"/>
                </a:cubicBezTo>
                <a:cubicBezTo>
                  <a:pt x="0" y="72979"/>
                  <a:pt x="2050" y="66781"/>
                  <a:pt x="6149" y="61280"/>
                </a:cubicBezTo>
                <a:cubicBezTo>
                  <a:pt x="10248" y="55777"/>
                  <a:pt x="16373" y="50997"/>
                  <a:pt x="24523" y="46939"/>
                </a:cubicBezTo>
                <a:cubicBezTo>
                  <a:pt x="20863" y="42588"/>
                  <a:pt x="18105" y="38444"/>
                  <a:pt x="16251" y="34508"/>
                </a:cubicBezTo>
                <a:cubicBezTo>
                  <a:pt x="14397" y="30572"/>
                  <a:pt x="13469" y="26843"/>
                  <a:pt x="13469" y="23322"/>
                </a:cubicBezTo>
                <a:cubicBezTo>
                  <a:pt x="13469" y="16819"/>
                  <a:pt x="16068" y="11307"/>
                  <a:pt x="21265" y="6785"/>
                </a:cubicBezTo>
                <a:cubicBezTo>
                  <a:pt x="26463" y="2262"/>
                  <a:pt x="33868" y="0"/>
                  <a:pt x="43482" y="0"/>
                </a:cubicBezTo>
                <a:cubicBezTo>
                  <a:pt x="52755" y="0"/>
                  <a:pt x="60002" y="2368"/>
                  <a:pt x="65224" y="7103"/>
                </a:cubicBezTo>
                <a:cubicBezTo>
                  <a:pt x="70445" y="11837"/>
                  <a:pt x="73056" y="17620"/>
                  <a:pt x="73056" y="24452"/>
                </a:cubicBezTo>
                <a:cubicBezTo>
                  <a:pt x="73056" y="28797"/>
                  <a:pt x="71763" y="32922"/>
                  <a:pt x="69177" y="36828"/>
                </a:cubicBezTo>
                <a:cubicBezTo>
                  <a:pt x="66590" y="40732"/>
                  <a:pt x="61368" y="45149"/>
                  <a:pt x="53511" y="50078"/>
                </a:cubicBezTo>
                <a:lnTo>
                  <a:pt x="68445" y="69915"/>
                </a:lnTo>
                <a:cubicBezTo>
                  <a:pt x="70201" y="66809"/>
                  <a:pt x="71714" y="62755"/>
                  <a:pt x="72983" y="57755"/>
                </a:cubicBezTo>
                <a:lnTo>
                  <a:pt x="91577" y="61914"/>
                </a:lnTo>
                <a:cubicBezTo>
                  <a:pt x="89722" y="68520"/>
                  <a:pt x="88112" y="73353"/>
                  <a:pt x="86745" y="76412"/>
                </a:cubicBezTo>
                <a:cubicBezTo>
                  <a:pt x="85379" y="79470"/>
                  <a:pt x="83915" y="82027"/>
                  <a:pt x="82353" y="84082"/>
                </a:cubicBezTo>
                <a:cubicBezTo>
                  <a:pt x="84647" y="86234"/>
                  <a:pt x="87611" y="88594"/>
                  <a:pt x="91247" y="91163"/>
                </a:cubicBezTo>
                <a:cubicBezTo>
                  <a:pt x="94883" y="93731"/>
                  <a:pt x="97555" y="95430"/>
                  <a:pt x="99263" y="96262"/>
                </a:cubicBezTo>
                <a:moveTo>
                  <a:pt x="43263" y="37763"/>
                </a:moveTo>
                <a:lnTo>
                  <a:pt x="48826" y="33506"/>
                </a:lnTo>
                <a:cubicBezTo>
                  <a:pt x="52926" y="30325"/>
                  <a:pt x="54975" y="27168"/>
                  <a:pt x="54975" y="24036"/>
                </a:cubicBezTo>
                <a:cubicBezTo>
                  <a:pt x="54975" y="21394"/>
                  <a:pt x="53987" y="19144"/>
                  <a:pt x="52011" y="17285"/>
                </a:cubicBezTo>
                <a:cubicBezTo>
                  <a:pt x="50034" y="15424"/>
                  <a:pt x="47362" y="14494"/>
                  <a:pt x="43995" y="14494"/>
                </a:cubicBezTo>
                <a:cubicBezTo>
                  <a:pt x="40725" y="14494"/>
                  <a:pt x="38163" y="15314"/>
                  <a:pt x="36309" y="16953"/>
                </a:cubicBezTo>
                <a:cubicBezTo>
                  <a:pt x="34454" y="18593"/>
                  <a:pt x="33527" y="20489"/>
                  <a:pt x="33527" y="22643"/>
                </a:cubicBezTo>
                <a:cubicBezTo>
                  <a:pt x="33527" y="25186"/>
                  <a:pt x="35089" y="28269"/>
                  <a:pt x="38212" y="31891"/>
                </a:cubicBezTo>
                <a:lnTo>
                  <a:pt x="43263" y="37763"/>
                </a:lnTo>
                <a:moveTo>
                  <a:pt x="35211" y="60154"/>
                </a:moveTo>
                <a:cubicBezTo>
                  <a:pt x="30477" y="62552"/>
                  <a:pt x="26939" y="65439"/>
                  <a:pt x="24596" y="68815"/>
                </a:cubicBezTo>
                <a:cubicBezTo>
                  <a:pt x="22254" y="72192"/>
                  <a:pt x="21082" y="75641"/>
                  <a:pt x="21082" y="79164"/>
                </a:cubicBezTo>
                <a:cubicBezTo>
                  <a:pt x="21082" y="83617"/>
                  <a:pt x="22534" y="87251"/>
                  <a:pt x="25438" y="90065"/>
                </a:cubicBezTo>
                <a:cubicBezTo>
                  <a:pt x="28342" y="92878"/>
                  <a:pt x="32234" y="94285"/>
                  <a:pt x="37114" y="94285"/>
                </a:cubicBezTo>
                <a:cubicBezTo>
                  <a:pt x="40335" y="94285"/>
                  <a:pt x="43434" y="93649"/>
                  <a:pt x="46411" y="92377"/>
                </a:cubicBezTo>
                <a:cubicBezTo>
                  <a:pt x="49387" y="91104"/>
                  <a:pt x="52633" y="88999"/>
                  <a:pt x="56147" y="86064"/>
                </a:cubicBezTo>
                <a:lnTo>
                  <a:pt x="35211" y="60154"/>
                </a:lnTo>
                <a:close/>
              </a:path>
            </a:pathLst>
          </a:custGeom>
          <a:solidFill xmlns:a="http://schemas.openxmlformats.org/drawingml/2006/main">
            <a:srgbClr val="2021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Fail">
            <a:extLst xmlns:a="http://schemas.openxmlformats.org/drawingml/2006/main">
              <a:ext uri="{FF2B5EF4-FFF2-40B4-BE49-F238E27FC236}">
                <a16:creationId xmlns:a16="http://schemas.microsoft.com/office/drawing/2014/main" id="{5F075D20-68F0-4DE0-9A66-9C7BB47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641" y="2289225"/>
            <a:ext cx="236567" cy="108845"/>
          </a:xfrm>
          <a:custGeom xmlns:a="http://schemas.openxmlformats.org/drawingml/2006/main">
            <a:pathLst>
              <a:path w="236567" h="108845">
                <a:moveTo>
                  <a:pt x="0" y="107092"/>
                </a:moveTo>
                <a:lnTo>
                  <a:pt x="0" y="0"/>
                </a:lnTo>
                <a:lnTo>
                  <a:pt x="73416" y="0"/>
                </a:lnTo>
                <a:lnTo>
                  <a:pt x="73416" y="18117"/>
                </a:lnTo>
                <a:lnTo>
                  <a:pt x="21623" y="18117"/>
                </a:lnTo>
                <a:lnTo>
                  <a:pt x="21623" y="43392"/>
                </a:lnTo>
                <a:lnTo>
                  <a:pt x="66330" y="43392"/>
                </a:lnTo>
                <a:lnTo>
                  <a:pt x="66330" y="61509"/>
                </a:lnTo>
                <a:lnTo>
                  <a:pt x="21623" y="61509"/>
                </a:lnTo>
                <a:lnTo>
                  <a:pt x="21623" y="107092"/>
                </a:lnTo>
                <a:lnTo>
                  <a:pt x="0" y="107092"/>
                </a:lnTo>
                <a:close/>
                <a:moveTo>
                  <a:pt x="106906" y="53473"/>
                </a:moveTo>
                <a:lnTo>
                  <a:pt x="88279" y="50113"/>
                </a:lnTo>
                <a:cubicBezTo>
                  <a:pt x="90373" y="42514"/>
                  <a:pt x="93977" y="36889"/>
                  <a:pt x="99090" y="33238"/>
                </a:cubicBezTo>
                <a:cubicBezTo>
                  <a:pt x="104204" y="29585"/>
                  <a:pt x="111801" y="27759"/>
                  <a:pt x="121882" y="27759"/>
                </a:cubicBezTo>
                <a:cubicBezTo>
                  <a:pt x="131038" y="27759"/>
                  <a:pt x="137856" y="28843"/>
                  <a:pt x="142336" y="31010"/>
                </a:cubicBezTo>
                <a:cubicBezTo>
                  <a:pt x="146816" y="33177"/>
                  <a:pt x="149970" y="35929"/>
                  <a:pt x="151796" y="39265"/>
                </a:cubicBezTo>
                <a:cubicBezTo>
                  <a:pt x="153622" y="42601"/>
                  <a:pt x="154535" y="48725"/>
                  <a:pt x="154535" y="57637"/>
                </a:cubicBezTo>
                <a:lnTo>
                  <a:pt x="154316" y="81597"/>
                </a:lnTo>
                <a:cubicBezTo>
                  <a:pt x="154316" y="88416"/>
                  <a:pt x="154645" y="93444"/>
                  <a:pt x="155302" y="96682"/>
                </a:cubicBezTo>
                <a:cubicBezTo>
                  <a:pt x="155960" y="99921"/>
                  <a:pt x="157190" y="103391"/>
                  <a:pt x="158992" y="107092"/>
                </a:cubicBezTo>
                <a:lnTo>
                  <a:pt x="138683" y="107092"/>
                </a:lnTo>
                <a:cubicBezTo>
                  <a:pt x="138148" y="105729"/>
                  <a:pt x="137490" y="103707"/>
                  <a:pt x="136711" y="101029"/>
                </a:cubicBezTo>
                <a:cubicBezTo>
                  <a:pt x="136370" y="99811"/>
                  <a:pt x="136127" y="99008"/>
                  <a:pt x="135981" y="98618"/>
                </a:cubicBezTo>
                <a:cubicBezTo>
                  <a:pt x="132474" y="102027"/>
                  <a:pt x="128724" y="104584"/>
                  <a:pt x="124731" y="106289"/>
                </a:cubicBezTo>
                <a:cubicBezTo>
                  <a:pt x="120737" y="107993"/>
                  <a:pt x="116476" y="108845"/>
                  <a:pt x="111947" y="108845"/>
                </a:cubicBezTo>
                <a:cubicBezTo>
                  <a:pt x="103960" y="108845"/>
                  <a:pt x="97666" y="106687"/>
                  <a:pt x="93063" y="102371"/>
                </a:cubicBezTo>
                <a:cubicBezTo>
                  <a:pt x="88461" y="98055"/>
                  <a:pt x="86160" y="92599"/>
                  <a:pt x="86160" y="86003"/>
                </a:cubicBezTo>
                <a:cubicBezTo>
                  <a:pt x="86160" y="81639"/>
                  <a:pt x="87207" y="77747"/>
                  <a:pt x="89301" y="74329"/>
                </a:cubicBezTo>
                <a:cubicBezTo>
                  <a:pt x="91395" y="70909"/>
                  <a:pt x="94330" y="68290"/>
                  <a:pt x="98104" y="66471"/>
                </a:cubicBezTo>
                <a:cubicBezTo>
                  <a:pt x="101878" y="64653"/>
                  <a:pt x="107320" y="63065"/>
                  <a:pt x="114431" y="61707"/>
                </a:cubicBezTo>
                <a:cubicBezTo>
                  <a:pt x="124025" y="59913"/>
                  <a:pt x="130672" y="58240"/>
                  <a:pt x="134373" y="56687"/>
                </a:cubicBezTo>
                <a:lnTo>
                  <a:pt x="134373" y="54619"/>
                </a:lnTo>
                <a:cubicBezTo>
                  <a:pt x="134373" y="50630"/>
                  <a:pt x="133399" y="47786"/>
                  <a:pt x="131451" y="46088"/>
                </a:cubicBezTo>
                <a:cubicBezTo>
                  <a:pt x="129503" y="44388"/>
                  <a:pt x="125827" y="43538"/>
                  <a:pt x="120421" y="43538"/>
                </a:cubicBezTo>
                <a:cubicBezTo>
                  <a:pt x="116768" y="43538"/>
                  <a:pt x="113919" y="44273"/>
                  <a:pt x="111874" y="45743"/>
                </a:cubicBezTo>
                <a:cubicBezTo>
                  <a:pt x="109828" y="47212"/>
                  <a:pt x="108173" y="49789"/>
                  <a:pt x="106906" y="53473"/>
                </a:cubicBezTo>
                <a:moveTo>
                  <a:pt x="134373" y="70129"/>
                </a:moveTo>
                <a:cubicBezTo>
                  <a:pt x="131744" y="70994"/>
                  <a:pt x="127580" y="72029"/>
                  <a:pt x="121882" y="73233"/>
                </a:cubicBezTo>
                <a:cubicBezTo>
                  <a:pt x="116184" y="74435"/>
                  <a:pt x="112458" y="75614"/>
                  <a:pt x="110705" y="76769"/>
                </a:cubicBezTo>
                <a:cubicBezTo>
                  <a:pt x="108027" y="78646"/>
                  <a:pt x="106687" y="81028"/>
                  <a:pt x="106687" y="83915"/>
                </a:cubicBezTo>
                <a:cubicBezTo>
                  <a:pt x="106687" y="86754"/>
                  <a:pt x="107759" y="89209"/>
                  <a:pt x="109902" y="91279"/>
                </a:cubicBezTo>
                <a:cubicBezTo>
                  <a:pt x="112044" y="93347"/>
                  <a:pt x="114772" y="94381"/>
                  <a:pt x="118083" y="94381"/>
                </a:cubicBezTo>
                <a:cubicBezTo>
                  <a:pt x="121784" y="94381"/>
                  <a:pt x="125315" y="93178"/>
                  <a:pt x="128676" y="90772"/>
                </a:cubicBezTo>
                <a:cubicBezTo>
                  <a:pt x="131159" y="88944"/>
                  <a:pt x="132791" y="86706"/>
                  <a:pt x="133570" y="84058"/>
                </a:cubicBezTo>
                <a:cubicBezTo>
                  <a:pt x="134106" y="82326"/>
                  <a:pt x="134373" y="79031"/>
                  <a:pt x="134373" y="74171"/>
                </a:cubicBezTo>
                <a:lnTo>
                  <a:pt x="134373" y="70129"/>
                </a:lnTo>
                <a:close/>
                <a:moveTo>
                  <a:pt x="174150" y="18993"/>
                </a:moveTo>
                <a:lnTo>
                  <a:pt x="174150" y="0"/>
                </a:lnTo>
                <a:lnTo>
                  <a:pt x="194677" y="0"/>
                </a:lnTo>
                <a:lnTo>
                  <a:pt x="194677" y="18993"/>
                </a:lnTo>
                <a:lnTo>
                  <a:pt x="174150" y="18993"/>
                </a:lnTo>
                <a:moveTo>
                  <a:pt x="174150" y="107092"/>
                </a:moveTo>
                <a:lnTo>
                  <a:pt x="174150" y="29512"/>
                </a:lnTo>
                <a:lnTo>
                  <a:pt x="194677" y="29512"/>
                </a:lnTo>
                <a:lnTo>
                  <a:pt x="194677" y="107092"/>
                </a:lnTo>
                <a:lnTo>
                  <a:pt x="174150" y="107092"/>
                </a:lnTo>
                <a:close/>
                <a:moveTo>
                  <a:pt x="216040" y="107092"/>
                </a:moveTo>
                <a:lnTo>
                  <a:pt x="216040" y="0"/>
                </a:lnTo>
                <a:lnTo>
                  <a:pt x="236567" y="0"/>
                </a:lnTo>
                <a:lnTo>
                  <a:pt x="236567" y="107092"/>
                </a:lnTo>
                <a:lnTo>
                  <a:pt x="216040" y="1070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62C10-E461-41D7-9DF0-40A6603F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117" y="1796770"/>
            <a:ext cx="495445" cy="580106"/>
          </a:xfrm>
          <a:custGeom xmlns:a="http://schemas.openxmlformats.org/drawingml/2006/main">
            <a:pathLst>
              <a:path w="495445" h="580106">
                <a:moveTo>
                  <a:pt x="14805" y="0"/>
                </a:moveTo>
                <a:lnTo>
                  <a:pt x="0" y="12597"/>
                </a:lnTo>
                <a:lnTo>
                  <a:pt x="437507" y="527005"/>
                </a:lnTo>
                <a:lnTo>
                  <a:pt x="415187" y="545990"/>
                </a:lnTo>
                <a:lnTo>
                  <a:pt x="495445" y="580106"/>
                </a:lnTo>
                <a:lnTo>
                  <a:pt x="474536" y="495510"/>
                </a:lnTo>
                <a:lnTo>
                  <a:pt x="452327" y="514400"/>
                </a:lnTo>
                <a:lnTo>
                  <a:pt x="1480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27222-56EA-4346-86AB-B5AA0786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715" y="1982221"/>
            <a:ext cx="4560303" cy="475588"/>
          </a:xfrm>
          <a:custGeom xmlns:a="http://schemas.openxmlformats.org/drawingml/2006/main">
            <a:pathLst>
              <a:path w="4560303" h="475588">
                <a:moveTo>
                  <a:pt x="4521343" y="0"/>
                </a:moveTo>
                <a:lnTo>
                  <a:pt x="4482382" y="77947"/>
                </a:lnTo>
                <a:lnTo>
                  <a:pt x="4511607" y="77947"/>
                </a:lnTo>
                <a:lnTo>
                  <a:pt x="4511729" y="456108"/>
                </a:lnTo>
                <a:lnTo>
                  <a:pt x="19480" y="456108"/>
                </a:lnTo>
                <a:lnTo>
                  <a:pt x="19480" y="339968"/>
                </a:lnTo>
                <a:lnTo>
                  <a:pt x="0" y="339968"/>
                </a:lnTo>
                <a:lnTo>
                  <a:pt x="0" y="465848"/>
                </a:lnTo>
                <a:lnTo>
                  <a:pt x="23" y="466515"/>
                </a:lnTo>
                <a:lnTo>
                  <a:pt x="90" y="467169"/>
                </a:lnTo>
                <a:lnTo>
                  <a:pt x="200" y="467810"/>
                </a:lnTo>
                <a:lnTo>
                  <a:pt x="352" y="468437"/>
                </a:lnTo>
                <a:lnTo>
                  <a:pt x="543" y="469046"/>
                </a:lnTo>
                <a:lnTo>
                  <a:pt x="773" y="469638"/>
                </a:lnTo>
                <a:lnTo>
                  <a:pt x="1040" y="470211"/>
                </a:lnTo>
                <a:lnTo>
                  <a:pt x="1342" y="470763"/>
                </a:lnTo>
                <a:lnTo>
                  <a:pt x="1678" y="471293"/>
                </a:lnTo>
                <a:lnTo>
                  <a:pt x="2046" y="471799"/>
                </a:lnTo>
                <a:lnTo>
                  <a:pt x="2445" y="472280"/>
                </a:lnTo>
                <a:lnTo>
                  <a:pt x="2873" y="472735"/>
                </a:lnTo>
                <a:lnTo>
                  <a:pt x="3329" y="473161"/>
                </a:lnTo>
                <a:lnTo>
                  <a:pt x="3811" y="473558"/>
                </a:lnTo>
                <a:lnTo>
                  <a:pt x="4318" y="473924"/>
                </a:lnTo>
                <a:lnTo>
                  <a:pt x="4848" y="474258"/>
                </a:lnTo>
                <a:lnTo>
                  <a:pt x="5400" y="474558"/>
                </a:lnTo>
                <a:lnTo>
                  <a:pt x="5972" y="474823"/>
                </a:lnTo>
                <a:lnTo>
                  <a:pt x="6562" y="475050"/>
                </a:lnTo>
                <a:lnTo>
                  <a:pt x="7170" y="475240"/>
                </a:lnTo>
                <a:lnTo>
                  <a:pt x="7793" y="475390"/>
                </a:lnTo>
                <a:lnTo>
                  <a:pt x="8430" y="475499"/>
                </a:lnTo>
                <a:lnTo>
                  <a:pt x="9079" y="475566"/>
                </a:lnTo>
                <a:lnTo>
                  <a:pt x="9740" y="475588"/>
                </a:lnTo>
                <a:lnTo>
                  <a:pt x="4521472" y="475588"/>
                </a:lnTo>
                <a:lnTo>
                  <a:pt x="4522133" y="475566"/>
                </a:lnTo>
                <a:lnTo>
                  <a:pt x="4522783" y="475499"/>
                </a:lnTo>
                <a:lnTo>
                  <a:pt x="4523420" y="475390"/>
                </a:lnTo>
                <a:lnTo>
                  <a:pt x="4524043" y="475240"/>
                </a:lnTo>
                <a:lnTo>
                  <a:pt x="4524650" y="475050"/>
                </a:lnTo>
                <a:lnTo>
                  <a:pt x="4525241" y="474823"/>
                </a:lnTo>
                <a:lnTo>
                  <a:pt x="4525812" y="474558"/>
                </a:lnTo>
                <a:lnTo>
                  <a:pt x="4526364" y="474258"/>
                </a:lnTo>
                <a:lnTo>
                  <a:pt x="4526894" y="473924"/>
                </a:lnTo>
                <a:lnTo>
                  <a:pt x="4527401" y="473558"/>
                </a:lnTo>
                <a:lnTo>
                  <a:pt x="4527883" y="473161"/>
                </a:lnTo>
                <a:lnTo>
                  <a:pt x="4528339" y="472735"/>
                </a:lnTo>
                <a:lnTo>
                  <a:pt x="4528767" y="472280"/>
                </a:lnTo>
                <a:lnTo>
                  <a:pt x="4529166" y="471799"/>
                </a:lnTo>
                <a:lnTo>
                  <a:pt x="4529535" y="471293"/>
                </a:lnTo>
                <a:lnTo>
                  <a:pt x="4529871" y="470763"/>
                </a:lnTo>
                <a:lnTo>
                  <a:pt x="4530173" y="470211"/>
                </a:lnTo>
                <a:lnTo>
                  <a:pt x="4530439" y="469638"/>
                </a:lnTo>
                <a:lnTo>
                  <a:pt x="4530669" y="469046"/>
                </a:lnTo>
                <a:lnTo>
                  <a:pt x="4530861" y="468437"/>
                </a:lnTo>
                <a:lnTo>
                  <a:pt x="4531012" y="467810"/>
                </a:lnTo>
                <a:lnTo>
                  <a:pt x="4531123" y="467169"/>
                </a:lnTo>
                <a:lnTo>
                  <a:pt x="4531190" y="466515"/>
                </a:lnTo>
                <a:lnTo>
                  <a:pt x="4531213" y="465848"/>
                </a:lnTo>
                <a:lnTo>
                  <a:pt x="4531087" y="77947"/>
                </a:lnTo>
                <a:lnTo>
                  <a:pt x="4560303" y="77947"/>
                </a:lnTo>
                <a:lnTo>
                  <a:pt x="452134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D131D-5112-44A6-98E2-F9FE8DFA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4206" y="466016"/>
            <a:ext cx="3237990" cy="729077"/>
          </a:xfrm>
          <a:custGeom xmlns:a="http://schemas.openxmlformats.org/drawingml/2006/main">
            <a:pathLst>
              <a:path w="3237990" h="729077">
                <a:moveTo>
                  <a:pt x="3237968" y="9079"/>
                </a:moveTo>
                <a:lnTo>
                  <a:pt x="3237903" y="8430"/>
                </a:lnTo>
                <a:lnTo>
                  <a:pt x="3237796" y="7793"/>
                </a:lnTo>
                <a:lnTo>
                  <a:pt x="3237648" y="7170"/>
                </a:lnTo>
                <a:lnTo>
                  <a:pt x="3237461" y="6562"/>
                </a:lnTo>
                <a:lnTo>
                  <a:pt x="3237236" y="5972"/>
                </a:lnTo>
                <a:lnTo>
                  <a:pt x="3236974" y="5400"/>
                </a:lnTo>
                <a:lnTo>
                  <a:pt x="3236677" y="4848"/>
                </a:lnTo>
                <a:lnTo>
                  <a:pt x="3236347" y="4318"/>
                </a:lnTo>
                <a:lnTo>
                  <a:pt x="3235984" y="3811"/>
                </a:lnTo>
                <a:lnTo>
                  <a:pt x="3235590" y="3329"/>
                </a:lnTo>
                <a:lnTo>
                  <a:pt x="3235166" y="2873"/>
                </a:lnTo>
                <a:lnTo>
                  <a:pt x="3234713" y="2445"/>
                </a:lnTo>
                <a:lnTo>
                  <a:pt x="3234234" y="2046"/>
                </a:lnTo>
                <a:lnTo>
                  <a:pt x="3233729" y="1678"/>
                </a:lnTo>
                <a:lnTo>
                  <a:pt x="3233200" y="1342"/>
                </a:lnTo>
                <a:lnTo>
                  <a:pt x="3232647" y="1040"/>
                </a:lnTo>
                <a:lnTo>
                  <a:pt x="3232073" y="773"/>
                </a:lnTo>
                <a:lnTo>
                  <a:pt x="3231479" y="543"/>
                </a:lnTo>
                <a:lnTo>
                  <a:pt x="3230866" y="352"/>
                </a:lnTo>
                <a:lnTo>
                  <a:pt x="3230235" y="200"/>
                </a:lnTo>
                <a:lnTo>
                  <a:pt x="3229588" y="90"/>
                </a:lnTo>
                <a:lnTo>
                  <a:pt x="3228926" y="23"/>
                </a:lnTo>
                <a:lnTo>
                  <a:pt x="3228250" y="0"/>
                </a:lnTo>
                <a:lnTo>
                  <a:pt x="38960" y="0"/>
                </a:lnTo>
                <a:lnTo>
                  <a:pt x="38285" y="23"/>
                </a:lnTo>
                <a:lnTo>
                  <a:pt x="37623" y="90"/>
                </a:lnTo>
                <a:lnTo>
                  <a:pt x="36976" y="200"/>
                </a:lnTo>
                <a:lnTo>
                  <a:pt x="36345" y="352"/>
                </a:lnTo>
                <a:lnTo>
                  <a:pt x="35732" y="543"/>
                </a:lnTo>
                <a:lnTo>
                  <a:pt x="35137" y="773"/>
                </a:lnTo>
                <a:lnTo>
                  <a:pt x="34563" y="1040"/>
                </a:lnTo>
                <a:lnTo>
                  <a:pt x="34011" y="1342"/>
                </a:lnTo>
                <a:lnTo>
                  <a:pt x="33482" y="1678"/>
                </a:lnTo>
                <a:lnTo>
                  <a:pt x="32976" y="2046"/>
                </a:lnTo>
                <a:lnTo>
                  <a:pt x="32497" y="2445"/>
                </a:lnTo>
                <a:lnTo>
                  <a:pt x="32045" y="2873"/>
                </a:lnTo>
                <a:lnTo>
                  <a:pt x="31621" y="3329"/>
                </a:lnTo>
                <a:lnTo>
                  <a:pt x="31227" y="3811"/>
                </a:lnTo>
                <a:lnTo>
                  <a:pt x="30864" y="4318"/>
                </a:lnTo>
                <a:lnTo>
                  <a:pt x="30533" y="4848"/>
                </a:lnTo>
                <a:lnTo>
                  <a:pt x="30237" y="5400"/>
                </a:lnTo>
                <a:lnTo>
                  <a:pt x="29975" y="5972"/>
                </a:lnTo>
                <a:lnTo>
                  <a:pt x="29750" y="6562"/>
                </a:lnTo>
                <a:lnTo>
                  <a:pt x="29563" y="7170"/>
                </a:lnTo>
                <a:lnTo>
                  <a:pt x="29415" y="7793"/>
                </a:lnTo>
                <a:lnTo>
                  <a:pt x="29308" y="8430"/>
                </a:lnTo>
                <a:lnTo>
                  <a:pt x="29242" y="9079"/>
                </a:lnTo>
                <a:lnTo>
                  <a:pt x="29220" y="9740"/>
                </a:lnTo>
                <a:lnTo>
                  <a:pt x="29220" y="651027"/>
                </a:lnTo>
                <a:lnTo>
                  <a:pt x="0" y="651027"/>
                </a:lnTo>
                <a:lnTo>
                  <a:pt x="38960" y="728947"/>
                </a:lnTo>
                <a:lnTo>
                  <a:pt x="77921" y="651027"/>
                </a:lnTo>
                <a:lnTo>
                  <a:pt x="48700" y="651027"/>
                </a:lnTo>
                <a:lnTo>
                  <a:pt x="48700" y="19480"/>
                </a:lnTo>
                <a:lnTo>
                  <a:pt x="3218510" y="19480"/>
                </a:lnTo>
                <a:lnTo>
                  <a:pt x="3218510" y="729077"/>
                </a:lnTo>
                <a:lnTo>
                  <a:pt x="3237990" y="729077"/>
                </a:lnTo>
                <a:lnTo>
                  <a:pt x="3237990" y="9740"/>
                </a:lnTo>
                <a:lnTo>
                  <a:pt x="3237968" y="90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B8588-156A-424F-8A45-188532C4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54" y="1144964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B1655-A38B-4941-8E0E-08A6F16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54" y="1144964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A6CA5-84C4-47D0-AD76-6641F345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310" y="1144964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B3EDF-71B7-4E19-885C-3146EAD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2310" y="1144964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71D2B-C6DD-453E-84C5-4B7CA702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07" y="1304961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52CA0-2D09-4296-9F49-61524645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07" y="137716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E751D-83BC-4011-BA84-516CFC34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07" y="1449374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7667C-2CF5-458B-ACB4-1DFEA1B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807" y="123275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AAC37-5422-4AA2-8C10-3CA994B6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510" y="1557424"/>
            <a:ext cx="394538" cy="77921"/>
          </a:xfrm>
          <a:custGeom xmlns:a="http://schemas.openxmlformats.org/drawingml/2006/main">
            <a:pathLst>
              <a:path w="394538" h="77921">
                <a:moveTo>
                  <a:pt x="0" y="29220"/>
                </a:moveTo>
                <a:lnTo>
                  <a:pt x="0" y="48700"/>
                </a:lnTo>
                <a:lnTo>
                  <a:pt x="316617" y="48700"/>
                </a:lnTo>
                <a:lnTo>
                  <a:pt x="316617" y="77921"/>
                </a:lnTo>
                <a:lnTo>
                  <a:pt x="394538" y="38960"/>
                </a:lnTo>
                <a:lnTo>
                  <a:pt x="316617" y="0"/>
                </a:lnTo>
                <a:lnTo>
                  <a:pt x="316617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CC741-45C9-41F7-886D-EC5610D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155" y="1557424"/>
            <a:ext cx="394668" cy="77921"/>
          </a:xfrm>
          <a:custGeom xmlns:a="http://schemas.openxmlformats.org/drawingml/2006/main">
            <a:pathLst>
              <a:path w="394668" h="77921">
                <a:moveTo>
                  <a:pt x="0" y="29220"/>
                </a:moveTo>
                <a:lnTo>
                  <a:pt x="0" y="48700"/>
                </a:lnTo>
                <a:lnTo>
                  <a:pt x="316747" y="48700"/>
                </a:lnTo>
                <a:lnTo>
                  <a:pt x="316747" y="77921"/>
                </a:lnTo>
                <a:lnTo>
                  <a:pt x="394668" y="38960"/>
                </a:lnTo>
                <a:lnTo>
                  <a:pt x="316747" y="0"/>
                </a:lnTo>
                <a:lnTo>
                  <a:pt x="316747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B8342-49F1-41C5-8F23-D489268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14" y="1024836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2098B-A8A9-45B0-9529-684C4EB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914" y="1024836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EEEEEE"/>
            </a:solidFill>
            <a:custDash>
              <a:ds d="400000" sp="300000"/>
            </a:custDash>
            <a:round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79B86D-EF66-4546-AA28-7A8D7A4A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70" y="1024836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70BB3-7B9A-4418-B672-8962465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170" y="1024836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EEEEEE"/>
            </a:solidFill>
            <a:custDash>
              <a:ds d="400000" sp="300000"/>
            </a:custDash>
            <a:round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69A9C-BEBB-4534-96CD-8694C53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667" y="1184833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63D80-351C-4F9E-AF01-08B171E1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667" y="1257040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196C3-431E-4675-828F-FBAD1672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667" y="1329246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81458-2D48-4881-94A9-3557A68C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667" y="111262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D54C2-B7DA-4570-B3ED-586639CF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084" y="1063927"/>
            <a:ext cx="250774" cy="357785"/>
          </a:xfrm>
          <a:custGeom xmlns:a="http://schemas.openxmlformats.org/drawingml/2006/main">
            <a:pathLst>
              <a:path w="250774" h="357785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BFB86-CD3A-46E3-B578-459E9D93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084" y="1063927"/>
            <a:ext cx="250774" cy="357785"/>
          </a:xfrm>
          <a:custGeom xmlns:a="http://schemas.openxmlformats.org/drawingml/2006/main">
            <a:pathLst>
              <a:path w="250774" h="357785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9F57A-C453-4D43-8499-FF3A059A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339" y="1063927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B6E13-2AE2-45F8-AE30-2DCAFDF0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339" y="1063927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D3025-99A4-4BC3-8879-1E783E1A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36" y="1224053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5751CE-88CF-4F86-BC1E-1222DF1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36" y="1296260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5D49C-6B65-4DB5-995B-E44627DD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36" y="1368466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4B4C5-ABDD-4C47-915F-C45A8BB2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836" y="115171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59360-5A62-4254-9359-7105A42E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565" y="1104445"/>
            <a:ext cx="250774" cy="357785"/>
          </a:xfrm>
          <a:custGeom xmlns:a="http://schemas.openxmlformats.org/drawingml/2006/main">
            <a:pathLst>
              <a:path w="250774" h="357785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A99D38-0898-4EE1-81F4-6F946E44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565" y="1104445"/>
            <a:ext cx="250774" cy="357785"/>
          </a:xfrm>
          <a:custGeom xmlns:a="http://schemas.openxmlformats.org/drawingml/2006/main">
            <a:pathLst>
              <a:path w="250774" h="357785" fill="none">
                <a:moveTo>
                  <a:pt x="0" y="0"/>
                </a:moveTo>
                <a:lnTo>
                  <a:pt x="209087" y="0"/>
                </a:lnTo>
                <a:lnTo>
                  <a:pt x="250774" y="41817"/>
                </a:lnTo>
                <a:lnTo>
                  <a:pt x="250774" y="357785"/>
                </a:lnTo>
                <a:lnTo>
                  <a:pt x="0" y="3577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EEEEEE"/>
            </a:solidFill>
            <a:custDash>
              <a:ds d="400000" sp="300000"/>
            </a:custDash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176CBD-B562-44CC-905D-FAA8E3F9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1" y="1104445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BB0B6-A870-4832-BEAA-B2DA1BB1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821" y="1104445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EEEEEE"/>
            </a:solidFill>
            <a:custDash>
              <a:ds d="400000" sp="300000"/>
            </a:custDash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E6AC0-FA9B-45D8-8965-FE9E5B6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317" y="1264442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DB130-4E7B-4D75-BCBD-0A20F26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317" y="1336649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4CC43-C0BE-48CB-A8AF-D6D75EC3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317" y="140898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4E42C-5E82-48A2-93FE-2C49AF21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317" y="1192236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EA1AD-F5DD-4499-ADB5-9C5AA571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176" y="1144964"/>
            <a:ext cx="250774" cy="357656"/>
          </a:xfrm>
          <a:custGeom xmlns:a="http://schemas.openxmlformats.org/drawingml/2006/main">
            <a:pathLst>
              <a:path w="250774" h="357656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A2B71-C694-41E9-8B42-D600144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176" y="1144964"/>
            <a:ext cx="250774" cy="357656"/>
          </a:xfrm>
          <a:custGeom xmlns:a="http://schemas.openxmlformats.org/drawingml/2006/main">
            <a:pathLst>
              <a:path w="250774" h="357656" fill="none">
                <a:moveTo>
                  <a:pt x="0" y="0"/>
                </a:moveTo>
                <a:lnTo>
                  <a:pt x="208957" y="0"/>
                </a:lnTo>
                <a:lnTo>
                  <a:pt x="250774" y="41817"/>
                </a:lnTo>
                <a:lnTo>
                  <a:pt x="250774" y="357656"/>
                </a:lnTo>
                <a:lnTo>
                  <a:pt x="0" y="3576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539AF-AE15-47BF-BAD3-7F73E8D5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302" y="1144964"/>
            <a:ext cx="40519" cy="42077"/>
          </a:xfrm>
          <a:custGeom xmlns:a="http://schemas.openxmlformats.org/drawingml/2006/main">
            <a:pathLst>
              <a:path w="40519" h="42077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71B09-BBEF-459A-9F3C-22D238ED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302" y="1144964"/>
            <a:ext cx="40519" cy="42077"/>
          </a:xfrm>
          <a:custGeom xmlns:a="http://schemas.openxmlformats.org/drawingml/2006/main">
            <a:pathLst>
              <a:path w="40519" h="42077" fill="none">
                <a:moveTo>
                  <a:pt x="0" y="42077"/>
                </a:moveTo>
                <a:lnTo>
                  <a:pt x="0" y="0"/>
                </a:lnTo>
                <a:lnTo>
                  <a:pt x="40519" y="42077"/>
                </a:lnTo>
                <a:lnTo>
                  <a:pt x="0" y="420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8D4C6-D797-4B6F-AA57-02B4048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929" y="1304961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278B2-7AEA-4220-92F0-562F2817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929" y="1377167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68C8D-F883-4798-88CA-7F80C8AA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929" y="1449374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956C9-E7D8-461F-8A48-BB3C1628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929" y="1232755"/>
            <a:ext cx="177269" cy="10"/>
          </a:xfrm>
          <a:custGeom xmlns:a="http://schemas.openxmlformats.org/drawingml/2006/main">
            <a:pathLst>
              <a:path w="177269" h="1" fill="none">
                <a:moveTo>
                  <a:pt x="0" y="0"/>
                </a:moveTo>
                <a:lnTo>
                  <a:pt x="1772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480" cap="flat">
            <a:solidFill>
              <a:srgbClr val="000000"/>
            </a:solidFill>
            <a:round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9A8FA-A4EA-44B7-A4B5-78A75D40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7930" y="1557424"/>
            <a:ext cx="394538" cy="77921"/>
          </a:xfrm>
          <a:custGeom xmlns:a="http://schemas.openxmlformats.org/drawingml/2006/main">
            <a:pathLst>
              <a:path w="394538" h="77921">
                <a:moveTo>
                  <a:pt x="0" y="29220"/>
                </a:moveTo>
                <a:lnTo>
                  <a:pt x="0" y="48700"/>
                </a:lnTo>
                <a:lnTo>
                  <a:pt x="316617" y="48700"/>
                </a:lnTo>
                <a:lnTo>
                  <a:pt x="316617" y="77921"/>
                </a:lnTo>
                <a:lnTo>
                  <a:pt x="394538" y="38960"/>
                </a:lnTo>
                <a:lnTo>
                  <a:pt x="316617" y="0"/>
                </a:lnTo>
                <a:lnTo>
                  <a:pt x="316617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CA9D8-F158-4167-B006-F7D470C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237" y="1557424"/>
            <a:ext cx="394538" cy="77921"/>
          </a:xfrm>
          <a:custGeom xmlns:a="http://schemas.openxmlformats.org/drawingml/2006/main">
            <a:pathLst>
              <a:path w="394538" h="77921">
                <a:moveTo>
                  <a:pt x="0" y="29220"/>
                </a:moveTo>
                <a:lnTo>
                  <a:pt x="0" y="48700"/>
                </a:lnTo>
                <a:lnTo>
                  <a:pt x="316617" y="48700"/>
                </a:lnTo>
                <a:lnTo>
                  <a:pt x="316617" y="77921"/>
                </a:lnTo>
                <a:lnTo>
                  <a:pt x="394538" y="38960"/>
                </a:lnTo>
                <a:lnTo>
                  <a:pt x="316617" y="0"/>
                </a:lnTo>
                <a:lnTo>
                  <a:pt x="316617" y="29220"/>
                </a:lnTo>
                <a:lnTo>
                  <a:pt x="0" y="292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71069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2026-09-05T08:53:42.3050000Z</dcterms:created>
  <dcterms:modified xsi:type="dcterms:W3CDTF">2026-09-05T08:53:42.3050000Z</dcterms:modified>
</coreProperties>
</file>