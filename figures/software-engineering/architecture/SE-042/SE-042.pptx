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0b88673054ccc" /><Relationship Type="http://schemas.openxmlformats.org/officeDocument/2006/relationships/extended-properties" Target="/docProps/app.xml" Id="R0962d59814c3434a" /><Relationship Type="http://schemas.openxmlformats.org/officeDocument/2006/relationships/officeDocument" Target="/ppt/presentation.xml" Id="R92286ee7de94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f7a5caa5a54a97"/>
  </p:sldMasterIdLst>
  <p:notesMasterIdLst>
    <p:notesMasterId xmlns:r="http://schemas.openxmlformats.org/officeDocument/2006/relationships" r:id="R6547824663904feb"/>
  </p:notesMasterIdLst>
  <p:sldIdLst>
    <p:sldId xmlns:r="http://schemas.openxmlformats.org/officeDocument/2006/relationships" id="256" r:id="Rfd7f122eb07544c2"/>
  </p:sldIdLst>
  <p:sldSz cx="6886575" cy="7800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967e7076544525" /><Relationship Type="http://schemas.openxmlformats.org/officeDocument/2006/relationships/slideMaster" Target="/ppt/slideMasters/slideMaster1.xml" Id="R94f7a5caa5a54a97" /><Relationship Type="http://schemas.openxmlformats.org/officeDocument/2006/relationships/notesMaster" Target="/ppt/notesMasters/notesMaster1.xml" Id="R6547824663904feb" /><Relationship Type="http://schemas.openxmlformats.org/officeDocument/2006/relationships/presProps" Target="/ppt/presProps.xml" Id="Ref070ce3eb5e4acb" /><Relationship Type="http://schemas.openxmlformats.org/officeDocument/2006/relationships/tableStyles" Target="/ppt/tableStyles.xml" Id="Rb4fce5518d59478b" /><Relationship Type="http://schemas.openxmlformats.org/officeDocument/2006/relationships/slide" Target="/ppt/slides/slide1.xml" Id="Rfd7f122eb075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bafa695a8b42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b637c51ae84d3d" /><Relationship Type="http://schemas.openxmlformats.org/officeDocument/2006/relationships/notesMaster" Target="/ppt/notesMasters/notesMaster1.xml" Id="R611820d3002741e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素材ID：SE-042</ns1:t>
            </ns1:r>
          </ns1:p>
          <ns1:p>
            <ns1:r>
              <ns1:t>论文：Does GenAI Make Usability Testing Obsolete?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2，PDF第3页</ns1:t>
            </ns1:r>
          </ns1:p>
          <ns1:p>
            <ns1:r>
              <ns1:t>类型：系统架构</ns1:t>
            </ns1:r>
          </ns1:p>
          <ns1:p>
            <ns1:r>
              <ns1:t>借鉴点：两大包内通过组合、接口实现和成员属性展示GUI、提示生成、模型调用与图像压缩的可替换结构。</ns1:t>
            </ns1:r>
          </ns1:p>
          <ns1:p>
            <ns1:r>
              <ns1:t>论文URL：https://arxiv.org/pdf/2411.00634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ebb00ecaa34c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9c494cd1f541d9" /><Relationship Type="http://schemas.openxmlformats.org/officeDocument/2006/relationships/slideLayout" Target="/ppt/slideLayouts/slideLayout1.xml" Id="R2a1e3754fe2943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1e3754fe2943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2406269884b15" /><Relationship Type="http://schemas.openxmlformats.org/officeDocument/2006/relationships/notesSlide" Target="/ppt/notesSlides/notesSlide1.xml" Id="Rc668b106e3694f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60638-B797-4E8D-AF33-301A7BFB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" y="0"/>
            <a:ext cx="6551948" cy="7684874"/>
          </a:xfrm>
          <a:custGeom xmlns:a="http://schemas.openxmlformats.org/drawingml/2006/main">
            <a:pathLst>
              <a:path w="6551948" h="7684874">
                <a:moveTo>
                  <a:pt x="6551948" y="0"/>
                </a:moveTo>
                <a:lnTo>
                  <a:pt x="0" y="0"/>
                </a:lnTo>
                <a:lnTo>
                  <a:pt x="0" y="7684874"/>
                </a:lnTo>
                <a:lnTo>
                  <a:pt x="6551948" y="7684874"/>
                </a:lnTo>
                <a:lnTo>
                  <a:pt x="655194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6B20E-41CF-4561-8235-633F3AB7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58" y="2563853"/>
            <a:ext cx="6135952" cy="5121021"/>
          </a:xfrm>
          <a:custGeom xmlns:a="http://schemas.openxmlformats.org/drawingml/2006/main">
            <a:pathLst>
              <a:path w="6135952" h="5121021">
                <a:moveTo>
                  <a:pt x="6135952" y="0"/>
                </a:moveTo>
                <a:lnTo>
                  <a:pt x="0" y="0"/>
                </a:lnTo>
                <a:lnTo>
                  <a:pt x="0" y="5121021"/>
                </a:lnTo>
                <a:lnTo>
                  <a:pt x="6135952" y="5121021"/>
                </a:lnTo>
                <a:lnTo>
                  <a:pt x="613595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B94CE-8FEB-43D1-99C4-CEDAC786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56" y="2563853"/>
            <a:ext cx="6135952" cy="5121021"/>
          </a:xfrm>
          <a:custGeom xmlns:a="http://schemas.openxmlformats.org/drawingml/2006/main">
            <a:pathLst>
              <a:path w="6135952" h="5121021" fill="none">
                <a:moveTo>
                  <a:pt x="0" y="0"/>
                </a:moveTo>
                <a:lnTo>
                  <a:pt x="6135952" y="0"/>
                </a:lnTo>
                <a:lnTo>
                  <a:pt x="6135952" y="5121021"/>
                </a:lnTo>
                <a:moveTo>
                  <a:pt x="0" y="5121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13755-6D98-49F7-AFE4-4E386A94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813" y="2074953"/>
            <a:ext cx="416" cy="4784067"/>
          </a:xfrm>
          <a:custGeom xmlns:a="http://schemas.openxmlformats.org/drawingml/2006/main">
            <a:pathLst>
              <a:path w="416" h="4784067" fill="none">
                <a:moveTo>
                  <a:pt x="416" y="4680067"/>
                </a:moveTo>
                <a:lnTo>
                  <a:pt x="0" y="478406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90774-89F4-4DD4-A736-C5A98493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677" y="1877354"/>
            <a:ext cx="116271" cy="197598"/>
          </a:xfrm>
          <a:custGeom xmlns:a="http://schemas.openxmlformats.org/drawingml/2006/main">
            <a:pathLst>
              <a:path w="116271" h="197598" fill="none">
                <a:moveTo>
                  <a:pt x="58136" y="0"/>
                </a:moveTo>
                <a:lnTo>
                  <a:pt x="116271" y="98799"/>
                </a:lnTo>
                <a:lnTo>
                  <a:pt x="58136" y="197598"/>
                </a:lnTo>
                <a:lnTo>
                  <a:pt x="0" y="98799"/>
                </a:lnTo>
                <a:lnTo>
                  <a:pt x="581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CF1D7-57C5-4DE2-BCE0-B04F1DDE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817" y="2074953"/>
            <a:ext cx="416" cy="2704083"/>
          </a:xfrm>
          <a:custGeom xmlns:a="http://schemas.openxmlformats.org/drawingml/2006/main">
            <a:pathLst>
              <a:path w="416" h="2704083" fill="none">
                <a:moveTo>
                  <a:pt x="416" y="2600084"/>
                </a:moveTo>
                <a:lnTo>
                  <a:pt x="0" y="270408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D9F35-AE12-49C3-8290-289F4055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682" y="1877354"/>
            <a:ext cx="116271" cy="197598"/>
          </a:xfrm>
          <a:custGeom xmlns:a="http://schemas.openxmlformats.org/drawingml/2006/main">
            <a:pathLst>
              <a:path w="116271" h="197598" fill="none">
                <a:moveTo>
                  <a:pt x="58136" y="0"/>
                </a:moveTo>
                <a:lnTo>
                  <a:pt x="116271" y="98799"/>
                </a:lnTo>
                <a:lnTo>
                  <a:pt x="58136" y="197598"/>
                </a:lnTo>
                <a:lnTo>
                  <a:pt x="0" y="98799"/>
                </a:lnTo>
                <a:lnTo>
                  <a:pt x="581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EB967-F277-4D3E-A145-6C048A9B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58" y="307072"/>
            <a:ext cx="3535973" cy="1975985"/>
          </a:xfrm>
          <a:custGeom xmlns:a="http://schemas.openxmlformats.org/drawingml/2006/main">
            <a:pathLst>
              <a:path w="3535973" h="1975985">
                <a:moveTo>
                  <a:pt x="0" y="0"/>
                </a:moveTo>
                <a:lnTo>
                  <a:pt x="3535973" y="0"/>
                </a:lnTo>
                <a:lnTo>
                  <a:pt x="3535973" y="1975985"/>
                </a:lnTo>
                <a:lnTo>
                  <a:pt x="0" y="1975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F4D03-9290-4054-AF45-55735E33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56" y="307070"/>
            <a:ext cx="3535972" cy="1975985"/>
          </a:xfrm>
          <a:custGeom xmlns:a="http://schemas.openxmlformats.org/drawingml/2006/main">
            <a:pathLst>
              <a:path w="3535972" h="1975985" fill="none">
                <a:moveTo>
                  <a:pt x="0" y="0"/>
                </a:moveTo>
                <a:lnTo>
                  <a:pt x="3535972" y="0"/>
                </a:lnTo>
                <a:lnTo>
                  <a:pt x="3535972" y="1975985"/>
                </a:lnTo>
                <a:lnTo>
                  <a:pt x="0" y="1975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0EB65-62FC-44C9-825E-AB0C134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" y="2376655"/>
            <a:ext cx="717594" cy="311997"/>
          </a:xfrm>
          <a:custGeom xmlns:a="http://schemas.openxmlformats.org/drawingml/2006/main">
            <a:pathLst>
              <a:path w="717594" h="311997">
                <a:moveTo>
                  <a:pt x="0" y="0"/>
                </a:moveTo>
                <a:lnTo>
                  <a:pt x="717594" y="0"/>
                </a:lnTo>
                <a:lnTo>
                  <a:pt x="717594" y="311997"/>
                </a:lnTo>
                <a:lnTo>
                  <a:pt x="0" y="3119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80D60-FA3A-456A-BCD0-7ACDC155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8" y="2376654"/>
            <a:ext cx="717594" cy="311998"/>
          </a:xfrm>
          <a:custGeom xmlns:a="http://schemas.openxmlformats.org/drawingml/2006/main">
            <a:pathLst>
              <a:path w="717594" h="311998" fill="none">
                <a:moveTo>
                  <a:pt x="0" y="0"/>
                </a:moveTo>
                <a:lnTo>
                  <a:pt x="717594" y="0"/>
                </a:lnTo>
                <a:lnTo>
                  <a:pt x="717594" y="311998"/>
                </a:lnTo>
                <a:lnTo>
                  <a:pt x="0" y="3119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3C27B-A645-4CB0-B729-516C6923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241" y="3177448"/>
            <a:ext cx="3743970" cy="623996"/>
          </a:xfrm>
          <a:custGeom xmlns:a="http://schemas.openxmlformats.org/drawingml/2006/main">
            <a:pathLst>
              <a:path w="3743970" h="623996">
                <a:moveTo>
                  <a:pt x="0" y="0"/>
                </a:moveTo>
                <a:lnTo>
                  <a:pt x="3743970" y="0"/>
                </a:lnTo>
                <a:lnTo>
                  <a:pt x="3743970" y="623996"/>
                </a:lnTo>
                <a:lnTo>
                  <a:pt x="0" y="623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FBBC9-FF89-4AC0-A2AA-50D81207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238" y="4862236"/>
            <a:ext cx="3327973" cy="717594"/>
          </a:xfrm>
          <a:custGeom xmlns:a="http://schemas.openxmlformats.org/drawingml/2006/main">
            <a:pathLst>
              <a:path w="3327973" h="717594">
                <a:moveTo>
                  <a:pt x="0" y="0"/>
                </a:moveTo>
                <a:lnTo>
                  <a:pt x="3327973" y="0"/>
                </a:lnTo>
                <a:lnTo>
                  <a:pt x="3327973" y="717594"/>
                </a:lnTo>
                <a:lnTo>
                  <a:pt x="0" y="717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D9D3C-4DD4-4CC2-A18A-A23C161A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62" y="4977674"/>
            <a:ext cx="225574" cy="195518"/>
          </a:xfrm>
          <a:custGeom xmlns:a="http://schemas.openxmlformats.org/drawingml/2006/main">
            <a:pathLst>
              <a:path w="225574" h="195518" fill="none">
                <a:moveTo>
                  <a:pt x="159535" y="208"/>
                </a:moveTo>
                <a:lnTo>
                  <a:pt x="225574" y="0"/>
                </a:lnTo>
                <a:lnTo>
                  <a:pt x="225574" y="195518"/>
                </a:lnTo>
                <a:lnTo>
                  <a:pt x="0" y="19531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C11C9-3B26-4425-AA20-F419D469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265" y="5107153"/>
            <a:ext cx="197703" cy="131767"/>
          </a:xfrm>
          <a:custGeom xmlns:a="http://schemas.openxmlformats.org/drawingml/2006/main">
            <a:pathLst>
              <a:path w="197703" h="131767">
                <a:moveTo>
                  <a:pt x="0" y="65727"/>
                </a:moveTo>
                <a:lnTo>
                  <a:pt x="197703" y="0"/>
                </a:lnTo>
                <a:lnTo>
                  <a:pt x="148199" y="65831"/>
                </a:lnTo>
                <a:lnTo>
                  <a:pt x="197599" y="131767"/>
                </a:lnTo>
                <a:lnTo>
                  <a:pt x="0" y="65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0C3CE-B963-4E7A-A7DF-D8274451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263" y="5107153"/>
            <a:ext cx="197702" cy="131767"/>
          </a:xfrm>
          <a:custGeom xmlns:a="http://schemas.openxmlformats.org/drawingml/2006/main">
            <a:pathLst>
              <a:path w="197702" h="131767" fill="none">
                <a:moveTo>
                  <a:pt x="0" y="65727"/>
                </a:moveTo>
                <a:lnTo>
                  <a:pt x="197702" y="0"/>
                </a:lnTo>
                <a:lnTo>
                  <a:pt x="148199" y="65831"/>
                </a:lnTo>
                <a:lnTo>
                  <a:pt x="197598" y="131767"/>
                </a:lnTo>
                <a:lnTo>
                  <a:pt x="0" y="657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03AA7-F559-4BB7-A527-23D2E3C0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8" y="4779035"/>
            <a:ext cx="3639971" cy="415997"/>
          </a:xfrm>
          <a:custGeom xmlns:a="http://schemas.openxmlformats.org/drawingml/2006/main">
            <a:pathLst>
              <a:path w="3639971" h="415997">
                <a:moveTo>
                  <a:pt x="0" y="415997"/>
                </a:moveTo>
                <a:lnTo>
                  <a:pt x="0" y="0"/>
                </a:lnTo>
                <a:lnTo>
                  <a:pt x="3639971" y="0"/>
                </a:lnTo>
                <a:lnTo>
                  <a:pt x="3639971" y="41599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772E5-A40F-4288-AC05-D90FD4BE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4779035"/>
            <a:ext cx="3639972" cy="415997"/>
          </a:xfrm>
          <a:custGeom xmlns:a="http://schemas.openxmlformats.org/drawingml/2006/main">
            <a:pathLst>
              <a:path w="3639972" h="415997" fill="none">
                <a:moveTo>
                  <a:pt x="0" y="415997"/>
                </a:moveTo>
                <a:lnTo>
                  <a:pt x="0" y="0"/>
                </a:lnTo>
                <a:lnTo>
                  <a:pt x="3639972" y="0"/>
                </a:lnTo>
                <a:lnTo>
                  <a:pt x="3639972" y="415997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B515D-3859-47BC-BCAC-8F1B4C47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5195032"/>
            <a:ext cx="3639972" cy="415997"/>
          </a:xfrm>
          <a:custGeom xmlns:a="http://schemas.openxmlformats.org/drawingml/2006/main">
            <a:pathLst>
              <a:path w="3639972" h="415997" fill="none">
                <a:moveTo>
                  <a:pt x="0" y="0"/>
                </a:moveTo>
                <a:lnTo>
                  <a:pt x="0" y="415997"/>
                </a:lnTo>
                <a:lnTo>
                  <a:pt x="3639972" y="415997"/>
                </a:lnTo>
                <a:lnTo>
                  <a:pt x="3639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AEDBA-7D39-4F65-A556-C7D8B373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5195032"/>
            <a:ext cx="3639972" cy="10"/>
          </a:xfrm>
          <a:custGeom xmlns:a="http://schemas.openxmlformats.org/drawingml/2006/main">
            <a:pathLst>
              <a:path w="3639972" h="1" fill="none">
                <a:moveTo>
                  <a:pt x="0" y="0"/>
                </a:moveTo>
                <a:lnTo>
                  <a:pt x="3639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21" name="Text &lt;&lt;interface&gt;&gt;">
            <a:extLst xmlns:a="http://schemas.openxmlformats.org/drawingml/2006/main">
              <a:ext uri="{FF2B5EF4-FFF2-40B4-BE49-F238E27FC236}">
                <a16:creationId xmlns:a16="http://schemas.microsoft.com/office/drawing/2014/main" id="{759F7BB6-7D82-469F-B675-1CD94CCA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956" y="4875868"/>
            <a:ext cx="962734" cy="107555"/>
          </a:xfrm>
          <a:custGeom xmlns:a="http://schemas.openxmlformats.org/drawingml/2006/main">
            <a:pathLst>
              <a:path w="962734" h="107555">
                <a:moveTo>
                  <a:pt x="212054" y="1705"/>
                </a:moveTo>
                <a:lnTo>
                  <a:pt x="212054" y="16481"/>
                </a:lnTo>
                <a:lnTo>
                  <a:pt x="224841" y="16481"/>
                </a:lnTo>
                <a:lnTo>
                  <a:pt x="224841" y="1705"/>
                </a:lnTo>
                <a:lnTo>
                  <a:pt x="212054" y="1705"/>
                </a:lnTo>
                <a:close/>
                <a:moveTo>
                  <a:pt x="68980" y="31968"/>
                </a:moveTo>
                <a:lnTo>
                  <a:pt x="68980" y="19181"/>
                </a:lnTo>
                <a:lnTo>
                  <a:pt x="0" y="48307"/>
                </a:lnTo>
                <a:lnTo>
                  <a:pt x="0" y="60242"/>
                </a:lnTo>
                <a:lnTo>
                  <a:pt x="68980" y="89795"/>
                </a:lnTo>
                <a:lnTo>
                  <a:pt x="68980" y="77007"/>
                </a:lnTo>
                <a:lnTo>
                  <a:pt x="14279" y="54346"/>
                </a:lnTo>
                <a:lnTo>
                  <a:pt x="68980" y="31968"/>
                </a:lnTo>
                <a:close/>
                <a:moveTo>
                  <a:pt x="153944" y="31968"/>
                </a:moveTo>
                <a:lnTo>
                  <a:pt x="153944" y="19181"/>
                </a:lnTo>
                <a:lnTo>
                  <a:pt x="84964" y="48307"/>
                </a:lnTo>
                <a:lnTo>
                  <a:pt x="84964" y="60242"/>
                </a:lnTo>
                <a:lnTo>
                  <a:pt x="153944" y="89795"/>
                </a:lnTo>
                <a:lnTo>
                  <a:pt x="153944" y="77007"/>
                </a:lnTo>
                <a:lnTo>
                  <a:pt x="99243" y="54346"/>
                </a:lnTo>
                <a:lnTo>
                  <a:pt x="153944" y="31968"/>
                </a:lnTo>
                <a:close/>
                <a:moveTo>
                  <a:pt x="352017" y="94663"/>
                </a:moveTo>
                <a:lnTo>
                  <a:pt x="351748" y="94687"/>
                </a:lnTo>
                <a:lnTo>
                  <a:pt x="351484" y="94710"/>
                </a:lnTo>
                <a:lnTo>
                  <a:pt x="351224" y="94731"/>
                </a:lnTo>
                <a:lnTo>
                  <a:pt x="350969" y="94752"/>
                </a:lnTo>
                <a:lnTo>
                  <a:pt x="350719" y="94771"/>
                </a:lnTo>
                <a:lnTo>
                  <a:pt x="350473" y="94789"/>
                </a:lnTo>
                <a:lnTo>
                  <a:pt x="350232" y="94805"/>
                </a:lnTo>
                <a:lnTo>
                  <a:pt x="349996" y="94821"/>
                </a:lnTo>
                <a:lnTo>
                  <a:pt x="349765" y="94835"/>
                </a:lnTo>
                <a:lnTo>
                  <a:pt x="349538" y="94848"/>
                </a:lnTo>
                <a:lnTo>
                  <a:pt x="349316" y="94860"/>
                </a:lnTo>
                <a:lnTo>
                  <a:pt x="349098" y="94870"/>
                </a:lnTo>
                <a:lnTo>
                  <a:pt x="348886" y="94879"/>
                </a:lnTo>
                <a:lnTo>
                  <a:pt x="348677" y="94887"/>
                </a:lnTo>
                <a:lnTo>
                  <a:pt x="348474" y="94894"/>
                </a:lnTo>
                <a:lnTo>
                  <a:pt x="348275" y="94900"/>
                </a:lnTo>
                <a:lnTo>
                  <a:pt x="348081" y="94904"/>
                </a:lnTo>
                <a:lnTo>
                  <a:pt x="347892" y="94907"/>
                </a:lnTo>
                <a:lnTo>
                  <a:pt x="347707" y="94909"/>
                </a:lnTo>
                <a:lnTo>
                  <a:pt x="347528" y="94910"/>
                </a:lnTo>
                <a:lnTo>
                  <a:pt x="347293" y="94908"/>
                </a:lnTo>
                <a:lnTo>
                  <a:pt x="347063" y="94903"/>
                </a:lnTo>
                <a:lnTo>
                  <a:pt x="346838" y="94895"/>
                </a:lnTo>
                <a:lnTo>
                  <a:pt x="346617" y="94884"/>
                </a:lnTo>
                <a:lnTo>
                  <a:pt x="346401" y="94869"/>
                </a:lnTo>
                <a:lnTo>
                  <a:pt x="346189" y="94852"/>
                </a:lnTo>
                <a:lnTo>
                  <a:pt x="345982" y="94831"/>
                </a:lnTo>
                <a:lnTo>
                  <a:pt x="345779" y="94807"/>
                </a:lnTo>
                <a:lnTo>
                  <a:pt x="345581" y="94780"/>
                </a:lnTo>
                <a:lnTo>
                  <a:pt x="345388" y="94749"/>
                </a:lnTo>
                <a:lnTo>
                  <a:pt x="345199" y="94716"/>
                </a:lnTo>
                <a:lnTo>
                  <a:pt x="345014" y="94679"/>
                </a:lnTo>
                <a:lnTo>
                  <a:pt x="344835" y="94639"/>
                </a:lnTo>
                <a:lnTo>
                  <a:pt x="344660" y="94595"/>
                </a:lnTo>
                <a:lnTo>
                  <a:pt x="344489" y="94549"/>
                </a:lnTo>
                <a:lnTo>
                  <a:pt x="344323" y="94499"/>
                </a:lnTo>
                <a:lnTo>
                  <a:pt x="344161" y="94446"/>
                </a:lnTo>
                <a:lnTo>
                  <a:pt x="344004" y="94390"/>
                </a:lnTo>
                <a:lnTo>
                  <a:pt x="343852" y="94331"/>
                </a:lnTo>
                <a:lnTo>
                  <a:pt x="343704" y="94268"/>
                </a:lnTo>
                <a:lnTo>
                  <a:pt x="343561" y="94202"/>
                </a:lnTo>
                <a:lnTo>
                  <a:pt x="343422" y="94134"/>
                </a:lnTo>
                <a:lnTo>
                  <a:pt x="343288" y="94061"/>
                </a:lnTo>
                <a:lnTo>
                  <a:pt x="343159" y="93986"/>
                </a:lnTo>
                <a:lnTo>
                  <a:pt x="343033" y="93908"/>
                </a:lnTo>
                <a:lnTo>
                  <a:pt x="342910" y="93828"/>
                </a:lnTo>
                <a:lnTo>
                  <a:pt x="342790" y="93745"/>
                </a:lnTo>
                <a:lnTo>
                  <a:pt x="342673" y="93660"/>
                </a:lnTo>
                <a:lnTo>
                  <a:pt x="342559" y="93573"/>
                </a:lnTo>
                <a:lnTo>
                  <a:pt x="342448" y="93484"/>
                </a:lnTo>
                <a:lnTo>
                  <a:pt x="342340" y="93393"/>
                </a:lnTo>
                <a:lnTo>
                  <a:pt x="342235" y="93299"/>
                </a:lnTo>
                <a:lnTo>
                  <a:pt x="342133" y="93203"/>
                </a:lnTo>
                <a:lnTo>
                  <a:pt x="342034" y="93105"/>
                </a:lnTo>
                <a:lnTo>
                  <a:pt x="341938" y="93005"/>
                </a:lnTo>
                <a:lnTo>
                  <a:pt x="341844" y="92903"/>
                </a:lnTo>
                <a:lnTo>
                  <a:pt x="341754" y="92798"/>
                </a:lnTo>
                <a:lnTo>
                  <a:pt x="341667" y="92691"/>
                </a:lnTo>
                <a:lnTo>
                  <a:pt x="341582" y="92582"/>
                </a:lnTo>
                <a:lnTo>
                  <a:pt x="341501" y="92471"/>
                </a:lnTo>
                <a:lnTo>
                  <a:pt x="341423" y="92357"/>
                </a:lnTo>
                <a:lnTo>
                  <a:pt x="341347" y="92241"/>
                </a:lnTo>
                <a:lnTo>
                  <a:pt x="341275" y="92123"/>
                </a:lnTo>
                <a:lnTo>
                  <a:pt x="341205" y="92003"/>
                </a:lnTo>
                <a:lnTo>
                  <a:pt x="341138" y="91880"/>
                </a:lnTo>
                <a:lnTo>
                  <a:pt x="341075" y="91756"/>
                </a:lnTo>
                <a:lnTo>
                  <a:pt x="341014" y="91629"/>
                </a:lnTo>
                <a:lnTo>
                  <a:pt x="340956" y="91500"/>
                </a:lnTo>
                <a:lnTo>
                  <a:pt x="340901" y="91363"/>
                </a:lnTo>
                <a:lnTo>
                  <a:pt x="340849" y="91212"/>
                </a:lnTo>
                <a:lnTo>
                  <a:pt x="340798" y="91048"/>
                </a:lnTo>
                <a:lnTo>
                  <a:pt x="340750" y="90870"/>
                </a:lnTo>
                <a:lnTo>
                  <a:pt x="340704" y="90679"/>
                </a:lnTo>
                <a:lnTo>
                  <a:pt x="340661" y="90474"/>
                </a:lnTo>
                <a:lnTo>
                  <a:pt x="340620" y="90256"/>
                </a:lnTo>
                <a:lnTo>
                  <a:pt x="340581" y="90024"/>
                </a:lnTo>
                <a:lnTo>
                  <a:pt x="340545" y="89778"/>
                </a:lnTo>
                <a:lnTo>
                  <a:pt x="340511" y="89519"/>
                </a:lnTo>
                <a:lnTo>
                  <a:pt x="340479" y="89246"/>
                </a:lnTo>
                <a:lnTo>
                  <a:pt x="340450" y="88960"/>
                </a:lnTo>
                <a:lnTo>
                  <a:pt x="340423" y="88660"/>
                </a:lnTo>
                <a:lnTo>
                  <a:pt x="340399" y="88347"/>
                </a:lnTo>
                <a:lnTo>
                  <a:pt x="340376" y="88020"/>
                </a:lnTo>
                <a:lnTo>
                  <a:pt x="340356" y="87679"/>
                </a:lnTo>
                <a:lnTo>
                  <a:pt x="340339" y="87325"/>
                </a:lnTo>
                <a:lnTo>
                  <a:pt x="340324" y="86958"/>
                </a:lnTo>
                <a:lnTo>
                  <a:pt x="340311" y="86576"/>
                </a:lnTo>
                <a:lnTo>
                  <a:pt x="340300" y="86181"/>
                </a:lnTo>
                <a:lnTo>
                  <a:pt x="340292" y="85773"/>
                </a:lnTo>
                <a:lnTo>
                  <a:pt x="340286" y="85351"/>
                </a:lnTo>
                <a:lnTo>
                  <a:pt x="340283" y="84916"/>
                </a:lnTo>
                <a:lnTo>
                  <a:pt x="340281" y="84467"/>
                </a:lnTo>
                <a:lnTo>
                  <a:pt x="340281" y="40351"/>
                </a:lnTo>
                <a:lnTo>
                  <a:pt x="353140" y="40351"/>
                </a:lnTo>
                <a:lnTo>
                  <a:pt x="353140" y="30405"/>
                </a:lnTo>
                <a:lnTo>
                  <a:pt x="340281" y="30405"/>
                </a:lnTo>
                <a:lnTo>
                  <a:pt x="340281" y="3978"/>
                </a:lnTo>
                <a:lnTo>
                  <a:pt x="327565" y="11671"/>
                </a:lnTo>
                <a:lnTo>
                  <a:pt x="327565" y="30405"/>
                </a:lnTo>
                <a:lnTo>
                  <a:pt x="318188" y="30405"/>
                </a:lnTo>
                <a:lnTo>
                  <a:pt x="318188" y="40351"/>
                </a:lnTo>
                <a:lnTo>
                  <a:pt x="327565" y="40351"/>
                </a:lnTo>
                <a:lnTo>
                  <a:pt x="327565" y="83756"/>
                </a:lnTo>
                <a:lnTo>
                  <a:pt x="327568" y="84702"/>
                </a:lnTo>
                <a:lnTo>
                  <a:pt x="327576" y="85619"/>
                </a:lnTo>
                <a:lnTo>
                  <a:pt x="327590" y="86510"/>
                </a:lnTo>
                <a:lnTo>
                  <a:pt x="327609" y="87372"/>
                </a:lnTo>
                <a:lnTo>
                  <a:pt x="327633" y="88208"/>
                </a:lnTo>
                <a:lnTo>
                  <a:pt x="327663" y="89015"/>
                </a:lnTo>
                <a:lnTo>
                  <a:pt x="327698" y="89796"/>
                </a:lnTo>
                <a:lnTo>
                  <a:pt x="327739" y="90548"/>
                </a:lnTo>
                <a:lnTo>
                  <a:pt x="327785" y="91274"/>
                </a:lnTo>
                <a:lnTo>
                  <a:pt x="327837" y="91972"/>
                </a:lnTo>
                <a:lnTo>
                  <a:pt x="327894" y="92642"/>
                </a:lnTo>
                <a:lnTo>
                  <a:pt x="327956" y="93285"/>
                </a:lnTo>
                <a:lnTo>
                  <a:pt x="328024" y="93900"/>
                </a:lnTo>
                <a:lnTo>
                  <a:pt x="328097" y="94488"/>
                </a:lnTo>
                <a:lnTo>
                  <a:pt x="328176" y="95048"/>
                </a:lnTo>
                <a:lnTo>
                  <a:pt x="328260" y="95580"/>
                </a:lnTo>
                <a:lnTo>
                  <a:pt x="328349" y="96086"/>
                </a:lnTo>
                <a:lnTo>
                  <a:pt x="328444" y="96563"/>
                </a:lnTo>
                <a:lnTo>
                  <a:pt x="328545" y="97014"/>
                </a:lnTo>
                <a:lnTo>
                  <a:pt x="328651" y="97436"/>
                </a:lnTo>
                <a:lnTo>
                  <a:pt x="328762" y="97832"/>
                </a:lnTo>
                <a:lnTo>
                  <a:pt x="328879" y="98199"/>
                </a:lnTo>
                <a:lnTo>
                  <a:pt x="329001" y="98540"/>
                </a:lnTo>
                <a:lnTo>
                  <a:pt x="329128" y="98852"/>
                </a:lnTo>
                <a:lnTo>
                  <a:pt x="329262" y="99149"/>
                </a:lnTo>
                <a:lnTo>
                  <a:pt x="329404" y="99441"/>
                </a:lnTo>
                <a:lnTo>
                  <a:pt x="329554" y="99728"/>
                </a:lnTo>
                <a:lnTo>
                  <a:pt x="329712" y="100010"/>
                </a:lnTo>
                <a:lnTo>
                  <a:pt x="329878" y="100287"/>
                </a:lnTo>
                <a:lnTo>
                  <a:pt x="330052" y="100559"/>
                </a:lnTo>
                <a:lnTo>
                  <a:pt x="330233" y="100827"/>
                </a:lnTo>
                <a:lnTo>
                  <a:pt x="330423" y="101090"/>
                </a:lnTo>
                <a:lnTo>
                  <a:pt x="330620" y="101348"/>
                </a:lnTo>
                <a:lnTo>
                  <a:pt x="330825" y="101601"/>
                </a:lnTo>
                <a:lnTo>
                  <a:pt x="331038" y="101850"/>
                </a:lnTo>
                <a:lnTo>
                  <a:pt x="331259" y="102093"/>
                </a:lnTo>
                <a:lnTo>
                  <a:pt x="331488" y="102332"/>
                </a:lnTo>
                <a:lnTo>
                  <a:pt x="331725" y="102566"/>
                </a:lnTo>
                <a:lnTo>
                  <a:pt x="331970" y="102796"/>
                </a:lnTo>
                <a:lnTo>
                  <a:pt x="332222" y="103020"/>
                </a:lnTo>
                <a:lnTo>
                  <a:pt x="332483" y="103240"/>
                </a:lnTo>
                <a:lnTo>
                  <a:pt x="332751" y="103454"/>
                </a:lnTo>
                <a:lnTo>
                  <a:pt x="333027" y="103664"/>
                </a:lnTo>
                <a:lnTo>
                  <a:pt x="333312" y="103869"/>
                </a:lnTo>
                <a:lnTo>
                  <a:pt x="333604" y="104070"/>
                </a:lnTo>
                <a:lnTo>
                  <a:pt x="333904" y="104265"/>
                </a:lnTo>
                <a:lnTo>
                  <a:pt x="334211" y="104456"/>
                </a:lnTo>
                <a:lnTo>
                  <a:pt x="334527" y="104642"/>
                </a:lnTo>
                <a:lnTo>
                  <a:pt x="334852" y="104822"/>
                </a:lnTo>
                <a:lnTo>
                  <a:pt x="335188" y="104994"/>
                </a:lnTo>
                <a:lnTo>
                  <a:pt x="335535" y="105158"/>
                </a:lnTo>
                <a:lnTo>
                  <a:pt x="335893" y="105315"/>
                </a:lnTo>
                <a:lnTo>
                  <a:pt x="336261" y="105464"/>
                </a:lnTo>
                <a:lnTo>
                  <a:pt x="336641" y="105606"/>
                </a:lnTo>
                <a:lnTo>
                  <a:pt x="337031" y="105739"/>
                </a:lnTo>
                <a:lnTo>
                  <a:pt x="337432" y="105866"/>
                </a:lnTo>
                <a:lnTo>
                  <a:pt x="337844" y="105984"/>
                </a:lnTo>
                <a:lnTo>
                  <a:pt x="338267" y="106095"/>
                </a:lnTo>
                <a:lnTo>
                  <a:pt x="338700" y="106198"/>
                </a:lnTo>
                <a:lnTo>
                  <a:pt x="339145" y="106294"/>
                </a:lnTo>
                <a:lnTo>
                  <a:pt x="339600" y="106382"/>
                </a:lnTo>
                <a:lnTo>
                  <a:pt x="340066" y="106462"/>
                </a:lnTo>
                <a:lnTo>
                  <a:pt x="340543" y="106535"/>
                </a:lnTo>
                <a:lnTo>
                  <a:pt x="341031" y="106600"/>
                </a:lnTo>
                <a:lnTo>
                  <a:pt x="341530" y="106657"/>
                </a:lnTo>
                <a:lnTo>
                  <a:pt x="342040" y="106707"/>
                </a:lnTo>
                <a:lnTo>
                  <a:pt x="342560" y="106749"/>
                </a:lnTo>
                <a:lnTo>
                  <a:pt x="343091" y="106783"/>
                </a:lnTo>
                <a:lnTo>
                  <a:pt x="343634" y="106810"/>
                </a:lnTo>
                <a:lnTo>
                  <a:pt x="344187" y="106829"/>
                </a:lnTo>
                <a:lnTo>
                  <a:pt x="344751" y="106840"/>
                </a:lnTo>
                <a:lnTo>
                  <a:pt x="345325" y="106844"/>
                </a:lnTo>
                <a:lnTo>
                  <a:pt x="345682" y="106843"/>
                </a:lnTo>
                <a:lnTo>
                  <a:pt x="346044" y="106837"/>
                </a:lnTo>
                <a:lnTo>
                  <a:pt x="346409" y="106829"/>
                </a:lnTo>
                <a:lnTo>
                  <a:pt x="346778" y="106817"/>
                </a:lnTo>
                <a:lnTo>
                  <a:pt x="347151" y="106801"/>
                </a:lnTo>
                <a:lnTo>
                  <a:pt x="347528" y="106782"/>
                </a:lnTo>
                <a:lnTo>
                  <a:pt x="347908" y="106760"/>
                </a:lnTo>
                <a:lnTo>
                  <a:pt x="348293" y="106734"/>
                </a:lnTo>
                <a:lnTo>
                  <a:pt x="348682" y="106704"/>
                </a:lnTo>
                <a:lnTo>
                  <a:pt x="349075" y="106672"/>
                </a:lnTo>
                <a:lnTo>
                  <a:pt x="349471" y="106635"/>
                </a:lnTo>
                <a:lnTo>
                  <a:pt x="349872" y="106596"/>
                </a:lnTo>
                <a:lnTo>
                  <a:pt x="350276" y="106552"/>
                </a:lnTo>
                <a:lnTo>
                  <a:pt x="350685" y="106506"/>
                </a:lnTo>
                <a:lnTo>
                  <a:pt x="351097" y="106456"/>
                </a:lnTo>
                <a:lnTo>
                  <a:pt x="351514" y="106402"/>
                </a:lnTo>
                <a:lnTo>
                  <a:pt x="351934" y="106345"/>
                </a:lnTo>
                <a:lnTo>
                  <a:pt x="352358" y="106285"/>
                </a:lnTo>
                <a:lnTo>
                  <a:pt x="352786" y="106221"/>
                </a:lnTo>
                <a:lnTo>
                  <a:pt x="353219" y="106154"/>
                </a:lnTo>
                <a:lnTo>
                  <a:pt x="353655" y="106083"/>
                </a:lnTo>
                <a:lnTo>
                  <a:pt x="354095" y="106009"/>
                </a:lnTo>
                <a:lnTo>
                  <a:pt x="354539" y="105931"/>
                </a:lnTo>
                <a:lnTo>
                  <a:pt x="354987" y="105850"/>
                </a:lnTo>
                <a:lnTo>
                  <a:pt x="353140" y="94554"/>
                </a:lnTo>
                <a:lnTo>
                  <a:pt x="352852" y="94583"/>
                </a:lnTo>
                <a:lnTo>
                  <a:pt x="352569" y="94611"/>
                </a:lnTo>
                <a:lnTo>
                  <a:pt x="352291" y="94638"/>
                </a:lnTo>
                <a:lnTo>
                  <a:pt x="352017" y="94663"/>
                </a:lnTo>
                <a:close/>
                <a:moveTo>
                  <a:pt x="257134" y="62249"/>
                </a:moveTo>
                <a:lnTo>
                  <a:pt x="257186" y="61121"/>
                </a:lnTo>
                <a:lnTo>
                  <a:pt x="257258" y="60025"/>
                </a:lnTo>
                <a:lnTo>
                  <a:pt x="257351" y="58962"/>
                </a:lnTo>
                <a:lnTo>
                  <a:pt x="257464" y="57931"/>
                </a:lnTo>
                <a:lnTo>
                  <a:pt x="257598" y="56932"/>
                </a:lnTo>
                <a:lnTo>
                  <a:pt x="257752" y="55966"/>
                </a:lnTo>
                <a:lnTo>
                  <a:pt x="257927" y="55032"/>
                </a:lnTo>
                <a:lnTo>
                  <a:pt x="258123" y="54130"/>
                </a:lnTo>
                <a:lnTo>
                  <a:pt x="258339" y="53261"/>
                </a:lnTo>
                <a:lnTo>
                  <a:pt x="258576" y="52424"/>
                </a:lnTo>
                <a:lnTo>
                  <a:pt x="258834" y="51619"/>
                </a:lnTo>
                <a:lnTo>
                  <a:pt x="259112" y="50847"/>
                </a:lnTo>
                <a:lnTo>
                  <a:pt x="259410" y="50107"/>
                </a:lnTo>
                <a:lnTo>
                  <a:pt x="259730" y="49399"/>
                </a:lnTo>
                <a:lnTo>
                  <a:pt x="260069" y="48724"/>
                </a:lnTo>
                <a:lnTo>
                  <a:pt x="260430" y="48082"/>
                </a:lnTo>
                <a:lnTo>
                  <a:pt x="260811" y="47471"/>
                </a:lnTo>
                <a:lnTo>
                  <a:pt x="261213" y="46893"/>
                </a:lnTo>
                <a:lnTo>
                  <a:pt x="261635" y="46347"/>
                </a:lnTo>
                <a:lnTo>
                  <a:pt x="262078" y="45834"/>
                </a:lnTo>
                <a:lnTo>
                  <a:pt x="262541" y="45353"/>
                </a:lnTo>
                <a:lnTo>
                  <a:pt x="263025" y="44904"/>
                </a:lnTo>
                <a:lnTo>
                  <a:pt x="263523" y="44480"/>
                </a:lnTo>
                <a:lnTo>
                  <a:pt x="264029" y="44075"/>
                </a:lnTo>
                <a:lnTo>
                  <a:pt x="264543" y="43687"/>
                </a:lnTo>
                <a:lnTo>
                  <a:pt x="265064" y="43317"/>
                </a:lnTo>
                <a:lnTo>
                  <a:pt x="265594" y="42966"/>
                </a:lnTo>
                <a:lnTo>
                  <a:pt x="266131" y="42632"/>
                </a:lnTo>
                <a:lnTo>
                  <a:pt x="266676" y="42317"/>
                </a:lnTo>
                <a:lnTo>
                  <a:pt x="267228" y="42019"/>
                </a:lnTo>
                <a:lnTo>
                  <a:pt x="267789" y="41740"/>
                </a:lnTo>
                <a:lnTo>
                  <a:pt x="268357" y="41478"/>
                </a:lnTo>
                <a:lnTo>
                  <a:pt x="268933" y="41235"/>
                </a:lnTo>
                <a:lnTo>
                  <a:pt x="269516" y="41010"/>
                </a:lnTo>
                <a:lnTo>
                  <a:pt x="270108" y="40802"/>
                </a:lnTo>
                <a:lnTo>
                  <a:pt x="270707" y="40613"/>
                </a:lnTo>
                <a:lnTo>
                  <a:pt x="271314" y="40442"/>
                </a:lnTo>
                <a:lnTo>
                  <a:pt x="271929" y="40288"/>
                </a:lnTo>
                <a:lnTo>
                  <a:pt x="272551" y="40153"/>
                </a:lnTo>
                <a:lnTo>
                  <a:pt x="273182" y="40036"/>
                </a:lnTo>
                <a:lnTo>
                  <a:pt x="273820" y="39937"/>
                </a:lnTo>
                <a:lnTo>
                  <a:pt x="274465" y="39856"/>
                </a:lnTo>
                <a:lnTo>
                  <a:pt x="275119" y="39793"/>
                </a:lnTo>
                <a:lnTo>
                  <a:pt x="275780" y="39747"/>
                </a:lnTo>
                <a:lnTo>
                  <a:pt x="276450" y="39720"/>
                </a:lnTo>
                <a:lnTo>
                  <a:pt x="277126" y="39711"/>
                </a:lnTo>
                <a:lnTo>
                  <a:pt x="277550" y="39715"/>
                </a:lnTo>
                <a:lnTo>
                  <a:pt x="277970" y="39727"/>
                </a:lnTo>
                <a:lnTo>
                  <a:pt x="278385" y="39748"/>
                </a:lnTo>
                <a:lnTo>
                  <a:pt x="278795" y="39776"/>
                </a:lnTo>
                <a:lnTo>
                  <a:pt x="279201" y="39812"/>
                </a:lnTo>
                <a:lnTo>
                  <a:pt x="279602" y="39856"/>
                </a:lnTo>
                <a:lnTo>
                  <a:pt x="279998" y="39908"/>
                </a:lnTo>
                <a:lnTo>
                  <a:pt x="280390" y="39968"/>
                </a:lnTo>
                <a:lnTo>
                  <a:pt x="280778" y="40036"/>
                </a:lnTo>
                <a:lnTo>
                  <a:pt x="281161" y="40113"/>
                </a:lnTo>
                <a:lnTo>
                  <a:pt x="281539" y="40197"/>
                </a:lnTo>
                <a:lnTo>
                  <a:pt x="281913" y="40289"/>
                </a:lnTo>
                <a:lnTo>
                  <a:pt x="282282" y="40389"/>
                </a:lnTo>
                <a:lnTo>
                  <a:pt x="282647" y="40498"/>
                </a:lnTo>
                <a:lnTo>
                  <a:pt x="283007" y="40614"/>
                </a:lnTo>
                <a:lnTo>
                  <a:pt x="283362" y="40739"/>
                </a:lnTo>
                <a:lnTo>
                  <a:pt x="283713" y="40871"/>
                </a:lnTo>
                <a:lnTo>
                  <a:pt x="284060" y="41011"/>
                </a:lnTo>
                <a:lnTo>
                  <a:pt x="284401" y="41160"/>
                </a:lnTo>
                <a:lnTo>
                  <a:pt x="284739" y="41316"/>
                </a:lnTo>
                <a:lnTo>
                  <a:pt x="285071" y="41481"/>
                </a:lnTo>
                <a:lnTo>
                  <a:pt x="285399" y="41653"/>
                </a:lnTo>
                <a:lnTo>
                  <a:pt x="285723" y="41834"/>
                </a:lnTo>
                <a:lnTo>
                  <a:pt x="286042" y="42022"/>
                </a:lnTo>
                <a:lnTo>
                  <a:pt x="286355" y="42218"/>
                </a:lnTo>
                <a:lnTo>
                  <a:pt x="286659" y="42418"/>
                </a:lnTo>
                <a:lnTo>
                  <a:pt x="286956" y="42625"/>
                </a:lnTo>
                <a:lnTo>
                  <a:pt x="287245" y="42836"/>
                </a:lnTo>
                <a:lnTo>
                  <a:pt x="287525" y="43053"/>
                </a:lnTo>
                <a:lnTo>
                  <a:pt x="287798" y="43276"/>
                </a:lnTo>
                <a:lnTo>
                  <a:pt x="288063" y="43504"/>
                </a:lnTo>
                <a:lnTo>
                  <a:pt x="288319" y="43737"/>
                </a:lnTo>
                <a:lnTo>
                  <a:pt x="288568" y="43976"/>
                </a:lnTo>
                <a:lnTo>
                  <a:pt x="288808" y="44220"/>
                </a:lnTo>
                <a:lnTo>
                  <a:pt x="289041" y="44470"/>
                </a:lnTo>
                <a:lnTo>
                  <a:pt x="289265" y="44725"/>
                </a:lnTo>
                <a:lnTo>
                  <a:pt x="289482" y="44985"/>
                </a:lnTo>
                <a:lnTo>
                  <a:pt x="289690" y="45251"/>
                </a:lnTo>
                <a:lnTo>
                  <a:pt x="289891" y="45523"/>
                </a:lnTo>
                <a:lnTo>
                  <a:pt x="290083" y="45799"/>
                </a:lnTo>
                <a:lnTo>
                  <a:pt x="290268" y="46082"/>
                </a:lnTo>
                <a:lnTo>
                  <a:pt x="290444" y="46369"/>
                </a:lnTo>
                <a:lnTo>
                  <a:pt x="290613" y="46662"/>
                </a:lnTo>
                <a:lnTo>
                  <a:pt x="290773" y="46961"/>
                </a:lnTo>
                <a:lnTo>
                  <a:pt x="290925" y="47265"/>
                </a:lnTo>
                <a:lnTo>
                  <a:pt x="291070" y="47574"/>
                </a:lnTo>
                <a:lnTo>
                  <a:pt x="291206" y="47889"/>
                </a:lnTo>
                <a:lnTo>
                  <a:pt x="291335" y="48210"/>
                </a:lnTo>
                <a:lnTo>
                  <a:pt x="291456" y="48539"/>
                </a:lnTo>
                <a:lnTo>
                  <a:pt x="291573" y="48883"/>
                </a:lnTo>
                <a:lnTo>
                  <a:pt x="291684" y="49240"/>
                </a:lnTo>
                <a:lnTo>
                  <a:pt x="291790" y="49611"/>
                </a:lnTo>
                <a:lnTo>
                  <a:pt x="291891" y="49996"/>
                </a:lnTo>
                <a:lnTo>
                  <a:pt x="291987" y="50394"/>
                </a:lnTo>
                <a:lnTo>
                  <a:pt x="292078" y="50806"/>
                </a:lnTo>
                <a:lnTo>
                  <a:pt x="292163" y="51232"/>
                </a:lnTo>
                <a:lnTo>
                  <a:pt x="292244" y="51672"/>
                </a:lnTo>
                <a:lnTo>
                  <a:pt x="292319" y="52125"/>
                </a:lnTo>
                <a:lnTo>
                  <a:pt x="292389" y="52592"/>
                </a:lnTo>
                <a:lnTo>
                  <a:pt x="292453" y="53072"/>
                </a:lnTo>
                <a:lnTo>
                  <a:pt x="292513" y="53567"/>
                </a:lnTo>
                <a:lnTo>
                  <a:pt x="292567" y="54075"/>
                </a:lnTo>
                <a:lnTo>
                  <a:pt x="292617" y="54597"/>
                </a:lnTo>
                <a:lnTo>
                  <a:pt x="292661" y="55132"/>
                </a:lnTo>
                <a:lnTo>
                  <a:pt x="292699" y="55681"/>
                </a:lnTo>
                <a:lnTo>
                  <a:pt x="292733" y="56244"/>
                </a:lnTo>
                <a:lnTo>
                  <a:pt x="292762" y="56821"/>
                </a:lnTo>
                <a:lnTo>
                  <a:pt x="292785" y="57411"/>
                </a:lnTo>
                <a:lnTo>
                  <a:pt x="292803" y="58015"/>
                </a:lnTo>
                <a:lnTo>
                  <a:pt x="292816" y="58633"/>
                </a:lnTo>
                <a:lnTo>
                  <a:pt x="292824" y="59264"/>
                </a:lnTo>
                <a:lnTo>
                  <a:pt x="292826" y="59909"/>
                </a:lnTo>
                <a:lnTo>
                  <a:pt x="292826" y="105850"/>
                </a:lnTo>
                <a:lnTo>
                  <a:pt x="305614" y="105850"/>
                </a:lnTo>
                <a:lnTo>
                  <a:pt x="305614" y="59461"/>
                </a:lnTo>
                <a:lnTo>
                  <a:pt x="305612" y="58730"/>
                </a:lnTo>
                <a:lnTo>
                  <a:pt x="305609" y="58018"/>
                </a:lnTo>
                <a:lnTo>
                  <a:pt x="305602" y="57324"/>
                </a:lnTo>
                <a:lnTo>
                  <a:pt x="305594" y="56649"/>
                </a:lnTo>
                <a:lnTo>
                  <a:pt x="305583" y="55992"/>
                </a:lnTo>
                <a:lnTo>
                  <a:pt x="305569" y="55354"/>
                </a:lnTo>
                <a:lnTo>
                  <a:pt x="305553" y="54734"/>
                </a:lnTo>
                <a:lnTo>
                  <a:pt x="305535" y="54133"/>
                </a:lnTo>
                <a:lnTo>
                  <a:pt x="305514" y="53550"/>
                </a:lnTo>
                <a:lnTo>
                  <a:pt x="305490" y="52986"/>
                </a:lnTo>
                <a:lnTo>
                  <a:pt x="305464" y="52440"/>
                </a:lnTo>
                <a:lnTo>
                  <a:pt x="305436" y="51913"/>
                </a:lnTo>
                <a:lnTo>
                  <a:pt x="305405" y="51404"/>
                </a:lnTo>
                <a:lnTo>
                  <a:pt x="305372" y="50914"/>
                </a:lnTo>
                <a:lnTo>
                  <a:pt x="305336" y="50442"/>
                </a:lnTo>
                <a:lnTo>
                  <a:pt x="305298" y="49989"/>
                </a:lnTo>
                <a:lnTo>
                  <a:pt x="305257" y="49554"/>
                </a:lnTo>
                <a:lnTo>
                  <a:pt x="305214" y="49138"/>
                </a:lnTo>
                <a:lnTo>
                  <a:pt x="305168" y="48740"/>
                </a:lnTo>
                <a:lnTo>
                  <a:pt x="305120" y="48361"/>
                </a:lnTo>
                <a:lnTo>
                  <a:pt x="305070" y="48000"/>
                </a:lnTo>
                <a:lnTo>
                  <a:pt x="305017" y="47658"/>
                </a:lnTo>
                <a:lnTo>
                  <a:pt x="304961" y="47334"/>
                </a:lnTo>
                <a:lnTo>
                  <a:pt x="304903" y="47029"/>
                </a:lnTo>
                <a:lnTo>
                  <a:pt x="304805" y="46575"/>
                </a:lnTo>
                <a:lnTo>
                  <a:pt x="304702" y="46127"/>
                </a:lnTo>
                <a:lnTo>
                  <a:pt x="304592" y="45684"/>
                </a:lnTo>
                <a:lnTo>
                  <a:pt x="304477" y="45247"/>
                </a:lnTo>
                <a:lnTo>
                  <a:pt x="304356" y="44814"/>
                </a:lnTo>
                <a:lnTo>
                  <a:pt x="304228" y="44387"/>
                </a:lnTo>
                <a:lnTo>
                  <a:pt x="304095" y="43965"/>
                </a:lnTo>
                <a:lnTo>
                  <a:pt x="303956" y="43548"/>
                </a:lnTo>
                <a:lnTo>
                  <a:pt x="303811" y="43136"/>
                </a:lnTo>
                <a:lnTo>
                  <a:pt x="303660" y="42729"/>
                </a:lnTo>
                <a:lnTo>
                  <a:pt x="303503" y="42328"/>
                </a:lnTo>
                <a:lnTo>
                  <a:pt x="303340" y="41931"/>
                </a:lnTo>
                <a:lnTo>
                  <a:pt x="303172" y="41540"/>
                </a:lnTo>
                <a:lnTo>
                  <a:pt x="302997" y="41154"/>
                </a:lnTo>
                <a:lnTo>
                  <a:pt x="302816" y="40774"/>
                </a:lnTo>
                <a:lnTo>
                  <a:pt x="302630" y="40398"/>
                </a:lnTo>
                <a:lnTo>
                  <a:pt x="302437" y="40028"/>
                </a:lnTo>
                <a:lnTo>
                  <a:pt x="302239" y="39663"/>
                </a:lnTo>
                <a:lnTo>
                  <a:pt x="302035" y="39303"/>
                </a:lnTo>
                <a:lnTo>
                  <a:pt x="301825" y="38948"/>
                </a:lnTo>
                <a:lnTo>
                  <a:pt x="301609" y="38598"/>
                </a:lnTo>
                <a:lnTo>
                  <a:pt x="301387" y="38254"/>
                </a:lnTo>
                <a:lnTo>
                  <a:pt x="301159" y="37914"/>
                </a:lnTo>
                <a:lnTo>
                  <a:pt x="300925" y="37580"/>
                </a:lnTo>
                <a:lnTo>
                  <a:pt x="300683" y="37251"/>
                </a:lnTo>
                <a:lnTo>
                  <a:pt x="300431" y="36928"/>
                </a:lnTo>
                <a:lnTo>
                  <a:pt x="300170" y="36610"/>
                </a:lnTo>
                <a:lnTo>
                  <a:pt x="299898" y="36297"/>
                </a:lnTo>
                <a:lnTo>
                  <a:pt x="299616" y="35989"/>
                </a:lnTo>
                <a:lnTo>
                  <a:pt x="299324" y="35687"/>
                </a:lnTo>
                <a:lnTo>
                  <a:pt x="299023" y="35389"/>
                </a:lnTo>
                <a:lnTo>
                  <a:pt x="298711" y="35098"/>
                </a:lnTo>
                <a:lnTo>
                  <a:pt x="298389" y="34811"/>
                </a:lnTo>
                <a:lnTo>
                  <a:pt x="298057" y="34530"/>
                </a:lnTo>
                <a:lnTo>
                  <a:pt x="297716" y="34254"/>
                </a:lnTo>
                <a:lnTo>
                  <a:pt x="297364" y="33984"/>
                </a:lnTo>
                <a:lnTo>
                  <a:pt x="297002" y="33719"/>
                </a:lnTo>
                <a:lnTo>
                  <a:pt x="296631" y="33459"/>
                </a:lnTo>
                <a:lnTo>
                  <a:pt x="296249" y="33204"/>
                </a:lnTo>
                <a:lnTo>
                  <a:pt x="295857" y="32955"/>
                </a:lnTo>
                <a:lnTo>
                  <a:pt x="295456" y="32711"/>
                </a:lnTo>
                <a:lnTo>
                  <a:pt x="295044" y="32472"/>
                </a:lnTo>
                <a:lnTo>
                  <a:pt x="294623" y="32239"/>
                </a:lnTo>
                <a:lnTo>
                  <a:pt x="294191" y="32010"/>
                </a:lnTo>
                <a:lnTo>
                  <a:pt x="293749" y="31788"/>
                </a:lnTo>
                <a:lnTo>
                  <a:pt x="293298" y="31570"/>
                </a:lnTo>
                <a:lnTo>
                  <a:pt x="292836" y="31358"/>
                </a:lnTo>
                <a:lnTo>
                  <a:pt x="292365" y="31151"/>
                </a:lnTo>
                <a:lnTo>
                  <a:pt x="291886" y="30951"/>
                </a:lnTo>
                <a:lnTo>
                  <a:pt x="291404" y="30760"/>
                </a:lnTo>
                <a:lnTo>
                  <a:pt x="290918" y="30577"/>
                </a:lnTo>
                <a:lnTo>
                  <a:pt x="290428" y="30402"/>
                </a:lnTo>
                <a:lnTo>
                  <a:pt x="289934" y="30236"/>
                </a:lnTo>
                <a:lnTo>
                  <a:pt x="289436" y="30079"/>
                </a:lnTo>
                <a:lnTo>
                  <a:pt x="288935" y="29930"/>
                </a:lnTo>
                <a:lnTo>
                  <a:pt x="288430" y="29789"/>
                </a:lnTo>
                <a:lnTo>
                  <a:pt x="287921" y="29658"/>
                </a:lnTo>
                <a:lnTo>
                  <a:pt x="287408" y="29534"/>
                </a:lnTo>
                <a:lnTo>
                  <a:pt x="286891" y="29419"/>
                </a:lnTo>
                <a:lnTo>
                  <a:pt x="286371" y="29313"/>
                </a:lnTo>
                <a:lnTo>
                  <a:pt x="285846" y="29215"/>
                </a:lnTo>
                <a:lnTo>
                  <a:pt x="285318" y="29126"/>
                </a:lnTo>
                <a:lnTo>
                  <a:pt x="284786" y="29045"/>
                </a:lnTo>
                <a:lnTo>
                  <a:pt x="284250" y="28973"/>
                </a:lnTo>
                <a:lnTo>
                  <a:pt x="283711" y="28909"/>
                </a:lnTo>
                <a:lnTo>
                  <a:pt x="283167" y="28853"/>
                </a:lnTo>
                <a:lnTo>
                  <a:pt x="282620" y="28807"/>
                </a:lnTo>
                <a:lnTo>
                  <a:pt x="282069" y="28768"/>
                </a:lnTo>
                <a:lnTo>
                  <a:pt x="281514" y="28738"/>
                </a:lnTo>
                <a:lnTo>
                  <a:pt x="280955" y="28717"/>
                </a:lnTo>
                <a:lnTo>
                  <a:pt x="280392" y="28704"/>
                </a:lnTo>
                <a:lnTo>
                  <a:pt x="279826" y="28700"/>
                </a:lnTo>
                <a:lnTo>
                  <a:pt x="278531" y="28722"/>
                </a:lnTo>
                <a:lnTo>
                  <a:pt x="277261" y="28786"/>
                </a:lnTo>
                <a:lnTo>
                  <a:pt x="276016" y="28893"/>
                </a:lnTo>
                <a:lnTo>
                  <a:pt x="274798" y="29044"/>
                </a:lnTo>
                <a:lnTo>
                  <a:pt x="273605" y="29237"/>
                </a:lnTo>
                <a:lnTo>
                  <a:pt x="272438" y="29473"/>
                </a:lnTo>
                <a:lnTo>
                  <a:pt x="271296" y="29752"/>
                </a:lnTo>
                <a:lnTo>
                  <a:pt x="270180" y="30074"/>
                </a:lnTo>
                <a:lnTo>
                  <a:pt x="269090" y="30438"/>
                </a:lnTo>
                <a:lnTo>
                  <a:pt x="268025" y="30846"/>
                </a:lnTo>
                <a:lnTo>
                  <a:pt x="266986" y="31297"/>
                </a:lnTo>
                <a:lnTo>
                  <a:pt x="265973" y="31790"/>
                </a:lnTo>
                <a:lnTo>
                  <a:pt x="264986" y="32327"/>
                </a:lnTo>
                <a:lnTo>
                  <a:pt x="264024" y="32906"/>
                </a:lnTo>
                <a:lnTo>
                  <a:pt x="263087" y="33529"/>
                </a:lnTo>
                <a:lnTo>
                  <a:pt x="262176" y="34194"/>
                </a:lnTo>
                <a:lnTo>
                  <a:pt x="261291" y="34902"/>
                </a:lnTo>
                <a:lnTo>
                  <a:pt x="260432" y="35653"/>
                </a:lnTo>
                <a:lnTo>
                  <a:pt x="259598" y="36447"/>
                </a:lnTo>
                <a:lnTo>
                  <a:pt x="258790" y="37284"/>
                </a:lnTo>
                <a:lnTo>
                  <a:pt x="258008" y="38164"/>
                </a:lnTo>
                <a:lnTo>
                  <a:pt x="257251" y="39087"/>
                </a:lnTo>
                <a:lnTo>
                  <a:pt x="256520" y="40053"/>
                </a:lnTo>
                <a:lnTo>
                  <a:pt x="255814" y="41061"/>
                </a:lnTo>
                <a:lnTo>
                  <a:pt x="255814" y="30405"/>
                </a:lnTo>
                <a:lnTo>
                  <a:pt x="244306" y="30405"/>
                </a:lnTo>
                <a:lnTo>
                  <a:pt x="244306" y="105850"/>
                </a:lnTo>
                <a:lnTo>
                  <a:pt x="257093" y="105850"/>
                </a:lnTo>
                <a:lnTo>
                  <a:pt x="257093" y="64602"/>
                </a:lnTo>
                <a:lnTo>
                  <a:pt x="257103" y="63409"/>
                </a:lnTo>
                <a:lnTo>
                  <a:pt x="257134" y="62249"/>
                </a:lnTo>
                <a:close/>
                <a:moveTo>
                  <a:pt x="484632" y="31271"/>
                </a:moveTo>
                <a:lnTo>
                  <a:pt x="484080" y="31008"/>
                </a:lnTo>
                <a:lnTo>
                  <a:pt x="483528" y="30759"/>
                </a:lnTo>
                <a:lnTo>
                  <a:pt x="482977" y="30524"/>
                </a:lnTo>
                <a:lnTo>
                  <a:pt x="482427" y="30303"/>
                </a:lnTo>
                <a:lnTo>
                  <a:pt x="481878" y="30096"/>
                </a:lnTo>
                <a:lnTo>
                  <a:pt x="481329" y="29904"/>
                </a:lnTo>
                <a:lnTo>
                  <a:pt x="480781" y="29726"/>
                </a:lnTo>
                <a:lnTo>
                  <a:pt x="480234" y="29562"/>
                </a:lnTo>
                <a:lnTo>
                  <a:pt x="479687" y="29412"/>
                </a:lnTo>
                <a:lnTo>
                  <a:pt x="479142" y="29277"/>
                </a:lnTo>
                <a:lnTo>
                  <a:pt x="478597" y="29156"/>
                </a:lnTo>
                <a:lnTo>
                  <a:pt x="478052" y="29049"/>
                </a:lnTo>
                <a:lnTo>
                  <a:pt x="477509" y="28957"/>
                </a:lnTo>
                <a:lnTo>
                  <a:pt x="476966" y="28878"/>
                </a:lnTo>
                <a:lnTo>
                  <a:pt x="476424" y="28814"/>
                </a:lnTo>
                <a:lnTo>
                  <a:pt x="475883" y="28764"/>
                </a:lnTo>
                <a:lnTo>
                  <a:pt x="475342" y="28729"/>
                </a:lnTo>
                <a:lnTo>
                  <a:pt x="474802" y="28707"/>
                </a:lnTo>
                <a:lnTo>
                  <a:pt x="474263" y="28700"/>
                </a:lnTo>
                <a:lnTo>
                  <a:pt x="473891" y="28705"/>
                </a:lnTo>
                <a:lnTo>
                  <a:pt x="473522" y="28718"/>
                </a:lnTo>
                <a:lnTo>
                  <a:pt x="473156" y="28740"/>
                </a:lnTo>
                <a:lnTo>
                  <a:pt x="472792" y="28771"/>
                </a:lnTo>
                <a:lnTo>
                  <a:pt x="472431" y="28811"/>
                </a:lnTo>
                <a:lnTo>
                  <a:pt x="472072" y="28859"/>
                </a:lnTo>
                <a:lnTo>
                  <a:pt x="471716" y="28917"/>
                </a:lnTo>
                <a:lnTo>
                  <a:pt x="471362" y="28983"/>
                </a:lnTo>
                <a:lnTo>
                  <a:pt x="471011" y="29058"/>
                </a:lnTo>
                <a:lnTo>
                  <a:pt x="470663" y="29142"/>
                </a:lnTo>
                <a:lnTo>
                  <a:pt x="470317" y="29235"/>
                </a:lnTo>
                <a:lnTo>
                  <a:pt x="469974" y="29336"/>
                </a:lnTo>
                <a:lnTo>
                  <a:pt x="469634" y="29447"/>
                </a:lnTo>
                <a:lnTo>
                  <a:pt x="469296" y="29566"/>
                </a:lnTo>
                <a:lnTo>
                  <a:pt x="468960" y="29694"/>
                </a:lnTo>
                <a:lnTo>
                  <a:pt x="468627" y="29831"/>
                </a:lnTo>
                <a:lnTo>
                  <a:pt x="468297" y="29977"/>
                </a:lnTo>
                <a:lnTo>
                  <a:pt x="467969" y="30131"/>
                </a:lnTo>
                <a:lnTo>
                  <a:pt x="467644" y="30295"/>
                </a:lnTo>
                <a:lnTo>
                  <a:pt x="467322" y="30467"/>
                </a:lnTo>
                <a:lnTo>
                  <a:pt x="467002" y="30648"/>
                </a:lnTo>
                <a:lnTo>
                  <a:pt x="466685" y="30838"/>
                </a:lnTo>
                <a:lnTo>
                  <a:pt x="466370" y="31037"/>
                </a:lnTo>
                <a:lnTo>
                  <a:pt x="466058" y="31244"/>
                </a:lnTo>
                <a:lnTo>
                  <a:pt x="465746" y="31466"/>
                </a:lnTo>
                <a:lnTo>
                  <a:pt x="465432" y="31706"/>
                </a:lnTo>
                <a:lnTo>
                  <a:pt x="465115" y="31965"/>
                </a:lnTo>
                <a:lnTo>
                  <a:pt x="464796" y="32243"/>
                </a:lnTo>
                <a:lnTo>
                  <a:pt x="464475" y="32540"/>
                </a:lnTo>
                <a:lnTo>
                  <a:pt x="464151" y="32856"/>
                </a:lnTo>
                <a:lnTo>
                  <a:pt x="463825" y="33191"/>
                </a:lnTo>
                <a:lnTo>
                  <a:pt x="463497" y="33545"/>
                </a:lnTo>
                <a:lnTo>
                  <a:pt x="463166" y="33917"/>
                </a:lnTo>
                <a:lnTo>
                  <a:pt x="462833" y="34309"/>
                </a:lnTo>
                <a:lnTo>
                  <a:pt x="462497" y="34719"/>
                </a:lnTo>
                <a:lnTo>
                  <a:pt x="462160" y="35148"/>
                </a:lnTo>
                <a:lnTo>
                  <a:pt x="461820" y="35596"/>
                </a:lnTo>
                <a:lnTo>
                  <a:pt x="461477" y="36063"/>
                </a:lnTo>
                <a:lnTo>
                  <a:pt x="461132" y="36549"/>
                </a:lnTo>
                <a:lnTo>
                  <a:pt x="460785" y="37054"/>
                </a:lnTo>
                <a:lnTo>
                  <a:pt x="460436" y="37577"/>
                </a:lnTo>
                <a:lnTo>
                  <a:pt x="460084" y="38120"/>
                </a:lnTo>
                <a:lnTo>
                  <a:pt x="459730" y="38681"/>
                </a:lnTo>
                <a:lnTo>
                  <a:pt x="459373" y="39262"/>
                </a:lnTo>
                <a:lnTo>
                  <a:pt x="459015" y="39861"/>
                </a:lnTo>
                <a:lnTo>
                  <a:pt x="458653" y="40479"/>
                </a:lnTo>
                <a:lnTo>
                  <a:pt x="458290" y="41116"/>
                </a:lnTo>
                <a:lnTo>
                  <a:pt x="457924" y="41772"/>
                </a:lnTo>
                <a:lnTo>
                  <a:pt x="457924" y="30405"/>
                </a:lnTo>
                <a:lnTo>
                  <a:pt x="446415" y="30405"/>
                </a:lnTo>
                <a:lnTo>
                  <a:pt x="446415" y="105850"/>
                </a:lnTo>
                <a:lnTo>
                  <a:pt x="459203" y="105850"/>
                </a:lnTo>
                <a:lnTo>
                  <a:pt x="459203" y="66307"/>
                </a:lnTo>
                <a:lnTo>
                  <a:pt x="459206" y="65634"/>
                </a:lnTo>
                <a:lnTo>
                  <a:pt x="459217" y="64965"/>
                </a:lnTo>
                <a:lnTo>
                  <a:pt x="459236" y="64300"/>
                </a:lnTo>
                <a:lnTo>
                  <a:pt x="459262" y="63640"/>
                </a:lnTo>
                <a:lnTo>
                  <a:pt x="459295" y="62985"/>
                </a:lnTo>
                <a:lnTo>
                  <a:pt x="459336" y="62333"/>
                </a:lnTo>
                <a:lnTo>
                  <a:pt x="459384" y="61687"/>
                </a:lnTo>
                <a:lnTo>
                  <a:pt x="459439" y="61044"/>
                </a:lnTo>
                <a:lnTo>
                  <a:pt x="459502" y="60407"/>
                </a:lnTo>
                <a:lnTo>
                  <a:pt x="459573" y="59773"/>
                </a:lnTo>
                <a:lnTo>
                  <a:pt x="459650" y="59144"/>
                </a:lnTo>
                <a:lnTo>
                  <a:pt x="459735" y="58520"/>
                </a:lnTo>
                <a:lnTo>
                  <a:pt x="459828" y="57900"/>
                </a:lnTo>
                <a:lnTo>
                  <a:pt x="459928" y="57284"/>
                </a:lnTo>
                <a:lnTo>
                  <a:pt x="460035" y="56673"/>
                </a:lnTo>
                <a:lnTo>
                  <a:pt x="460150" y="56066"/>
                </a:lnTo>
                <a:lnTo>
                  <a:pt x="460272" y="55464"/>
                </a:lnTo>
                <a:lnTo>
                  <a:pt x="460401" y="54866"/>
                </a:lnTo>
                <a:lnTo>
                  <a:pt x="460538" y="54273"/>
                </a:lnTo>
                <a:lnTo>
                  <a:pt x="460683" y="53684"/>
                </a:lnTo>
                <a:lnTo>
                  <a:pt x="460834" y="53100"/>
                </a:lnTo>
                <a:lnTo>
                  <a:pt x="460993" y="52520"/>
                </a:lnTo>
                <a:lnTo>
                  <a:pt x="461160" y="51944"/>
                </a:lnTo>
                <a:lnTo>
                  <a:pt x="461334" y="51373"/>
                </a:lnTo>
                <a:lnTo>
                  <a:pt x="461456" y="51003"/>
                </a:lnTo>
                <a:lnTo>
                  <a:pt x="461584" y="50640"/>
                </a:lnTo>
                <a:lnTo>
                  <a:pt x="461719" y="50284"/>
                </a:lnTo>
                <a:lnTo>
                  <a:pt x="461861" y="49934"/>
                </a:lnTo>
                <a:lnTo>
                  <a:pt x="462009" y="49591"/>
                </a:lnTo>
                <a:lnTo>
                  <a:pt x="462164" y="49255"/>
                </a:lnTo>
                <a:lnTo>
                  <a:pt x="462326" y="48926"/>
                </a:lnTo>
                <a:lnTo>
                  <a:pt x="462494" y="48604"/>
                </a:lnTo>
                <a:lnTo>
                  <a:pt x="462669" y="48288"/>
                </a:lnTo>
                <a:lnTo>
                  <a:pt x="462851" y="47979"/>
                </a:lnTo>
                <a:lnTo>
                  <a:pt x="463039" y="47677"/>
                </a:lnTo>
                <a:lnTo>
                  <a:pt x="463234" y="47382"/>
                </a:lnTo>
                <a:lnTo>
                  <a:pt x="463436" y="47094"/>
                </a:lnTo>
                <a:lnTo>
                  <a:pt x="463644" y="46812"/>
                </a:lnTo>
                <a:lnTo>
                  <a:pt x="463859" y="46537"/>
                </a:lnTo>
                <a:lnTo>
                  <a:pt x="464081" y="46269"/>
                </a:lnTo>
                <a:lnTo>
                  <a:pt x="464309" y="46008"/>
                </a:lnTo>
                <a:lnTo>
                  <a:pt x="464544" y="45753"/>
                </a:lnTo>
                <a:lnTo>
                  <a:pt x="464786" y="45506"/>
                </a:lnTo>
                <a:lnTo>
                  <a:pt x="465034" y="45265"/>
                </a:lnTo>
                <a:lnTo>
                  <a:pt x="465289" y="45031"/>
                </a:lnTo>
                <a:lnTo>
                  <a:pt x="465550" y="44803"/>
                </a:lnTo>
                <a:lnTo>
                  <a:pt x="465819" y="44583"/>
                </a:lnTo>
                <a:lnTo>
                  <a:pt x="466094" y="44369"/>
                </a:lnTo>
                <a:lnTo>
                  <a:pt x="466373" y="44163"/>
                </a:lnTo>
                <a:lnTo>
                  <a:pt x="466656" y="43965"/>
                </a:lnTo>
                <a:lnTo>
                  <a:pt x="466942" y="43777"/>
                </a:lnTo>
                <a:lnTo>
                  <a:pt x="467230" y="43597"/>
                </a:lnTo>
                <a:lnTo>
                  <a:pt x="467522" y="43426"/>
                </a:lnTo>
                <a:lnTo>
                  <a:pt x="467816" y="43264"/>
                </a:lnTo>
                <a:lnTo>
                  <a:pt x="468114" y="43110"/>
                </a:lnTo>
                <a:lnTo>
                  <a:pt x="468414" y="42965"/>
                </a:lnTo>
                <a:lnTo>
                  <a:pt x="468718" y="42829"/>
                </a:lnTo>
                <a:lnTo>
                  <a:pt x="469024" y="42702"/>
                </a:lnTo>
                <a:lnTo>
                  <a:pt x="469333" y="42584"/>
                </a:lnTo>
                <a:lnTo>
                  <a:pt x="469646" y="42474"/>
                </a:lnTo>
                <a:lnTo>
                  <a:pt x="469961" y="42373"/>
                </a:lnTo>
                <a:lnTo>
                  <a:pt x="470279" y="42281"/>
                </a:lnTo>
                <a:lnTo>
                  <a:pt x="470600" y="42198"/>
                </a:lnTo>
                <a:lnTo>
                  <a:pt x="470924" y="42123"/>
                </a:lnTo>
                <a:lnTo>
                  <a:pt x="471251" y="42058"/>
                </a:lnTo>
                <a:lnTo>
                  <a:pt x="471581" y="42001"/>
                </a:lnTo>
                <a:lnTo>
                  <a:pt x="471914" y="41952"/>
                </a:lnTo>
                <a:lnTo>
                  <a:pt x="472250" y="41913"/>
                </a:lnTo>
                <a:lnTo>
                  <a:pt x="472589" y="41882"/>
                </a:lnTo>
                <a:lnTo>
                  <a:pt x="472931" y="41860"/>
                </a:lnTo>
                <a:lnTo>
                  <a:pt x="473276" y="41847"/>
                </a:lnTo>
                <a:lnTo>
                  <a:pt x="473624" y="41843"/>
                </a:lnTo>
                <a:lnTo>
                  <a:pt x="474015" y="41847"/>
                </a:lnTo>
                <a:lnTo>
                  <a:pt x="474405" y="41862"/>
                </a:lnTo>
                <a:lnTo>
                  <a:pt x="474796" y="41886"/>
                </a:lnTo>
                <a:lnTo>
                  <a:pt x="475187" y="41920"/>
                </a:lnTo>
                <a:lnTo>
                  <a:pt x="475577" y="41963"/>
                </a:lnTo>
                <a:lnTo>
                  <a:pt x="475968" y="42016"/>
                </a:lnTo>
                <a:lnTo>
                  <a:pt x="476359" y="42078"/>
                </a:lnTo>
                <a:lnTo>
                  <a:pt x="476750" y="42150"/>
                </a:lnTo>
                <a:lnTo>
                  <a:pt x="477140" y="42232"/>
                </a:lnTo>
                <a:lnTo>
                  <a:pt x="477531" y="42324"/>
                </a:lnTo>
                <a:lnTo>
                  <a:pt x="477922" y="42425"/>
                </a:lnTo>
                <a:lnTo>
                  <a:pt x="478312" y="42535"/>
                </a:lnTo>
                <a:lnTo>
                  <a:pt x="478703" y="42656"/>
                </a:lnTo>
                <a:lnTo>
                  <a:pt x="479094" y="42785"/>
                </a:lnTo>
                <a:lnTo>
                  <a:pt x="479485" y="42925"/>
                </a:lnTo>
                <a:lnTo>
                  <a:pt x="479875" y="43074"/>
                </a:lnTo>
                <a:lnTo>
                  <a:pt x="480266" y="43233"/>
                </a:lnTo>
                <a:lnTo>
                  <a:pt x="480657" y="43401"/>
                </a:lnTo>
                <a:lnTo>
                  <a:pt x="481047" y="43579"/>
                </a:lnTo>
                <a:lnTo>
                  <a:pt x="481438" y="43767"/>
                </a:lnTo>
                <a:lnTo>
                  <a:pt x="481829" y="43964"/>
                </a:lnTo>
                <a:lnTo>
                  <a:pt x="482220" y="44171"/>
                </a:lnTo>
                <a:lnTo>
                  <a:pt x="482610" y="44387"/>
                </a:lnTo>
                <a:lnTo>
                  <a:pt x="483001" y="44613"/>
                </a:lnTo>
                <a:lnTo>
                  <a:pt x="486766" y="34519"/>
                </a:lnTo>
                <a:lnTo>
                  <a:pt x="486766" y="40351"/>
                </a:lnTo>
                <a:lnTo>
                  <a:pt x="498061" y="40351"/>
                </a:lnTo>
                <a:lnTo>
                  <a:pt x="498061" y="105850"/>
                </a:lnTo>
                <a:lnTo>
                  <a:pt x="510777" y="105850"/>
                </a:lnTo>
                <a:lnTo>
                  <a:pt x="510777" y="40351"/>
                </a:lnTo>
                <a:lnTo>
                  <a:pt x="525482" y="40351"/>
                </a:lnTo>
                <a:lnTo>
                  <a:pt x="525482" y="30405"/>
                </a:lnTo>
                <a:lnTo>
                  <a:pt x="510777" y="30405"/>
                </a:lnTo>
                <a:lnTo>
                  <a:pt x="510777" y="23470"/>
                </a:lnTo>
                <a:lnTo>
                  <a:pt x="510781" y="22911"/>
                </a:lnTo>
                <a:lnTo>
                  <a:pt x="510794" y="22368"/>
                </a:lnTo>
                <a:lnTo>
                  <a:pt x="510815" y="21839"/>
                </a:lnTo>
                <a:lnTo>
                  <a:pt x="510844" y="21325"/>
                </a:lnTo>
                <a:lnTo>
                  <a:pt x="510882" y="20827"/>
                </a:lnTo>
                <a:lnTo>
                  <a:pt x="510928" y="20343"/>
                </a:lnTo>
                <a:lnTo>
                  <a:pt x="510983" y="19874"/>
                </a:lnTo>
                <a:lnTo>
                  <a:pt x="511045" y="19421"/>
                </a:lnTo>
                <a:lnTo>
                  <a:pt x="511117" y="18982"/>
                </a:lnTo>
                <a:lnTo>
                  <a:pt x="511196" y="18558"/>
                </a:lnTo>
                <a:lnTo>
                  <a:pt x="511284" y="18149"/>
                </a:lnTo>
                <a:lnTo>
                  <a:pt x="511381" y="17756"/>
                </a:lnTo>
                <a:lnTo>
                  <a:pt x="511486" y="17377"/>
                </a:lnTo>
                <a:lnTo>
                  <a:pt x="511599" y="17013"/>
                </a:lnTo>
                <a:lnTo>
                  <a:pt x="511721" y="16664"/>
                </a:lnTo>
                <a:lnTo>
                  <a:pt x="511851" y="16330"/>
                </a:lnTo>
                <a:lnTo>
                  <a:pt x="511989" y="16011"/>
                </a:lnTo>
                <a:lnTo>
                  <a:pt x="512136" y="15708"/>
                </a:lnTo>
                <a:lnTo>
                  <a:pt x="512291" y="15419"/>
                </a:lnTo>
                <a:lnTo>
                  <a:pt x="512454" y="15145"/>
                </a:lnTo>
                <a:lnTo>
                  <a:pt x="512626" y="14886"/>
                </a:lnTo>
                <a:lnTo>
                  <a:pt x="512807" y="14642"/>
                </a:lnTo>
                <a:lnTo>
                  <a:pt x="512995" y="14413"/>
                </a:lnTo>
                <a:lnTo>
                  <a:pt x="513192" y="14199"/>
                </a:lnTo>
                <a:lnTo>
                  <a:pt x="513400" y="13997"/>
                </a:lnTo>
                <a:lnTo>
                  <a:pt x="513619" y="13803"/>
                </a:lnTo>
                <a:lnTo>
                  <a:pt x="513850" y="13618"/>
                </a:lnTo>
                <a:lnTo>
                  <a:pt x="514092" y="13442"/>
                </a:lnTo>
                <a:lnTo>
                  <a:pt x="514347" y="13274"/>
                </a:lnTo>
                <a:lnTo>
                  <a:pt x="514613" y="13115"/>
                </a:lnTo>
                <a:lnTo>
                  <a:pt x="514891" y="12965"/>
                </a:lnTo>
                <a:lnTo>
                  <a:pt x="515182" y="12823"/>
                </a:lnTo>
                <a:lnTo>
                  <a:pt x="515483" y="12689"/>
                </a:lnTo>
                <a:lnTo>
                  <a:pt x="515797" y="12565"/>
                </a:lnTo>
                <a:lnTo>
                  <a:pt x="516123" y="12449"/>
                </a:lnTo>
                <a:lnTo>
                  <a:pt x="516460" y="12341"/>
                </a:lnTo>
                <a:lnTo>
                  <a:pt x="516810" y="12242"/>
                </a:lnTo>
                <a:lnTo>
                  <a:pt x="517171" y="12152"/>
                </a:lnTo>
                <a:lnTo>
                  <a:pt x="517544" y="12070"/>
                </a:lnTo>
                <a:lnTo>
                  <a:pt x="517928" y="11997"/>
                </a:lnTo>
                <a:lnTo>
                  <a:pt x="518325" y="11932"/>
                </a:lnTo>
                <a:lnTo>
                  <a:pt x="518734" y="11876"/>
                </a:lnTo>
                <a:lnTo>
                  <a:pt x="519154" y="11829"/>
                </a:lnTo>
                <a:lnTo>
                  <a:pt x="519586" y="11790"/>
                </a:lnTo>
                <a:lnTo>
                  <a:pt x="520030" y="11760"/>
                </a:lnTo>
                <a:lnTo>
                  <a:pt x="520486" y="11739"/>
                </a:lnTo>
                <a:lnTo>
                  <a:pt x="520954" y="11726"/>
                </a:lnTo>
                <a:lnTo>
                  <a:pt x="521433" y="11722"/>
                </a:lnTo>
                <a:lnTo>
                  <a:pt x="521730" y="11723"/>
                </a:lnTo>
                <a:lnTo>
                  <a:pt x="522028" y="11727"/>
                </a:lnTo>
                <a:lnTo>
                  <a:pt x="522328" y="11733"/>
                </a:lnTo>
                <a:lnTo>
                  <a:pt x="522629" y="11741"/>
                </a:lnTo>
                <a:lnTo>
                  <a:pt x="522932" y="11752"/>
                </a:lnTo>
                <a:lnTo>
                  <a:pt x="523236" y="11766"/>
                </a:lnTo>
                <a:lnTo>
                  <a:pt x="523541" y="11782"/>
                </a:lnTo>
                <a:lnTo>
                  <a:pt x="523848" y="11801"/>
                </a:lnTo>
                <a:lnTo>
                  <a:pt x="524157" y="11822"/>
                </a:lnTo>
                <a:lnTo>
                  <a:pt x="524467" y="11845"/>
                </a:lnTo>
                <a:lnTo>
                  <a:pt x="524779" y="11871"/>
                </a:lnTo>
                <a:lnTo>
                  <a:pt x="525092" y="11899"/>
                </a:lnTo>
                <a:lnTo>
                  <a:pt x="525406" y="11930"/>
                </a:lnTo>
                <a:lnTo>
                  <a:pt x="525722" y="11963"/>
                </a:lnTo>
                <a:lnTo>
                  <a:pt x="526040" y="11999"/>
                </a:lnTo>
                <a:lnTo>
                  <a:pt x="526359" y="12037"/>
                </a:lnTo>
                <a:lnTo>
                  <a:pt x="526679" y="12078"/>
                </a:lnTo>
                <a:lnTo>
                  <a:pt x="527001" y="12121"/>
                </a:lnTo>
                <a:lnTo>
                  <a:pt x="527324" y="12167"/>
                </a:lnTo>
                <a:lnTo>
                  <a:pt x="527649" y="12215"/>
                </a:lnTo>
                <a:lnTo>
                  <a:pt x="527975" y="12266"/>
                </a:lnTo>
                <a:lnTo>
                  <a:pt x="528303" y="12319"/>
                </a:lnTo>
                <a:lnTo>
                  <a:pt x="528633" y="12374"/>
                </a:lnTo>
                <a:lnTo>
                  <a:pt x="528963" y="12432"/>
                </a:lnTo>
                <a:lnTo>
                  <a:pt x="530881" y="1279"/>
                </a:lnTo>
                <a:lnTo>
                  <a:pt x="530339" y="1174"/>
                </a:lnTo>
                <a:lnTo>
                  <a:pt x="529800" y="1074"/>
                </a:lnTo>
                <a:lnTo>
                  <a:pt x="529265" y="979"/>
                </a:lnTo>
                <a:lnTo>
                  <a:pt x="528734" y="888"/>
                </a:lnTo>
                <a:lnTo>
                  <a:pt x="528208" y="801"/>
                </a:lnTo>
                <a:lnTo>
                  <a:pt x="527685" y="719"/>
                </a:lnTo>
                <a:lnTo>
                  <a:pt x="527166" y="642"/>
                </a:lnTo>
                <a:lnTo>
                  <a:pt x="526651" y="568"/>
                </a:lnTo>
                <a:lnTo>
                  <a:pt x="526139" y="500"/>
                </a:lnTo>
                <a:lnTo>
                  <a:pt x="525632" y="435"/>
                </a:lnTo>
                <a:lnTo>
                  <a:pt x="525129" y="375"/>
                </a:lnTo>
                <a:lnTo>
                  <a:pt x="524630" y="320"/>
                </a:lnTo>
                <a:lnTo>
                  <a:pt x="524135" y="269"/>
                </a:lnTo>
                <a:lnTo>
                  <a:pt x="523643" y="222"/>
                </a:lnTo>
                <a:lnTo>
                  <a:pt x="523156" y="180"/>
                </a:lnTo>
                <a:lnTo>
                  <a:pt x="522672" y="142"/>
                </a:lnTo>
                <a:lnTo>
                  <a:pt x="522193" y="109"/>
                </a:lnTo>
                <a:lnTo>
                  <a:pt x="521717" y="80"/>
                </a:lnTo>
                <a:lnTo>
                  <a:pt x="521246" y="56"/>
                </a:lnTo>
                <a:lnTo>
                  <a:pt x="520778" y="36"/>
                </a:lnTo>
                <a:lnTo>
                  <a:pt x="520314" y="20"/>
                </a:lnTo>
                <a:lnTo>
                  <a:pt x="519854" y="9"/>
                </a:lnTo>
                <a:lnTo>
                  <a:pt x="519399" y="2"/>
                </a:lnTo>
                <a:lnTo>
                  <a:pt x="518947" y="0"/>
                </a:lnTo>
                <a:lnTo>
                  <a:pt x="518255" y="5"/>
                </a:lnTo>
                <a:lnTo>
                  <a:pt x="517575" y="21"/>
                </a:lnTo>
                <a:lnTo>
                  <a:pt x="516909" y="48"/>
                </a:lnTo>
                <a:lnTo>
                  <a:pt x="516256" y="86"/>
                </a:lnTo>
                <a:lnTo>
                  <a:pt x="515616" y="134"/>
                </a:lnTo>
                <a:lnTo>
                  <a:pt x="514988" y="193"/>
                </a:lnTo>
                <a:lnTo>
                  <a:pt x="514374" y="262"/>
                </a:lnTo>
                <a:lnTo>
                  <a:pt x="513773" y="343"/>
                </a:lnTo>
                <a:lnTo>
                  <a:pt x="513184" y="434"/>
                </a:lnTo>
                <a:lnTo>
                  <a:pt x="512609" y="535"/>
                </a:lnTo>
                <a:lnTo>
                  <a:pt x="512046" y="648"/>
                </a:lnTo>
                <a:lnTo>
                  <a:pt x="511496" y="771"/>
                </a:lnTo>
                <a:lnTo>
                  <a:pt x="510960" y="905"/>
                </a:lnTo>
                <a:lnTo>
                  <a:pt x="510436" y="1049"/>
                </a:lnTo>
                <a:lnTo>
                  <a:pt x="509925" y="1205"/>
                </a:lnTo>
                <a:lnTo>
                  <a:pt x="509427" y="1370"/>
                </a:lnTo>
                <a:lnTo>
                  <a:pt x="508942" y="1547"/>
                </a:lnTo>
                <a:lnTo>
                  <a:pt x="508470" y="1735"/>
                </a:lnTo>
                <a:lnTo>
                  <a:pt x="508011" y="1933"/>
                </a:lnTo>
                <a:lnTo>
                  <a:pt x="507565" y="2141"/>
                </a:lnTo>
                <a:lnTo>
                  <a:pt x="507132" y="2361"/>
                </a:lnTo>
                <a:lnTo>
                  <a:pt x="506712" y="2591"/>
                </a:lnTo>
                <a:lnTo>
                  <a:pt x="506305" y="2832"/>
                </a:lnTo>
                <a:lnTo>
                  <a:pt x="505911" y="3084"/>
                </a:lnTo>
                <a:lnTo>
                  <a:pt x="505528" y="3344"/>
                </a:lnTo>
                <a:lnTo>
                  <a:pt x="505155" y="3611"/>
                </a:lnTo>
                <a:lnTo>
                  <a:pt x="504791" y="3884"/>
                </a:lnTo>
                <a:lnTo>
                  <a:pt x="504438" y="4164"/>
                </a:lnTo>
                <a:lnTo>
                  <a:pt x="504094" y="4450"/>
                </a:lnTo>
                <a:lnTo>
                  <a:pt x="503760" y="4743"/>
                </a:lnTo>
                <a:lnTo>
                  <a:pt x="503435" y="5042"/>
                </a:lnTo>
                <a:lnTo>
                  <a:pt x="503121" y="5348"/>
                </a:lnTo>
                <a:lnTo>
                  <a:pt x="502816" y="5660"/>
                </a:lnTo>
                <a:lnTo>
                  <a:pt x="502520" y="5979"/>
                </a:lnTo>
                <a:lnTo>
                  <a:pt x="502235" y="6304"/>
                </a:lnTo>
                <a:lnTo>
                  <a:pt x="501959" y="6636"/>
                </a:lnTo>
                <a:lnTo>
                  <a:pt x="501693" y="6975"/>
                </a:lnTo>
                <a:lnTo>
                  <a:pt x="501437" y="7319"/>
                </a:lnTo>
                <a:lnTo>
                  <a:pt x="501191" y="7671"/>
                </a:lnTo>
                <a:lnTo>
                  <a:pt x="500954" y="8029"/>
                </a:lnTo>
                <a:lnTo>
                  <a:pt x="500727" y="8393"/>
                </a:lnTo>
                <a:lnTo>
                  <a:pt x="500510" y="8764"/>
                </a:lnTo>
                <a:lnTo>
                  <a:pt x="500302" y="9142"/>
                </a:lnTo>
                <a:lnTo>
                  <a:pt x="500104" y="9526"/>
                </a:lnTo>
                <a:lnTo>
                  <a:pt x="499916" y="9916"/>
                </a:lnTo>
                <a:lnTo>
                  <a:pt x="499738" y="10313"/>
                </a:lnTo>
                <a:lnTo>
                  <a:pt x="499569" y="10717"/>
                </a:lnTo>
                <a:lnTo>
                  <a:pt x="499411" y="11127"/>
                </a:lnTo>
                <a:lnTo>
                  <a:pt x="499301" y="11441"/>
                </a:lnTo>
                <a:lnTo>
                  <a:pt x="499195" y="11768"/>
                </a:lnTo>
                <a:lnTo>
                  <a:pt x="499094" y="12109"/>
                </a:lnTo>
                <a:lnTo>
                  <a:pt x="498998" y="12463"/>
                </a:lnTo>
                <a:lnTo>
                  <a:pt x="498907" y="12831"/>
                </a:lnTo>
                <a:lnTo>
                  <a:pt x="498820" y="13213"/>
                </a:lnTo>
                <a:lnTo>
                  <a:pt x="498738" y="13608"/>
                </a:lnTo>
                <a:lnTo>
                  <a:pt x="498661" y="14017"/>
                </a:lnTo>
                <a:lnTo>
                  <a:pt x="498588" y="14439"/>
                </a:lnTo>
                <a:lnTo>
                  <a:pt x="498520" y="14874"/>
                </a:lnTo>
                <a:lnTo>
                  <a:pt x="498457" y="15324"/>
                </a:lnTo>
                <a:lnTo>
                  <a:pt x="498398" y="15786"/>
                </a:lnTo>
                <a:lnTo>
                  <a:pt x="498344" y="16263"/>
                </a:lnTo>
                <a:lnTo>
                  <a:pt x="498295" y="16753"/>
                </a:lnTo>
                <a:lnTo>
                  <a:pt x="498251" y="17256"/>
                </a:lnTo>
                <a:lnTo>
                  <a:pt x="498211" y="17773"/>
                </a:lnTo>
                <a:lnTo>
                  <a:pt x="498176" y="18303"/>
                </a:lnTo>
                <a:lnTo>
                  <a:pt x="498145" y="18847"/>
                </a:lnTo>
                <a:lnTo>
                  <a:pt x="498119" y="19405"/>
                </a:lnTo>
                <a:lnTo>
                  <a:pt x="498098" y="19976"/>
                </a:lnTo>
                <a:lnTo>
                  <a:pt x="498082" y="20560"/>
                </a:lnTo>
                <a:lnTo>
                  <a:pt x="498070" y="21159"/>
                </a:lnTo>
                <a:lnTo>
                  <a:pt x="498063" y="21770"/>
                </a:lnTo>
                <a:lnTo>
                  <a:pt x="498061" y="22395"/>
                </a:lnTo>
                <a:lnTo>
                  <a:pt x="498061" y="30405"/>
                </a:lnTo>
                <a:lnTo>
                  <a:pt x="486766" y="30405"/>
                </a:lnTo>
                <a:lnTo>
                  <a:pt x="486766" y="32420"/>
                </a:lnTo>
                <a:lnTo>
                  <a:pt x="486294" y="32147"/>
                </a:lnTo>
                <a:lnTo>
                  <a:pt x="485739" y="31841"/>
                </a:lnTo>
                <a:lnTo>
                  <a:pt x="485186" y="31549"/>
                </a:lnTo>
                <a:lnTo>
                  <a:pt x="484632" y="31271"/>
                </a:lnTo>
                <a:close/>
                <a:moveTo>
                  <a:pt x="416261" y="84108"/>
                </a:moveTo>
                <a:lnTo>
                  <a:pt x="415986" y="84708"/>
                </a:lnTo>
                <a:lnTo>
                  <a:pt x="415704" y="85294"/>
                </a:lnTo>
                <a:lnTo>
                  <a:pt x="415414" y="85864"/>
                </a:lnTo>
                <a:lnTo>
                  <a:pt x="415118" y="86419"/>
                </a:lnTo>
                <a:lnTo>
                  <a:pt x="414815" y="86959"/>
                </a:lnTo>
                <a:lnTo>
                  <a:pt x="414504" y="87484"/>
                </a:lnTo>
                <a:lnTo>
                  <a:pt x="414186" y="87994"/>
                </a:lnTo>
                <a:lnTo>
                  <a:pt x="413861" y="88488"/>
                </a:lnTo>
                <a:lnTo>
                  <a:pt x="413529" y="88968"/>
                </a:lnTo>
                <a:lnTo>
                  <a:pt x="413190" y="89432"/>
                </a:lnTo>
                <a:lnTo>
                  <a:pt x="412843" y="89881"/>
                </a:lnTo>
                <a:lnTo>
                  <a:pt x="412490" y="90315"/>
                </a:lnTo>
                <a:lnTo>
                  <a:pt x="412129" y="90733"/>
                </a:lnTo>
                <a:lnTo>
                  <a:pt x="411761" y="91137"/>
                </a:lnTo>
                <a:lnTo>
                  <a:pt x="411386" y="91525"/>
                </a:lnTo>
                <a:lnTo>
                  <a:pt x="411004" y="91899"/>
                </a:lnTo>
                <a:lnTo>
                  <a:pt x="410614" y="92257"/>
                </a:lnTo>
                <a:lnTo>
                  <a:pt x="410218" y="92600"/>
                </a:lnTo>
                <a:lnTo>
                  <a:pt x="409814" y="92927"/>
                </a:lnTo>
                <a:lnTo>
                  <a:pt x="409403" y="93240"/>
                </a:lnTo>
                <a:lnTo>
                  <a:pt x="408985" y="93539"/>
                </a:lnTo>
                <a:lnTo>
                  <a:pt x="408560" y="93824"/>
                </a:lnTo>
                <a:lnTo>
                  <a:pt x="408128" y="94098"/>
                </a:lnTo>
                <a:lnTo>
                  <a:pt x="407688" y="94358"/>
                </a:lnTo>
                <a:lnTo>
                  <a:pt x="407242" y="94606"/>
                </a:lnTo>
                <a:lnTo>
                  <a:pt x="406788" y="94841"/>
                </a:lnTo>
                <a:lnTo>
                  <a:pt x="406327" y="95063"/>
                </a:lnTo>
                <a:lnTo>
                  <a:pt x="405859" y="95273"/>
                </a:lnTo>
                <a:lnTo>
                  <a:pt x="405384" y="95470"/>
                </a:lnTo>
                <a:lnTo>
                  <a:pt x="404902" y="95654"/>
                </a:lnTo>
                <a:lnTo>
                  <a:pt x="404412" y="95825"/>
                </a:lnTo>
                <a:lnTo>
                  <a:pt x="403915" y="95984"/>
                </a:lnTo>
                <a:lnTo>
                  <a:pt x="403412" y="96130"/>
                </a:lnTo>
                <a:lnTo>
                  <a:pt x="402901" y="96264"/>
                </a:lnTo>
                <a:lnTo>
                  <a:pt x="402382" y="96384"/>
                </a:lnTo>
                <a:lnTo>
                  <a:pt x="401857" y="96492"/>
                </a:lnTo>
                <a:lnTo>
                  <a:pt x="401325" y="96587"/>
                </a:lnTo>
                <a:lnTo>
                  <a:pt x="400785" y="96670"/>
                </a:lnTo>
                <a:lnTo>
                  <a:pt x="400238" y="96740"/>
                </a:lnTo>
                <a:lnTo>
                  <a:pt x="399685" y="96797"/>
                </a:lnTo>
                <a:lnTo>
                  <a:pt x="399124" y="96842"/>
                </a:lnTo>
                <a:lnTo>
                  <a:pt x="398555" y="96873"/>
                </a:lnTo>
                <a:lnTo>
                  <a:pt x="397980" y="96892"/>
                </a:lnTo>
                <a:lnTo>
                  <a:pt x="397397" y="96899"/>
                </a:lnTo>
                <a:lnTo>
                  <a:pt x="396616" y="96887"/>
                </a:lnTo>
                <a:lnTo>
                  <a:pt x="395844" y="96853"/>
                </a:lnTo>
                <a:lnTo>
                  <a:pt x="395084" y="96796"/>
                </a:lnTo>
                <a:lnTo>
                  <a:pt x="394335" y="96716"/>
                </a:lnTo>
                <a:lnTo>
                  <a:pt x="393596" y="96613"/>
                </a:lnTo>
                <a:lnTo>
                  <a:pt x="392869" y="96487"/>
                </a:lnTo>
                <a:lnTo>
                  <a:pt x="392152" y="96338"/>
                </a:lnTo>
                <a:lnTo>
                  <a:pt x="391446" y="96167"/>
                </a:lnTo>
                <a:lnTo>
                  <a:pt x="390751" y="95972"/>
                </a:lnTo>
                <a:lnTo>
                  <a:pt x="390067" y="95755"/>
                </a:lnTo>
                <a:lnTo>
                  <a:pt x="389393" y="95515"/>
                </a:lnTo>
                <a:lnTo>
                  <a:pt x="388731" y="95251"/>
                </a:lnTo>
                <a:lnTo>
                  <a:pt x="388079" y="94965"/>
                </a:lnTo>
                <a:lnTo>
                  <a:pt x="387438" y="94657"/>
                </a:lnTo>
                <a:lnTo>
                  <a:pt x="386808" y="94325"/>
                </a:lnTo>
                <a:lnTo>
                  <a:pt x="386189" y="93970"/>
                </a:lnTo>
                <a:lnTo>
                  <a:pt x="385581" y="93593"/>
                </a:lnTo>
                <a:lnTo>
                  <a:pt x="384983" y="93192"/>
                </a:lnTo>
                <a:lnTo>
                  <a:pt x="384397" y="92769"/>
                </a:lnTo>
                <a:lnTo>
                  <a:pt x="383821" y="92323"/>
                </a:lnTo>
                <a:lnTo>
                  <a:pt x="383256" y="91854"/>
                </a:lnTo>
                <a:lnTo>
                  <a:pt x="382702" y="91362"/>
                </a:lnTo>
                <a:lnTo>
                  <a:pt x="382159" y="90847"/>
                </a:lnTo>
                <a:lnTo>
                  <a:pt x="381627" y="90310"/>
                </a:lnTo>
                <a:lnTo>
                  <a:pt x="381109" y="89751"/>
                </a:lnTo>
                <a:lnTo>
                  <a:pt x="380612" y="89171"/>
                </a:lnTo>
                <a:lnTo>
                  <a:pt x="380134" y="88572"/>
                </a:lnTo>
                <a:lnTo>
                  <a:pt x="379675" y="87952"/>
                </a:lnTo>
                <a:lnTo>
                  <a:pt x="379236" y="87312"/>
                </a:lnTo>
                <a:lnTo>
                  <a:pt x="378816" y="86652"/>
                </a:lnTo>
                <a:lnTo>
                  <a:pt x="378416" y="85972"/>
                </a:lnTo>
                <a:lnTo>
                  <a:pt x="378035" y="85272"/>
                </a:lnTo>
                <a:lnTo>
                  <a:pt x="377674" y="84551"/>
                </a:lnTo>
                <a:lnTo>
                  <a:pt x="377332" y="83811"/>
                </a:lnTo>
                <a:lnTo>
                  <a:pt x="377010" y="83050"/>
                </a:lnTo>
                <a:lnTo>
                  <a:pt x="376707" y="82269"/>
                </a:lnTo>
                <a:lnTo>
                  <a:pt x="376424" y="81468"/>
                </a:lnTo>
                <a:lnTo>
                  <a:pt x="376160" y="80646"/>
                </a:lnTo>
                <a:lnTo>
                  <a:pt x="375916" y="79805"/>
                </a:lnTo>
                <a:lnTo>
                  <a:pt x="375691" y="78943"/>
                </a:lnTo>
                <a:lnTo>
                  <a:pt x="375485" y="78061"/>
                </a:lnTo>
                <a:lnTo>
                  <a:pt x="375300" y="77160"/>
                </a:lnTo>
                <a:lnTo>
                  <a:pt x="375133" y="76237"/>
                </a:lnTo>
                <a:lnTo>
                  <a:pt x="374986" y="75295"/>
                </a:lnTo>
                <a:lnTo>
                  <a:pt x="374859" y="74333"/>
                </a:lnTo>
                <a:lnTo>
                  <a:pt x="374751" y="73350"/>
                </a:lnTo>
                <a:lnTo>
                  <a:pt x="374663" y="72347"/>
                </a:lnTo>
                <a:lnTo>
                  <a:pt x="374594" y="71324"/>
                </a:lnTo>
                <a:lnTo>
                  <a:pt x="430857" y="71324"/>
                </a:lnTo>
                <a:lnTo>
                  <a:pt x="430863" y="71137"/>
                </a:lnTo>
                <a:lnTo>
                  <a:pt x="430869" y="70954"/>
                </a:lnTo>
                <a:lnTo>
                  <a:pt x="430874" y="70775"/>
                </a:lnTo>
                <a:lnTo>
                  <a:pt x="430879" y="70599"/>
                </a:lnTo>
                <a:lnTo>
                  <a:pt x="430884" y="70428"/>
                </a:lnTo>
                <a:lnTo>
                  <a:pt x="430888" y="70261"/>
                </a:lnTo>
                <a:lnTo>
                  <a:pt x="430893" y="70097"/>
                </a:lnTo>
                <a:lnTo>
                  <a:pt x="430897" y="69938"/>
                </a:lnTo>
                <a:lnTo>
                  <a:pt x="430901" y="69782"/>
                </a:lnTo>
                <a:lnTo>
                  <a:pt x="430904" y="69630"/>
                </a:lnTo>
                <a:lnTo>
                  <a:pt x="430908" y="69483"/>
                </a:lnTo>
                <a:lnTo>
                  <a:pt x="430911" y="69339"/>
                </a:lnTo>
                <a:lnTo>
                  <a:pt x="430913" y="69199"/>
                </a:lnTo>
                <a:lnTo>
                  <a:pt x="430916" y="69063"/>
                </a:lnTo>
                <a:lnTo>
                  <a:pt x="430918" y="68931"/>
                </a:lnTo>
                <a:lnTo>
                  <a:pt x="430921" y="68803"/>
                </a:lnTo>
                <a:lnTo>
                  <a:pt x="430922" y="68679"/>
                </a:lnTo>
                <a:lnTo>
                  <a:pt x="430924" y="68559"/>
                </a:lnTo>
                <a:lnTo>
                  <a:pt x="430925" y="68443"/>
                </a:lnTo>
                <a:lnTo>
                  <a:pt x="430926" y="68331"/>
                </a:lnTo>
                <a:lnTo>
                  <a:pt x="430927" y="68222"/>
                </a:lnTo>
                <a:lnTo>
                  <a:pt x="430928" y="68118"/>
                </a:lnTo>
                <a:lnTo>
                  <a:pt x="430928" y="68017"/>
                </a:lnTo>
                <a:lnTo>
                  <a:pt x="430928" y="67921"/>
                </a:lnTo>
                <a:lnTo>
                  <a:pt x="430912" y="66381"/>
                </a:lnTo>
                <a:lnTo>
                  <a:pt x="430862" y="64870"/>
                </a:lnTo>
                <a:lnTo>
                  <a:pt x="430779" y="63389"/>
                </a:lnTo>
                <a:lnTo>
                  <a:pt x="430662" y="61936"/>
                </a:lnTo>
                <a:lnTo>
                  <a:pt x="430512" y="60512"/>
                </a:lnTo>
                <a:lnTo>
                  <a:pt x="430329" y="59118"/>
                </a:lnTo>
                <a:lnTo>
                  <a:pt x="430113" y="57752"/>
                </a:lnTo>
                <a:lnTo>
                  <a:pt x="429863" y="56416"/>
                </a:lnTo>
                <a:lnTo>
                  <a:pt x="429580" y="55109"/>
                </a:lnTo>
                <a:lnTo>
                  <a:pt x="429263" y="53830"/>
                </a:lnTo>
                <a:lnTo>
                  <a:pt x="428914" y="52581"/>
                </a:lnTo>
                <a:lnTo>
                  <a:pt x="428531" y="51361"/>
                </a:lnTo>
                <a:lnTo>
                  <a:pt x="428115" y="50170"/>
                </a:lnTo>
                <a:lnTo>
                  <a:pt x="427665" y="49008"/>
                </a:lnTo>
                <a:lnTo>
                  <a:pt x="427182" y="47875"/>
                </a:lnTo>
                <a:lnTo>
                  <a:pt x="426666" y="46771"/>
                </a:lnTo>
                <a:lnTo>
                  <a:pt x="426117" y="45696"/>
                </a:lnTo>
                <a:lnTo>
                  <a:pt x="425534" y="44650"/>
                </a:lnTo>
                <a:lnTo>
                  <a:pt x="424918" y="43633"/>
                </a:lnTo>
                <a:lnTo>
                  <a:pt x="424268" y="42646"/>
                </a:lnTo>
                <a:lnTo>
                  <a:pt x="423586" y="41687"/>
                </a:lnTo>
                <a:lnTo>
                  <a:pt x="422870" y="40757"/>
                </a:lnTo>
                <a:lnTo>
                  <a:pt x="422121" y="39857"/>
                </a:lnTo>
                <a:lnTo>
                  <a:pt x="421338" y="38985"/>
                </a:lnTo>
                <a:lnTo>
                  <a:pt x="420529" y="38146"/>
                </a:lnTo>
                <a:lnTo>
                  <a:pt x="419701" y="37343"/>
                </a:lnTo>
                <a:lnTo>
                  <a:pt x="418854" y="36575"/>
                </a:lnTo>
                <a:lnTo>
                  <a:pt x="417987" y="35843"/>
                </a:lnTo>
                <a:lnTo>
                  <a:pt x="417101" y="35146"/>
                </a:lnTo>
                <a:lnTo>
                  <a:pt x="416196" y="34486"/>
                </a:lnTo>
                <a:lnTo>
                  <a:pt x="415272" y="33861"/>
                </a:lnTo>
                <a:lnTo>
                  <a:pt x="414329" y="33271"/>
                </a:lnTo>
                <a:lnTo>
                  <a:pt x="413366" y="32718"/>
                </a:lnTo>
                <a:lnTo>
                  <a:pt x="412384" y="32200"/>
                </a:lnTo>
                <a:lnTo>
                  <a:pt x="411383" y="31718"/>
                </a:lnTo>
                <a:lnTo>
                  <a:pt x="410362" y="31272"/>
                </a:lnTo>
                <a:lnTo>
                  <a:pt x="409323" y="30861"/>
                </a:lnTo>
                <a:lnTo>
                  <a:pt x="408264" y="30486"/>
                </a:lnTo>
                <a:lnTo>
                  <a:pt x="407185" y="30147"/>
                </a:lnTo>
                <a:lnTo>
                  <a:pt x="406088" y="29843"/>
                </a:lnTo>
                <a:lnTo>
                  <a:pt x="404971" y="29575"/>
                </a:lnTo>
                <a:lnTo>
                  <a:pt x="403835" y="29343"/>
                </a:lnTo>
                <a:lnTo>
                  <a:pt x="402680" y="29147"/>
                </a:lnTo>
                <a:lnTo>
                  <a:pt x="401506" y="28986"/>
                </a:lnTo>
                <a:lnTo>
                  <a:pt x="400312" y="28861"/>
                </a:lnTo>
                <a:lnTo>
                  <a:pt x="399099" y="28772"/>
                </a:lnTo>
                <a:lnTo>
                  <a:pt x="397867" y="28718"/>
                </a:lnTo>
                <a:lnTo>
                  <a:pt x="396616" y="28700"/>
                </a:lnTo>
                <a:lnTo>
                  <a:pt x="395324" y="28718"/>
                </a:lnTo>
                <a:lnTo>
                  <a:pt x="394052" y="28773"/>
                </a:lnTo>
                <a:lnTo>
                  <a:pt x="392800" y="28864"/>
                </a:lnTo>
                <a:lnTo>
                  <a:pt x="391568" y="28992"/>
                </a:lnTo>
                <a:lnTo>
                  <a:pt x="390357" y="29157"/>
                </a:lnTo>
                <a:lnTo>
                  <a:pt x="389166" y="29357"/>
                </a:lnTo>
                <a:lnTo>
                  <a:pt x="387995" y="29595"/>
                </a:lnTo>
                <a:lnTo>
                  <a:pt x="386844" y="29868"/>
                </a:lnTo>
                <a:lnTo>
                  <a:pt x="385714" y="30179"/>
                </a:lnTo>
                <a:lnTo>
                  <a:pt x="384603" y="30526"/>
                </a:lnTo>
                <a:lnTo>
                  <a:pt x="383513" y="30909"/>
                </a:lnTo>
                <a:lnTo>
                  <a:pt x="382444" y="31329"/>
                </a:lnTo>
                <a:lnTo>
                  <a:pt x="381394" y="31785"/>
                </a:lnTo>
                <a:lnTo>
                  <a:pt x="380365" y="32278"/>
                </a:lnTo>
                <a:lnTo>
                  <a:pt x="379356" y="32807"/>
                </a:lnTo>
                <a:lnTo>
                  <a:pt x="378367" y="33373"/>
                </a:lnTo>
                <a:lnTo>
                  <a:pt x="377398" y="33975"/>
                </a:lnTo>
                <a:lnTo>
                  <a:pt x="376450" y="34614"/>
                </a:lnTo>
                <a:lnTo>
                  <a:pt x="375521" y="35290"/>
                </a:lnTo>
                <a:lnTo>
                  <a:pt x="374613" y="36002"/>
                </a:lnTo>
                <a:lnTo>
                  <a:pt x="373726" y="36750"/>
                </a:lnTo>
                <a:lnTo>
                  <a:pt x="372858" y="37535"/>
                </a:lnTo>
                <a:lnTo>
                  <a:pt x="372011" y="38356"/>
                </a:lnTo>
                <a:lnTo>
                  <a:pt x="371184" y="39214"/>
                </a:lnTo>
                <a:lnTo>
                  <a:pt x="370384" y="40105"/>
                </a:lnTo>
                <a:lnTo>
                  <a:pt x="369618" y="41026"/>
                </a:lnTo>
                <a:lnTo>
                  <a:pt x="368886" y="41976"/>
                </a:lnTo>
                <a:lnTo>
                  <a:pt x="368188" y="42956"/>
                </a:lnTo>
                <a:lnTo>
                  <a:pt x="367524" y="43965"/>
                </a:lnTo>
                <a:lnTo>
                  <a:pt x="366895" y="45004"/>
                </a:lnTo>
                <a:lnTo>
                  <a:pt x="366299" y="46072"/>
                </a:lnTo>
                <a:lnTo>
                  <a:pt x="365737" y="47171"/>
                </a:lnTo>
                <a:lnTo>
                  <a:pt x="365210" y="48298"/>
                </a:lnTo>
                <a:lnTo>
                  <a:pt x="364716" y="49456"/>
                </a:lnTo>
                <a:lnTo>
                  <a:pt x="364257" y="50643"/>
                </a:lnTo>
                <a:lnTo>
                  <a:pt x="363831" y="51859"/>
                </a:lnTo>
                <a:lnTo>
                  <a:pt x="363440" y="53105"/>
                </a:lnTo>
                <a:lnTo>
                  <a:pt x="363082" y="54381"/>
                </a:lnTo>
                <a:lnTo>
                  <a:pt x="362759" y="55687"/>
                </a:lnTo>
                <a:lnTo>
                  <a:pt x="362469" y="57022"/>
                </a:lnTo>
                <a:lnTo>
                  <a:pt x="362214" y="58386"/>
                </a:lnTo>
                <a:lnTo>
                  <a:pt x="361993" y="59780"/>
                </a:lnTo>
                <a:lnTo>
                  <a:pt x="361806" y="61204"/>
                </a:lnTo>
                <a:lnTo>
                  <a:pt x="361652" y="62657"/>
                </a:lnTo>
                <a:lnTo>
                  <a:pt x="361533" y="64140"/>
                </a:lnTo>
                <a:lnTo>
                  <a:pt x="361448" y="65653"/>
                </a:lnTo>
                <a:lnTo>
                  <a:pt x="361397" y="67195"/>
                </a:lnTo>
                <a:lnTo>
                  <a:pt x="361380" y="68767"/>
                </a:lnTo>
                <a:lnTo>
                  <a:pt x="361397" y="70286"/>
                </a:lnTo>
                <a:lnTo>
                  <a:pt x="361447" y="71776"/>
                </a:lnTo>
                <a:lnTo>
                  <a:pt x="361532" y="73238"/>
                </a:lnTo>
                <a:lnTo>
                  <a:pt x="361650" y="74672"/>
                </a:lnTo>
                <a:lnTo>
                  <a:pt x="361801" y="76077"/>
                </a:lnTo>
                <a:lnTo>
                  <a:pt x="361986" y="77454"/>
                </a:lnTo>
                <a:lnTo>
                  <a:pt x="362205" y="78802"/>
                </a:lnTo>
                <a:lnTo>
                  <a:pt x="362458" y="80121"/>
                </a:lnTo>
                <a:lnTo>
                  <a:pt x="362744" y="81412"/>
                </a:lnTo>
                <a:lnTo>
                  <a:pt x="363064" y="82675"/>
                </a:lnTo>
                <a:lnTo>
                  <a:pt x="363417" y="83909"/>
                </a:lnTo>
                <a:lnTo>
                  <a:pt x="363804" y="85115"/>
                </a:lnTo>
                <a:lnTo>
                  <a:pt x="364225" y="86292"/>
                </a:lnTo>
                <a:lnTo>
                  <a:pt x="364680" y="87441"/>
                </a:lnTo>
                <a:lnTo>
                  <a:pt x="365168" y="88561"/>
                </a:lnTo>
                <a:lnTo>
                  <a:pt x="365690" y="89653"/>
                </a:lnTo>
                <a:lnTo>
                  <a:pt x="366245" y="90716"/>
                </a:lnTo>
                <a:lnTo>
                  <a:pt x="366835" y="91750"/>
                </a:lnTo>
                <a:lnTo>
                  <a:pt x="367458" y="92757"/>
                </a:lnTo>
                <a:lnTo>
                  <a:pt x="368114" y="93734"/>
                </a:lnTo>
                <a:lnTo>
                  <a:pt x="368804" y="94684"/>
                </a:lnTo>
                <a:lnTo>
                  <a:pt x="369528" y="95604"/>
                </a:lnTo>
                <a:lnTo>
                  <a:pt x="370286" y="96497"/>
                </a:lnTo>
                <a:lnTo>
                  <a:pt x="371077" y="97360"/>
                </a:lnTo>
                <a:lnTo>
                  <a:pt x="371897" y="98192"/>
                </a:lnTo>
                <a:lnTo>
                  <a:pt x="372741" y="98989"/>
                </a:lnTo>
                <a:lnTo>
                  <a:pt x="373608" y="99750"/>
                </a:lnTo>
                <a:lnTo>
                  <a:pt x="374500" y="100475"/>
                </a:lnTo>
                <a:lnTo>
                  <a:pt x="375415" y="101166"/>
                </a:lnTo>
                <a:lnTo>
                  <a:pt x="376354" y="101820"/>
                </a:lnTo>
                <a:lnTo>
                  <a:pt x="377317" y="102440"/>
                </a:lnTo>
                <a:lnTo>
                  <a:pt x="378303" y="103024"/>
                </a:lnTo>
                <a:lnTo>
                  <a:pt x="379314" y="103573"/>
                </a:lnTo>
                <a:lnTo>
                  <a:pt x="380348" y="104086"/>
                </a:lnTo>
                <a:lnTo>
                  <a:pt x="381406" y="104564"/>
                </a:lnTo>
                <a:lnTo>
                  <a:pt x="382488" y="105006"/>
                </a:lnTo>
                <a:lnTo>
                  <a:pt x="383594" y="105413"/>
                </a:lnTo>
                <a:lnTo>
                  <a:pt x="384723" y="105785"/>
                </a:lnTo>
                <a:lnTo>
                  <a:pt x="385876" y="106121"/>
                </a:lnTo>
                <a:lnTo>
                  <a:pt x="387053" y="106422"/>
                </a:lnTo>
                <a:lnTo>
                  <a:pt x="388254" y="106687"/>
                </a:lnTo>
                <a:lnTo>
                  <a:pt x="389479" y="106918"/>
                </a:lnTo>
                <a:lnTo>
                  <a:pt x="390727" y="107112"/>
                </a:lnTo>
                <a:lnTo>
                  <a:pt x="391999" y="107272"/>
                </a:lnTo>
                <a:lnTo>
                  <a:pt x="393295" y="107395"/>
                </a:lnTo>
                <a:lnTo>
                  <a:pt x="394615" y="107484"/>
                </a:lnTo>
                <a:lnTo>
                  <a:pt x="395959" y="107537"/>
                </a:lnTo>
                <a:lnTo>
                  <a:pt x="397326" y="107555"/>
                </a:lnTo>
                <a:lnTo>
                  <a:pt x="398413" y="107544"/>
                </a:lnTo>
                <a:lnTo>
                  <a:pt x="399484" y="107510"/>
                </a:lnTo>
                <a:lnTo>
                  <a:pt x="400539" y="107455"/>
                </a:lnTo>
                <a:lnTo>
                  <a:pt x="401577" y="107377"/>
                </a:lnTo>
                <a:lnTo>
                  <a:pt x="402599" y="107277"/>
                </a:lnTo>
                <a:lnTo>
                  <a:pt x="403605" y="107155"/>
                </a:lnTo>
                <a:lnTo>
                  <a:pt x="404594" y="107011"/>
                </a:lnTo>
                <a:lnTo>
                  <a:pt x="405567" y="106844"/>
                </a:lnTo>
                <a:lnTo>
                  <a:pt x="406524" y="106656"/>
                </a:lnTo>
                <a:lnTo>
                  <a:pt x="407464" y="106445"/>
                </a:lnTo>
                <a:lnTo>
                  <a:pt x="408389" y="106212"/>
                </a:lnTo>
                <a:lnTo>
                  <a:pt x="409297" y="105956"/>
                </a:lnTo>
                <a:lnTo>
                  <a:pt x="410188" y="105679"/>
                </a:lnTo>
                <a:lnTo>
                  <a:pt x="411064" y="105379"/>
                </a:lnTo>
                <a:lnTo>
                  <a:pt x="411923" y="105057"/>
                </a:lnTo>
                <a:lnTo>
                  <a:pt x="412766" y="104713"/>
                </a:lnTo>
                <a:lnTo>
                  <a:pt x="413592" y="104347"/>
                </a:lnTo>
                <a:lnTo>
                  <a:pt x="414403" y="103958"/>
                </a:lnTo>
                <a:lnTo>
                  <a:pt x="415197" y="103548"/>
                </a:lnTo>
                <a:lnTo>
                  <a:pt x="415974" y="103115"/>
                </a:lnTo>
                <a:lnTo>
                  <a:pt x="416736" y="102660"/>
                </a:lnTo>
                <a:lnTo>
                  <a:pt x="417481" y="102182"/>
                </a:lnTo>
                <a:lnTo>
                  <a:pt x="418210" y="101683"/>
                </a:lnTo>
                <a:lnTo>
                  <a:pt x="418923" y="101161"/>
                </a:lnTo>
                <a:lnTo>
                  <a:pt x="419618" y="100619"/>
                </a:lnTo>
                <a:lnTo>
                  <a:pt x="420295" y="100059"/>
                </a:lnTo>
                <a:lnTo>
                  <a:pt x="420953" y="99482"/>
                </a:lnTo>
                <a:lnTo>
                  <a:pt x="421593" y="98886"/>
                </a:lnTo>
                <a:lnTo>
                  <a:pt x="422214" y="98272"/>
                </a:lnTo>
                <a:lnTo>
                  <a:pt x="422817" y="97640"/>
                </a:lnTo>
                <a:lnTo>
                  <a:pt x="423401" y="96990"/>
                </a:lnTo>
                <a:lnTo>
                  <a:pt x="423966" y="96322"/>
                </a:lnTo>
                <a:lnTo>
                  <a:pt x="424514" y="95637"/>
                </a:lnTo>
                <a:lnTo>
                  <a:pt x="425042" y="94933"/>
                </a:lnTo>
                <a:lnTo>
                  <a:pt x="425553" y="94211"/>
                </a:lnTo>
                <a:lnTo>
                  <a:pt x="426044" y="93471"/>
                </a:lnTo>
                <a:lnTo>
                  <a:pt x="426518" y="92713"/>
                </a:lnTo>
                <a:lnTo>
                  <a:pt x="426972" y="91937"/>
                </a:lnTo>
                <a:lnTo>
                  <a:pt x="427409" y="91143"/>
                </a:lnTo>
                <a:lnTo>
                  <a:pt x="427826" y="90331"/>
                </a:lnTo>
                <a:lnTo>
                  <a:pt x="428226" y="89502"/>
                </a:lnTo>
                <a:lnTo>
                  <a:pt x="428606" y="88654"/>
                </a:lnTo>
                <a:lnTo>
                  <a:pt x="428969" y="87788"/>
                </a:lnTo>
                <a:lnTo>
                  <a:pt x="429312" y="86904"/>
                </a:lnTo>
                <a:lnTo>
                  <a:pt x="429637" y="86002"/>
                </a:lnTo>
                <a:lnTo>
                  <a:pt x="429944" y="85082"/>
                </a:lnTo>
                <a:lnTo>
                  <a:pt x="430232" y="84144"/>
                </a:lnTo>
                <a:lnTo>
                  <a:pt x="430502" y="83188"/>
                </a:lnTo>
                <a:lnTo>
                  <a:pt x="417289" y="81554"/>
                </a:lnTo>
                <a:lnTo>
                  <a:pt x="417042" y="82215"/>
                </a:lnTo>
                <a:lnTo>
                  <a:pt x="416789" y="82861"/>
                </a:lnTo>
                <a:lnTo>
                  <a:pt x="416528" y="83492"/>
                </a:lnTo>
                <a:lnTo>
                  <a:pt x="416261" y="84108"/>
                </a:lnTo>
                <a:close/>
                <a:moveTo>
                  <a:pt x="375666" y="57539"/>
                </a:moveTo>
                <a:lnTo>
                  <a:pt x="375803" y="56791"/>
                </a:lnTo>
                <a:lnTo>
                  <a:pt x="375959" y="56057"/>
                </a:lnTo>
                <a:lnTo>
                  <a:pt x="376133" y="55336"/>
                </a:lnTo>
                <a:lnTo>
                  <a:pt x="376326" y="54628"/>
                </a:lnTo>
                <a:lnTo>
                  <a:pt x="376538" y="53934"/>
                </a:lnTo>
                <a:lnTo>
                  <a:pt x="376768" y="53254"/>
                </a:lnTo>
                <a:lnTo>
                  <a:pt x="377017" y="52587"/>
                </a:lnTo>
                <a:lnTo>
                  <a:pt x="377284" y="51934"/>
                </a:lnTo>
                <a:lnTo>
                  <a:pt x="377570" y="51295"/>
                </a:lnTo>
                <a:lnTo>
                  <a:pt x="377875" y="50669"/>
                </a:lnTo>
                <a:lnTo>
                  <a:pt x="378198" y="50056"/>
                </a:lnTo>
                <a:lnTo>
                  <a:pt x="378540" y="49458"/>
                </a:lnTo>
                <a:lnTo>
                  <a:pt x="378901" y="48873"/>
                </a:lnTo>
                <a:lnTo>
                  <a:pt x="379280" y="48301"/>
                </a:lnTo>
                <a:lnTo>
                  <a:pt x="379678" y="47743"/>
                </a:lnTo>
                <a:lnTo>
                  <a:pt x="380094" y="47199"/>
                </a:lnTo>
                <a:lnTo>
                  <a:pt x="380529" y="46668"/>
                </a:lnTo>
                <a:lnTo>
                  <a:pt x="380983" y="46151"/>
                </a:lnTo>
                <a:lnTo>
                  <a:pt x="381455" y="45647"/>
                </a:lnTo>
                <a:lnTo>
                  <a:pt x="381946" y="45157"/>
                </a:lnTo>
                <a:lnTo>
                  <a:pt x="382451" y="44684"/>
                </a:lnTo>
                <a:lnTo>
                  <a:pt x="382966" y="44231"/>
                </a:lnTo>
                <a:lnTo>
                  <a:pt x="383491" y="43797"/>
                </a:lnTo>
                <a:lnTo>
                  <a:pt x="384025" y="43385"/>
                </a:lnTo>
                <a:lnTo>
                  <a:pt x="384569" y="42992"/>
                </a:lnTo>
                <a:lnTo>
                  <a:pt x="385123" y="42619"/>
                </a:lnTo>
                <a:lnTo>
                  <a:pt x="385687" y="42267"/>
                </a:lnTo>
                <a:lnTo>
                  <a:pt x="386260" y="41934"/>
                </a:lnTo>
                <a:lnTo>
                  <a:pt x="386843" y="41622"/>
                </a:lnTo>
                <a:lnTo>
                  <a:pt x="387436" y="41330"/>
                </a:lnTo>
                <a:lnTo>
                  <a:pt x="388038" y="41058"/>
                </a:lnTo>
                <a:lnTo>
                  <a:pt x="388651" y="40806"/>
                </a:lnTo>
                <a:lnTo>
                  <a:pt x="389273" y="40575"/>
                </a:lnTo>
                <a:lnTo>
                  <a:pt x="389904" y="40363"/>
                </a:lnTo>
                <a:lnTo>
                  <a:pt x="390546" y="40172"/>
                </a:lnTo>
                <a:lnTo>
                  <a:pt x="391197" y="40001"/>
                </a:lnTo>
                <a:lnTo>
                  <a:pt x="391858" y="39850"/>
                </a:lnTo>
                <a:lnTo>
                  <a:pt x="392529" y="39719"/>
                </a:lnTo>
                <a:lnTo>
                  <a:pt x="393210" y="39608"/>
                </a:lnTo>
                <a:lnTo>
                  <a:pt x="393900" y="39517"/>
                </a:lnTo>
                <a:lnTo>
                  <a:pt x="394600" y="39447"/>
                </a:lnTo>
                <a:lnTo>
                  <a:pt x="395309" y="39396"/>
                </a:lnTo>
                <a:lnTo>
                  <a:pt x="396029" y="39366"/>
                </a:lnTo>
                <a:lnTo>
                  <a:pt x="396758" y="39356"/>
                </a:lnTo>
                <a:lnTo>
                  <a:pt x="397563" y="39369"/>
                </a:lnTo>
                <a:lnTo>
                  <a:pt x="398355" y="39407"/>
                </a:lnTo>
                <a:lnTo>
                  <a:pt x="399135" y="39470"/>
                </a:lnTo>
                <a:lnTo>
                  <a:pt x="399902" y="39558"/>
                </a:lnTo>
                <a:lnTo>
                  <a:pt x="400656" y="39672"/>
                </a:lnTo>
                <a:lnTo>
                  <a:pt x="401398" y="39810"/>
                </a:lnTo>
                <a:lnTo>
                  <a:pt x="402127" y="39974"/>
                </a:lnTo>
                <a:lnTo>
                  <a:pt x="402844" y="40164"/>
                </a:lnTo>
                <a:lnTo>
                  <a:pt x="403548" y="40378"/>
                </a:lnTo>
                <a:lnTo>
                  <a:pt x="404240" y="40618"/>
                </a:lnTo>
                <a:lnTo>
                  <a:pt x="404918" y="40883"/>
                </a:lnTo>
                <a:lnTo>
                  <a:pt x="405585" y="41173"/>
                </a:lnTo>
                <a:lnTo>
                  <a:pt x="406239" y="41488"/>
                </a:lnTo>
                <a:lnTo>
                  <a:pt x="406880" y="41829"/>
                </a:lnTo>
                <a:lnTo>
                  <a:pt x="407508" y="42195"/>
                </a:lnTo>
                <a:lnTo>
                  <a:pt x="408125" y="42586"/>
                </a:lnTo>
                <a:lnTo>
                  <a:pt x="408728" y="43002"/>
                </a:lnTo>
                <a:lnTo>
                  <a:pt x="409319" y="43443"/>
                </a:lnTo>
                <a:lnTo>
                  <a:pt x="409897" y="43910"/>
                </a:lnTo>
                <a:lnTo>
                  <a:pt x="410463" y="44402"/>
                </a:lnTo>
                <a:lnTo>
                  <a:pt x="411016" y="44919"/>
                </a:lnTo>
                <a:lnTo>
                  <a:pt x="411557" y="45462"/>
                </a:lnTo>
                <a:lnTo>
                  <a:pt x="412085" y="46029"/>
                </a:lnTo>
                <a:lnTo>
                  <a:pt x="412600" y="46622"/>
                </a:lnTo>
                <a:lnTo>
                  <a:pt x="412926" y="47021"/>
                </a:lnTo>
                <a:lnTo>
                  <a:pt x="413241" y="47435"/>
                </a:lnTo>
                <a:lnTo>
                  <a:pt x="413546" y="47866"/>
                </a:lnTo>
                <a:lnTo>
                  <a:pt x="413839" y="48313"/>
                </a:lnTo>
                <a:lnTo>
                  <a:pt x="414122" y="48776"/>
                </a:lnTo>
                <a:lnTo>
                  <a:pt x="414394" y="49256"/>
                </a:lnTo>
                <a:lnTo>
                  <a:pt x="414655" y="49752"/>
                </a:lnTo>
                <a:lnTo>
                  <a:pt x="414905" y="50264"/>
                </a:lnTo>
                <a:lnTo>
                  <a:pt x="415144" y="50792"/>
                </a:lnTo>
                <a:lnTo>
                  <a:pt x="415373" y="51337"/>
                </a:lnTo>
                <a:lnTo>
                  <a:pt x="415590" y="51898"/>
                </a:lnTo>
                <a:lnTo>
                  <a:pt x="415797" y="52475"/>
                </a:lnTo>
                <a:lnTo>
                  <a:pt x="415993" y="53068"/>
                </a:lnTo>
                <a:lnTo>
                  <a:pt x="416178" y="53678"/>
                </a:lnTo>
                <a:lnTo>
                  <a:pt x="416352" y="54304"/>
                </a:lnTo>
                <a:lnTo>
                  <a:pt x="416515" y="54946"/>
                </a:lnTo>
                <a:lnTo>
                  <a:pt x="416668" y="55604"/>
                </a:lnTo>
                <a:lnTo>
                  <a:pt x="416809" y="56279"/>
                </a:lnTo>
                <a:lnTo>
                  <a:pt x="416940" y="56970"/>
                </a:lnTo>
                <a:lnTo>
                  <a:pt x="417060" y="57677"/>
                </a:lnTo>
                <a:lnTo>
                  <a:pt x="417169" y="58400"/>
                </a:lnTo>
                <a:lnTo>
                  <a:pt x="417267" y="59140"/>
                </a:lnTo>
                <a:lnTo>
                  <a:pt x="417354" y="59896"/>
                </a:lnTo>
                <a:lnTo>
                  <a:pt x="417431" y="60668"/>
                </a:lnTo>
                <a:lnTo>
                  <a:pt x="375304" y="60668"/>
                </a:lnTo>
                <a:lnTo>
                  <a:pt x="375367" y="59866"/>
                </a:lnTo>
                <a:lnTo>
                  <a:pt x="375448" y="59077"/>
                </a:lnTo>
                <a:lnTo>
                  <a:pt x="375548" y="58301"/>
                </a:lnTo>
                <a:lnTo>
                  <a:pt x="375666" y="57539"/>
                </a:lnTo>
                <a:close/>
                <a:moveTo>
                  <a:pt x="212054" y="105850"/>
                </a:moveTo>
                <a:lnTo>
                  <a:pt x="224841" y="105850"/>
                </a:lnTo>
                <a:lnTo>
                  <a:pt x="224841" y="30405"/>
                </a:lnTo>
                <a:lnTo>
                  <a:pt x="212054" y="30405"/>
                </a:lnTo>
                <a:lnTo>
                  <a:pt x="212054" y="105850"/>
                </a:lnTo>
                <a:close/>
                <a:moveTo>
                  <a:pt x="863419" y="54346"/>
                </a:moveTo>
                <a:lnTo>
                  <a:pt x="808790" y="77007"/>
                </a:lnTo>
                <a:lnTo>
                  <a:pt x="808790" y="89795"/>
                </a:lnTo>
                <a:lnTo>
                  <a:pt x="877770" y="60242"/>
                </a:lnTo>
                <a:lnTo>
                  <a:pt x="877770" y="48307"/>
                </a:lnTo>
                <a:lnTo>
                  <a:pt x="808790" y="19181"/>
                </a:lnTo>
                <a:lnTo>
                  <a:pt x="808790" y="31968"/>
                </a:lnTo>
                <a:lnTo>
                  <a:pt x="863419" y="54346"/>
                </a:lnTo>
                <a:close/>
                <a:moveTo>
                  <a:pt x="948384" y="54346"/>
                </a:moveTo>
                <a:lnTo>
                  <a:pt x="893754" y="77007"/>
                </a:lnTo>
                <a:lnTo>
                  <a:pt x="893754" y="89795"/>
                </a:lnTo>
                <a:lnTo>
                  <a:pt x="962734" y="60242"/>
                </a:lnTo>
                <a:lnTo>
                  <a:pt x="962734" y="48307"/>
                </a:lnTo>
                <a:lnTo>
                  <a:pt x="893754" y="19181"/>
                </a:lnTo>
                <a:lnTo>
                  <a:pt x="893754" y="31968"/>
                </a:lnTo>
                <a:lnTo>
                  <a:pt x="948384" y="54346"/>
                </a:lnTo>
                <a:close/>
                <a:moveTo>
                  <a:pt x="584888" y="98275"/>
                </a:moveTo>
                <a:lnTo>
                  <a:pt x="584958" y="98698"/>
                </a:lnTo>
                <a:lnTo>
                  <a:pt x="585032" y="99116"/>
                </a:lnTo>
                <a:lnTo>
                  <a:pt x="585112" y="99530"/>
                </a:lnTo>
                <a:lnTo>
                  <a:pt x="585196" y="99940"/>
                </a:lnTo>
                <a:lnTo>
                  <a:pt x="585285" y="100344"/>
                </a:lnTo>
                <a:lnTo>
                  <a:pt x="585380" y="100744"/>
                </a:lnTo>
                <a:lnTo>
                  <a:pt x="585479" y="101139"/>
                </a:lnTo>
                <a:lnTo>
                  <a:pt x="585583" y="101530"/>
                </a:lnTo>
                <a:lnTo>
                  <a:pt x="585692" y="101915"/>
                </a:lnTo>
                <a:lnTo>
                  <a:pt x="585806" y="102296"/>
                </a:lnTo>
                <a:lnTo>
                  <a:pt x="585925" y="102673"/>
                </a:lnTo>
                <a:lnTo>
                  <a:pt x="586049" y="103045"/>
                </a:lnTo>
                <a:lnTo>
                  <a:pt x="586177" y="103412"/>
                </a:lnTo>
                <a:lnTo>
                  <a:pt x="586311" y="103774"/>
                </a:lnTo>
                <a:lnTo>
                  <a:pt x="586450" y="104132"/>
                </a:lnTo>
                <a:lnTo>
                  <a:pt x="586593" y="104485"/>
                </a:lnTo>
                <a:lnTo>
                  <a:pt x="586742" y="104833"/>
                </a:lnTo>
                <a:lnTo>
                  <a:pt x="586895" y="105177"/>
                </a:lnTo>
                <a:lnTo>
                  <a:pt x="587054" y="105515"/>
                </a:lnTo>
                <a:lnTo>
                  <a:pt x="587217" y="105850"/>
                </a:lnTo>
                <a:lnTo>
                  <a:pt x="600572" y="105850"/>
                </a:lnTo>
                <a:lnTo>
                  <a:pt x="600374" y="105488"/>
                </a:lnTo>
                <a:lnTo>
                  <a:pt x="600181" y="105125"/>
                </a:lnTo>
                <a:lnTo>
                  <a:pt x="599994" y="104760"/>
                </a:lnTo>
                <a:lnTo>
                  <a:pt x="599812" y="104394"/>
                </a:lnTo>
                <a:lnTo>
                  <a:pt x="599635" y="104027"/>
                </a:lnTo>
                <a:lnTo>
                  <a:pt x="599465" y="103659"/>
                </a:lnTo>
                <a:lnTo>
                  <a:pt x="599299" y="103289"/>
                </a:lnTo>
                <a:lnTo>
                  <a:pt x="599140" y="102917"/>
                </a:lnTo>
                <a:lnTo>
                  <a:pt x="598986" y="102545"/>
                </a:lnTo>
                <a:lnTo>
                  <a:pt x="598837" y="102171"/>
                </a:lnTo>
                <a:lnTo>
                  <a:pt x="598694" y="101795"/>
                </a:lnTo>
                <a:lnTo>
                  <a:pt x="598557" y="101419"/>
                </a:lnTo>
                <a:lnTo>
                  <a:pt x="598425" y="101041"/>
                </a:lnTo>
                <a:lnTo>
                  <a:pt x="598298" y="100661"/>
                </a:lnTo>
                <a:lnTo>
                  <a:pt x="598178" y="100280"/>
                </a:lnTo>
                <a:lnTo>
                  <a:pt x="598062" y="99898"/>
                </a:lnTo>
                <a:lnTo>
                  <a:pt x="597953" y="99515"/>
                </a:lnTo>
                <a:lnTo>
                  <a:pt x="597848" y="99130"/>
                </a:lnTo>
                <a:lnTo>
                  <a:pt x="597750" y="98744"/>
                </a:lnTo>
                <a:lnTo>
                  <a:pt x="597657" y="98356"/>
                </a:lnTo>
                <a:lnTo>
                  <a:pt x="597569" y="97967"/>
                </a:lnTo>
                <a:lnTo>
                  <a:pt x="597487" y="97577"/>
                </a:lnTo>
                <a:lnTo>
                  <a:pt x="597411" y="97185"/>
                </a:lnTo>
                <a:lnTo>
                  <a:pt x="597340" y="96792"/>
                </a:lnTo>
                <a:lnTo>
                  <a:pt x="597273" y="96376"/>
                </a:lnTo>
                <a:lnTo>
                  <a:pt x="597210" y="95914"/>
                </a:lnTo>
                <a:lnTo>
                  <a:pt x="597149" y="95406"/>
                </a:lnTo>
                <a:lnTo>
                  <a:pt x="597090" y="94853"/>
                </a:lnTo>
                <a:lnTo>
                  <a:pt x="597035" y="94255"/>
                </a:lnTo>
                <a:lnTo>
                  <a:pt x="596983" y="93611"/>
                </a:lnTo>
                <a:lnTo>
                  <a:pt x="596933" y="92921"/>
                </a:lnTo>
                <a:lnTo>
                  <a:pt x="596886" y="92186"/>
                </a:lnTo>
                <a:lnTo>
                  <a:pt x="596842" y="91406"/>
                </a:lnTo>
                <a:lnTo>
                  <a:pt x="596801" y="90580"/>
                </a:lnTo>
                <a:lnTo>
                  <a:pt x="596763" y="89708"/>
                </a:lnTo>
                <a:lnTo>
                  <a:pt x="596727" y="88791"/>
                </a:lnTo>
                <a:lnTo>
                  <a:pt x="596695" y="87829"/>
                </a:lnTo>
                <a:lnTo>
                  <a:pt x="596665" y="86821"/>
                </a:lnTo>
                <a:lnTo>
                  <a:pt x="596638" y="85767"/>
                </a:lnTo>
                <a:lnTo>
                  <a:pt x="596614" y="84668"/>
                </a:lnTo>
                <a:lnTo>
                  <a:pt x="596593" y="83523"/>
                </a:lnTo>
                <a:lnTo>
                  <a:pt x="596574" y="82333"/>
                </a:lnTo>
                <a:lnTo>
                  <a:pt x="596559" y="81098"/>
                </a:lnTo>
                <a:lnTo>
                  <a:pt x="596546" y="79816"/>
                </a:lnTo>
                <a:lnTo>
                  <a:pt x="596536" y="78490"/>
                </a:lnTo>
                <a:lnTo>
                  <a:pt x="596529" y="77118"/>
                </a:lnTo>
                <a:lnTo>
                  <a:pt x="596525" y="75700"/>
                </a:lnTo>
                <a:lnTo>
                  <a:pt x="596523" y="74237"/>
                </a:lnTo>
                <a:lnTo>
                  <a:pt x="596523" y="57187"/>
                </a:lnTo>
                <a:lnTo>
                  <a:pt x="596522" y="56486"/>
                </a:lnTo>
                <a:lnTo>
                  <a:pt x="596519" y="55803"/>
                </a:lnTo>
                <a:lnTo>
                  <a:pt x="596513" y="55138"/>
                </a:lnTo>
                <a:lnTo>
                  <a:pt x="596505" y="54492"/>
                </a:lnTo>
                <a:lnTo>
                  <a:pt x="596495" y="53863"/>
                </a:lnTo>
                <a:lnTo>
                  <a:pt x="596483" y="53253"/>
                </a:lnTo>
                <a:lnTo>
                  <a:pt x="596469" y="52662"/>
                </a:lnTo>
                <a:lnTo>
                  <a:pt x="596452" y="52088"/>
                </a:lnTo>
                <a:lnTo>
                  <a:pt x="596433" y="51533"/>
                </a:lnTo>
                <a:lnTo>
                  <a:pt x="596412" y="50996"/>
                </a:lnTo>
                <a:lnTo>
                  <a:pt x="596389" y="50477"/>
                </a:lnTo>
                <a:lnTo>
                  <a:pt x="596363" y="49977"/>
                </a:lnTo>
                <a:lnTo>
                  <a:pt x="596336" y="49494"/>
                </a:lnTo>
                <a:lnTo>
                  <a:pt x="596306" y="49030"/>
                </a:lnTo>
                <a:lnTo>
                  <a:pt x="596273" y="48585"/>
                </a:lnTo>
                <a:lnTo>
                  <a:pt x="596239" y="48157"/>
                </a:lnTo>
                <a:lnTo>
                  <a:pt x="596202" y="47748"/>
                </a:lnTo>
                <a:lnTo>
                  <a:pt x="596163" y="47357"/>
                </a:lnTo>
                <a:lnTo>
                  <a:pt x="596122" y="46984"/>
                </a:lnTo>
                <a:lnTo>
                  <a:pt x="596079" y="46630"/>
                </a:lnTo>
                <a:lnTo>
                  <a:pt x="596034" y="46294"/>
                </a:lnTo>
                <a:lnTo>
                  <a:pt x="595986" y="45976"/>
                </a:lnTo>
                <a:lnTo>
                  <a:pt x="595936" y="45676"/>
                </a:lnTo>
                <a:lnTo>
                  <a:pt x="595884" y="45395"/>
                </a:lnTo>
                <a:lnTo>
                  <a:pt x="595786" y="44960"/>
                </a:lnTo>
                <a:lnTo>
                  <a:pt x="595682" y="44531"/>
                </a:lnTo>
                <a:lnTo>
                  <a:pt x="595573" y="44109"/>
                </a:lnTo>
                <a:lnTo>
                  <a:pt x="595458" y="43693"/>
                </a:lnTo>
                <a:lnTo>
                  <a:pt x="595336" y="43283"/>
                </a:lnTo>
                <a:lnTo>
                  <a:pt x="595209" y="42879"/>
                </a:lnTo>
                <a:lnTo>
                  <a:pt x="595076" y="42482"/>
                </a:lnTo>
                <a:lnTo>
                  <a:pt x="594937" y="42091"/>
                </a:lnTo>
                <a:lnTo>
                  <a:pt x="594792" y="41707"/>
                </a:lnTo>
                <a:lnTo>
                  <a:pt x="594641" y="41328"/>
                </a:lnTo>
                <a:lnTo>
                  <a:pt x="594484" y="40956"/>
                </a:lnTo>
                <a:lnTo>
                  <a:pt x="594321" y="40591"/>
                </a:lnTo>
                <a:lnTo>
                  <a:pt x="594152" y="40231"/>
                </a:lnTo>
                <a:lnTo>
                  <a:pt x="593978" y="39878"/>
                </a:lnTo>
                <a:lnTo>
                  <a:pt x="593797" y="39531"/>
                </a:lnTo>
                <a:lnTo>
                  <a:pt x="593610" y="39190"/>
                </a:lnTo>
                <a:lnTo>
                  <a:pt x="593418" y="38856"/>
                </a:lnTo>
                <a:lnTo>
                  <a:pt x="593220" y="38528"/>
                </a:lnTo>
                <a:lnTo>
                  <a:pt x="593016" y="38206"/>
                </a:lnTo>
                <a:lnTo>
                  <a:pt x="592805" y="37891"/>
                </a:lnTo>
                <a:lnTo>
                  <a:pt x="592589" y="37582"/>
                </a:lnTo>
                <a:lnTo>
                  <a:pt x="592367" y="37279"/>
                </a:lnTo>
                <a:lnTo>
                  <a:pt x="592139" y="36982"/>
                </a:lnTo>
                <a:lnTo>
                  <a:pt x="591906" y="36692"/>
                </a:lnTo>
                <a:lnTo>
                  <a:pt x="591663" y="36407"/>
                </a:lnTo>
                <a:lnTo>
                  <a:pt x="591410" y="36126"/>
                </a:lnTo>
                <a:lnTo>
                  <a:pt x="591145" y="35849"/>
                </a:lnTo>
                <a:lnTo>
                  <a:pt x="590870" y="35576"/>
                </a:lnTo>
                <a:lnTo>
                  <a:pt x="590583" y="35307"/>
                </a:lnTo>
                <a:lnTo>
                  <a:pt x="590285" y="35043"/>
                </a:lnTo>
                <a:lnTo>
                  <a:pt x="589976" y="34782"/>
                </a:lnTo>
                <a:lnTo>
                  <a:pt x="589656" y="34525"/>
                </a:lnTo>
                <a:lnTo>
                  <a:pt x="589325" y="34273"/>
                </a:lnTo>
                <a:lnTo>
                  <a:pt x="588983" y="34025"/>
                </a:lnTo>
                <a:lnTo>
                  <a:pt x="588629" y="33780"/>
                </a:lnTo>
                <a:lnTo>
                  <a:pt x="588265" y="33540"/>
                </a:lnTo>
                <a:lnTo>
                  <a:pt x="587889" y="33304"/>
                </a:lnTo>
                <a:lnTo>
                  <a:pt x="587502" y="33071"/>
                </a:lnTo>
                <a:lnTo>
                  <a:pt x="587105" y="32843"/>
                </a:lnTo>
                <a:lnTo>
                  <a:pt x="586696" y="32619"/>
                </a:lnTo>
                <a:lnTo>
                  <a:pt x="586276" y="32399"/>
                </a:lnTo>
                <a:lnTo>
                  <a:pt x="585845" y="32183"/>
                </a:lnTo>
                <a:lnTo>
                  <a:pt x="585403" y="31972"/>
                </a:lnTo>
                <a:lnTo>
                  <a:pt x="584949" y="31764"/>
                </a:lnTo>
                <a:lnTo>
                  <a:pt x="584485" y="31560"/>
                </a:lnTo>
                <a:lnTo>
                  <a:pt x="584010" y="31360"/>
                </a:lnTo>
                <a:lnTo>
                  <a:pt x="583523" y="31165"/>
                </a:lnTo>
                <a:lnTo>
                  <a:pt x="583025" y="30973"/>
                </a:lnTo>
                <a:lnTo>
                  <a:pt x="582516" y="30788"/>
                </a:lnTo>
                <a:lnTo>
                  <a:pt x="581994" y="30610"/>
                </a:lnTo>
                <a:lnTo>
                  <a:pt x="581459" y="30441"/>
                </a:lnTo>
                <a:lnTo>
                  <a:pt x="580912" y="30279"/>
                </a:lnTo>
                <a:lnTo>
                  <a:pt x="580352" y="30125"/>
                </a:lnTo>
                <a:lnTo>
                  <a:pt x="579780" y="29979"/>
                </a:lnTo>
                <a:lnTo>
                  <a:pt x="579195" y="29841"/>
                </a:lnTo>
                <a:lnTo>
                  <a:pt x="578597" y="29711"/>
                </a:lnTo>
                <a:lnTo>
                  <a:pt x="577987" y="29588"/>
                </a:lnTo>
                <a:lnTo>
                  <a:pt x="577364" y="29474"/>
                </a:lnTo>
                <a:lnTo>
                  <a:pt x="576729" y="29367"/>
                </a:lnTo>
                <a:lnTo>
                  <a:pt x="576081" y="29269"/>
                </a:lnTo>
                <a:lnTo>
                  <a:pt x="575421" y="29178"/>
                </a:lnTo>
                <a:lnTo>
                  <a:pt x="574748" y="29095"/>
                </a:lnTo>
                <a:lnTo>
                  <a:pt x="574062" y="29020"/>
                </a:lnTo>
                <a:lnTo>
                  <a:pt x="573364" y="28953"/>
                </a:lnTo>
                <a:lnTo>
                  <a:pt x="572653" y="28894"/>
                </a:lnTo>
                <a:lnTo>
                  <a:pt x="571930" y="28842"/>
                </a:lnTo>
                <a:lnTo>
                  <a:pt x="571194" y="28799"/>
                </a:lnTo>
                <a:lnTo>
                  <a:pt x="570445" y="28763"/>
                </a:lnTo>
                <a:lnTo>
                  <a:pt x="569684" y="28736"/>
                </a:lnTo>
                <a:lnTo>
                  <a:pt x="568911" y="28716"/>
                </a:lnTo>
                <a:lnTo>
                  <a:pt x="568124" y="28704"/>
                </a:lnTo>
                <a:lnTo>
                  <a:pt x="567326" y="28700"/>
                </a:lnTo>
                <a:lnTo>
                  <a:pt x="566519" y="28705"/>
                </a:lnTo>
                <a:lnTo>
                  <a:pt x="565720" y="28719"/>
                </a:lnTo>
                <a:lnTo>
                  <a:pt x="564929" y="28742"/>
                </a:lnTo>
                <a:lnTo>
                  <a:pt x="564147" y="28774"/>
                </a:lnTo>
                <a:lnTo>
                  <a:pt x="563372" y="28816"/>
                </a:lnTo>
                <a:lnTo>
                  <a:pt x="562606" y="28867"/>
                </a:lnTo>
                <a:lnTo>
                  <a:pt x="561848" y="28928"/>
                </a:lnTo>
                <a:lnTo>
                  <a:pt x="561098" y="28997"/>
                </a:lnTo>
                <a:lnTo>
                  <a:pt x="560356" y="29076"/>
                </a:lnTo>
                <a:lnTo>
                  <a:pt x="559622" y="29164"/>
                </a:lnTo>
                <a:lnTo>
                  <a:pt x="558897" y="29262"/>
                </a:lnTo>
                <a:lnTo>
                  <a:pt x="558179" y="29368"/>
                </a:lnTo>
                <a:lnTo>
                  <a:pt x="557470" y="29484"/>
                </a:lnTo>
                <a:lnTo>
                  <a:pt x="556769" y="29610"/>
                </a:lnTo>
                <a:lnTo>
                  <a:pt x="556076" y="29744"/>
                </a:lnTo>
                <a:lnTo>
                  <a:pt x="555391" y="29888"/>
                </a:lnTo>
                <a:lnTo>
                  <a:pt x="554714" y="30041"/>
                </a:lnTo>
                <a:lnTo>
                  <a:pt x="554046" y="30204"/>
                </a:lnTo>
                <a:lnTo>
                  <a:pt x="553385" y="30375"/>
                </a:lnTo>
                <a:lnTo>
                  <a:pt x="552733" y="30556"/>
                </a:lnTo>
                <a:lnTo>
                  <a:pt x="552089" y="30747"/>
                </a:lnTo>
                <a:lnTo>
                  <a:pt x="551453" y="30946"/>
                </a:lnTo>
                <a:lnTo>
                  <a:pt x="550825" y="31155"/>
                </a:lnTo>
                <a:lnTo>
                  <a:pt x="550205" y="31373"/>
                </a:lnTo>
                <a:lnTo>
                  <a:pt x="549595" y="31600"/>
                </a:lnTo>
                <a:lnTo>
                  <a:pt x="548998" y="31834"/>
                </a:lnTo>
                <a:lnTo>
                  <a:pt x="548412" y="32076"/>
                </a:lnTo>
                <a:lnTo>
                  <a:pt x="547839" y="32327"/>
                </a:lnTo>
                <a:lnTo>
                  <a:pt x="547278" y="32585"/>
                </a:lnTo>
                <a:lnTo>
                  <a:pt x="546728" y="32851"/>
                </a:lnTo>
                <a:lnTo>
                  <a:pt x="546191" y="33125"/>
                </a:lnTo>
                <a:lnTo>
                  <a:pt x="545666" y="33407"/>
                </a:lnTo>
                <a:lnTo>
                  <a:pt x="545153" y="33697"/>
                </a:lnTo>
                <a:lnTo>
                  <a:pt x="544653" y="33995"/>
                </a:lnTo>
                <a:lnTo>
                  <a:pt x="544164" y="34301"/>
                </a:lnTo>
                <a:lnTo>
                  <a:pt x="543687" y="34614"/>
                </a:lnTo>
                <a:lnTo>
                  <a:pt x="543222" y="34936"/>
                </a:lnTo>
                <a:lnTo>
                  <a:pt x="542770" y="35265"/>
                </a:lnTo>
                <a:lnTo>
                  <a:pt x="542330" y="35603"/>
                </a:lnTo>
                <a:lnTo>
                  <a:pt x="541901" y="35948"/>
                </a:lnTo>
                <a:lnTo>
                  <a:pt x="541485" y="36302"/>
                </a:lnTo>
                <a:lnTo>
                  <a:pt x="541081" y="36663"/>
                </a:lnTo>
                <a:lnTo>
                  <a:pt x="540689" y="37032"/>
                </a:lnTo>
                <a:lnTo>
                  <a:pt x="540309" y="37409"/>
                </a:lnTo>
                <a:lnTo>
                  <a:pt x="539941" y="37794"/>
                </a:lnTo>
                <a:lnTo>
                  <a:pt x="539585" y="38187"/>
                </a:lnTo>
                <a:lnTo>
                  <a:pt x="539241" y="38588"/>
                </a:lnTo>
                <a:lnTo>
                  <a:pt x="538910" y="38997"/>
                </a:lnTo>
                <a:lnTo>
                  <a:pt x="538588" y="39415"/>
                </a:lnTo>
                <a:lnTo>
                  <a:pt x="538274" y="39844"/>
                </a:lnTo>
                <a:lnTo>
                  <a:pt x="537967" y="40283"/>
                </a:lnTo>
                <a:lnTo>
                  <a:pt x="537668" y="40734"/>
                </a:lnTo>
                <a:lnTo>
                  <a:pt x="537377" y="41195"/>
                </a:lnTo>
                <a:lnTo>
                  <a:pt x="537094" y="41667"/>
                </a:lnTo>
                <a:lnTo>
                  <a:pt x="536818" y="42149"/>
                </a:lnTo>
                <a:lnTo>
                  <a:pt x="536549" y="42643"/>
                </a:lnTo>
                <a:lnTo>
                  <a:pt x="536289" y="43147"/>
                </a:lnTo>
                <a:lnTo>
                  <a:pt x="536036" y="43662"/>
                </a:lnTo>
                <a:lnTo>
                  <a:pt x="535791" y="44188"/>
                </a:lnTo>
                <a:lnTo>
                  <a:pt x="535553" y="44724"/>
                </a:lnTo>
                <a:lnTo>
                  <a:pt x="535323" y="45271"/>
                </a:lnTo>
                <a:lnTo>
                  <a:pt x="535101" y="45829"/>
                </a:lnTo>
                <a:lnTo>
                  <a:pt x="534886" y="46398"/>
                </a:lnTo>
                <a:lnTo>
                  <a:pt x="534679" y="46978"/>
                </a:lnTo>
                <a:lnTo>
                  <a:pt x="534479" y="47568"/>
                </a:lnTo>
                <a:lnTo>
                  <a:pt x="534288" y="48169"/>
                </a:lnTo>
                <a:lnTo>
                  <a:pt x="534103" y="48781"/>
                </a:lnTo>
                <a:lnTo>
                  <a:pt x="533927" y="49403"/>
                </a:lnTo>
                <a:lnTo>
                  <a:pt x="533758" y="50037"/>
                </a:lnTo>
                <a:lnTo>
                  <a:pt x="533597" y="50681"/>
                </a:lnTo>
                <a:lnTo>
                  <a:pt x="533443" y="51336"/>
                </a:lnTo>
                <a:lnTo>
                  <a:pt x="533297" y="52001"/>
                </a:lnTo>
                <a:lnTo>
                  <a:pt x="545800" y="53706"/>
                </a:lnTo>
                <a:lnTo>
                  <a:pt x="545976" y="53046"/>
                </a:lnTo>
                <a:lnTo>
                  <a:pt x="546159" y="52402"/>
                </a:lnTo>
                <a:lnTo>
                  <a:pt x="546350" y="51775"/>
                </a:lnTo>
                <a:lnTo>
                  <a:pt x="546549" y="51166"/>
                </a:lnTo>
                <a:lnTo>
                  <a:pt x="546756" y="50573"/>
                </a:lnTo>
                <a:lnTo>
                  <a:pt x="546970" y="49997"/>
                </a:lnTo>
                <a:lnTo>
                  <a:pt x="547193" y="49438"/>
                </a:lnTo>
                <a:lnTo>
                  <a:pt x="547423" y="48895"/>
                </a:lnTo>
                <a:lnTo>
                  <a:pt x="547660" y="48370"/>
                </a:lnTo>
                <a:lnTo>
                  <a:pt x="547906" y="47862"/>
                </a:lnTo>
                <a:lnTo>
                  <a:pt x="548159" y="47370"/>
                </a:lnTo>
                <a:lnTo>
                  <a:pt x="548420" y="46895"/>
                </a:lnTo>
                <a:lnTo>
                  <a:pt x="548689" y="46438"/>
                </a:lnTo>
                <a:lnTo>
                  <a:pt x="548965" y="45997"/>
                </a:lnTo>
                <a:lnTo>
                  <a:pt x="549250" y="45573"/>
                </a:lnTo>
                <a:lnTo>
                  <a:pt x="549542" y="45166"/>
                </a:lnTo>
                <a:lnTo>
                  <a:pt x="549842" y="44776"/>
                </a:lnTo>
                <a:lnTo>
                  <a:pt x="550149" y="44402"/>
                </a:lnTo>
                <a:lnTo>
                  <a:pt x="550465" y="44046"/>
                </a:lnTo>
                <a:lnTo>
                  <a:pt x="550788" y="43706"/>
                </a:lnTo>
                <a:lnTo>
                  <a:pt x="551119" y="43384"/>
                </a:lnTo>
                <a:lnTo>
                  <a:pt x="551458" y="43078"/>
                </a:lnTo>
                <a:lnTo>
                  <a:pt x="551804" y="42789"/>
                </a:lnTo>
                <a:lnTo>
                  <a:pt x="552159" y="42517"/>
                </a:lnTo>
                <a:lnTo>
                  <a:pt x="552525" y="42260"/>
                </a:lnTo>
                <a:lnTo>
                  <a:pt x="552908" y="42013"/>
                </a:lnTo>
                <a:lnTo>
                  <a:pt x="553307" y="41777"/>
                </a:lnTo>
                <a:lnTo>
                  <a:pt x="553722" y="41552"/>
                </a:lnTo>
                <a:lnTo>
                  <a:pt x="554154" y="41337"/>
                </a:lnTo>
                <a:lnTo>
                  <a:pt x="554603" y="41134"/>
                </a:lnTo>
                <a:lnTo>
                  <a:pt x="555068" y="40942"/>
                </a:lnTo>
                <a:lnTo>
                  <a:pt x="555549" y="40761"/>
                </a:lnTo>
                <a:lnTo>
                  <a:pt x="556046" y="40591"/>
                </a:lnTo>
                <a:lnTo>
                  <a:pt x="556560" y="40432"/>
                </a:lnTo>
                <a:lnTo>
                  <a:pt x="557091" y="40284"/>
                </a:lnTo>
                <a:lnTo>
                  <a:pt x="557638" y="40147"/>
                </a:lnTo>
                <a:lnTo>
                  <a:pt x="558201" y="40020"/>
                </a:lnTo>
                <a:lnTo>
                  <a:pt x="558780" y="39905"/>
                </a:lnTo>
                <a:lnTo>
                  <a:pt x="559376" y="39801"/>
                </a:lnTo>
                <a:lnTo>
                  <a:pt x="559989" y="39707"/>
                </a:lnTo>
                <a:lnTo>
                  <a:pt x="560618" y="39625"/>
                </a:lnTo>
                <a:lnTo>
                  <a:pt x="561263" y="39554"/>
                </a:lnTo>
                <a:lnTo>
                  <a:pt x="561924" y="39493"/>
                </a:lnTo>
                <a:lnTo>
                  <a:pt x="562602" y="39444"/>
                </a:lnTo>
                <a:lnTo>
                  <a:pt x="563297" y="39406"/>
                </a:lnTo>
                <a:lnTo>
                  <a:pt x="564008" y="39378"/>
                </a:lnTo>
                <a:lnTo>
                  <a:pt x="564735" y="39362"/>
                </a:lnTo>
                <a:lnTo>
                  <a:pt x="565479" y="39356"/>
                </a:lnTo>
                <a:lnTo>
                  <a:pt x="566275" y="39364"/>
                </a:lnTo>
                <a:lnTo>
                  <a:pt x="567056" y="39386"/>
                </a:lnTo>
                <a:lnTo>
                  <a:pt x="567820" y="39424"/>
                </a:lnTo>
                <a:lnTo>
                  <a:pt x="568567" y="39476"/>
                </a:lnTo>
                <a:lnTo>
                  <a:pt x="569298" y="39544"/>
                </a:lnTo>
                <a:lnTo>
                  <a:pt x="570012" y="39626"/>
                </a:lnTo>
                <a:lnTo>
                  <a:pt x="570710" y="39724"/>
                </a:lnTo>
                <a:lnTo>
                  <a:pt x="571391" y="39836"/>
                </a:lnTo>
                <a:lnTo>
                  <a:pt x="572055" y="39963"/>
                </a:lnTo>
                <a:lnTo>
                  <a:pt x="572703" y="40106"/>
                </a:lnTo>
                <a:lnTo>
                  <a:pt x="573335" y="40263"/>
                </a:lnTo>
                <a:lnTo>
                  <a:pt x="573950" y="40436"/>
                </a:lnTo>
                <a:lnTo>
                  <a:pt x="574549" y="40623"/>
                </a:lnTo>
                <a:lnTo>
                  <a:pt x="575131" y="40825"/>
                </a:lnTo>
                <a:lnTo>
                  <a:pt x="575696" y="41043"/>
                </a:lnTo>
                <a:lnTo>
                  <a:pt x="576245" y="41275"/>
                </a:lnTo>
                <a:lnTo>
                  <a:pt x="576778" y="41523"/>
                </a:lnTo>
                <a:lnTo>
                  <a:pt x="577293" y="41785"/>
                </a:lnTo>
                <a:lnTo>
                  <a:pt x="577793" y="42062"/>
                </a:lnTo>
                <a:lnTo>
                  <a:pt x="578276" y="42355"/>
                </a:lnTo>
                <a:lnTo>
                  <a:pt x="578742" y="42662"/>
                </a:lnTo>
                <a:lnTo>
                  <a:pt x="579192" y="42984"/>
                </a:lnTo>
                <a:lnTo>
                  <a:pt x="579625" y="43322"/>
                </a:lnTo>
                <a:lnTo>
                  <a:pt x="580042" y="43674"/>
                </a:lnTo>
                <a:lnTo>
                  <a:pt x="580337" y="43947"/>
                </a:lnTo>
                <a:lnTo>
                  <a:pt x="580620" y="44237"/>
                </a:lnTo>
                <a:lnTo>
                  <a:pt x="580891" y="44542"/>
                </a:lnTo>
                <a:lnTo>
                  <a:pt x="581149" y="44863"/>
                </a:lnTo>
                <a:lnTo>
                  <a:pt x="581394" y="45200"/>
                </a:lnTo>
                <a:lnTo>
                  <a:pt x="581627" y="45553"/>
                </a:lnTo>
                <a:lnTo>
                  <a:pt x="581847" y="45923"/>
                </a:lnTo>
                <a:lnTo>
                  <a:pt x="582055" y="46308"/>
                </a:lnTo>
                <a:lnTo>
                  <a:pt x="582250" y="46709"/>
                </a:lnTo>
                <a:lnTo>
                  <a:pt x="582432" y="47126"/>
                </a:lnTo>
                <a:lnTo>
                  <a:pt x="582602" y="47559"/>
                </a:lnTo>
                <a:lnTo>
                  <a:pt x="582759" y="48008"/>
                </a:lnTo>
                <a:lnTo>
                  <a:pt x="582904" y="48473"/>
                </a:lnTo>
                <a:lnTo>
                  <a:pt x="583036" y="48954"/>
                </a:lnTo>
                <a:lnTo>
                  <a:pt x="583155" y="49451"/>
                </a:lnTo>
                <a:lnTo>
                  <a:pt x="583262" y="49964"/>
                </a:lnTo>
                <a:lnTo>
                  <a:pt x="583357" y="50493"/>
                </a:lnTo>
                <a:lnTo>
                  <a:pt x="583438" y="51038"/>
                </a:lnTo>
                <a:lnTo>
                  <a:pt x="583508" y="51599"/>
                </a:lnTo>
                <a:lnTo>
                  <a:pt x="583564" y="52176"/>
                </a:lnTo>
                <a:lnTo>
                  <a:pt x="583608" y="52769"/>
                </a:lnTo>
                <a:lnTo>
                  <a:pt x="583640" y="53378"/>
                </a:lnTo>
                <a:lnTo>
                  <a:pt x="583659" y="54002"/>
                </a:lnTo>
                <a:lnTo>
                  <a:pt x="583665" y="54643"/>
                </a:lnTo>
                <a:lnTo>
                  <a:pt x="583665" y="54705"/>
                </a:lnTo>
                <a:lnTo>
                  <a:pt x="583664" y="54774"/>
                </a:lnTo>
                <a:lnTo>
                  <a:pt x="583664" y="54850"/>
                </a:lnTo>
                <a:lnTo>
                  <a:pt x="583663" y="54932"/>
                </a:lnTo>
                <a:lnTo>
                  <a:pt x="583662" y="55021"/>
                </a:lnTo>
                <a:lnTo>
                  <a:pt x="583660" y="55117"/>
                </a:lnTo>
                <a:lnTo>
                  <a:pt x="583659" y="55219"/>
                </a:lnTo>
                <a:lnTo>
                  <a:pt x="583657" y="55327"/>
                </a:lnTo>
                <a:lnTo>
                  <a:pt x="583655" y="55443"/>
                </a:lnTo>
                <a:lnTo>
                  <a:pt x="583653" y="55565"/>
                </a:lnTo>
                <a:lnTo>
                  <a:pt x="583650" y="55693"/>
                </a:lnTo>
                <a:lnTo>
                  <a:pt x="583647" y="55829"/>
                </a:lnTo>
                <a:lnTo>
                  <a:pt x="583644" y="55971"/>
                </a:lnTo>
                <a:lnTo>
                  <a:pt x="583641" y="56119"/>
                </a:lnTo>
                <a:lnTo>
                  <a:pt x="583637" y="56274"/>
                </a:lnTo>
                <a:lnTo>
                  <a:pt x="583633" y="56436"/>
                </a:lnTo>
                <a:lnTo>
                  <a:pt x="583629" y="56604"/>
                </a:lnTo>
                <a:lnTo>
                  <a:pt x="583625" y="56779"/>
                </a:lnTo>
                <a:lnTo>
                  <a:pt x="583620" y="56961"/>
                </a:lnTo>
                <a:lnTo>
                  <a:pt x="583616" y="57149"/>
                </a:lnTo>
                <a:lnTo>
                  <a:pt x="583610" y="57344"/>
                </a:lnTo>
                <a:lnTo>
                  <a:pt x="583605" y="57546"/>
                </a:lnTo>
                <a:lnTo>
                  <a:pt x="583600" y="57754"/>
                </a:lnTo>
                <a:lnTo>
                  <a:pt x="583594" y="57969"/>
                </a:lnTo>
                <a:lnTo>
                  <a:pt x="582970" y="58179"/>
                </a:lnTo>
                <a:lnTo>
                  <a:pt x="582318" y="58387"/>
                </a:lnTo>
                <a:lnTo>
                  <a:pt x="581637" y="58593"/>
                </a:lnTo>
                <a:lnTo>
                  <a:pt x="580928" y="58796"/>
                </a:lnTo>
                <a:lnTo>
                  <a:pt x="580190" y="58996"/>
                </a:lnTo>
                <a:lnTo>
                  <a:pt x="579425" y="59194"/>
                </a:lnTo>
                <a:lnTo>
                  <a:pt x="578631" y="59390"/>
                </a:lnTo>
                <a:lnTo>
                  <a:pt x="577808" y="59583"/>
                </a:lnTo>
                <a:lnTo>
                  <a:pt x="576957" y="59774"/>
                </a:lnTo>
                <a:lnTo>
                  <a:pt x="576078" y="59963"/>
                </a:lnTo>
                <a:lnTo>
                  <a:pt x="575170" y="60148"/>
                </a:lnTo>
                <a:lnTo>
                  <a:pt x="574234" y="60332"/>
                </a:lnTo>
                <a:lnTo>
                  <a:pt x="573270" y="60513"/>
                </a:lnTo>
                <a:lnTo>
                  <a:pt x="572277" y="60691"/>
                </a:lnTo>
                <a:lnTo>
                  <a:pt x="571256" y="60868"/>
                </a:lnTo>
                <a:lnTo>
                  <a:pt x="570207" y="61041"/>
                </a:lnTo>
                <a:lnTo>
                  <a:pt x="569129" y="61212"/>
                </a:lnTo>
                <a:lnTo>
                  <a:pt x="568023" y="61381"/>
                </a:lnTo>
                <a:lnTo>
                  <a:pt x="566888" y="61547"/>
                </a:lnTo>
                <a:lnTo>
                  <a:pt x="565725" y="61711"/>
                </a:lnTo>
                <a:lnTo>
                  <a:pt x="564534" y="61873"/>
                </a:lnTo>
                <a:lnTo>
                  <a:pt x="563314" y="62032"/>
                </a:lnTo>
                <a:lnTo>
                  <a:pt x="562066" y="62188"/>
                </a:lnTo>
                <a:lnTo>
                  <a:pt x="560790" y="62342"/>
                </a:lnTo>
                <a:lnTo>
                  <a:pt x="560163" y="62419"/>
                </a:lnTo>
                <a:lnTo>
                  <a:pt x="559550" y="62497"/>
                </a:lnTo>
                <a:lnTo>
                  <a:pt x="558950" y="62574"/>
                </a:lnTo>
                <a:lnTo>
                  <a:pt x="558363" y="62652"/>
                </a:lnTo>
                <a:lnTo>
                  <a:pt x="557789" y="62730"/>
                </a:lnTo>
                <a:lnTo>
                  <a:pt x="557229" y="62808"/>
                </a:lnTo>
                <a:lnTo>
                  <a:pt x="556682" y="62887"/>
                </a:lnTo>
                <a:lnTo>
                  <a:pt x="556149" y="62966"/>
                </a:lnTo>
                <a:lnTo>
                  <a:pt x="555628" y="63045"/>
                </a:lnTo>
                <a:lnTo>
                  <a:pt x="555122" y="63124"/>
                </a:lnTo>
                <a:lnTo>
                  <a:pt x="554628" y="63204"/>
                </a:lnTo>
                <a:lnTo>
                  <a:pt x="554148" y="63284"/>
                </a:lnTo>
                <a:lnTo>
                  <a:pt x="553681" y="63364"/>
                </a:lnTo>
                <a:lnTo>
                  <a:pt x="553227" y="63444"/>
                </a:lnTo>
                <a:lnTo>
                  <a:pt x="552787" y="63525"/>
                </a:lnTo>
                <a:lnTo>
                  <a:pt x="552360" y="63606"/>
                </a:lnTo>
                <a:lnTo>
                  <a:pt x="551946" y="63687"/>
                </a:lnTo>
                <a:lnTo>
                  <a:pt x="551546" y="63769"/>
                </a:lnTo>
                <a:lnTo>
                  <a:pt x="551159" y="63850"/>
                </a:lnTo>
                <a:lnTo>
                  <a:pt x="550785" y="63932"/>
                </a:lnTo>
                <a:lnTo>
                  <a:pt x="550425" y="64014"/>
                </a:lnTo>
                <a:lnTo>
                  <a:pt x="550078" y="64097"/>
                </a:lnTo>
                <a:lnTo>
                  <a:pt x="549744" y="64179"/>
                </a:lnTo>
                <a:lnTo>
                  <a:pt x="549424" y="64262"/>
                </a:lnTo>
                <a:lnTo>
                  <a:pt x="548999" y="64383"/>
                </a:lnTo>
                <a:lnTo>
                  <a:pt x="548578" y="64509"/>
                </a:lnTo>
                <a:lnTo>
                  <a:pt x="548161" y="64639"/>
                </a:lnTo>
                <a:lnTo>
                  <a:pt x="547747" y="64774"/>
                </a:lnTo>
                <a:lnTo>
                  <a:pt x="547337" y="64913"/>
                </a:lnTo>
                <a:lnTo>
                  <a:pt x="546930" y="65057"/>
                </a:lnTo>
                <a:lnTo>
                  <a:pt x="546527" y="65206"/>
                </a:lnTo>
                <a:lnTo>
                  <a:pt x="546128" y="65360"/>
                </a:lnTo>
                <a:lnTo>
                  <a:pt x="545732" y="65518"/>
                </a:lnTo>
                <a:lnTo>
                  <a:pt x="545340" y="65681"/>
                </a:lnTo>
                <a:lnTo>
                  <a:pt x="544951" y="65849"/>
                </a:lnTo>
                <a:lnTo>
                  <a:pt x="544566" y="66021"/>
                </a:lnTo>
                <a:lnTo>
                  <a:pt x="544185" y="66198"/>
                </a:lnTo>
                <a:lnTo>
                  <a:pt x="543807" y="66380"/>
                </a:lnTo>
                <a:lnTo>
                  <a:pt x="543432" y="66567"/>
                </a:lnTo>
                <a:lnTo>
                  <a:pt x="543062" y="66758"/>
                </a:lnTo>
                <a:lnTo>
                  <a:pt x="542694" y="66954"/>
                </a:lnTo>
                <a:lnTo>
                  <a:pt x="542331" y="67154"/>
                </a:lnTo>
                <a:lnTo>
                  <a:pt x="541971" y="67359"/>
                </a:lnTo>
                <a:lnTo>
                  <a:pt x="541614" y="67569"/>
                </a:lnTo>
                <a:lnTo>
                  <a:pt x="541261" y="67784"/>
                </a:lnTo>
                <a:lnTo>
                  <a:pt x="540912" y="68003"/>
                </a:lnTo>
                <a:lnTo>
                  <a:pt x="540566" y="68227"/>
                </a:lnTo>
                <a:lnTo>
                  <a:pt x="540224" y="68456"/>
                </a:lnTo>
                <a:lnTo>
                  <a:pt x="539886" y="68690"/>
                </a:lnTo>
                <a:lnTo>
                  <a:pt x="539554" y="68931"/>
                </a:lnTo>
                <a:lnTo>
                  <a:pt x="539227" y="69178"/>
                </a:lnTo>
                <a:lnTo>
                  <a:pt x="538906" y="69431"/>
                </a:lnTo>
                <a:lnTo>
                  <a:pt x="538590" y="69690"/>
                </a:lnTo>
                <a:lnTo>
                  <a:pt x="538279" y="69956"/>
                </a:lnTo>
                <a:lnTo>
                  <a:pt x="537974" y="70228"/>
                </a:lnTo>
                <a:lnTo>
                  <a:pt x="537674" y="70506"/>
                </a:lnTo>
                <a:lnTo>
                  <a:pt x="537380" y="70791"/>
                </a:lnTo>
                <a:lnTo>
                  <a:pt x="537091" y="71082"/>
                </a:lnTo>
                <a:lnTo>
                  <a:pt x="536808" y="71379"/>
                </a:lnTo>
                <a:lnTo>
                  <a:pt x="536530" y="71682"/>
                </a:lnTo>
                <a:lnTo>
                  <a:pt x="536257" y="71992"/>
                </a:lnTo>
                <a:lnTo>
                  <a:pt x="535990" y="72308"/>
                </a:lnTo>
                <a:lnTo>
                  <a:pt x="535728" y="72630"/>
                </a:lnTo>
                <a:lnTo>
                  <a:pt x="535472" y="72959"/>
                </a:lnTo>
                <a:lnTo>
                  <a:pt x="535221" y="73294"/>
                </a:lnTo>
                <a:lnTo>
                  <a:pt x="534976" y="73635"/>
                </a:lnTo>
                <a:lnTo>
                  <a:pt x="534736" y="73983"/>
                </a:lnTo>
                <a:lnTo>
                  <a:pt x="534501" y="74337"/>
                </a:lnTo>
                <a:lnTo>
                  <a:pt x="534272" y="74697"/>
                </a:lnTo>
                <a:lnTo>
                  <a:pt x="534048" y="75063"/>
                </a:lnTo>
                <a:lnTo>
                  <a:pt x="533830" y="75436"/>
                </a:lnTo>
                <a:lnTo>
                  <a:pt x="533617" y="75815"/>
                </a:lnTo>
                <a:lnTo>
                  <a:pt x="533411" y="76199"/>
                </a:lnTo>
                <a:lnTo>
                  <a:pt x="533214" y="76586"/>
                </a:lnTo>
                <a:lnTo>
                  <a:pt x="533026" y="76976"/>
                </a:lnTo>
                <a:lnTo>
                  <a:pt x="532847" y="77370"/>
                </a:lnTo>
                <a:lnTo>
                  <a:pt x="532676" y="77767"/>
                </a:lnTo>
                <a:lnTo>
                  <a:pt x="532514" y="78167"/>
                </a:lnTo>
                <a:lnTo>
                  <a:pt x="532361" y="78571"/>
                </a:lnTo>
                <a:lnTo>
                  <a:pt x="532216" y="78978"/>
                </a:lnTo>
                <a:lnTo>
                  <a:pt x="532080" y="79388"/>
                </a:lnTo>
                <a:lnTo>
                  <a:pt x="531953" y="79802"/>
                </a:lnTo>
                <a:lnTo>
                  <a:pt x="531835" y="80219"/>
                </a:lnTo>
                <a:lnTo>
                  <a:pt x="531726" y="80639"/>
                </a:lnTo>
                <a:lnTo>
                  <a:pt x="531625" y="81063"/>
                </a:lnTo>
                <a:lnTo>
                  <a:pt x="531533" y="81490"/>
                </a:lnTo>
                <a:lnTo>
                  <a:pt x="531450" y="81920"/>
                </a:lnTo>
                <a:lnTo>
                  <a:pt x="531375" y="82354"/>
                </a:lnTo>
                <a:lnTo>
                  <a:pt x="531310" y="82791"/>
                </a:lnTo>
                <a:lnTo>
                  <a:pt x="531253" y="83231"/>
                </a:lnTo>
                <a:lnTo>
                  <a:pt x="531205" y="83675"/>
                </a:lnTo>
                <a:lnTo>
                  <a:pt x="531165" y="84122"/>
                </a:lnTo>
                <a:lnTo>
                  <a:pt x="531135" y="84572"/>
                </a:lnTo>
                <a:lnTo>
                  <a:pt x="531113" y="85026"/>
                </a:lnTo>
                <a:lnTo>
                  <a:pt x="531100" y="85483"/>
                </a:lnTo>
                <a:lnTo>
                  <a:pt x="531095" y="85943"/>
                </a:lnTo>
                <a:lnTo>
                  <a:pt x="531107" y="86725"/>
                </a:lnTo>
                <a:lnTo>
                  <a:pt x="531142" y="87495"/>
                </a:lnTo>
                <a:lnTo>
                  <a:pt x="531200" y="88254"/>
                </a:lnTo>
                <a:lnTo>
                  <a:pt x="531281" y="89001"/>
                </a:lnTo>
                <a:lnTo>
                  <a:pt x="531385" y="89736"/>
                </a:lnTo>
                <a:lnTo>
                  <a:pt x="531513" y="90459"/>
                </a:lnTo>
                <a:lnTo>
                  <a:pt x="531663" y="91171"/>
                </a:lnTo>
                <a:lnTo>
                  <a:pt x="531837" y="91871"/>
                </a:lnTo>
                <a:lnTo>
                  <a:pt x="532034" y="92559"/>
                </a:lnTo>
                <a:lnTo>
                  <a:pt x="532255" y="93236"/>
                </a:lnTo>
                <a:lnTo>
                  <a:pt x="532498" y="93901"/>
                </a:lnTo>
                <a:lnTo>
                  <a:pt x="532765" y="94554"/>
                </a:lnTo>
                <a:lnTo>
                  <a:pt x="533054" y="95195"/>
                </a:lnTo>
                <a:lnTo>
                  <a:pt x="533367" y="95825"/>
                </a:lnTo>
                <a:lnTo>
                  <a:pt x="533704" y="96443"/>
                </a:lnTo>
                <a:lnTo>
                  <a:pt x="534063" y="97049"/>
                </a:lnTo>
                <a:lnTo>
                  <a:pt x="534446" y="97643"/>
                </a:lnTo>
                <a:lnTo>
                  <a:pt x="534851" y="98226"/>
                </a:lnTo>
                <a:lnTo>
                  <a:pt x="535280" y="98797"/>
                </a:lnTo>
                <a:lnTo>
                  <a:pt x="535733" y="99356"/>
                </a:lnTo>
                <a:lnTo>
                  <a:pt x="536208" y="99904"/>
                </a:lnTo>
                <a:lnTo>
                  <a:pt x="536706" y="100440"/>
                </a:lnTo>
                <a:lnTo>
                  <a:pt x="537228" y="100964"/>
                </a:lnTo>
                <a:lnTo>
                  <a:pt x="537773" y="101476"/>
                </a:lnTo>
                <a:lnTo>
                  <a:pt x="538339" y="101972"/>
                </a:lnTo>
                <a:lnTo>
                  <a:pt x="538926" y="102447"/>
                </a:lnTo>
                <a:lnTo>
                  <a:pt x="539532" y="102901"/>
                </a:lnTo>
                <a:lnTo>
                  <a:pt x="540159" y="103334"/>
                </a:lnTo>
                <a:lnTo>
                  <a:pt x="540805" y="103745"/>
                </a:lnTo>
                <a:lnTo>
                  <a:pt x="541471" y="104136"/>
                </a:lnTo>
                <a:lnTo>
                  <a:pt x="542158" y="104505"/>
                </a:lnTo>
                <a:lnTo>
                  <a:pt x="542864" y="104853"/>
                </a:lnTo>
                <a:lnTo>
                  <a:pt x="543590" y="105180"/>
                </a:lnTo>
                <a:lnTo>
                  <a:pt x="544337" y="105486"/>
                </a:lnTo>
                <a:lnTo>
                  <a:pt x="545103" y="105771"/>
                </a:lnTo>
                <a:lnTo>
                  <a:pt x="545889" y="106035"/>
                </a:lnTo>
                <a:lnTo>
                  <a:pt x="546696" y="106278"/>
                </a:lnTo>
                <a:lnTo>
                  <a:pt x="547522" y="106499"/>
                </a:lnTo>
                <a:lnTo>
                  <a:pt x="548368" y="106700"/>
                </a:lnTo>
                <a:lnTo>
                  <a:pt x="549234" y="106879"/>
                </a:lnTo>
                <a:lnTo>
                  <a:pt x="550120" y="107038"/>
                </a:lnTo>
                <a:lnTo>
                  <a:pt x="551026" y="107175"/>
                </a:lnTo>
                <a:lnTo>
                  <a:pt x="551952" y="107291"/>
                </a:lnTo>
                <a:lnTo>
                  <a:pt x="552899" y="107386"/>
                </a:lnTo>
                <a:lnTo>
                  <a:pt x="553865" y="107460"/>
                </a:lnTo>
                <a:lnTo>
                  <a:pt x="554851" y="107512"/>
                </a:lnTo>
                <a:lnTo>
                  <a:pt x="555857" y="107544"/>
                </a:lnTo>
                <a:lnTo>
                  <a:pt x="556883" y="107555"/>
                </a:lnTo>
                <a:lnTo>
                  <a:pt x="557509" y="107550"/>
                </a:lnTo>
                <a:lnTo>
                  <a:pt x="558131" y="107537"/>
                </a:lnTo>
                <a:lnTo>
                  <a:pt x="558750" y="107516"/>
                </a:lnTo>
                <a:lnTo>
                  <a:pt x="559366" y="107486"/>
                </a:lnTo>
                <a:lnTo>
                  <a:pt x="559979" y="107447"/>
                </a:lnTo>
                <a:lnTo>
                  <a:pt x="560588" y="107399"/>
                </a:lnTo>
                <a:lnTo>
                  <a:pt x="561194" y="107343"/>
                </a:lnTo>
                <a:lnTo>
                  <a:pt x="561796" y="107278"/>
                </a:lnTo>
                <a:lnTo>
                  <a:pt x="562396" y="107205"/>
                </a:lnTo>
                <a:lnTo>
                  <a:pt x="562991" y="107123"/>
                </a:lnTo>
                <a:lnTo>
                  <a:pt x="563584" y="107032"/>
                </a:lnTo>
                <a:lnTo>
                  <a:pt x="564173" y="106933"/>
                </a:lnTo>
                <a:lnTo>
                  <a:pt x="564759" y="106825"/>
                </a:lnTo>
                <a:lnTo>
                  <a:pt x="565342" y="106708"/>
                </a:lnTo>
                <a:lnTo>
                  <a:pt x="565921" y="106583"/>
                </a:lnTo>
                <a:lnTo>
                  <a:pt x="566497" y="106449"/>
                </a:lnTo>
                <a:lnTo>
                  <a:pt x="567069" y="106306"/>
                </a:lnTo>
                <a:lnTo>
                  <a:pt x="567639" y="106155"/>
                </a:lnTo>
                <a:lnTo>
                  <a:pt x="568205" y="105995"/>
                </a:lnTo>
                <a:lnTo>
                  <a:pt x="568767" y="105826"/>
                </a:lnTo>
                <a:lnTo>
                  <a:pt x="569326" y="105649"/>
                </a:lnTo>
                <a:lnTo>
                  <a:pt x="569882" y="105464"/>
                </a:lnTo>
                <a:lnTo>
                  <a:pt x="570435" y="105269"/>
                </a:lnTo>
                <a:lnTo>
                  <a:pt x="570984" y="105066"/>
                </a:lnTo>
                <a:lnTo>
                  <a:pt x="571533" y="104853"/>
                </a:lnTo>
                <a:lnTo>
                  <a:pt x="572083" y="104627"/>
                </a:lnTo>
                <a:lnTo>
                  <a:pt x="572635" y="104388"/>
                </a:lnTo>
                <a:lnTo>
                  <a:pt x="573189" y="104138"/>
                </a:lnTo>
                <a:lnTo>
                  <a:pt x="573745" y="103875"/>
                </a:lnTo>
                <a:lnTo>
                  <a:pt x="574303" y="103600"/>
                </a:lnTo>
                <a:lnTo>
                  <a:pt x="574863" y="103312"/>
                </a:lnTo>
                <a:lnTo>
                  <a:pt x="575424" y="103012"/>
                </a:lnTo>
                <a:lnTo>
                  <a:pt x="575988" y="102700"/>
                </a:lnTo>
                <a:lnTo>
                  <a:pt x="576553" y="102375"/>
                </a:lnTo>
                <a:lnTo>
                  <a:pt x="577120" y="102038"/>
                </a:lnTo>
                <a:lnTo>
                  <a:pt x="577689" y="101689"/>
                </a:lnTo>
                <a:lnTo>
                  <a:pt x="578259" y="101327"/>
                </a:lnTo>
                <a:lnTo>
                  <a:pt x="578832" y="100953"/>
                </a:lnTo>
                <a:lnTo>
                  <a:pt x="579406" y="100567"/>
                </a:lnTo>
                <a:lnTo>
                  <a:pt x="579983" y="100168"/>
                </a:lnTo>
                <a:lnTo>
                  <a:pt x="580561" y="99757"/>
                </a:lnTo>
                <a:lnTo>
                  <a:pt x="581141" y="99334"/>
                </a:lnTo>
                <a:lnTo>
                  <a:pt x="581723" y="98898"/>
                </a:lnTo>
                <a:lnTo>
                  <a:pt x="582306" y="98450"/>
                </a:lnTo>
                <a:lnTo>
                  <a:pt x="582892" y="97990"/>
                </a:lnTo>
                <a:lnTo>
                  <a:pt x="583479" y="97517"/>
                </a:lnTo>
                <a:lnTo>
                  <a:pt x="584068" y="97032"/>
                </a:lnTo>
                <a:lnTo>
                  <a:pt x="584659" y="96535"/>
                </a:lnTo>
                <a:lnTo>
                  <a:pt x="584709" y="96977"/>
                </a:lnTo>
                <a:lnTo>
                  <a:pt x="584764" y="97414"/>
                </a:lnTo>
                <a:lnTo>
                  <a:pt x="584824" y="97847"/>
                </a:lnTo>
                <a:lnTo>
                  <a:pt x="584888" y="98275"/>
                </a:lnTo>
                <a:close/>
                <a:moveTo>
                  <a:pt x="583562" y="74684"/>
                </a:moveTo>
                <a:lnTo>
                  <a:pt x="583537" y="75341"/>
                </a:lnTo>
                <a:lnTo>
                  <a:pt x="583504" y="75985"/>
                </a:lnTo>
                <a:lnTo>
                  <a:pt x="583465" y="76613"/>
                </a:lnTo>
                <a:lnTo>
                  <a:pt x="583419" y="77228"/>
                </a:lnTo>
                <a:lnTo>
                  <a:pt x="583365" y="77828"/>
                </a:lnTo>
                <a:lnTo>
                  <a:pt x="583304" y="78414"/>
                </a:lnTo>
                <a:lnTo>
                  <a:pt x="583236" y="78985"/>
                </a:lnTo>
                <a:lnTo>
                  <a:pt x="583161" y="79542"/>
                </a:lnTo>
                <a:lnTo>
                  <a:pt x="583079" y="80084"/>
                </a:lnTo>
                <a:lnTo>
                  <a:pt x="582989" y="80613"/>
                </a:lnTo>
                <a:lnTo>
                  <a:pt x="582893" y="81126"/>
                </a:lnTo>
                <a:lnTo>
                  <a:pt x="582789" y="81626"/>
                </a:lnTo>
                <a:lnTo>
                  <a:pt x="582678" y="82111"/>
                </a:lnTo>
                <a:lnTo>
                  <a:pt x="582560" y="82582"/>
                </a:lnTo>
                <a:lnTo>
                  <a:pt x="582435" y="83038"/>
                </a:lnTo>
                <a:lnTo>
                  <a:pt x="582303" y="83480"/>
                </a:lnTo>
                <a:lnTo>
                  <a:pt x="582163" y="83908"/>
                </a:lnTo>
                <a:lnTo>
                  <a:pt x="582017" y="84321"/>
                </a:lnTo>
                <a:lnTo>
                  <a:pt x="581863" y="84720"/>
                </a:lnTo>
                <a:lnTo>
                  <a:pt x="581702" y="85104"/>
                </a:lnTo>
                <a:lnTo>
                  <a:pt x="581534" y="85475"/>
                </a:lnTo>
                <a:lnTo>
                  <a:pt x="581303" y="85940"/>
                </a:lnTo>
                <a:lnTo>
                  <a:pt x="581063" y="86398"/>
                </a:lnTo>
                <a:lnTo>
                  <a:pt x="580811" y="86847"/>
                </a:lnTo>
                <a:lnTo>
                  <a:pt x="580549" y="87288"/>
                </a:lnTo>
                <a:lnTo>
                  <a:pt x="580276" y="87720"/>
                </a:lnTo>
                <a:lnTo>
                  <a:pt x="579993" y="88145"/>
                </a:lnTo>
                <a:lnTo>
                  <a:pt x="579699" y="88560"/>
                </a:lnTo>
                <a:lnTo>
                  <a:pt x="579395" y="88968"/>
                </a:lnTo>
                <a:lnTo>
                  <a:pt x="579079" y="89367"/>
                </a:lnTo>
                <a:lnTo>
                  <a:pt x="578754" y="89758"/>
                </a:lnTo>
                <a:lnTo>
                  <a:pt x="578417" y="90141"/>
                </a:lnTo>
                <a:lnTo>
                  <a:pt x="578070" y="90516"/>
                </a:lnTo>
                <a:lnTo>
                  <a:pt x="577713" y="90882"/>
                </a:lnTo>
                <a:lnTo>
                  <a:pt x="577345" y="91240"/>
                </a:lnTo>
                <a:lnTo>
                  <a:pt x="576966" y="91589"/>
                </a:lnTo>
                <a:lnTo>
                  <a:pt x="576577" y="91930"/>
                </a:lnTo>
                <a:lnTo>
                  <a:pt x="576177" y="92263"/>
                </a:lnTo>
                <a:lnTo>
                  <a:pt x="575766" y="92588"/>
                </a:lnTo>
                <a:lnTo>
                  <a:pt x="575345" y="92904"/>
                </a:lnTo>
                <a:lnTo>
                  <a:pt x="574913" y="93212"/>
                </a:lnTo>
                <a:lnTo>
                  <a:pt x="574471" y="93512"/>
                </a:lnTo>
                <a:lnTo>
                  <a:pt x="574018" y="93803"/>
                </a:lnTo>
                <a:lnTo>
                  <a:pt x="573554" y="94086"/>
                </a:lnTo>
                <a:lnTo>
                  <a:pt x="573080" y="94361"/>
                </a:lnTo>
                <a:lnTo>
                  <a:pt x="572598" y="94626"/>
                </a:lnTo>
                <a:lnTo>
                  <a:pt x="572109" y="94880"/>
                </a:lnTo>
                <a:lnTo>
                  <a:pt x="571616" y="95122"/>
                </a:lnTo>
                <a:lnTo>
                  <a:pt x="571116" y="95354"/>
                </a:lnTo>
                <a:lnTo>
                  <a:pt x="570611" y="95574"/>
                </a:lnTo>
                <a:lnTo>
                  <a:pt x="570101" y="95782"/>
                </a:lnTo>
                <a:lnTo>
                  <a:pt x="569584" y="95980"/>
                </a:lnTo>
                <a:lnTo>
                  <a:pt x="569062" y="96166"/>
                </a:lnTo>
                <a:lnTo>
                  <a:pt x="568534" y="96340"/>
                </a:lnTo>
                <a:lnTo>
                  <a:pt x="568001" y="96504"/>
                </a:lnTo>
                <a:lnTo>
                  <a:pt x="567462" y="96656"/>
                </a:lnTo>
                <a:lnTo>
                  <a:pt x="566917" y="96797"/>
                </a:lnTo>
                <a:lnTo>
                  <a:pt x="566367" y="96927"/>
                </a:lnTo>
                <a:lnTo>
                  <a:pt x="565811" y="97045"/>
                </a:lnTo>
                <a:lnTo>
                  <a:pt x="565249" y="97152"/>
                </a:lnTo>
                <a:lnTo>
                  <a:pt x="564681" y="97248"/>
                </a:lnTo>
                <a:lnTo>
                  <a:pt x="564108" y="97333"/>
                </a:lnTo>
                <a:lnTo>
                  <a:pt x="563529" y="97406"/>
                </a:lnTo>
                <a:lnTo>
                  <a:pt x="562945" y="97468"/>
                </a:lnTo>
                <a:lnTo>
                  <a:pt x="562355" y="97519"/>
                </a:lnTo>
                <a:lnTo>
                  <a:pt x="561759" y="97558"/>
                </a:lnTo>
                <a:lnTo>
                  <a:pt x="561157" y="97587"/>
                </a:lnTo>
                <a:lnTo>
                  <a:pt x="560550" y="97603"/>
                </a:lnTo>
                <a:lnTo>
                  <a:pt x="559937" y="97609"/>
                </a:lnTo>
                <a:lnTo>
                  <a:pt x="559322" y="97603"/>
                </a:lnTo>
                <a:lnTo>
                  <a:pt x="558719" y="97585"/>
                </a:lnTo>
                <a:lnTo>
                  <a:pt x="558129" y="97556"/>
                </a:lnTo>
                <a:lnTo>
                  <a:pt x="557551" y="97514"/>
                </a:lnTo>
                <a:lnTo>
                  <a:pt x="556985" y="97460"/>
                </a:lnTo>
                <a:lnTo>
                  <a:pt x="556432" y="97395"/>
                </a:lnTo>
                <a:lnTo>
                  <a:pt x="555891" y="97318"/>
                </a:lnTo>
                <a:lnTo>
                  <a:pt x="555363" y="97229"/>
                </a:lnTo>
                <a:lnTo>
                  <a:pt x="554848" y="97128"/>
                </a:lnTo>
                <a:lnTo>
                  <a:pt x="554344" y="97015"/>
                </a:lnTo>
                <a:lnTo>
                  <a:pt x="553853" y="96890"/>
                </a:lnTo>
                <a:lnTo>
                  <a:pt x="553375" y="96753"/>
                </a:lnTo>
                <a:lnTo>
                  <a:pt x="552909" y="96605"/>
                </a:lnTo>
                <a:lnTo>
                  <a:pt x="552456" y="96444"/>
                </a:lnTo>
                <a:lnTo>
                  <a:pt x="552015" y="96272"/>
                </a:lnTo>
                <a:lnTo>
                  <a:pt x="551586" y="96088"/>
                </a:lnTo>
                <a:lnTo>
                  <a:pt x="551170" y="95892"/>
                </a:lnTo>
                <a:lnTo>
                  <a:pt x="550767" y="95684"/>
                </a:lnTo>
                <a:lnTo>
                  <a:pt x="550375" y="95464"/>
                </a:lnTo>
                <a:lnTo>
                  <a:pt x="549997" y="95232"/>
                </a:lnTo>
                <a:lnTo>
                  <a:pt x="549631" y="94988"/>
                </a:lnTo>
                <a:lnTo>
                  <a:pt x="549277" y="94733"/>
                </a:lnTo>
                <a:lnTo>
                  <a:pt x="548935" y="94465"/>
                </a:lnTo>
                <a:lnTo>
                  <a:pt x="548607" y="94186"/>
                </a:lnTo>
                <a:lnTo>
                  <a:pt x="548291" y="93897"/>
                </a:lnTo>
                <a:lnTo>
                  <a:pt x="547988" y="93603"/>
                </a:lnTo>
                <a:lnTo>
                  <a:pt x="547699" y="93303"/>
                </a:lnTo>
                <a:lnTo>
                  <a:pt x="547424" y="92997"/>
                </a:lnTo>
                <a:lnTo>
                  <a:pt x="547161" y="92684"/>
                </a:lnTo>
                <a:lnTo>
                  <a:pt x="546913" y="92366"/>
                </a:lnTo>
                <a:lnTo>
                  <a:pt x="546677" y="92042"/>
                </a:lnTo>
                <a:lnTo>
                  <a:pt x="546456" y="91712"/>
                </a:lnTo>
                <a:lnTo>
                  <a:pt x="546247" y="91376"/>
                </a:lnTo>
                <a:lnTo>
                  <a:pt x="546052" y="91035"/>
                </a:lnTo>
                <a:lnTo>
                  <a:pt x="545871" y="90687"/>
                </a:lnTo>
                <a:lnTo>
                  <a:pt x="545703" y="90333"/>
                </a:lnTo>
                <a:lnTo>
                  <a:pt x="545548" y="89973"/>
                </a:lnTo>
                <a:lnTo>
                  <a:pt x="545407" y="89608"/>
                </a:lnTo>
                <a:lnTo>
                  <a:pt x="545279" y="89236"/>
                </a:lnTo>
                <a:lnTo>
                  <a:pt x="545165" y="88859"/>
                </a:lnTo>
                <a:lnTo>
                  <a:pt x="545064" y="88475"/>
                </a:lnTo>
                <a:lnTo>
                  <a:pt x="544977" y="88086"/>
                </a:lnTo>
                <a:lnTo>
                  <a:pt x="544903" y="87691"/>
                </a:lnTo>
                <a:lnTo>
                  <a:pt x="544842" y="87290"/>
                </a:lnTo>
                <a:lnTo>
                  <a:pt x="544795" y="86883"/>
                </a:lnTo>
                <a:lnTo>
                  <a:pt x="544762" y="86469"/>
                </a:lnTo>
                <a:lnTo>
                  <a:pt x="544742" y="86050"/>
                </a:lnTo>
                <a:lnTo>
                  <a:pt x="544735" y="85626"/>
                </a:lnTo>
                <a:lnTo>
                  <a:pt x="544738" y="85347"/>
                </a:lnTo>
                <a:lnTo>
                  <a:pt x="544747" y="85071"/>
                </a:lnTo>
                <a:lnTo>
                  <a:pt x="544763" y="84797"/>
                </a:lnTo>
                <a:lnTo>
                  <a:pt x="544784" y="84525"/>
                </a:lnTo>
                <a:lnTo>
                  <a:pt x="544812" y="84255"/>
                </a:lnTo>
                <a:lnTo>
                  <a:pt x="544846" y="83987"/>
                </a:lnTo>
                <a:lnTo>
                  <a:pt x="544886" y="83722"/>
                </a:lnTo>
                <a:lnTo>
                  <a:pt x="544932" y="83458"/>
                </a:lnTo>
                <a:lnTo>
                  <a:pt x="544985" y="83197"/>
                </a:lnTo>
                <a:lnTo>
                  <a:pt x="545043" y="82937"/>
                </a:lnTo>
                <a:lnTo>
                  <a:pt x="545108" y="82680"/>
                </a:lnTo>
                <a:lnTo>
                  <a:pt x="545179" y="82425"/>
                </a:lnTo>
                <a:lnTo>
                  <a:pt x="545256" y="82172"/>
                </a:lnTo>
                <a:lnTo>
                  <a:pt x="545339" y="81921"/>
                </a:lnTo>
                <a:lnTo>
                  <a:pt x="545429" y="81672"/>
                </a:lnTo>
                <a:lnTo>
                  <a:pt x="545524" y="81425"/>
                </a:lnTo>
                <a:lnTo>
                  <a:pt x="545626" y="81181"/>
                </a:lnTo>
                <a:lnTo>
                  <a:pt x="545734" y="80938"/>
                </a:lnTo>
                <a:lnTo>
                  <a:pt x="545848" y="80698"/>
                </a:lnTo>
                <a:lnTo>
                  <a:pt x="545968" y="80459"/>
                </a:lnTo>
                <a:lnTo>
                  <a:pt x="546095" y="80223"/>
                </a:lnTo>
                <a:lnTo>
                  <a:pt x="546227" y="79989"/>
                </a:lnTo>
                <a:lnTo>
                  <a:pt x="546366" y="79757"/>
                </a:lnTo>
                <a:lnTo>
                  <a:pt x="546511" y="79527"/>
                </a:lnTo>
                <a:lnTo>
                  <a:pt x="546661" y="79300"/>
                </a:lnTo>
                <a:lnTo>
                  <a:pt x="546817" y="79078"/>
                </a:lnTo>
                <a:lnTo>
                  <a:pt x="546978" y="78861"/>
                </a:lnTo>
                <a:lnTo>
                  <a:pt x="547144" y="78648"/>
                </a:lnTo>
                <a:lnTo>
                  <a:pt x="547316" y="78439"/>
                </a:lnTo>
                <a:lnTo>
                  <a:pt x="547492" y="78236"/>
                </a:lnTo>
                <a:lnTo>
                  <a:pt x="547674" y="78037"/>
                </a:lnTo>
                <a:lnTo>
                  <a:pt x="547861" y="77842"/>
                </a:lnTo>
                <a:lnTo>
                  <a:pt x="548053" y="77652"/>
                </a:lnTo>
                <a:lnTo>
                  <a:pt x="548250" y="77467"/>
                </a:lnTo>
                <a:lnTo>
                  <a:pt x="548452" y="77286"/>
                </a:lnTo>
                <a:lnTo>
                  <a:pt x="548660" y="77110"/>
                </a:lnTo>
                <a:lnTo>
                  <a:pt x="548873" y="76938"/>
                </a:lnTo>
                <a:lnTo>
                  <a:pt x="549091" y="76771"/>
                </a:lnTo>
                <a:lnTo>
                  <a:pt x="549314" y="76609"/>
                </a:lnTo>
                <a:lnTo>
                  <a:pt x="549542" y="76451"/>
                </a:lnTo>
                <a:lnTo>
                  <a:pt x="549775" y="76297"/>
                </a:lnTo>
                <a:lnTo>
                  <a:pt x="550014" y="76149"/>
                </a:lnTo>
                <a:lnTo>
                  <a:pt x="550258" y="76005"/>
                </a:lnTo>
                <a:lnTo>
                  <a:pt x="550507" y="75865"/>
                </a:lnTo>
                <a:lnTo>
                  <a:pt x="550761" y="75731"/>
                </a:lnTo>
                <a:lnTo>
                  <a:pt x="551020" y="75600"/>
                </a:lnTo>
                <a:lnTo>
                  <a:pt x="551285" y="75475"/>
                </a:lnTo>
                <a:lnTo>
                  <a:pt x="551555" y="75354"/>
                </a:lnTo>
                <a:lnTo>
                  <a:pt x="551835" y="75235"/>
                </a:lnTo>
                <a:lnTo>
                  <a:pt x="552131" y="75118"/>
                </a:lnTo>
                <a:lnTo>
                  <a:pt x="552444" y="75001"/>
                </a:lnTo>
                <a:lnTo>
                  <a:pt x="552772" y="74886"/>
                </a:lnTo>
                <a:lnTo>
                  <a:pt x="553117" y="74771"/>
                </a:lnTo>
                <a:lnTo>
                  <a:pt x="553477" y="74658"/>
                </a:lnTo>
                <a:lnTo>
                  <a:pt x="553854" y="74545"/>
                </a:lnTo>
                <a:lnTo>
                  <a:pt x="554246" y="74434"/>
                </a:lnTo>
                <a:lnTo>
                  <a:pt x="554655" y="74323"/>
                </a:lnTo>
                <a:lnTo>
                  <a:pt x="555080" y="74214"/>
                </a:lnTo>
                <a:lnTo>
                  <a:pt x="555520" y="74105"/>
                </a:lnTo>
                <a:lnTo>
                  <a:pt x="555977" y="73998"/>
                </a:lnTo>
                <a:lnTo>
                  <a:pt x="556450" y="73891"/>
                </a:lnTo>
                <a:lnTo>
                  <a:pt x="556938" y="73786"/>
                </a:lnTo>
                <a:lnTo>
                  <a:pt x="557443" y="73681"/>
                </a:lnTo>
                <a:lnTo>
                  <a:pt x="557964" y="73578"/>
                </a:lnTo>
                <a:lnTo>
                  <a:pt x="558501" y="73475"/>
                </a:lnTo>
                <a:lnTo>
                  <a:pt x="559054" y="73373"/>
                </a:lnTo>
                <a:lnTo>
                  <a:pt x="559623" y="73273"/>
                </a:lnTo>
                <a:lnTo>
                  <a:pt x="560208" y="73173"/>
                </a:lnTo>
                <a:lnTo>
                  <a:pt x="560809" y="73075"/>
                </a:lnTo>
                <a:lnTo>
                  <a:pt x="561426" y="72977"/>
                </a:lnTo>
                <a:lnTo>
                  <a:pt x="562059" y="72881"/>
                </a:lnTo>
                <a:lnTo>
                  <a:pt x="562708" y="72785"/>
                </a:lnTo>
                <a:lnTo>
                  <a:pt x="563856" y="72616"/>
                </a:lnTo>
                <a:lnTo>
                  <a:pt x="564980" y="72445"/>
                </a:lnTo>
                <a:lnTo>
                  <a:pt x="566080" y="72270"/>
                </a:lnTo>
                <a:lnTo>
                  <a:pt x="567156" y="72093"/>
                </a:lnTo>
                <a:lnTo>
                  <a:pt x="568207" y="71912"/>
                </a:lnTo>
                <a:lnTo>
                  <a:pt x="569235" y="71729"/>
                </a:lnTo>
                <a:lnTo>
                  <a:pt x="570238" y="71542"/>
                </a:lnTo>
                <a:lnTo>
                  <a:pt x="571217" y="71353"/>
                </a:lnTo>
                <a:lnTo>
                  <a:pt x="572172" y="71160"/>
                </a:lnTo>
                <a:lnTo>
                  <a:pt x="573103" y="70965"/>
                </a:lnTo>
                <a:lnTo>
                  <a:pt x="574009" y="70766"/>
                </a:lnTo>
                <a:lnTo>
                  <a:pt x="574891" y="70565"/>
                </a:lnTo>
                <a:lnTo>
                  <a:pt x="575750" y="70361"/>
                </a:lnTo>
                <a:lnTo>
                  <a:pt x="576584" y="70153"/>
                </a:lnTo>
                <a:lnTo>
                  <a:pt x="577393" y="69943"/>
                </a:lnTo>
                <a:lnTo>
                  <a:pt x="578179" y="69729"/>
                </a:lnTo>
                <a:lnTo>
                  <a:pt x="578940" y="69513"/>
                </a:lnTo>
                <a:lnTo>
                  <a:pt x="579678" y="69293"/>
                </a:lnTo>
                <a:lnTo>
                  <a:pt x="580391" y="69071"/>
                </a:lnTo>
                <a:lnTo>
                  <a:pt x="581080" y="68846"/>
                </a:lnTo>
                <a:lnTo>
                  <a:pt x="581745" y="68617"/>
                </a:lnTo>
                <a:lnTo>
                  <a:pt x="582385" y="68386"/>
                </a:lnTo>
                <a:lnTo>
                  <a:pt x="583002" y="68152"/>
                </a:lnTo>
                <a:lnTo>
                  <a:pt x="583594" y="67914"/>
                </a:lnTo>
                <a:lnTo>
                  <a:pt x="583594" y="72625"/>
                </a:lnTo>
                <a:lnTo>
                  <a:pt x="583590" y="73326"/>
                </a:lnTo>
                <a:lnTo>
                  <a:pt x="583580" y="74012"/>
                </a:lnTo>
                <a:lnTo>
                  <a:pt x="583562" y="74684"/>
                </a:lnTo>
                <a:close/>
                <a:moveTo>
                  <a:pt x="665021" y="81191"/>
                </a:moveTo>
                <a:lnTo>
                  <a:pt x="664851" y="81910"/>
                </a:lnTo>
                <a:lnTo>
                  <a:pt x="664668" y="82612"/>
                </a:lnTo>
                <a:lnTo>
                  <a:pt x="664472" y="83296"/>
                </a:lnTo>
                <a:lnTo>
                  <a:pt x="664263" y="83963"/>
                </a:lnTo>
                <a:lnTo>
                  <a:pt x="664042" y="84613"/>
                </a:lnTo>
                <a:lnTo>
                  <a:pt x="663807" y="85246"/>
                </a:lnTo>
                <a:lnTo>
                  <a:pt x="663560" y="85862"/>
                </a:lnTo>
                <a:lnTo>
                  <a:pt x="663300" y="86460"/>
                </a:lnTo>
                <a:lnTo>
                  <a:pt x="663027" y="87041"/>
                </a:lnTo>
                <a:lnTo>
                  <a:pt x="662742" y="87605"/>
                </a:lnTo>
                <a:lnTo>
                  <a:pt x="662443" y="88152"/>
                </a:lnTo>
                <a:lnTo>
                  <a:pt x="662132" y="88682"/>
                </a:lnTo>
                <a:lnTo>
                  <a:pt x="661808" y="89194"/>
                </a:lnTo>
                <a:lnTo>
                  <a:pt x="661471" y="89689"/>
                </a:lnTo>
                <a:lnTo>
                  <a:pt x="661121" y="90167"/>
                </a:lnTo>
                <a:lnTo>
                  <a:pt x="660759" y="90628"/>
                </a:lnTo>
                <a:lnTo>
                  <a:pt x="660383" y="91071"/>
                </a:lnTo>
                <a:lnTo>
                  <a:pt x="659995" y="91498"/>
                </a:lnTo>
                <a:lnTo>
                  <a:pt x="659594" y="91907"/>
                </a:lnTo>
                <a:lnTo>
                  <a:pt x="659180" y="92299"/>
                </a:lnTo>
                <a:lnTo>
                  <a:pt x="658755" y="92674"/>
                </a:lnTo>
                <a:lnTo>
                  <a:pt x="658322" y="93034"/>
                </a:lnTo>
                <a:lnTo>
                  <a:pt x="657880" y="93377"/>
                </a:lnTo>
                <a:lnTo>
                  <a:pt x="657430" y="93704"/>
                </a:lnTo>
                <a:lnTo>
                  <a:pt x="656970" y="94016"/>
                </a:lnTo>
                <a:lnTo>
                  <a:pt x="656503" y="94311"/>
                </a:lnTo>
                <a:lnTo>
                  <a:pt x="656026" y="94591"/>
                </a:lnTo>
                <a:lnTo>
                  <a:pt x="655541" y="94854"/>
                </a:lnTo>
                <a:lnTo>
                  <a:pt x="655047" y="95102"/>
                </a:lnTo>
                <a:lnTo>
                  <a:pt x="654545" y="95333"/>
                </a:lnTo>
                <a:lnTo>
                  <a:pt x="654034" y="95549"/>
                </a:lnTo>
                <a:lnTo>
                  <a:pt x="653514" y="95749"/>
                </a:lnTo>
                <a:lnTo>
                  <a:pt x="652986" y="95932"/>
                </a:lnTo>
                <a:lnTo>
                  <a:pt x="652449" y="96100"/>
                </a:lnTo>
                <a:lnTo>
                  <a:pt x="651904" y="96252"/>
                </a:lnTo>
                <a:lnTo>
                  <a:pt x="651350" y="96388"/>
                </a:lnTo>
                <a:lnTo>
                  <a:pt x="650787" y="96507"/>
                </a:lnTo>
                <a:lnTo>
                  <a:pt x="650216" y="96611"/>
                </a:lnTo>
                <a:lnTo>
                  <a:pt x="649636" y="96699"/>
                </a:lnTo>
                <a:lnTo>
                  <a:pt x="649047" y="96771"/>
                </a:lnTo>
                <a:lnTo>
                  <a:pt x="648450" y="96827"/>
                </a:lnTo>
                <a:lnTo>
                  <a:pt x="647844" y="96867"/>
                </a:lnTo>
                <a:lnTo>
                  <a:pt x="647229" y="96891"/>
                </a:lnTo>
                <a:lnTo>
                  <a:pt x="646606" y="96899"/>
                </a:lnTo>
                <a:lnTo>
                  <a:pt x="645831" y="96887"/>
                </a:lnTo>
                <a:lnTo>
                  <a:pt x="645068" y="96851"/>
                </a:lnTo>
                <a:lnTo>
                  <a:pt x="644317" y="96792"/>
                </a:lnTo>
                <a:lnTo>
                  <a:pt x="643579" y="96708"/>
                </a:lnTo>
                <a:lnTo>
                  <a:pt x="642853" y="96601"/>
                </a:lnTo>
                <a:lnTo>
                  <a:pt x="642139" y="96470"/>
                </a:lnTo>
                <a:lnTo>
                  <a:pt x="641438" y="96315"/>
                </a:lnTo>
                <a:lnTo>
                  <a:pt x="640749" y="96137"/>
                </a:lnTo>
                <a:lnTo>
                  <a:pt x="640072" y="95935"/>
                </a:lnTo>
                <a:lnTo>
                  <a:pt x="639408" y="95709"/>
                </a:lnTo>
                <a:lnTo>
                  <a:pt x="638756" y="95459"/>
                </a:lnTo>
                <a:lnTo>
                  <a:pt x="638117" y="95185"/>
                </a:lnTo>
                <a:lnTo>
                  <a:pt x="637489" y="94887"/>
                </a:lnTo>
                <a:lnTo>
                  <a:pt x="636874" y="94566"/>
                </a:lnTo>
                <a:lnTo>
                  <a:pt x="636272" y="94221"/>
                </a:lnTo>
                <a:lnTo>
                  <a:pt x="635681" y="93852"/>
                </a:lnTo>
                <a:lnTo>
                  <a:pt x="635103" y="93459"/>
                </a:lnTo>
                <a:lnTo>
                  <a:pt x="634538" y="93043"/>
                </a:lnTo>
                <a:lnTo>
                  <a:pt x="633985" y="92602"/>
                </a:lnTo>
                <a:lnTo>
                  <a:pt x="633444" y="92138"/>
                </a:lnTo>
                <a:lnTo>
                  <a:pt x="632915" y="91650"/>
                </a:lnTo>
                <a:lnTo>
                  <a:pt x="632399" y="91138"/>
                </a:lnTo>
                <a:lnTo>
                  <a:pt x="631895" y="90603"/>
                </a:lnTo>
                <a:lnTo>
                  <a:pt x="631403" y="90043"/>
                </a:lnTo>
                <a:lnTo>
                  <a:pt x="630928" y="89457"/>
                </a:lnTo>
                <a:lnTo>
                  <a:pt x="630473" y="88843"/>
                </a:lnTo>
                <a:lnTo>
                  <a:pt x="630038" y="88200"/>
                </a:lnTo>
                <a:lnTo>
                  <a:pt x="629623" y="87528"/>
                </a:lnTo>
                <a:lnTo>
                  <a:pt x="629229" y="86827"/>
                </a:lnTo>
                <a:lnTo>
                  <a:pt x="628855" y="86098"/>
                </a:lnTo>
                <a:lnTo>
                  <a:pt x="628501" y="85339"/>
                </a:lnTo>
                <a:lnTo>
                  <a:pt x="628167" y="84553"/>
                </a:lnTo>
                <a:lnTo>
                  <a:pt x="627853" y="83737"/>
                </a:lnTo>
                <a:lnTo>
                  <a:pt x="627560" y="82893"/>
                </a:lnTo>
                <a:lnTo>
                  <a:pt x="627287" y="82020"/>
                </a:lnTo>
                <a:lnTo>
                  <a:pt x="627034" y="81118"/>
                </a:lnTo>
                <a:lnTo>
                  <a:pt x="626802" y="80187"/>
                </a:lnTo>
                <a:lnTo>
                  <a:pt x="626589" y="79228"/>
                </a:lnTo>
                <a:lnTo>
                  <a:pt x="626397" y="78240"/>
                </a:lnTo>
                <a:lnTo>
                  <a:pt x="626225" y="77224"/>
                </a:lnTo>
                <a:lnTo>
                  <a:pt x="626074" y="76178"/>
                </a:lnTo>
                <a:lnTo>
                  <a:pt x="625942" y="75104"/>
                </a:lnTo>
                <a:lnTo>
                  <a:pt x="625831" y="74001"/>
                </a:lnTo>
                <a:lnTo>
                  <a:pt x="625740" y="72870"/>
                </a:lnTo>
                <a:lnTo>
                  <a:pt x="625669" y="71709"/>
                </a:lnTo>
                <a:lnTo>
                  <a:pt x="625618" y="70521"/>
                </a:lnTo>
                <a:lnTo>
                  <a:pt x="625588" y="69303"/>
                </a:lnTo>
                <a:lnTo>
                  <a:pt x="625578" y="68056"/>
                </a:lnTo>
                <a:lnTo>
                  <a:pt x="625588" y="66827"/>
                </a:lnTo>
                <a:lnTo>
                  <a:pt x="625620" y="65626"/>
                </a:lnTo>
                <a:lnTo>
                  <a:pt x="625672" y="64453"/>
                </a:lnTo>
                <a:lnTo>
                  <a:pt x="625746" y="63307"/>
                </a:lnTo>
                <a:lnTo>
                  <a:pt x="625840" y="62190"/>
                </a:lnTo>
                <a:lnTo>
                  <a:pt x="625955" y="61100"/>
                </a:lnTo>
                <a:lnTo>
                  <a:pt x="626092" y="60038"/>
                </a:lnTo>
                <a:lnTo>
                  <a:pt x="626249" y="59004"/>
                </a:lnTo>
                <a:lnTo>
                  <a:pt x="626427" y="57998"/>
                </a:lnTo>
                <a:lnTo>
                  <a:pt x="626626" y="57020"/>
                </a:lnTo>
                <a:lnTo>
                  <a:pt x="626846" y="56069"/>
                </a:lnTo>
                <a:lnTo>
                  <a:pt x="627088" y="55147"/>
                </a:lnTo>
                <a:lnTo>
                  <a:pt x="627350" y="54252"/>
                </a:lnTo>
                <a:lnTo>
                  <a:pt x="627633" y="53385"/>
                </a:lnTo>
                <a:lnTo>
                  <a:pt x="627937" y="52546"/>
                </a:lnTo>
                <a:lnTo>
                  <a:pt x="628262" y="51735"/>
                </a:lnTo>
                <a:lnTo>
                  <a:pt x="628608" y="50952"/>
                </a:lnTo>
                <a:lnTo>
                  <a:pt x="628975" y="50196"/>
                </a:lnTo>
                <a:lnTo>
                  <a:pt x="629362" y="49469"/>
                </a:lnTo>
                <a:lnTo>
                  <a:pt x="629771" y="48769"/>
                </a:lnTo>
                <a:lnTo>
                  <a:pt x="630201" y="48097"/>
                </a:lnTo>
                <a:lnTo>
                  <a:pt x="630652" y="47454"/>
                </a:lnTo>
                <a:lnTo>
                  <a:pt x="631124" y="46837"/>
                </a:lnTo>
                <a:lnTo>
                  <a:pt x="631616" y="46249"/>
                </a:lnTo>
                <a:lnTo>
                  <a:pt x="632126" y="45687"/>
                </a:lnTo>
                <a:lnTo>
                  <a:pt x="632648" y="45148"/>
                </a:lnTo>
                <a:lnTo>
                  <a:pt x="633183" y="44634"/>
                </a:lnTo>
                <a:lnTo>
                  <a:pt x="633730" y="44143"/>
                </a:lnTo>
                <a:lnTo>
                  <a:pt x="634290" y="43676"/>
                </a:lnTo>
                <a:lnTo>
                  <a:pt x="634862" y="43234"/>
                </a:lnTo>
                <a:lnTo>
                  <a:pt x="635447" y="42815"/>
                </a:lnTo>
                <a:lnTo>
                  <a:pt x="636045" y="42420"/>
                </a:lnTo>
                <a:lnTo>
                  <a:pt x="636655" y="42049"/>
                </a:lnTo>
                <a:lnTo>
                  <a:pt x="637277" y="41702"/>
                </a:lnTo>
                <a:lnTo>
                  <a:pt x="637913" y="41379"/>
                </a:lnTo>
                <a:lnTo>
                  <a:pt x="638561" y="41079"/>
                </a:lnTo>
                <a:lnTo>
                  <a:pt x="639221" y="40804"/>
                </a:lnTo>
                <a:lnTo>
                  <a:pt x="639894" y="40553"/>
                </a:lnTo>
                <a:lnTo>
                  <a:pt x="640580" y="40326"/>
                </a:lnTo>
                <a:lnTo>
                  <a:pt x="641278" y="40122"/>
                </a:lnTo>
                <a:lnTo>
                  <a:pt x="641989" y="39943"/>
                </a:lnTo>
                <a:lnTo>
                  <a:pt x="642712" y="39787"/>
                </a:lnTo>
                <a:lnTo>
                  <a:pt x="643448" y="39655"/>
                </a:lnTo>
                <a:lnTo>
                  <a:pt x="644196" y="39548"/>
                </a:lnTo>
                <a:lnTo>
                  <a:pt x="644957" y="39464"/>
                </a:lnTo>
                <a:lnTo>
                  <a:pt x="645731" y="39404"/>
                </a:lnTo>
                <a:lnTo>
                  <a:pt x="646517" y="39368"/>
                </a:lnTo>
                <a:lnTo>
                  <a:pt x="647316" y="39356"/>
                </a:lnTo>
                <a:lnTo>
                  <a:pt x="647846" y="39363"/>
                </a:lnTo>
                <a:lnTo>
                  <a:pt x="648369" y="39383"/>
                </a:lnTo>
                <a:lnTo>
                  <a:pt x="648885" y="39416"/>
                </a:lnTo>
                <a:lnTo>
                  <a:pt x="649395" y="39462"/>
                </a:lnTo>
                <a:lnTo>
                  <a:pt x="649899" y="39522"/>
                </a:lnTo>
                <a:lnTo>
                  <a:pt x="650395" y="39595"/>
                </a:lnTo>
                <a:lnTo>
                  <a:pt x="650886" y="39681"/>
                </a:lnTo>
                <a:lnTo>
                  <a:pt x="651369" y="39780"/>
                </a:lnTo>
                <a:lnTo>
                  <a:pt x="651847" y="39893"/>
                </a:lnTo>
                <a:lnTo>
                  <a:pt x="652317" y="40019"/>
                </a:lnTo>
                <a:lnTo>
                  <a:pt x="652782" y="40158"/>
                </a:lnTo>
                <a:lnTo>
                  <a:pt x="653239" y="40311"/>
                </a:lnTo>
                <a:lnTo>
                  <a:pt x="653690" y="40477"/>
                </a:lnTo>
                <a:lnTo>
                  <a:pt x="654135" y="40656"/>
                </a:lnTo>
                <a:lnTo>
                  <a:pt x="654573" y="40848"/>
                </a:lnTo>
                <a:lnTo>
                  <a:pt x="655004" y="41053"/>
                </a:lnTo>
                <a:lnTo>
                  <a:pt x="655429" y="41272"/>
                </a:lnTo>
                <a:lnTo>
                  <a:pt x="655848" y="41504"/>
                </a:lnTo>
                <a:lnTo>
                  <a:pt x="656260" y="41749"/>
                </a:lnTo>
                <a:lnTo>
                  <a:pt x="656665" y="42008"/>
                </a:lnTo>
                <a:lnTo>
                  <a:pt x="657064" y="42280"/>
                </a:lnTo>
                <a:lnTo>
                  <a:pt x="657456" y="42565"/>
                </a:lnTo>
                <a:lnTo>
                  <a:pt x="657842" y="42863"/>
                </a:lnTo>
                <a:lnTo>
                  <a:pt x="658221" y="43175"/>
                </a:lnTo>
                <a:lnTo>
                  <a:pt x="658592" y="43499"/>
                </a:lnTo>
                <a:lnTo>
                  <a:pt x="658954" y="43837"/>
                </a:lnTo>
                <a:lnTo>
                  <a:pt x="659306" y="44188"/>
                </a:lnTo>
                <a:lnTo>
                  <a:pt x="659649" y="44552"/>
                </a:lnTo>
                <a:lnTo>
                  <a:pt x="659982" y="44928"/>
                </a:lnTo>
                <a:lnTo>
                  <a:pt x="660305" y="45318"/>
                </a:lnTo>
                <a:lnTo>
                  <a:pt x="660620" y="45721"/>
                </a:lnTo>
                <a:lnTo>
                  <a:pt x="660924" y="46137"/>
                </a:lnTo>
                <a:lnTo>
                  <a:pt x="661220" y="46565"/>
                </a:lnTo>
                <a:lnTo>
                  <a:pt x="661505" y="47007"/>
                </a:lnTo>
                <a:lnTo>
                  <a:pt x="661781" y="47462"/>
                </a:lnTo>
                <a:lnTo>
                  <a:pt x="662048" y="47930"/>
                </a:lnTo>
                <a:lnTo>
                  <a:pt x="662305" y="48411"/>
                </a:lnTo>
                <a:lnTo>
                  <a:pt x="662553" y="48905"/>
                </a:lnTo>
                <a:lnTo>
                  <a:pt x="662791" y="49411"/>
                </a:lnTo>
                <a:lnTo>
                  <a:pt x="663020" y="49931"/>
                </a:lnTo>
                <a:lnTo>
                  <a:pt x="663239" y="50464"/>
                </a:lnTo>
                <a:lnTo>
                  <a:pt x="663449" y="51010"/>
                </a:lnTo>
                <a:lnTo>
                  <a:pt x="663649" y="51569"/>
                </a:lnTo>
                <a:lnTo>
                  <a:pt x="663840" y="52141"/>
                </a:lnTo>
                <a:lnTo>
                  <a:pt x="664021" y="52726"/>
                </a:lnTo>
                <a:lnTo>
                  <a:pt x="664193" y="53324"/>
                </a:lnTo>
                <a:lnTo>
                  <a:pt x="664355" y="53935"/>
                </a:lnTo>
                <a:lnTo>
                  <a:pt x="664508" y="54559"/>
                </a:lnTo>
                <a:lnTo>
                  <a:pt x="676940" y="52641"/>
                </a:lnTo>
                <a:lnTo>
                  <a:pt x="676747" y="51694"/>
                </a:lnTo>
                <a:lnTo>
                  <a:pt x="676534" y="50765"/>
                </a:lnTo>
                <a:lnTo>
                  <a:pt x="676302" y="49855"/>
                </a:lnTo>
                <a:lnTo>
                  <a:pt x="676050" y="48963"/>
                </a:lnTo>
                <a:lnTo>
                  <a:pt x="675779" y="48089"/>
                </a:lnTo>
                <a:lnTo>
                  <a:pt x="675488" y="47233"/>
                </a:lnTo>
                <a:lnTo>
                  <a:pt x="675178" y="46395"/>
                </a:lnTo>
                <a:lnTo>
                  <a:pt x="674848" y="45575"/>
                </a:lnTo>
                <a:lnTo>
                  <a:pt x="674499" y="44774"/>
                </a:lnTo>
                <a:lnTo>
                  <a:pt x="674130" y="43991"/>
                </a:lnTo>
                <a:lnTo>
                  <a:pt x="673742" y="43226"/>
                </a:lnTo>
                <a:lnTo>
                  <a:pt x="673335" y="42479"/>
                </a:lnTo>
                <a:lnTo>
                  <a:pt x="672908" y="41751"/>
                </a:lnTo>
                <a:lnTo>
                  <a:pt x="672461" y="41040"/>
                </a:lnTo>
                <a:lnTo>
                  <a:pt x="671995" y="40348"/>
                </a:lnTo>
                <a:lnTo>
                  <a:pt x="671509" y="39674"/>
                </a:lnTo>
                <a:lnTo>
                  <a:pt x="671004" y="39018"/>
                </a:lnTo>
                <a:lnTo>
                  <a:pt x="670480" y="38380"/>
                </a:lnTo>
                <a:lnTo>
                  <a:pt x="669936" y="37761"/>
                </a:lnTo>
                <a:lnTo>
                  <a:pt x="669372" y="37160"/>
                </a:lnTo>
                <a:lnTo>
                  <a:pt x="668789" y="36576"/>
                </a:lnTo>
                <a:lnTo>
                  <a:pt x="668187" y="36012"/>
                </a:lnTo>
                <a:lnTo>
                  <a:pt x="667565" y="35465"/>
                </a:lnTo>
                <a:lnTo>
                  <a:pt x="666923" y="34936"/>
                </a:lnTo>
                <a:lnTo>
                  <a:pt x="666264" y="34427"/>
                </a:lnTo>
                <a:lnTo>
                  <a:pt x="665590" y="33940"/>
                </a:lnTo>
                <a:lnTo>
                  <a:pt x="664900" y="33475"/>
                </a:lnTo>
                <a:lnTo>
                  <a:pt x="664194" y="33031"/>
                </a:lnTo>
                <a:lnTo>
                  <a:pt x="663473" y="32609"/>
                </a:lnTo>
                <a:lnTo>
                  <a:pt x="662736" y="32208"/>
                </a:lnTo>
                <a:lnTo>
                  <a:pt x="661984" y="31829"/>
                </a:lnTo>
                <a:lnTo>
                  <a:pt x="661216" y="31472"/>
                </a:lnTo>
                <a:lnTo>
                  <a:pt x="660433" y="31136"/>
                </a:lnTo>
                <a:lnTo>
                  <a:pt x="659634" y="30822"/>
                </a:lnTo>
                <a:lnTo>
                  <a:pt x="658820" y="30530"/>
                </a:lnTo>
                <a:lnTo>
                  <a:pt x="657990" y="30259"/>
                </a:lnTo>
                <a:lnTo>
                  <a:pt x="657145" y="30010"/>
                </a:lnTo>
                <a:lnTo>
                  <a:pt x="656284" y="29783"/>
                </a:lnTo>
                <a:lnTo>
                  <a:pt x="655407" y="29577"/>
                </a:lnTo>
                <a:lnTo>
                  <a:pt x="654515" y="29393"/>
                </a:lnTo>
                <a:lnTo>
                  <a:pt x="653607" y="29231"/>
                </a:lnTo>
                <a:lnTo>
                  <a:pt x="652684" y="29090"/>
                </a:lnTo>
                <a:lnTo>
                  <a:pt x="651746" y="28971"/>
                </a:lnTo>
                <a:lnTo>
                  <a:pt x="650791" y="28873"/>
                </a:lnTo>
                <a:lnTo>
                  <a:pt x="649822" y="28798"/>
                </a:lnTo>
                <a:lnTo>
                  <a:pt x="648836" y="28743"/>
                </a:lnTo>
                <a:lnTo>
                  <a:pt x="647835" y="28711"/>
                </a:lnTo>
                <a:lnTo>
                  <a:pt x="646819" y="28700"/>
                </a:lnTo>
                <a:lnTo>
                  <a:pt x="646010" y="28708"/>
                </a:lnTo>
                <a:lnTo>
                  <a:pt x="645207" y="28732"/>
                </a:lnTo>
                <a:lnTo>
                  <a:pt x="644409" y="28772"/>
                </a:lnTo>
                <a:lnTo>
                  <a:pt x="643615" y="28827"/>
                </a:lnTo>
                <a:lnTo>
                  <a:pt x="642827" y="28899"/>
                </a:lnTo>
                <a:lnTo>
                  <a:pt x="642044" y="28987"/>
                </a:lnTo>
                <a:lnTo>
                  <a:pt x="641266" y="29090"/>
                </a:lnTo>
                <a:lnTo>
                  <a:pt x="640492" y="29209"/>
                </a:lnTo>
                <a:lnTo>
                  <a:pt x="639724" y="29345"/>
                </a:lnTo>
                <a:lnTo>
                  <a:pt x="638961" y="29496"/>
                </a:lnTo>
                <a:lnTo>
                  <a:pt x="638203" y="29663"/>
                </a:lnTo>
                <a:lnTo>
                  <a:pt x="637451" y="29846"/>
                </a:lnTo>
                <a:lnTo>
                  <a:pt x="636703" y="30045"/>
                </a:lnTo>
                <a:lnTo>
                  <a:pt x="635960" y="30259"/>
                </a:lnTo>
                <a:lnTo>
                  <a:pt x="635222" y="30490"/>
                </a:lnTo>
                <a:lnTo>
                  <a:pt x="634490" y="30737"/>
                </a:lnTo>
                <a:lnTo>
                  <a:pt x="633762" y="30999"/>
                </a:lnTo>
                <a:lnTo>
                  <a:pt x="633039" y="31278"/>
                </a:lnTo>
                <a:lnTo>
                  <a:pt x="632322" y="31572"/>
                </a:lnTo>
                <a:lnTo>
                  <a:pt x="631609" y="31882"/>
                </a:lnTo>
                <a:lnTo>
                  <a:pt x="630902" y="32208"/>
                </a:lnTo>
                <a:lnTo>
                  <a:pt x="630200" y="32550"/>
                </a:lnTo>
                <a:lnTo>
                  <a:pt x="629502" y="32908"/>
                </a:lnTo>
                <a:lnTo>
                  <a:pt x="628810" y="33282"/>
                </a:lnTo>
                <a:lnTo>
                  <a:pt x="628128" y="33672"/>
                </a:lnTo>
                <a:lnTo>
                  <a:pt x="627460" y="34078"/>
                </a:lnTo>
                <a:lnTo>
                  <a:pt x="626807" y="34499"/>
                </a:lnTo>
                <a:lnTo>
                  <a:pt x="626169" y="34937"/>
                </a:lnTo>
                <a:lnTo>
                  <a:pt x="625545" y="35390"/>
                </a:lnTo>
                <a:lnTo>
                  <a:pt x="624936" y="35860"/>
                </a:lnTo>
                <a:lnTo>
                  <a:pt x="624342" y="36345"/>
                </a:lnTo>
                <a:lnTo>
                  <a:pt x="623762" y="36846"/>
                </a:lnTo>
                <a:lnTo>
                  <a:pt x="623198" y="37363"/>
                </a:lnTo>
                <a:lnTo>
                  <a:pt x="622647" y="37896"/>
                </a:lnTo>
                <a:lnTo>
                  <a:pt x="622112" y="38445"/>
                </a:lnTo>
                <a:lnTo>
                  <a:pt x="621591" y="39010"/>
                </a:lnTo>
                <a:lnTo>
                  <a:pt x="621085" y="39591"/>
                </a:lnTo>
                <a:lnTo>
                  <a:pt x="620593" y="40187"/>
                </a:lnTo>
                <a:lnTo>
                  <a:pt x="620116" y="40800"/>
                </a:lnTo>
                <a:lnTo>
                  <a:pt x="619654" y="41428"/>
                </a:lnTo>
                <a:lnTo>
                  <a:pt x="619206" y="42073"/>
                </a:lnTo>
                <a:lnTo>
                  <a:pt x="618774" y="42733"/>
                </a:lnTo>
                <a:lnTo>
                  <a:pt x="618355" y="43409"/>
                </a:lnTo>
                <a:lnTo>
                  <a:pt x="617952" y="44101"/>
                </a:lnTo>
                <a:lnTo>
                  <a:pt x="617563" y="44809"/>
                </a:lnTo>
                <a:lnTo>
                  <a:pt x="617189" y="45533"/>
                </a:lnTo>
                <a:lnTo>
                  <a:pt x="616830" y="46273"/>
                </a:lnTo>
                <a:lnTo>
                  <a:pt x="616485" y="47029"/>
                </a:lnTo>
                <a:lnTo>
                  <a:pt x="616154" y="47798"/>
                </a:lnTo>
                <a:lnTo>
                  <a:pt x="615838" y="48577"/>
                </a:lnTo>
                <a:lnTo>
                  <a:pt x="615536" y="49367"/>
                </a:lnTo>
                <a:lnTo>
                  <a:pt x="615248" y="50168"/>
                </a:lnTo>
                <a:lnTo>
                  <a:pt x="614973" y="50980"/>
                </a:lnTo>
                <a:lnTo>
                  <a:pt x="614713" y="51802"/>
                </a:lnTo>
                <a:lnTo>
                  <a:pt x="614467" y="52634"/>
                </a:lnTo>
                <a:lnTo>
                  <a:pt x="614235" y="53477"/>
                </a:lnTo>
                <a:lnTo>
                  <a:pt x="614017" y="54331"/>
                </a:lnTo>
                <a:lnTo>
                  <a:pt x="613813" y="55196"/>
                </a:lnTo>
                <a:lnTo>
                  <a:pt x="613624" y="56071"/>
                </a:lnTo>
                <a:lnTo>
                  <a:pt x="613448" y="56956"/>
                </a:lnTo>
                <a:lnTo>
                  <a:pt x="613286" y="57853"/>
                </a:lnTo>
                <a:lnTo>
                  <a:pt x="613139" y="58760"/>
                </a:lnTo>
                <a:lnTo>
                  <a:pt x="613005" y="59677"/>
                </a:lnTo>
                <a:lnTo>
                  <a:pt x="612885" y="60605"/>
                </a:lnTo>
                <a:lnTo>
                  <a:pt x="612780" y="61544"/>
                </a:lnTo>
                <a:lnTo>
                  <a:pt x="612689" y="62493"/>
                </a:lnTo>
                <a:lnTo>
                  <a:pt x="612611" y="63453"/>
                </a:lnTo>
                <a:lnTo>
                  <a:pt x="612548" y="64423"/>
                </a:lnTo>
                <a:lnTo>
                  <a:pt x="612499" y="65405"/>
                </a:lnTo>
                <a:lnTo>
                  <a:pt x="612464" y="66396"/>
                </a:lnTo>
                <a:lnTo>
                  <a:pt x="612443" y="67399"/>
                </a:lnTo>
                <a:lnTo>
                  <a:pt x="612436" y="68412"/>
                </a:lnTo>
                <a:lnTo>
                  <a:pt x="612452" y="69971"/>
                </a:lnTo>
                <a:lnTo>
                  <a:pt x="612501" y="71500"/>
                </a:lnTo>
                <a:lnTo>
                  <a:pt x="612583" y="72999"/>
                </a:lnTo>
                <a:lnTo>
                  <a:pt x="612697" y="74467"/>
                </a:lnTo>
                <a:lnTo>
                  <a:pt x="612844" y="75904"/>
                </a:lnTo>
                <a:lnTo>
                  <a:pt x="613024" y="77312"/>
                </a:lnTo>
                <a:lnTo>
                  <a:pt x="613236" y="78688"/>
                </a:lnTo>
                <a:lnTo>
                  <a:pt x="613481" y="80035"/>
                </a:lnTo>
                <a:lnTo>
                  <a:pt x="613759" y="81350"/>
                </a:lnTo>
                <a:lnTo>
                  <a:pt x="614070" y="82636"/>
                </a:lnTo>
                <a:lnTo>
                  <a:pt x="614413" y="83891"/>
                </a:lnTo>
                <a:lnTo>
                  <a:pt x="614789" y="85115"/>
                </a:lnTo>
                <a:lnTo>
                  <a:pt x="615197" y="86309"/>
                </a:lnTo>
                <a:lnTo>
                  <a:pt x="615639" y="87472"/>
                </a:lnTo>
                <a:lnTo>
                  <a:pt x="616112" y="88605"/>
                </a:lnTo>
                <a:lnTo>
                  <a:pt x="616619" y="89708"/>
                </a:lnTo>
                <a:lnTo>
                  <a:pt x="617158" y="90780"/>
                </a:lnTo>
                <a:lnTo>
                  <a:pt x="617730" y="91822"/>
                </a:lnTo>
                <a:lnTo>
                  <a:pt x="618335" y="92833"/>
                </a:lnTo>
                <a:lnTo>
                  <a:pt x="618972" y="93813"/>
                </a:lnTo>
                <a:lnTo>
                  <a:pt x="619642" y="94764"/>
                </a:lnTo>
                <a:lnTo>
                  <a:pt x="620345" y="95683"/>
                </a:lnTo>
                <a:lnTo>
                  <a:pt x="621080" y="96573"/>
                </a:lnTo>
                <a:lnTo>
                  <a:pt x="621848" y="97431"/>
                </a:lnTo>
                <a:lnTo>
                  <a:pt x="622643" y="98258"/>
                </a:lnTo>
                <a:lnTo>
                  <a:pt x="623459" y="99048"/>
                </a:lnTo>
                <a:lnTo>
                  <a:pt x="624296" y="99804"/>
                </a:lnTo>
                <a:lnTo>
                  <a:pt x="625155" y="100525"/>
                </a:lnTo>
                <a:lnTo>
                  <a:pt x="626034" y="101210"/>
                </a:lnTo>
                <a:lnTo>
                  <a:pt x="626934" y="101860"/>
                </a:lnTo>
                <a:lnTo>
                  <a:pt x="627856" y="102476"/>
                </a:lnTo>
                <a:lnTo>
                  <a:pt x="628798" y="103055"/>
                </a:lnTo>
                <a:lnTo>
                  <a:pt x="629762" y="103600"/>
                </a:lnTo>
                <a:lnTo>
                  <a:pt x="630747" y="104110"/>
                </a:lnTo>
                <a:lnTo>
                  <a:pt x="631753" y="104585"/>
                </a:lnTo>
                <a:lnTo>
                  <a:pt x="632780" y="105024"/>
                </a:lnTo>
                <a:lnTo>
                  <a:pt x="633828" y="105428"/>
                </a:lnTo>
                <a:lnTo>
                  <a:pt x="634897" y="105797"/>
                </a:lnTo>
                <a:lnTo>
                  <a:pt x="635987" y="106131"/>
                </a:lnTo>
                <a:lnTo>
                  <a:pt x="637098" y="106430"/>
                </a:lnTo>
                <a:lnTo>
                  <a:pt x="638231" y="106694"/>
                </a:lnTo>
                <a:lnTo>
                  <a:pt x="639384" y="106922"/>
                </a:lnTo>
                <a:lnTo>
                  <a:pt x="640559" y="107115"/>
                </a:lnTo>
                <a:lnTo>
                  <a:pt x="641754" y="107273"/>
                </a:lnTo>
                <a:lnTo>
                  <a:pt x="642971" y="107397"/>
                </a:lnTo>
                <a:lnTo>
                  <a:pt x="644209" y="107484"/>
                </a:lnTo>
                <a:lnTo>
                  <a:pt x="645468" y="107537"/>
                </a:lnTo>
                <a:lnTo>
                  <a:pt x="646748" y="107555"/>
                </a:lnTo>
                <a:lnTo>
                  <a:pt x="647771" y="107542"/>
                </a:lnTo>
                <a:lnTo>
                  <a:pt x="648781" y="107504"/>
                </a:lnTo>
                <a:lnTo>
                  <a:pt x="649778" y="107440"/>
                </a:lnTo>
                <a:lnTo>
                  <a:pt x="650761" y="107350"/>
                </a:lnTo>
                <a:lnTo>
                  <a:pt x="651730" y="107235"/>
                </a:lnTo>
                <a:lnTo>
                  <a:pt x="652686" y="107094"/>
                </a:lnTo>
                <a:lnTo>
                  <a:pt x="653629" y="106928"/>
                </a:lnTo>
                <a:lnTo>
                  <a:pt x="654558" y="106736"/>
                </a:lnTo>
                <a:lnTo>
                  <a:pt x="655474" y="106518"/>
                </a:lnTo>
                <a:lnTo>
                  <a:pt x="656377" y="106275"/>
                </a:lnTo>
                <a:lnTo>
                  <a:pt x="657265" y="106006"/>
                </a:lnTo>
                <a:lnTo>
                  <a:pt x="658141" y="105712"/>
                </a:lnTo>
                <a:lnTo>
                  <a:pt x="659003" y="105392"/>
                </a:lnTo>
                <a:lnTo>
                  <a:pt x="659852" y="105047"/>
                </a:lnTo>
                <a:lnTo>
                  <a:pt x="660687" y="104676"/>
                </a:lnTo>
                <a:lnTo>
                  <a:pt x="661508" y="104279"/>
                </a:lnTo>
                <a:lnTo>
                  <a:pt x="662317" y="103857"/>
                </a:lnTo>
                <a:lnTo>
                  <a:pt x="663112" y="103409"/>
                </a:lnTo>
                <a:lnTo>
                  <a:pt x="663893" y="102935"/>
                </a:lnTo>
                <a:lnTo>
                  <a:pt x="664661" y="102436"/>
                </a:lnTo>
                <a:lnTo>
                  <a:pt x="665415" y="101912"/>
                </a:lnTo>
                <a:lnTo>
                  <a:pt x="666156" y="101361"/>
                </a:lnTo>
                <a:lnTo>
                  <a:pt x="666884" y="100786"/>
                </a:lnTo>
                <a:lnTo>
                  <a:pt x="667598" y="100184"/>
                </a:lnTo>
                <a:lnTo>
                  <a:pt x="668294" y="99560"/>
                </a:lnTo>
                <a:lnTo>
                  <a:pt x="668968" y="98916"/>
                </a:lnTo>
                <a:lnTo>
                  <a:pt x="669620" y="98253"/>
                </a:lnTo>
                <a:lnTo>
                  <a:pt x="670249" y="97569"/>
                </a:lnTo>
                <a:lnTo>
                  <a:pt x="670856" y="96867"/>
                </a:lnTo>
                <a:lnTo>
                  <a:pt x="671441" y="96144"/>
                </a:lnTo>
                <a:lnTo>
                  <a:pt x="672003" y="95402"/>
                </a:lnTo>
                <a:lnTo>
                  <a:pt x="672543" y="94640"/>
                </a:lnTo>
                <a:lnTo>
                  <a:pt x="673061" y="93859"/>
                </a:lnTo>
                <a:lnTo>
                  <a:pt x="673556" y="93058"/>
                </a:lnTo>
                <a:lnTo>
                  <a:pt x="674029" y="92237"/>
                </a:lnTo>
                <a:lnTo>
                  <a:pt x="674480" y="91396"/>
                </a:lnTo>
                <a:lnTo>
                  <a:pt x="674909" y="90536"/>
                </a:lnTo>
                <a:lnTo>
                  <a:pt x="675315" y="89657"/>
                </a:lnTo>
                <a:lnTo>
                  <a:pt x="675698" y="88757"/>
                </a:lnTo>
                <a:lnTo>
                  <a:pt x="676060" y="87838"/>
                </a:lnTo>
                <a:lnTo>
                  <a:pt x="676399" y="86899"/>
                </a:lnTo>
                <a:lnTo>
                  <a:pt x="676716" y="85941"/>
                </a:lnTo>
                <a:lnTo>
                  <a:pt x="677010" y="84963"/>
                </a:lnTo>
                <a:lnTo>
                  <a:pt x="677282" y="83965"/>
                </a:lnTo>
                <a:lnTo>
                  <a:pt x="677532" y="82948"/>
                </a:lnTo>
                <a:lnTo>
                  <a:pt x="677760" y="81911"/>
                </a:lnTo>
                <a:lnTo>
                  <a:pt x="677965" y="80854"/>
                </a:lnTo>
                <a:lnTo>
                  <a:pt x="678148" y="79778"/>
                </a:lnTo>
                <a:lnTo>
                  <a:pt x="665574" y="78144"/>
                </a:lnTo>
                <a:lnTo>
                  <a:pt x="665455" y="78932"/>
                </a:lnTo>
                <a:lnTo>
                  <a:pt x="665323" y="79702"/>
                </a:lnTo>
                <a:lnTo>
                  <a:pt x="665178" y="80455"/>
                </a:lnTo>
                <a:lnTo>
                  <a:pt x="665021" y="81191"/>
                </a:lnTo>
                <a:close/>
                <a:moveTo>
                  <a:pt x="739706" y="84108"/>
                </a:moveTo>
                <a:lnTo>
                  <a:pt x="739431" y="84708"/>
                </a:lnTo>
                <a:lnTo>
                  <a:pt x="739149" y="85294"/>
                </a:lnTo>
                <a:lnTo>
                  <a:pt x="738860" y="85864"/>
                </a:lnTo>
                <a:lnTo>
                  <a:pt x="738564" y="86419"/>
                </a:lnTo>
                <a:lnTo>
                  <a:pt x="738260" y="86959"/>
                </a:lnTo>
                <a:lnTo>
                  <a:pt x="737949" y="87484"/>
                </a:lnTo>
                <a:lnTo>
                  <a:pt x="737632" y="87994"/>
                </a:lnTo>
                <a:lnTo>
                  <a:pt x="737307" y="88488"/>
                </a:lnTo>
                <a:lnTo>
                  <a:pt x="736974" y="88968"/>
                </a:lnTo>
                <a:lnTo>
                  <a:pt x="736635" y="89432"/>
                </a:lnTo>
                <a:lnTo>
                  <a:pt x="736289" y="89881"/>
                </a:lnTo>
                <a:lnTo>
                  <a:pt x="735935" y="90315"/>
                </a:lnTo>
                <a:lnTo>
                  <a:pt x="735574" y="90733"/>
                </a:lnTo>
                <a:lnTo>
                  <a:pt x="735206" y="91137"/>
                </a:lnTo>
                <a:lnTo>
                  <a:pt x="734831" y="91525"/>
                </a:lnTo>
                <a:lnTo>
                  <a:pt x="734449" y="91899"/>
                </a:lnTo>
                <a:lnTo>
                  <a:pt x="734060" y="92257"/>
                </a:lnTo>
                <a:lnTo>
                  <a:pt x="733663" y="92600"/>
                </a:lnTo>
                <a:lnTo>
                  <a:pt x="733260" y="92927"/>
                </a:lnTo>
                <a:lnTo>
                  <a:pt x="732849" y="93240"/>
                </a:lnTo>
                <a:lnTo>
                  <a:pt x="732431" y="93539"/>
                </a:lnTo>
                <a:lnTo>
                  <a:pt x="732006" y="93824"/>
                </a:lnTo>
                <a:lnTo>
                  <a:pt x="731573" y="94098"/>
                </a:lnTo>
                <a:lnTo>
                  <a:pt x="731134" y="94358"/>
                </a:lnTo>
                <a:lnTo>
                  <a:pt x="730687" y="94606"/>
                </a:lnTo>
                <a:lnTo>
                  <a:pt x="730234" y="94841"/>
                </a:lnTo>
                <a:lnTo>
                  <a:pt x="729773" y="95063"/>
                </a:lnTo>
                <a:lnTo>
                  <a:pt x="729305" y="95273"/>
                </a:lnTo>
                <a:lnTo>
                  <a:pt x="728830" y="95470"/>
                </a:lnTo>
                <a:lnTo>
                  <a:pt x="728347" y="95654"/>
                </a:lnTo>
                <a:lnTo>
                  <a:pt x="727858" y="95825"/>
                </a:lnTo>
                <a:lnTo>
                  <a:pt x="727361" y="95984"/>
                </a:lnTo>
                <a:lnTo>
                  <a:pt x="726857" y="96130"/>
                </a:lnTo>
                <a:lnTo>
                  <a:pt x="726346" y="96264"/>
                </a:lnTo>
                <a:lnTo>
                  <a:pt x="725828" y="96384"/>
                </a:lnTo>
                <a:lnTo>
                  <a:pt x="725303" y="96492"/>
                </a:lnTo>
                <a:lnTo>
                  <a:pt x="724770" y="96587"/>
                </a:lnTo>
                <a:lnTo>
                  <a:pt x="724231" y="96670"/>
                </a:lnTo>
                <a:lnTo>
                  <a:pt x="723684" y="96740"/>
                </a:lnTo>
                <a:lnTo>
                  <a:pt x="723130" y="96797"/>
                </a:lnTo>
                <a:lnTo>
                  <a:pt x="722569" y="96842"/>
                </a:lnTo>
                <a:lnTo>
                  <a:pt x="722001" y="96873"/>
                </a:lnTo>
                <a:lnTo>
                  <a:pt x="721426" y="96892"/>
                </a:lnTo>
                <a:lnTo>
                  <a:pt x="720843" y="96899"/>
                </a:lnTo>
                <a:lnTo>
                  <a:pt x="720061" y="96887"/>
                </a:lnTo>
                <a:lnTo>
                  <a:pt x="719290" y="96853"/>
                </a:lnTo>
                <a:lnTo>
                  <a:pt x="718530" y="96796"/>
                </a:lnTo>
                <a:lnTo>
                  <a:pt x="717780" y="96716"/>
                </a:lnTo>
                <a:lnTo>
                  <a:pt x="717042" y="96613"/>
                </a:lnTo>
                <a:lnTo>
                  <a:pt x="716314" y="96487"/>
                </a:lnTo>
                <a:lnTo>
                  <a:pt x="715597" y="96338"/>
                </a:lnTo>
                <a:lnTo>
                  <a:pt x="714891" y="96167"/>
                </a:lnTo>
                <a:lnTo>
                  <a:pt x="714196" y="95972"/>
                </a:lnTo>
                <a:lnTo>
                  <a:pt x="713512" y="95755"/>
                </a:lnTo>
                <a:lnTo>
                  <a:pt x="712839" y="95515"/>
                </a:lnTo>
                <a:lnTo>
                  <a:pt x="712176" y="95251"/>
                </a:lnTo>
                <a:lnTo>
                  <a:pt x="711524" y="94965"/>
                </a:lnTo>
                <a:lnTo>
                  <a:pt x="710884" y="94657"/>
                </a:lnTo>
                <a:lnTo>
                  <a:pt x="710254" y="94325"/>
                </a:lnTo>
                <a:lnTo>
                  <a:pt x="709634" y="93970"/>
                </a:lnTo>
                <a:lnTo>
                  <a:pt x="709026" y="93593"/>
                </a:lnTo>
                <a:lnTo>
                  <a:pt x="708429" y="93192"/>
                </a:lnTo>
                <a:lnTo>
                  <a:pt x="707842" y="92769"/>
                </a:lnTo>
                <a:lnTo>
                  <a:pt x="707266" y="92323"/>
                </a:lnTo>
                <a:lnTo>
                  <a:pt x="706702" y="91854"/>
                </a:lnTo>
                <a:lnTo>
                  <a:pt x="706148" y="91362"/>
                </a:lnTo>
                <a:lnTo>
                  <a:pt x="705604" y="90847"/>
                </a:lnTo>
                <a:lnTo>
                  <a:pt x="705072" y="90310"/>
                </a:lnTo>
                <a:lnTo>
                  <a:pt x="704555" y="89751"/>
                </a:lnTo>
                <a:lnTo>
                  <a:pt x="704057" y="89171"/>
                </a:lnTo>
                <a:lnTo>
                  <a:pt x="703579" y="88572"/>
                </a:lnTo>
                <a:lnTo>
                  <a:pt x="703121" y="87952"/>
                </a:lnTo>
                <a:lnTo>
                  <a:pt x="702681" y="87312"/>
                </a:lnTo>
                <a:lnTo>
                  <a:pt x="702262" y="86652"/>
                </a:lnTo>
                <a:lnTo>
                  <a:pt x="701861" y="85972"/>
                </a:lnTo>
                <a:lnTo>
                  <a:pt x="701481" y="85272"/>
                </a:lnTo>
                <a:lnTo>
                  <a:pt x="701119" y="84551"/>
                </a:lnTo>
                <a:lnTo>
                  <a:pt x="700778" y="83811"/>
                </a:lnTo>
                <a:lnTo>
                  <a:pt x="700455" y="83050"/>
                </a:lnTo>
                <a:lnTo>
                  <a:pt x="700153" y="82269"/>
                </a:lnTo>
                <a:lnTo>
                  <a:pt x="699869" y="81468"/>
                </a:lnTo>
                <a:lnTo>
                  <a:pt x="699606" y="80646"/>
                </a:lnTo>
                <a:lnTo>
                  <a:pt x="699361" y="79805"/>
                </a:lnTo>
                <a:lnTo>
                  <a:pt x="699136" y="78943"/>
                </a:lnTo>
                <a:lnTo>
                  <a:pt x="698931" y="78061"/>
                </a:lnTo>
                <a:lnTo>
                  <a:pt x="698745" y="77160"/>
                </a:lnTo>
                <a:lnTo>
                  <a:pt x="698579" y="76237"/>
                </a:lnTo>
                <a:lnTo>
                  <a:pt x="698432" y="75295"/>
                </a:lnTo>
                <a:lnTo>
                  <a:pt x="698304" y="74333"/>
                </a:lnTo>
                <a:lnTo>
                  <a:pt x="698197" y="73350"/>
                </a:lnTo>
                <a:lnTo>
                  <a:pt x="698108" y="72347"/>
                </a:lnTo>
                <a:lnTo>
                  <a:pt x="698039" y="71324"/>
                </a:lnTo>
                <a:lnTo>
                  <a:pt x="754303" y="71324"/>
                </a:lnTo>
                <a:lnTo>
                  <a:pt x="754309" y="71137"/>
                </a:lnTo>
                <a:lnTo>
                  <a:pt x="754314" y="70954"/>
                </a:lnTo>
                <a:lnTo>
                  <a:pt x="754320" y="70775"/>
                </a:lnTo>
                <a:lnTo>
                  <a:pt x="754325" y="70599"/>
                </a:lnTo>
                <a:lnTo>
                  <a:pt x="754329" y="70428"/>
                </a:lnTo>
                <a:lnTo>
                  <a:pt x="754334" y="70261"/>
                </a:lnTo>
                <a:lnTo>
                  <a:pt x="754338" y="70097"/>
                </a:lnTo>
                <a:lnTo>
                  <a:pt x="754342" y="69938"/>
                </a:lnTo>
                <a:lnTo>
                  <a:pt x="754346" y="69782"/>
                </a:lnTo>
                <a:lnTo>
                  <a:pt x="754350" y="69630"/>
                </a:lnTo>
                <a:lnTo>
                  <a:pt x="754353" y="69483"/>
                </a:lnTo>
                <a:lnTo>
                  <a:pt x="754356" y="69339"/>
                </a:lnTo>
                <a:lnTo>
                  <a:pt x="754359" y="69199"/>
                </a:lnTo>
                <a:lnTo>
                  <a:pt x="754362" y="69063"/>
                </a:lnTo>
                <a:lnTo>
                  <a:pt x="754364" y="68931"/>
                </a:lnTo>
                <a:lnTo>
                  <a:pt x="754366" y="68803"/>
                </a:lnTo>
                <a:lnTo>
                  <a:pt x="754368" y="68679"/>
                </a:lnTo>
                <a:lnTo>
                  <a:pt x="754370" y="68559"/>
                </a:lnTo>
                <a:lnTo>
                  <a:pt x="754371" y="68443"/>
                </a:lnTo>
                <a:lnTo>
                  <a:pt x="754372" y="68331"/>
                </a:lnTo>
                <a:lnTo>
                  <a:pt x="754373" y="68222"/>
                </a:lnTo>
                <a:lnTo>
                  <a:pt x="754373" y="68118"/>
                </a:lnTo>
                <a:lnTo>
                  <a:pt x="754374" y="68017"/>
                </a:lnTo>
                <a:lnTo>
                  <a:pt x="754374" y="67921"/>
                </a:lnTo>
                <a:lnTo>
                  <a:pt x="754357" y="66381"/>
                </a:lnTo>
                <a:lnTo>
                  <a:pt x="754307" y="64870"/>
                </a:lnTo>
                <a:lnTo>
                  <a:pt x="754224" y="63389"/>
                </a:lnTo>
                <a:lnTo>
                  <a:pt x="754108" y="61936"/>
                </a:lnTo>
                <a:lnTo>
                  <a:pt x="753958" y="60512"/>
                </a:lnTo>
                <a:lnTo>
                  <a:pt x="753775" y="59118"/>
                </a:lnTo>
                <a:lnTo>
                  <a:pt x="753558" y="57752"/>
                </a:lnTo>
                <a:lnTo>
                  <a:pt x="753308" y="56416"/>
                </a:lnTo>
                <a:lnTo>
                  <a:pt x="753025" y="55109"/>
                </a:lnTo>
                <a:lnTo>
                  <a:pt x="752709" y="53830"/>
                </a:lnTo>
                <a:lnTo>
                  <a:pt x="752359" y="52581"/>
                </a:lnTo>
                <a:lnTo>
                  <a:pt x="751976" y="51361"/>
                </a:lnTo>
                <a:lnTo>
                  <a:pt x="751560" y="50170"/>
                </a:lnTo>
                <a:lnTo>
                  <a:pt x="751111" y="49008"/>
                </a:lnTo>
                <a:lnTo>
                  <a:pt x="750628" y="47875"/>
                </a:lnTo>
                <a:lnTo>
                  <a:pt x="750112" y="46771"/>
                </a:lnTo>
                <a:lnTo>
                  <a:pt x="749562" y="45696"/>
                </a:lnTo>
                <a:lnTo>
                  <a:pt x="748979" y="44650"/>
                </a:lnTo>
                <a:lnTo>
                  <a:pt x="748363" y="43633"/>
                </a:lnTo>
                <a:lnTo>
                  <a:pt x="747714" y="42646"/>
                </a:lnTo>
                <a:lnTo>
                  <a:pt x="747031" y="41687"/>
                </a:lnTo>
                <a:lnTo>
                  <a:pt x="746315" y="40757"/>
                </a:lnTo>
                <a:lnTo>
                  <a:pt x="745566" y="39857"/>
                </a:lnTo>
                <a:lnTo>
                  <a:pt x="744784" y="38985"/>
                </a:lnTo>
                <a:lnTo>
                  <a:pt x="743975" y="38146"/>
                </a:lnTo>
                <a:lnTo>
                  <a:pt x="743147" y="37343"/>
                </a:lnTo>
                <a:lnTo>
                  <a:pt x="742299" y="36575"/>
                </a:lnTo>
                <a:lnTo>
                  <a:pt x="741433" y="35843"/>
                </a:lnTo>
                <a:lnTo>
                  <a:pt x="740547" y="35146"/>
                </a:lnTo>
                <a:lnTo>
                  <a:pt x="739642" y="34486"/>
                </a:lnTo>
                <a:lnTo>
                  <a:pt x="738718" y="33861"/>
                </a:lnTo>
                <a:lnTo>
                  <a:pt x="737774" y="33271"/>
                </a:lnTo>
                <a:lnTo>
                  <a:pt x="736812" y="32718"/>
                </a:lnTo>
                <a:lnTo>
                  <a:pt x="735830" y="32200"/>
                </a:lnTo>
                <a:lnTo>
                  <a:pt x="734828" y="31718"/>
                </a:lnTo>
                <a:lnTo>
                  <a:pt x="733808" y="31272"/>
                </a:lnTo>
                <a:lnTo>
                  <a:pt x="732768" y="30861"/>
                </a:lnTo>
                <a:lnTo>
                  <a:pt x="731709" y="30486"/>
                </a:lnTo>
                <a:lnTo>
                  <a:pt x="730631" y="30147"/>
                </a:lnTo>
                <a:lnTo>
                  <a:pt x="729534" y="29843"/>
                </a:lnTo>
                <a:lnTo>
                  <a:pt x="728417" y="29575"/>
                </a:lnTo>
                <a:lnTo>
                  <a:pt x="727281" y="29343"/>
                </a:lnTo>
                <a:lnTo>
                  <a:pt x="726126" y="29147"/>
                </a:lnTo>
                <a:lnTo>
                  <a:pt x="724952" y="28986"/>
                </a:lnTo>
                <a:lnTo>
                  <a:pt x="723758" y="28861"/>
                </a:lnTo>
                <a:lnTo>
                  <a:pt x="722545" y="28772"/>
                </a:lnTo>
                <a:lnTo>
                  <a:pt x="721313" y="28718"/>
                </a:lnTo>
                <a:lnTo>
                  <a:pt x="720062" y="28700"/>
                </a:lnTo>
                <a:lnTo>
                  <a:pt x="718769" y="28718"/>
                </a:lnTo>
                <a:lnTo>
                  <a:pt x="717497" y="28773"/>
                </a:lnTo>
                <a:lnTo>
                  <a:pt x="716245" y="28864"/>
                </a:lnTo>
                <a:lnTo>
                  <a:pt x="715014" y="28992"/>
                </a:lnTo>
                <a:lnTo>
                  <a:pt x="713802" y="29157"/>
                </a:lnTo>
                <a:lnTo>
                  <a:pt x="712611" y="29357"/>
                </a:lnTo>
                <a:lnTo>
                  <a:pt x="711440" y="29595"/>
                </a:lnTo>
                <a:lnTo>
                  <a:pt x="710290" y="29868"/>
                </a:lnTo>
                <a:lnTo>
                  <a:pt x="709159" y="30179"/>
                </a:lnTo>
                <a:lnTo>
                  <a:pt x="708049" y="30526"/>
                </a:lnTo>
                <a:lnTo>
                  <a:pt x="706959" y="30909"/>
                </a:lnTo>
                <a:lnTo>
                  <a:pt x="705889" y="31329"/>
                </a:lnTo>
                <a:lnTo>
                  <a:pt x="704840" y="31785"/>
                </a:lnTo>
                <a:lnTo>
                  <a:pt x="703810" y="32278"/>
                </a:lnTo>
                <a:lnTo>
                  <a:pt x="702801" y="32807"/>
                </a:lnTo>
                <a:lnTo>
                  <a:pt x="701812" y="33373"/>
                </a:lnTo>
                <a:lnTo>
                  <a:pt x="700844" y="33975"/>
                </a:lnTo>
                <a:lnTo>
                  <a:pt x="699895" y="34614"/>
                </a:lnTo>
                <a:lnTo>
                  <a:pt x="698967" y="35290"/>
                </a:lnTo>
                <a:lnTo>
                  <a:pt x="698059" y="36002"/>
                </a:lnTo>
                <a:lnTo>
                  <a:pt x="697171" y="36750"/>
                </a:lnTo>
                <a:lnTo>
                  <a:pt x="696304" y="37535"/>
                </a:lnTo>
                <a:lnTo>
                  <a:pt x="695456" y="38356"/>
                </a:lnTo>
                <a:lnTo>
                  <a:pt x="694629" y="39214"/>
                </a:lnTo>
                <a:lnTo>
                  <a:pt x="693829" y="40105"/>
                </a:lnTo>
                <a:lnTo>
                  <a:pt x="693063" y="41026"/>
                </a:lnTo>
                <a:lnTo>
                  <a:pt x="692332" y="41976"/>
                </a:lnTo>
                <a:lnTo>
                  <a:pt x="691634" y="42956"/>
                </a:lnTo>
                <a:lnTo>
                  <a:pt x="690970" y="43965"/>
                </a:lnTo>
                <a:lnTo>
                  <a:pt x="690340" y="45004"/>
                </a:lnTo>
                <a:lnTo>
                  <a:pt x="689745" y="46072"/>
                </a:lnTo>
                <a:lnTo>
                  <a:pt x="689183" y="47171"/>
                </a:lnTo>
                <a:lnTo>
                  <a:pt x="688655" y="48298"/>
                </a:lnTo>
                <a:lnTo>
                  <a:pt x="688162" y="49456"/>
                </a:lnTo>
                <a:lnTo>
                  <a:pt x="687702" y="50643"/>
                </a:lnTo>
                <a:lnTo>
                  <a:pt x="687277" y="51859"/>
                </a:lnTo>
                <a:lnTo>
                  <a:pt x="686885" y="53105"/>
                </a:lnTo>
                <a:lnTo>
                  <a:pt x="686528" y="54381"/>
                </a:lnTo>
                <a:lnTo>
                  <a:pt x="686204" y="55687"/>
                </a:lnTo>
                <a:lnTo>
                  <a:pt x="685915" y="57022"/>
                </a:lnTo>
                <a:lnTo>
                  <a:pt x="685660" y="58386"/>
                </a:lnTo>
                <a:lnTo>
                  <a:pt x="685438" y="59780"/>
                </a:lnTo>
                <a:lnTo>
                  <a:pt x="685251" y="61204"/>
                </a:lnTo>
                <a:lnTo>
                  <a:pt x="685098" y="62657"/>
                </a:lnTo>
                <a:lnTo>
                  <a:pt x="684979" y="64140"/>
                </a:lnTo>
                <a:lnTo>
                  <a:pt x="684894" y="65653"/>
                </a:lnTo>
                <a:lnTo>
                  <a:pt x="684843" y="67195"/>
                </a:lnTo>
                <a:lnTo>
                  <a:pt x="684826" y="68767"/>
                </a:lnTo>
                <a:lnTo>
                  <a:pt x="684843" y="70286"/>
                </a:lnTo>
                <a:lnTo>
                  <a:pt x="684893" y="71776"/>
                </a:lnTo>
                <a:lnTo>
                  <a:pt x="684977" y="73238"/>
                </a:lnTo>
                <a:lnTo>
                  <a:pt x="685095" y="74672"/>
                </a:lnTo>
                <a:lnTo>
                  <a:pt x="685247" y="76077"/>
                </a:lnTo>
                <a:lnTo>
                  <a:pt x="685432" y="77454"/>
                </a:lnTo>
                <a:lnTo>
                  <a:pt x="685651" y="78802"/>
                </a:lnTo>
                <a:lnTo>
                  <a:pt x="685903" y="80121"/>
                </a:lnTo>
                <a:lnTo>
                  <a:pt x="686189" y="81412"/>
                </a:lnTo>
                <a:lnTo>
                  <a:pt x="686509" y="82675"/>
                </a:lnTo>
                <a:lnTo>
                  <a:pt x="686863" y="83909"/>
                </a:lnTo>
                <a:lnTo>
                  <a:pt x="687250" y="85115"/>
                </a:lnTo>
                <a:lnTo>
                  <a:pt x="687671" y="86292"/>
                </a:lnTo>
                <a:lnTo>
                  <a:pt x="688125" y="87441"/>
                </a:lnTo>
                <a:lnTo>
                  <a:pt x="688614" y="88561"/>
                </a:lnTo>
                <a:lnTo>
                  <a:pt x="689135" y="89653"/>
                </a:lnTo>
                <a:lnTo>
                  <a:pt x="689691" y="90716"/>
                </a:lnTo>
                <a:lnTo>
                  <a:pt x="690280" y="91750"/>
                </a:lnTo>
                <a:lnTo>
                  <a:pt x="690903" y="92757"/>
                </a:lnTo>
                <a:lnTo>
                  <a:pt x="691560" y="93734"/>
                </a:lnTo>
                <a:lnTo>
                  <a:pt x="692250" y="94684"/>
                </a:lnTo>
                <a:lnTo>
                  <a:pt x="692974" y="95604"/>
                </a:lnTo>
                <a:lnTo>
                  <a:pt x="693731" y="96497"/>
                </a:lnTo>
                <a:lnTo>
                  <a:pt x="694523" y="97360"/>
                </a:lnTo>
                <a:lnTo>
                  <a:pt x="695343" y="98192"/>
                </a:lnTo>
                <a:lnTo>
                  <a:pt x="696186" y="98989"/>
                </a:lnTo>
                <a:lnTo>
                  <a:pt x="697054" y="99750"/>
                </a:lnTo>
                <a:lnTo>
                  <a:pt x="697945" y="100475"/>
                </a:lnTo>
                <a:lnTo>
                  <a:pt x="698861" y="101166"/>
                </a:lnTo>
                <a:lnTo>
                  <a:pt x="699800" y="101820"/>
                </a:lnTo>
                <a:lnTo>
                  <a:pt x="700762" y="102440"/>
                </a:lnTo>
                <a:lnTo>
                  <a:pt x="701749" y="103024"/>
                </a:lnTo>
                <a:lnTo>
                  <a:pt x="702759" y="103573"/>
                </a:lnTo>
                <a:lnTo>
                  <a:pt x="703794" y="104086"/>
                </a:lnTo>
                <a:lnTo>
                  <a:pt x="704852" y="104564"/>
                </a:lnTo>
                <a:lnTo>
                  <a:pt x="705934" y="105006"/>
                </a:lnTo>
                <a:lnTo>
                  <a:pt x="707039" y="105413"/>
                </a:lnTo>
                <a:lnTo>
                  <a:pt x="708169" y="105785"/>
                </a:lnTo>
                <a:lnTo>
                  <a:pt x="709322" y="106121"/>
                </a:lnTo>
                <a:lnTo>
                  <a:pt x="710499" y="106422"/>
                </a:lnTo>
                <a:lnTo>
                  <a:pt x="711700" y="106687"/>
                </a:lnTo>
                <a:lnTo>
                  <a:pt x="712924" y="106918"/>
                </a:lnTo>
                <a:lnTo>
                  <a:pt x="714173" y="107112"/>
                </a:lnTo>
                <a:lnTo>
                  <a:pt x="715445" y="107272"/>
                </a:lnTo>
                <a:lnTo>
                  <a:pt x="716741" y="107395"/>
                </a:lnTo>
                <a:lnTo>
                  <a:pt x="718061" y="107484"/>
                </a:lnTo>
                <a:lnTo>
                  <a:pt x="719405" y="107537"/>
                </a:lnTo>
                <a:lnTo>
                  <a:pt x="720772" y="107555"/>
                </a:lnTo>
                <a:lnTo>
                  <a:pt x="721859" y="107544"/>
                </a:lnTo>
                <a:lnTo>
                  <a:pt x="722930" y="107510"/>
                </a:lnTo>
                <a:lnTo>
                  <a:pt x="723984" y="107455"/>
                </a:lnTo>
                <a:lnTo>
                  <a:pt x="725023" y="107377"/>
                </a:lnTo>
                <a:lnTo>
                  <a:pt x="726045" y="107277"/>
                </a:lnTo>
                <a:lnTo>
                  <a:pt x="727050" y="107155"/>
                </a:lnTo>
                <a:lnTo>
                  <a:pt x="728040" y="107011"/>
                </a:lnTo>
                <a:lnTo>
                  <a:pt x="729013" y="106844"/>
                </a:lnTo>
                <a:lnTo>
                  <a:pt x="729969" y="106656"/>
                </a:lnTo>
                <a:lnTo>
                  <a:pt x="730910" y="106445"/>
                </a:lnTo>
                <a:lnTo>
                  <a:pt x="731834" y="106212"/>
                </a:lnTo>
                <a:lnTo>
                  <a:pt x="732742" y="105956"/>
                </a:lnTo>
                <a:lnTo>
                  <a:pt x="733634" y="105679"/>
                </a:lnTo>
                <a:lnTo>
                  <a:pt x="734509" y="105379"/>
                </a:lnTo>
                <a:lnTo>
                  <a:pt x="735369" y="105057"/>
                </a:lnTo>
                <a:lnTo>
                  <a:pt x="736211" y="104713"/>
                </a:lnTo>
                <a:lnTo>
                  <a:pt x="737038" y="104347"/>
                </a:lnTo>
                <a:lnTo>
                  <a:pt x="737848" y="103958"/>
                </a:lnTo>
                <a:lnTo>
                  <a:pt x="738642" y="103548"/>
                </a:lnTo>
                <a:lnTo>
                  <a:pt x="739420" y="103115"/>
                </a:lnTo>
                <a:lnTo>
                  <a:pt x="740181" y="102660"/>
                </a:lnTo>
                <a:lnTo>
                  <a:pt x="740927" y="102182"/>
                </a:lnTo>
                <a:lnTo>
                  <a:pt x="741656" y="101683"/>
                </a:lnTo>
                <a:lnTo>
                  <a:pt x="742368" y="101161"/>
                </a:lnTo>
                <a:lnTo>
                  <a:pt x="743063" y="100619"/>
                </a:lnTo>
                <a:lnTo>
                  <a:pt x="743740" y="100059"/>
                </a:lnTo>
                <a:lnTo>
                  <a:pt x="744398" y="99482"/>
                </a:lnTo>
                <a:lnTo>
                  <a:pt x="745038" y="98886"/>
                </a:lnTo>
                <a:lnTo>
                  <a:pt x="745659" y="98272"/>
                </a:lnTo>
                <a:lnTo>
                  <a:pt x="746262" y="97640"/>
                </a:lnTo>
                <a:lnTo>
                  <a:pt x="746846" y="96990"/>
                </a:lnTo>
                <a:lnTo>
                  <a:pt x="747412" y="96322"/>
                </a:lnTo>
                <a:lnTo>
                  <a:pt x="747959" y="95637"/>
                </a:lnTo>
                <a:lnTo>
                  <a:pt x="748488" y="94933"/>
                </a:lnTo>
                <a:lnTo>
                  <a:pt x="748998" y="94211"/>
                </a:lnTo>
                <a:lnTo>
                  <a:pt x="749490" y="93471"/>
                </a:lnTo>
                <a:lnTo>
                  <a:pt x="749963" y="92713"/>
                </a:lnTo>
                <a:lnTo>
                  <a:pt x="750418" y="91937"/>
                </a:lnTo>
                <a:lnTo>
                  <a:pt x="750854" y="91143"/>
                </a:lnTo>
                <a:lnTo>
                  <a:pt x="751272" y="90331"/>
                </a:lnTo>
                <a:lnTo>
                  <a:pt x="751671" y="89502"/>
                </a:lnTo>
                <a:lnTo>
                  <a:pt x="752052" y="88654"/>
                </a:lnTo>
                <a:lnTo>
                  <a:pt x="752414" y="87788"/>
                </a:lnTo>
                <a:lnTo>
                  <a:pt x="752758" y="86904"/>
                </a:lnTo>
                <a:lnTo>
                  <a:pt x="753083" y="86002"/>
                </a:lnTo>
                <a:lnTo>
                  <a:pt x="753390" y="85082"/>
                </a:lnTo>
                <a:lnTo>
                  <a:pt x="753678" y="84144"/>
                </a:lnTo>
                <a:lnTo>
                  <a:pt x="753948" y="83188"/>
                </a:lnTo>
                <a:lnTo>
                  <a:pt x="740734" y="81554"/>
                </a:lnTo>
                <a:lnTo>
                  <a:pt x="740488" y="82215"/>
                </a:lnTo>
                <a:lnTo>
                  <a:pt x="740235" y="82861"/>
                </a:lnTo>
                <a:lnTo>
                  <a:pt x="739974" y="83492"/>
                </a:lnTo>
                <a:lnTo>
                  <a:pt x="739706" y="84108"/>
                </a:lnTo>
                <a:close/>
                <a:moveTo>
                  <a:pt x="699112" y="57539"/>
                </a:moveTo>
                <a:lnTo>
                  <a:pt x="699249" y="56791"/>
                </a:lnTo>
                <a:lnTo>
                  <a:pt x="699404" y="56057"/>
                </a:lnTo>
                <a:lnTo>
                  <a:pt x="699579" y="55336"/>
                </a:lnTo>
                <a:lnTo>
                  <a:pt x="699772" y="54628"/>
                </a:lnTo>
                <a:lnTo>
                  <a:pt x="699983" y="53934"/>
                </a:lnTo>
                <a:lnTo>
                  <a:pt x="700214" y="53254"/>
                </a:lnTo>
                <a:lnTo>
                  <a:pt x="700462" y="52587"/>
                </a:lnTo>
                <a:lnTo>
                  <a:pt x="700730" y="51934"/>
                </a:lnTo>
                <a:lnTo>
                  <a:pt x="701016" y="51295"/>
                </a:lnTo>
                <a:lnTo>
                  <a:pt x="701321" y="50669"/>
                </a:lnTo>
                <a:lnTo>
                  <a:pt x="701644" y="50056"/>
                </a:lnTo>
                <a:lnTo>
                  <a:pt x="701986" y="49458"/>
                </a:lnTo>
                <a:lnTo>
                  <a:pt x="702346" y="48873"/>
                </a:lnTo>
                <a:lnTo>
                  <a:pt x="702726" y="48301"/>
                </a:lnTo>
                <a:lnTo>
                  <a:pt x="703123" y="47743"/>
                </a:lnTo>
                <a:lnTo>
                  <a:pt x="703540" y="47199"/>
                </a:lnTo>
                <a:lnTo>
                  <a:pt x="703975" y="46668"/>
                </a:lnTo>
                <a:lnTo>
                  <a:pt x="704429" y="46151"/>
                </a:lnTo>
                <a:lnTo>
                  <a:pt x="704901" y="45647"/>
                </a:lnTo>
                <a:lnTo>
                  <a:pt x="705392" y="45157"/>
                </a:lnTo>
                <a:lnTo>
                  <a:pt x="705897" y="44684"/>
                </a:lnTo>
                <a:lnTo>
                  <a:pt x="706412" y="44231"/>
                </a:lnTo>
                <a:lnTo>
                  <a:pt x="706936" y="43797"/>
                </a:lnTo>
                <a:lnTo>
                  <a:pt x="707471" y="43385"/>
                </a:lnTo>
                <a:lnTo>
                  <a:pt x="708015" y="42992"/>
                </a:lnTo>
                <a:lnTo>
                  <a:pt x="708569" y="42619"/>
                </a:lnTo>
                <a:lnTo>
                  <a:pt x="709132" y="42267"/>
                </a:lnTo>
                <a:lnTo>
                  <a:pt x="709706" y="41934"/>
                </a:lnTo>
                <a:lnTo>
                  <a:pt x="710289" y="41622"/>
                </a:lnTo>
                <a:lnTo>
                  <a:pt x="710881" y="41330"/>
                </a:lnTo>
                <a:lnTo>
                  <a:pt x="711484" y="41058"/>
                </a:lnTo>
                <a:lnTo>
                  <a:pt x="712096" y="40806"/>
                </a:lnTo>
                <a:lnTo>
                  <a:pt x="712718" y="40575"/>
                </a:lnTo>
                <a:lnTo>
                  <a:pt x="713350" y="40363"/>
                </a:lnTo>
                <a:lnTo>
                  <a:pt x="713992" y="40172"/>
                </a:lnTo>
                <a:lnTo>
                  <a:pt x="714643" y="40001"/>
                </a:lnTo>
                <a:lnTo>
                  <a:pt x="715304" y="39850"/>
                </a:lnTo>
                <a:lnTo>
                  <a:pt x="715975" y="39719"/>
                </a:lnTo>
                <a:lnTo>
                  <a:pt x="716655" y="39608"/>
                </a:lnTo>
                <a:lnTo>
                  <a:pt x="717345" y="39517"/>
                </a:lnTo>
                <a:lnTo>
                  <a:pt x="718045" y="39447"/>
                </a:lnTo>
                <a:lnTo>
                  <a:pt x="718755" y="39396"/>
                </a:lnTo>
                <a:lnTo>
                  <a:pt x="719474" y="39366"/>
                </a:lnTo>
                <a:lnTo>
                  <a:pt x="720204" y="39356"/>
                </a:lnTo>
                <a:lnTo>
                  <a:pt x="721008" y="39369"/>
                </a:lnTo>
                <a:lnTo>
                  <a:pt x="721801" y="39407"/>
                </a:lnTo>
                <a:lnTo>
                  <a:pt x="722580" y="39470"/>
                </a:lnTo>
                <a:lnTo>
                  <a:pt x="723347" y="39558"/>
                </a:lnTo>
                <a:lnTo>
                  <a:pt x="724102" y="39672"/>
                </a:lnTo>
                <a:lnTo>
                  <a:pt x="724843" y="39810"/>
                </a:lnTo>
                <a:lnTo>
                  <a:pt x="725573" y="39974"/>
                </a:lnTo>
                <a:lnTo>
                  <a:pt x="726289" y="40164"/>
                </a:lnTo>
                <a:lnTo>
                  <a:pt x="726994" y="40378"/>
                </a:lnTo>
                <a:lnTo>
                  <a:pt x="727685" y="40618"/>
                </a:lnTo>
                <a:lnTo>
                  <a:pt x="728364" y="40883"/>
                </a:lnTo>
                <a:lnTo>
                  <a:pt x="729030" y="41173"/>
                </a:lnTo>
                <a:lnTo>
                  <a:pt x="729684" y="41488"/>
                </a:lnTo>
                <a:lnTo>
                  <a:pt x="730325" y="41829"/>
                </a:lnTo>
                <a:lnTo>
                  <a:pt x="730954" y="42195"/>
                </a:lnTo>
                <a:lnTo>
                  <a:pt x="731570" y="42586"/>
                </a:lnTo>
                <a:lnTo>
                  <a:pt x="732174" y="43002"/>
                </a:lnTo>
                <a:lnTo>
                  <a:pt x="732764" y="43443"/>
                </a:lnTo>
                <a:lnTo>
                  <a:pt x="733343" y="43910"/>
                </a:lnTo>
                <a:lnTo>
                  <a:pt x="733909" y="44402"/>
                </a:lnTo>
                <a:lnTo>
                  <a:pt x="734462" y="44919"/>
                </a:lnTo>
                <a:lnTo>
                  <a:pt x="735002" y="45462"/>
                </a:lnTo>
                <a:lnTo>
                  <a:pt x="735530" y="46029"/>
                </a:lnTo>
                <a:lnTo>
                  <a:pt x="736046" y="46622"/>
                </a:lnTo>
                <a:lnTo>
                  <a:pt x="736372" y="47021"/>
                </a:lnTo>
                <a:lnTo>
                  <a:pt x="736687" y="47435"/>
                </a:lnTo>
                <a:lnTo>
                  <a:pt x="736991" y="47866"/>
                </a:lnTo>
                <a:lnTo>
                  <a:pt x="737285" y="48313"/>
                </a:lnTo>
                <a:lnTo>
                  <a:pt x="737568" y="48776"/>
                </a:lnTo>
                <a:lnTo>
                  <a:pt x="737839" y="49256"/>
                </a:lnTo>
                <a:lnTo>
                  <a:pt x="738100" y="49752"/>
                </a:lnTo>
                <a:lnTo>
                  <a:pt x="738350" y="50264"/>
                </a:lnTo>
                <a:lnTo>
                  <a:pt x="738590" y="50792"/>
                </a:lnTo>
                <a:lnTo>
                  <a:pt x="738818" y="51337"/>
                </a:lnTo>
                <a:lnTo>
                  <a:pt x="739036" y="51898"/>
                </a:lnTo>
                <a:lnTo>
                  <a:pt x="739242" y="52475"/>
                </a:lnTo>
                <a:lnTo>
                  <a:pt x="739438" y="53068"/>
                </a:lnTo>
                <a:lnTo>
                  <a:pt x="739623" y="53678"/>
                </a:lnTo>
                <a:lnTo>
                  <a:pt x="739797" y="54304"/>
                </a:lnTo>
                <a:lnTo>
                  <a:pt x="739961" y="54946"/>
                </a:lnTo>
                <a:lnTo>
                  <a:pt x="740113" y="55604"/>
                </a:lnTo>
                <a:lnTo>
                  <a:pt x="740255" y="56279"/>
                </a:lnTo>
                <a:lnTo>
                  <a:pt x="740385" y="56970"/>
                </a:lnTo>
                <a:lnTo>
                  <a:pt x="740505" y="57677"/>
                </a:lnTo>
                <a:lnTo>
                  <a:pt x="740614" y="58400"/>
                </a:lnTo>
                <a:lnTo>
                  <a:pt x="740713" y="59140"/>
                </a:lnTo>
                <a:lnTo>
                  <a:pt x="740800" y="59896"/>
                </a:lnTo>
                <a:lnTo>
                  <a:pt x="740876" y="60668"/>
                </a:lnTo>
                <a:lnTo>
                  <a:pt x="698750" y="60668"/>
                </a:lnTo>
                <a:lnTo>
                  <a:pt x="698812" y="59866"/>
                </a:lnTo>
                <a:lnTo>
                  <a:pt x="698893" y="59077"/>
                </a:lnTo>
                <a:lnTo>
                  <a:pt x="698993" y="58301"/>
                </a:lnTo>
                <a:lnTo>
                  <a:pt x="699112" y="57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LLMCaller">
            <a:extLst xmlns:a="http://schemas.openxmlformats.org/drawingml/2006/main">
              <a:ext uri="{FF2B5EF4-FFF2-40B4-BE49-F238E27FC236}">
                <a16:creationId xmlns:a16="http://schemas.microsoft.com/office/drawing/2014/main" id="{842766DC-6A66-4141-8AD2-F795BC78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585" y="5052614"/>
            <a:ext cx="654350" cy="107697"/>
          </a:xfrm>
          <a:custGeom xmlns:a="http://schemas.openxmlformats.org/drawingml/2006/main">
            <a:pathLst>
              <a:path w="654350" h="107697">
                <a:moveTo>
                  <a:pt x="0" y="105992"/>
                </a:moveTo>
                <a:lnTo>
                  <a:pt x="0" y="1847"/>
                </a:lnTo>
                <a:lnTo>
                  <a:pt x="13782" y="1847"/>
                </a:lnTo>
                <a:lnTo>
                  <a:pt x="13782" y="93702"/>
                </a:lnTo>
                <a:lnTo>
                  <a:pt x="65073" y="93702"/>
                </a:lnTo>
                <a:lnTo>
                  <a:pt x="65073" y="105992"/>
                </a:lnTo>
                <a:lnTo>
                  <a:pt x="0" y="105992"/>
                </a:lnTo>
                <a:close/>
                <a:moveTo>
                  <a:pt x="80915" y="105992"/>
                </a:moveTo>
                <a:lnTo>
                  <a:pt x="80915" y="1847"/>
                </a:lnTo>
                <a:lnTo>
                  <a:pt x="94696" y="1847"/>
                </a:lnTo>
                <a:lnTo>
                  <a:pt x="94696" y="93702"/>
                </a:lnTo>
                <a:lnTo>
                  <a:pt x="145987" y="93702"/>
                </a:lnTo>
                <a:lnTo>
                  <a:pt x="145987" y="105992"/>
                </a:lnTo>
                <a:lnTo>
                  <a:pt x="80915" y="105992"/>
                </a:lnTo>
                <a:close/>
                <a:moveTo>
                  <a:pt x="161971" y="105992"/>
                </a:moveTo>
                <a:lnTo>
                  <a:pt x="161971" y="1847"/>
                </a:lnTo>
                <a:lnTo>
                  <a:pt x="182715" y="1847"/>
                </a:lnTo>
                <a:lnTo>
                  <a:pt x="207365" y="75587"/>
                </a:lnTo>
                <a:cubicBezTo>
                  <a:pt x="209639" y="82454"/>
                  <a:pt x="211296" y="87592"/>
                  <a:pt x="212338" y="91002"/>
                </a:cubicBezTo>
                <a:cubicBezTo>
                  <a:pt x="213522" y="87214"/>
                  <a:pt x="215369" y="81649"/>
                  <a:pt x="217879" y="74308"/>
                </a:cubicBezTo>
                <a:lnTo>
                  <a:pt x="242814" y="1847"/>
                </a:lnTo>
                <a:lnTo>
                  <a:pt x="261356" y="1847"/>
                </a:lnTo>
                <a:lnTo>
                  <a:pt x="261356" y="105992"/>
                </a:lnTo>
                <a:lnTo>
                  <a:pt x="248071" y="105992"/>
                </a:lnTo>
                <a:lnTo>
                  <a:pt x="248071" y="18826"/>
                </a:lnTo>
                <a:lnTo>
                  <a:pt x="217808" y="105992"/>
                </a:lnTo>
                <a:lnTo>
                  <a:pt x="205376" y="105992"/>
                </a:lnTo>
                <a:lnTo>
                  <a:pt x="175255" y="17334"/>
                </a:lnTo>
                <a:lnTo>
                  <a:pt x="175255" y="105992"/>
                </a:lnTo>
                <a:lnTo>
                  <a:pt x="161971" y="105992"/>
                </a:lnTo>
                <a:close/>
                <a:moveTo>
                  <a:pt x="357899" y="69335"/>
                </a:moveTo>
                <a:lnTo>
                  <a:pt x="371681" y="72816"/>
                </a:lnTo>
                <a:cubicBezTo>
                  <a:pt x="368792" y="84159"/>
                  <a:pt x="363594" y="92808"/>
                  <a:pt x="356088" y="98763"/>
                </a:cubicBezTo>
                <a:cubicBezTo>
                  <a:pt x="348581" y="104719"/>
                  <a:pt x="339405" y="107697"/>
                  <a:pt x="328560" y="107697"/>
                </a:cubicBezTo>
                <a:cubicBezTo>
                  <a:pt x="317335" y="107697"/>
                  <a:pt x="308207" y="105412"/>
                  <a:pt x="301174" y="100841"/>
                </a:cubicBezTo>
                <a:cubicBezTo>
                  <a:pt x="294141" y="96271"/>
                  <a:pt x="288789" y="89653"/>
                  <a:pt x="285119" y="80986"/>
                </a:cubicBezTo>
                <a:cubicBezTo>
                  <a:pt x="281448" y="72319"/>
                  <a:pt x="279613" y="63013"/>
                  <a:pt x="279613" y="53067"/>
                </a:cubicBezTo>
                <a:cubicBezTo>
                  <a:pt x="279613" y="42221"/>
                  <a:pt x="281685" y="32761"/>
                  <a:pt x="285829" y="24686"/>
                </a:cubicBezTo>
                <a:cubicBezTo>
                  <a:pt x="289973" y="16612"/>
                  <a:pt x="295870" y="10478"/>
                  <a:pt x="303518" y="6287"/>
                </a:cubicBezTo>
                <a:cubicBezTo>
                  <a:pt x="311167" y="2096"/>
                  <a:pt x="319585" y="0"/>
                  <a:pt x="328773" y="0"/>
                </a:cubicBezTo>
                <a:cubicBezTo>
                  <a:pt x="339192" y="0"/>
                  <a:pt x="347954" y="2652"/>
                  <a:pt x="355058" y="7956"/>
                </a:cubicBezTo>
                <a:cubicBezTo>
                  <a:pt x="362162" y="13261"/>
                  <a:pt x="367111" y="20720"/>
                  <a:pt x="369905" y="30334"/>
                </a:cubicBezTo>
                <a:lnTo>
                  <a:pt x="356336" y="33531"/>
                </a:lnTo>
                <a:cubicBezTo>
                  <a:pt x="353921" y="25928"/>
                  <a:pt x="350416" y="20393"/>
                  <a:pt x="345823" y="16925"/>
                </a:cubicBezTo>
                <a:cubicBezTo>
                  <a:pt x="341229" y="13456"/>
                  <a:pt x="335451" y="11722"/>
                  <a:pt x="328489" y="11722"/>
                </a:cubicBezTo>
                <a:cubicBezTo>
                  <a:pt x="320485" y="11722"/>
                  <a:pt x="313795" y="13643"/>
                  <a:pt x="308420" y="17487"/>
                </a:cubicBezTo>
                <a:cubicBezTo>
                  <a:pt x="303045" y="21329"/>
                  <a:pt x="299268" y="26488"/>
                  <a:pt x="297089" y="32965"/>
                </a:cubicBezTo>
                <a:cubicBezTo>
                  <a:pt x="294910" y="39440"/>
                  <a:pt x="293821" y="46116"/>
                  <a:pt x="293821" y="52994"/>
                </a:cubicBezTo>
                <a:cubicBezTo>
                  <a:pt x="293821" y="61865"/>
                  <a:pt x="295112" y="69610"/>
                  <a:pt x="297693" y="76228"/>
                </a:cubicBezTo>
                <a:cubicBezTo>
                  <a:pt x="300274" y="82847"/>
                  <a:pt x="304288" y="87793"/>
                  <a:pt x="309734" y="91067"/>
                </a:cubicBezTo>
                <a:cubicBezTo>
                  <a:pt x="315181" y="94339"/>
                  <a:pt x="321077" y="95975"/>
                  <a:pt x="327423" y="95975"/>
                </a:cubicBezTo>
                <a:cubicBezTo>
                  <a:pt x="335143" y="95975"/>
                  <a:pt x="341679" y="93737"/>
                  <a:pt x="347030" y="89262"/>
                </a:cubicBezTo>
                <a:cubicBezTo>
                  <a:pt x="352382" y="84786"/>
                  <a:pt x="356005" y="78144"/>
                  <a:pt x="357899" y="69335"/>
                </a:cubicBezTo>
                <a:close/>
                <a:moveTo>
                  <a:pt x="436257" y="96677"/>
                </a:moveTo>
                <a:cubicBezTo>
                  <a:pt x="431521" y="100705"/>
                  <a:pt x="426962" y="103549"/>
                  <a:pt x="422582" y="105208"/>
                </a:cubicBezTo>
                <a:cubicBezTo>
                  <a:pt x="418201" y="106867"/>
                  <a:pt x="413500" y="107697"/>
                  <a:pt x="408480" y="107697"/>
                </a:cubicBezTo>
                <a:cubicBezTo>
                  <a:pt x="400192" y="107697"/>
                  <a:pt x="393822" y="105671"/>
                  <a:pt x="389370" y="101618"/>
                </a:cubicBezTo>
                <a:cubicBezTo>
                  <a:pt x="384919" y="97566"/>
                  <a:pt x="382693" y="92388"/>
                  <a:pt x="382693" y="86085"/>
                </a:cubicBezTo>
                <a:cubicBezTo>
                  <a:pt x="382693" y="82389"/>
                  <a:pt x="383533" y="79014"/>
                  <a:pt x="385215" y="75957"/>
                </a:cubicBezTo>
                <a:cubicBezTo>
                  <a:pt x="386896" y="72900"/>
                  <a:pt x="389098" y="70447"/>
                  <a:pt x="391821" y="68598"/>
                </a:cubicBezTo>
                <a:cubicBezTo>
                  <a:pt x="394544" y="66750"/>
                  <a:pt x="397611" y="65352"/>
                  <a:pt x="401021" y="64404"/>
                </a:cubicBezTo>
                <a:cubicBezTo>
                  <a:pt x="403531" y="63740"/>
                  <a:pt x="407320" y="63100"/>
                  <a:pt x="412387" y="62484"/>
                </a:cubicBezTo>
                <a:cubicBezTo>
                  <a:pt x="422712" y="61262"/>
                  <a:pt x="430313" y="59804"/>
                  <a:pt x="435191" y="58111"/>
                </a:cubicBezTo>
                <a:cubicBezTo>
                  <a:pt x="435239" y="56366"/>
                  <a:pt x="435262" y="55257"/>
                  <a:pt x="435262" y="54785"/>
                </a:cubicBezTo>
                <a:cubicBezTo>
                  <a:pt x="435262" y="49595"/>
                  <a:pt x="434055" y="45939"/>
                  <a:pt x="431639" y="43816"/>
                </a:cubicBezTo>
                <a:cubicBezTo>
                  <a:pt x="428371" y="40938"/>
                  <a:pt x="423517" y="39498"/>
                  <a:pt x="417076" y="39498"/>
                </a:cubicBezTo>
                <a:cubicBezTo>
                  <a:pt x="411061" y="39498"/>
                  <a:pt x="406621" y="40552"/>
                  <a:pt x="403756" y="42660"/>
                </a:cubicBezTo>
                <a:cubicBezTo>
                  <a:pt x="400891" y="44767"/>
                  <a:pt x="398771" y="48497"/>
                  <a:pt x="397398" y="53848"/>
                </a:cubicBezTo>
                <a:lnTo>
                  <a:pt x="384895" y="52143"/>
                </a:lnTo>
                <a:cubicBezTo>
                  <a:pt x="386031" y="46775"/>
                  <a:pt x="387902" y="42441"/>
                  <a:pt x="390507" y="39139"/>
                </a:cubicBezTo>
                <a:cubicBezTo>
                  <a:pt x="393112" y="35837"/>
                  <a:pt x="396877" y="33296"/>
                  <a:pt x="401802" y="31515"/>
                </a:cubicBezTo>
                <a:cubicBezTo>
                  <a:pt x="406728" y="29733"/>
                  <a:pt x="412435" y="28842"/>
                  <a:pt x="418923" y="28842"/>
                </a:cubicBezTo>
                <a:cubicBezTo>
                  <a:pt x="425364" y="28842"/>
                  <a:pt x="430597" y="29600"/>
                  <a:pt x="434623" y="31116"/>
                </a:cubicBezTo>
                <a:cubicBezTo>
                  <a:pt x="438649" y="32631"/>
                  <a:pt x="441609" y="34537"/>
                  <a:pt x="443503" y="36834"/>
                </a:cubicBezTo>
                <a:cubicBezTo>
                  <a:pt x="445397" y="39131"/>
                  <a:pt x="446723" y="42032"/>
                  <a:pt x="447481" y="45537"/>
                </a:cubicBezTo>
                <a:cubicBezTo>
                  <a:pt x="447907" y="47715"/>
                  <a:pt x="448121" y="51646"/>
                  <a:pt x="448121" y="57329"/>
                </a:cubicBezTo>
                <a:lnTo>
                  <a:pt x="448121" y="74379"/>
                </a:lnTo>
                <a:cubicBezTo>
                  <a:pt x="448121" y="86266"/>
                  <a:pt x="448393" y="93785"/>
                  <a:pt x="448937" y="96934"/>
                </a:cubicBezTo>
                <a:cubicBezTo>
                  <a:pt x="449482" y="100084"/>
                  <a:pt x="450560" y="103103"/>
                  <a:pt x="452170" y="105992"/>
                </a:cubicBezTo>
                <a:lnTo>
                  <a:pt x="438814" y="105992"/>
                </a:lnTo>
                <a:cubicBezTo>
                  <a:pt x="437488" y="103337"/>
                  <a:pt x="436636" y="100232"/>
                  <a:pt x="436257" y="96677"/>
                </a:cubicBezTo>
                <a:moveTo>
                  <a:pt x="435191" y="68056"/>
                </a:moveTo>
                <a:cubicBezTo>
                  <a:pt x="430550" y="69967"/>
                  <a:pt x="423588" y="71591"/>
                  <a:pt x="414305" y="72927"/>
                </a:cubicBezTo>
                <a:cubicBezTo>
                  <a:pt x="409048" y="73688"/>
                  <a:pt x="405331" y="74544"/>
                  <a:pt x="403152" y="75496"/>
                </a:cubicBezTo>
                <a:cubicBezTo>
                  <a:pt x="400974" y="76446"/>
                  <a:pt x="399292" y="77837"/>
                  <a:pt x="398108" y="79669"/>
                </a:cubicBezTo>
                <a:cubicBezTo>
                  <a:pt x="396924" y="81500"/>
                  <a:pt x="396332" y="83533"/>
                  <a:pt x="396332" y="85768"/>
                </a:cubicBezTo>
                <a:cubicBezTo>
                  <a:pt x="396332" y="89191"/>
                  <a:pt x="397623" y="92044"/>
                  <a:pt x="400204" y="94328"/>
                </a:cubicBezTo>
                <a:cubicBezTo>
                  <a:pt x="402785" y="96610"/>
                  <a:pt x="406562" y="97751"/>
                  <a:pt x="411535" y="97751"/>
                </a:cubicBezTo>
                <a:cubicBezTo>
                  <a:pt x="416460" y="97751"/>
                  <a:pt x="420841" y="96669"/>
                  <a:pt x="424677" y="94503"/>
                </a:cubicBezTo>
                <a:cubicBezTo>
                  <a:pt x="428513" y="92338"/>
                  <a:pt x="431331" y="89376"/>
                  <a:pt x="433131" y="85617"/>
                </a:cubicBezTo>
                <a:cubicBezTo>
                  <a:pt x="434505" y="82713"/>
                  <a:pt x="435191" y="78430"/>
                  <a:pt x="435191" y="72767"/>
                </a:cubicBezTo>
                <a:lnTo>
                  <a:pt x="435191" y="68056"/>
                </a:lnTo>
                <a:close/>
                <a:moveTo>
                  <a:pt x="467657" y="105992"/>
                </a:moveTo>
                <a:lnTo>
                  <a:pt x="467657" y="1847"/>
                </a:lnTo>
                <a:lnTo>
                  <a:pt x="480444" y="1847"/>
                </a:lnTo>
                <a:lnTo>
                  <a:pt x="480444" y="105992"/>
                </a:lnTo>
                <a:lnTo>
                  <a:pt x="467657" y="105992"/>
                </a:lnTo>
                <a:close/>
                <a:moveTo>
                  <a:pt x="499981" y="105992"/>
                </a:moveTo>
                <a:lnTo>
                  <a:pt x="499981" y="1847"/>
                </a:lnTo>
                <a:lnTo>
                  <a:pt x="512768" y="1847"/>
                </a:lnTo>
                <a:lnTo>
                  <a:pt x="512768" y="105992"/>
                </a:lnTo>
                <a:lnTo>
                  <a:pt x="499981" y="105992"/>
                </a:lnTo>
                <a:close/>
                <a:moveTo>
                  <a:pt x="584233" y="81696"/>
                </a:moveTo>
                <a:lnTo>
                  <a:pt x="597446" y="83330"/>
                </a:lnTo>
                <a:cubicBezTo>
                  <a:pt x="595363" y="91050"/>
                  <a:pt x="591503" y="97041"/>
                  <a:pt x="585867" y="101303"/>
                </a:cubicBezTo>
                <a:cubicBezTo>
                  <a:pt x="580231" y="105566"/>
                  <a:pt x="573032" y="107697"/>
                  <a:pt x="564271" y="107697"/>
                </a:cubicBezTo>
                <a:cubicBezTo>
                  <a:pt x="553236" y="107697"/>
                  <a:pt x="544486" y="104299"/>
                  <a:pt x="538021" y="97503"/>
                </a:cubicBezTo>
                <a:cubicBezTo>
                  <a:pt x="531557" y="90706"/>
                  <a:pt x="528324" y="81175"/>
                  <a:pt x="528324" y="68909"/>
                </a:cubicBezTo>
                <a:cubicBezTo>
                  <a:pt x="528324" y="56216"/>
                  <a:pt x="531592" y="46365"/>
                  <a:pt x="538128" y="39356"/>
                </a:cubicBezTo>
                <a:cubicBezTo>
                  <a:pt x="544664" y="32347"/>
                  <a:pt x="553141" y="28842"/>
                  <a:pt x="563560" y="28842"/>
                </a:cubicBezTo>
                <a:cubicBezTo>
                  <a:pt x="573648" y="28842"/>
                  <a:pt x="581889" y="32271"/>
                  <a:pt x="588282" y="39128"/>
                </a:cubicBezTo>
                <a:cubicBezTo>
                  <a:pt x="594676" y="45983"/>
                  <a:pt x="597873" y="55628"/>
                  <a:pt x="597873" y="68063"/>
                </a:cubicBezTo>
                <a:cubicBezTo>
                  <a:pt x="597873" y="68819"/>
                  <a:pt x="597849" y="69954"/>
                  <a:pt x="597802" y="71466"/>
                </a:cubicBezTo>
                <a:lnTo>
                  <a:pt x="541538" y="71466"/>
                </a:lnTo>
                <a:cubicBezTo>
                  <a:pt x="542011" y="79731"/>
                  <a:pt x="544356" y="86059"/>
                  <a:pt x="548571" y="90452"/>
                </a:cubicBezTo>
                <a:cubicBezTo>
                  <a:pt x="552786" y="94844"/>
                  <a:pt x="558043" y="97041"/>
                  <a:pt x="564342" y="97041"/>
                </a:cubicBezTo>
                <a:cubicBezTo>
                  <a:pt x="569030" y="97041"/>
                  <a:pt x="573032" y="95821"/>
                  <a:pt x="576348" y="93382"/>
                </a:cubicBezTo>
                <a:cubicBezTo>
                  <a:pt x="579663" y="90942"/>
                  <a:pt x="582291" y="87046"/>
                  <a:pt x="584233" y="81696"/>
                </a:cubicBezTo>
                <a:moveTo>
                  <a:pt x="542248" y="60810"/>
                </a:moveTo>
                <a:lnTo>
                  <a:pt x="584375" y="60810"/>
                </a:lnTo>
                <a:cubicBezTo>
                  <a:pt x="583807" y="54568"/>
                  <a:pt x="582196" y="49886"/>
                  <a:pt x="579544" y="46764"/>
                </a:cubicBezTo>
                <a:cubicBezTo>
                  <a:pt x="575471" y="41920"/>
                  <a:pt x="570191" y="39498"/>
                  <a:pt x="563702" y="39498"/>
                </a:cubicBezTo>
                <a:cubicBezTo>
                  <a:pt x="557830" y="39498"/>
                  <a:pt x="552892" y="41432"/>
                  <a:pt x="548891" y="45299"/>
                </a:cubicBezTo>
                <a:cubicBezTo>
                  <a:pt x="544889" y="49165"/>
                  <a:pt x="542675" y="54335"/>
                  <a:pt x="542248" y="60810"/>
                </a:cubicBezTo>
                <a:close/>
                <a:moveTo>
                  <a:pt x="613360" y="105992"/>
                </a:moveTo>
                <a:lnTo>
                  <a:pt x="613360" y="30547"/>
                </a:lnTo>
                <a:lnTo>
                  <a:pt x="624868" y="30547"/>
                </a:lnTo>
                <a:lnTo>
                  <a:pt x="624868" y="41914"/>
                </a:lnTo>
                <a:cubicBezTo>
                  <a:pt x="627805" y="36592"/>
                  <a:pt x="630516" y="33082"/>
                  <a:pt x="633002" y="31386"/>
                </a:cubicBezTo>
                <a:cubicBezTo>
                  <a:pt x="635489" y="29690"/>
                  <a:pt x="638224" y="28842"/>
                  <a:pt x="641207" y="28842"/>
                </a:cubicBezTo>
                <a:cubicBezTo>
                  <a:pt x="645517" y="28842"/>
                  <a:pt x="649898" y="30210"/>
                  <a:pt x="654350" y="32945"/>
                </a:cubicBezTo>
                <a:lnTo>
                  <a:pt x="649945" y="44755"/>
                </a:lnTo>
                <a:cubicBezTo>
                  <a:pt x="646820" y="42908"/>
                  <a:pt x="643694" y="41985"/>
                  <a:pt x="640568" y="41985"/>
                </a:cubicBezTo>
                <a:cubicBezTo>
                  <a:pt x="637774" y="41985"/>
                  <a:pt x="635264" y="42827"/>
                  <a:pt x="633038" y="44511"/>
                </a:cubicBezTo>
                <a:cubicBezTo>
                  <a:pt x="630812" y="46194"/>
                  <a:pt x="629225" y="48529"/>
                  <a:pt x="628278" y="51515"/>
                </a:cubicBezTo>
                <a:cubicBezTo>
                  <a:pt x="626857" y="56066"/>
                  <a:pt x="626147" y="61044"/>
                  <a:pt x="626147" y="66449"/>
                </a:cubicBezTo>
                <a:lnTo>
                  <a:pt x="626147" y="105992"/>
                </a:lnTo>
                <a:lnTo>
                  <a:pt x="613360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68FD0-DF9E-4889-ABD0-D32A7C1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5236632"/>
            <a:ext cx="3639972" cy="10"/>
          </a:xfrm>
          <a:custGeom xmlns:a="http://schemas.openxmlformats.org/drawingml/2006/main">
            <a:pathLst>
              <a:path w="3639972" h="1" fill="none">
                <a:moveTo>
                  <a:pt x="0" y="0"/>
                </a:moveTo>
                <a:lnTo>
                  <a:pt x="3639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24" name="Text +call(config:LLMCallerConfiguration):LLMResponse">
            <a:extLst xmlns:a="http://schemas.openxmlformats.org/drawingml/2006/main">
              <a:ext uri="{FF2B5EF4-FFF2-40B4-BE49-F238E27FC236}">
                <a16:creationId xmlns:a16="http://schemas.microsoft.com/office/drawing/2014/main" id="{85D06086-8C79-4280-86D4-3CAF6D10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65" y="5374909"/>
            <a:ext cx="3442954" cy="136681"/>
          </a:xfrm>
          <a:custGeom xmlns:a="http://schemas.openxmlformats.org/drawingml/2006/main">
            <a:pathLst>
              <a:path w="3442954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76108" y="78286"/>
                </a:moveTo>
                <a:lnTo>
                  <a:pt x="188682" y="79920"/>
                </a:lnTo>
                <a:cubicBezTo>
                  <a:pt x="187309" y="88609"/>
                  <a:pt x="183792" y="95411"/>
                  <a:pt x="178133" y="100326"/>
                </a:cubicBezTo>
                <a:cubicBezTo>
                  <a:pt x="172473" y="105240"/>
                  <a:pt x="165523" y="107697"/>
                  <a:pt x="157282" y="107697"/>
                </a:cubicBezTo>
                <a:cubicBezTo>
                  <a:pt x="146958" y="107697"/>
                  <a:pt x="138658" y="104322"/>
                  <a:pt x="132383" y="97574"/>
                </a:cubicBezTo>
                <a:cubicBezTo>
                  <a:pt x="126108" y="90825"/>
                  <a:pt x="122970" y="81151"/>
                  <a:pt x="122970" y="68554"/>
                </a:cubicBezTo>
                <a:cubicBezTo>
                  <a:pt x="122970" y="60408"/>
                  <a:pt x="124320" y="53280"/>
                  <a:pt x="127019" y="47171"/>
                </a:cubicBezTo>
                <a:cubicBezTo>
                  <a:pt x="129719" y="41061"/>
                  <a:pt x="133827" y="36479"/>
                  <a:pt x="139345" y="33424"/>
                </a:cubicBezTo>
                <a:cubicBezTo>
                  <a:pt x="144862" y="30370"/>
                  <a:pt x="150865" y="28842"/>
                  <a:pt x="157353" y="28842"/>
                </a:cubicBezTo>
                <a:cubicBezTo>
                  <a:pt x="165547" y="28842"/>
                  <a:pt x="172248" y="30921"/>
                  <a:pt x="177458" y="35078"/>
                </a:cubicBezTo>
                <a:cubicBezTo>
                  <a:pt x="182667" y="39234"/>
                  <a:pt x="186006" y="45136"/>
                  <a:pt x="187474" y="52783"/>
                </a:cubicBezTo>
                <a:lnTo>
                  <a:pt x="175042" y="54701"/>
                </a:lnTo>
                <a:cubicBezTo>
                  <a:pt x="173858" y="49657"/>
                  <a:pt x="171763" y="45862"/>
                  <a:pt x="168755" y="43317"/>
                </a:cubicBezTo>
                <a:cubicBezTo>
                  <a:pt x="165748" y="40771"/>
                  <a:pt x="162113" y="39498"/>
                  <a:pt x="157851" y="39498"/>
                </a:cubicBezTo>
                <a:cubicBezTo>
                  <a:pt x="151410" y="39498"/>
                  <a:pt x="146176" y="41796"/>
                  <a:pt x="142151" y="46391"/>
                </a:cubicBezTo>
                <a:cubicBezTo>
                  <a:pt x="138125" y="50985"/>
                  <a:pt x="136112" y="58254"/>
                  <a:pt x="136112" y="68198"/>
                </a:cubicBezTo>
                <a:cubicBezTo>
                  <a:pt x="136112" y="78285"/>
                  <a:pt x="138054" y="85614"/>
                  <a:pt x="141938" y="90185"/>
                </a:cubicBezTo>
                <a:cubicBezTo>
                  <a:pt x="145821" y="94756"/>
                  <a:pt x="150889" y="97041"/>
                  <a:pt x="157140" y="97041"/>
                </a:cubicBezTo>
                <a:cubicBezTo>
                  <a:pt x="162160" y="97041"/>
                  <a:pt x="166352" y="95507"/>
                  <a:pt x="169714" y="92441"/>
                </a:cubicBezTo>
                <a:cubicBezTo>
                  <a:pt x="173077" y="89374"/>
                  <a:pt x="175208" y="84656"/>
                  <a:pt x="176108" y="78286"/>
                </a:cubicBezTo>
                <a:close/>
                <a:moveTo>
                  <a:pt x="248853" y="96677"/>
                </a:moveTo>
                <a:cubicBezTo>
                  <a:pt x="244117" y="100705"/>
                  <a:pt x="239558" y="103549"/>
                  <a:pt x="235178" y="105208"/>
                </a:cubicBezTo>
                <a:cubicBezTo>
                  <a:pt x="230797" y="106867"/>
                  <a:pt x="226096" y="107697"/>
                  <a:pt x="221076" y="107697"/>
                </a:cubicBezTo>
                <a:cubicBezTo>
                  <a:pt x="212788" y="107697"/>
                  <a:pt x="206418" y="105671"/>
                  <a:pt x="201966" y="101618"/>
                </a:cubicBezTo>
                <a:cubicBezTo>
                  <a:pt x="197514" y="97566"/>
                  <a:pt x="195289" y="92388"/>
                  <a:pt x="195289" y="86085"/>
                </a:cubicBezTo>
                <a:cubicBezTo>
                  <a:pt x="195289" y="82389"/>
                  <a:pt x="196129" y="79014"/>
                  <a:pt x="197810" y="75957"/>
                </a:cubicBezTo>
                <a:cubicBezTo>
                  <a:pt x="199492" y="72900"/>
                  <a:pt x="201694" y="70447"/>
                  <a:pt x="204417" y="68598"/>
                </a:cubicBezTo>
                <a:cubicBezTo>
                  <a:pt x="207140" y="66750"/>
                  <a:pt x="210207" y="65352"/>
                  <a:pt x="213617" y="64404"/>
                </a:cubicBezTo>
                <a:cubicBezTo>
                  <a:pt x="216127" y="63740"/>
                  <a:pt x="219916" y="63100"/>
                  <a:pt x="224983" y="62484"/>
                </a:cubicBezTo>
                <a:cubicBezTo>
                  <a:pt x="235308" y="61262"/>
                  <a:pt x="242909" y="59804"/>
                  <a:pt x="247787" y="58111"/>
                </a:cubicBezTo>
                <a:cubicBezTo>
                  <a:pt x="247835" y="56366"/>
                  <a:pt x="247858" y="55257"/>
                  <a:pt x="247858" y="54785"/>
                </a:cubicBezTo>
                <a:cubicBezTo>
                  <a:pt x="247858" y="49595"/>
                  <a:pt x="246651" y="45939"/>
                  <a:pt x="244235" y="43816"/>
                </a:cubicBezTo>
                <a:cubicBezTo>
                  <a:pt x="240967" y="40938"/>
                  <a:pt x="236113" y="39498"/>
                  <a:pt x="229672" y="39498"/>
                </a:cubicBezTo>
                <a:cubicBezTo>
                  <a:pt x="223657" y="39498"/>
                  <a:pt x="219217" y="40552"/>
                  <a:pt x="216352" y="42660"/>
                </a:cubicBezTo>
                <a:cubicBezTo>
                  <a:pt x="213487" y="44767"/>
                  <a:pt x="211367" y="48497"/>
                  <a:pt x="209994" y="53848"/>
                </a:cubicBezTo>
                <a:lnTo>
                  <a:pt x="197491" y="52143"/>
                </a:lnTo>
                <a:cubicBezTo>
                  <a:pt x="198627" y="46775"/>
                  <a:pt x="200498" y="42441"/>
                  <a:pt x="203103" y="39139"/>
                </a:cubicBezTo>
                <a:cubicBezTo>
                  <a:pt x="205708" y="35837"/>
                  <a:pt x="209473" y="33296"/>
                  <a:pt x="214398" y="31515"/>
                </a:cubicBezTo>
                <a:cubicBezTo>
                  <a:pt x="219324" y="29733"/>
                  <a:pt x="225031" y="28842"/>
                  <a:pt x="231519" y="28842"/>
                </a:cubicBezTo>
                <a:cubicBezTo>
                  <a:pt x="237960" y="28842"/>
                  <a:pt x="243193" y="29600"/>
                  <a:pt x="247219" y="31116"/>
                </a:cubicBezTo>
                <a:cubicBezTo>
                  <a:pt x="251244" y="32631"/>
                  <a:pt x="254204" y="34537"/>
                  <a:pt x="256099" y="36834"/>
                </a:cubicBezTo>
                <a:cubicBezTo>
                  <a:pt x="257993" y="39131"/>
                  <a:pt x="259319" y="42032"/>
                  <a:pt x="260077" y="45537"/>
                </a:cubicBezTo>
                <a:cubicBezTo>
                  <a:pt x="260503" y="47715"/>
                  <a:pt x="260716" y="51646"/>
                  <a:pt x="260716" y="57329"/>
                </a:cubicBezTo>
                <a:lnTo>
                  <a:pt x="260716" y="74379"/>
                </a:lnTo>
                <a:cubicBezTo>
                  <a:pt x="260716" y="86266"/>
                  <a:pt x="260989" y="93785"/>
                  <a:pt x="261533" y="96934"/>
                </a:cubicBezTo>
                <a:cubicBezTo>
                  <a:pt x="262078" y="100084"/>
                  <a:pt x="263155" y="103103"/>
                  <a:pt x="264766" y="105992"/>
                </a:cubicBezTo>
                <a:lnTo>
                  <a:pt x="251410" y="105992"/>
                </a:lnTo>
                <a:cubicBezTo>
                  <a:pt x="250084" y="103337"/>
                  <a:pt x="249232" y="100232"/>
                  <a:pt x="248853" y="96677"/>
                </a:cubicBezTo>
                <a:moveTo>
                  <a:pt x="247787" y="68056"/>
                </a:moveTo>
                <a:cubicBezTo>
                  <a:pt x="243146" y="69967"/>
                  <a:pt x="236184" y="71591"/>
                  <a:pt x="226901" y="72927"/>
                </a:cubicBezTo>
                <a:cubicBezTo>
                  <a:pt x="221644" y="73688"/>
                  <a:pt x="217927" y="74544"/>
                  <a:pt x="215748" y="75496"/>
                </a:cubicBezTo>
                <a:cubicBezTo>
                  <a:pt x="213570" y="76446"/>
                  <a:pt x="211888" y="77837"/>
                  <a:pt x="210704" y="79669"/>
                </a:cubicBezTo>
                <a:cubicBezTo>
                  <a:pt x="209520" y="81500"/>
                  <a:pt x="208928" y="83533"/>
                  <a:pt x="208928" y="85768"/>
                </a:cubicBezTo>
                <a:cubicBezTo>
                  <a:pt x="208928" y="89191"/>
                  <a:pt x="210219" y="92044"/>
                  <a:pt x="212800" y="94328"/>
                </a:cubicBezTo>
                <a:cubicBezTo>
                  <a:pt x="215381" y="96610"/>
                  <a:pt x="219158" y="97751"/>
                  <a:pt x="224131" y="97751"/>
                </a:cubicBezTo>
                <a:cubicBezTo>
                  <a:pt x="229056" y="97751"/>
                  <a:pt x="233437" y="96669"/>
                  <a:pt x="237273" y="94503"/>
                </a:cubicBezTo>
                <a:cubicBezTo>
                  <a:pt x="241109" y="92338"/>
                  <a:pt x="243927" y="89376"/>
                  <a:pt x="245727" y="85617"/>
                </a:cubicBezTo>
                <a:cubicBezTo>
                  <a:pt x="247100" y="82713"/>
                  <a:pt x="247787" y="78430"/>
                  <a:pt x="247787" y="72767"/>
                </a:cubicBezTo>
                <a:lnTo>
                  <a:pt x="247787" y="68056"/>
                </a:lnTo>
                <a:close/>
                <a:moveTo>
                  <a:pt x="280252" y="105992"/>
                </a:moveTo>
                <a:lnTo>
                  <a:pt x="280252" y="1847"/>
                </a:lnTo>
                <a:lnTo>
                  <a:pt x="293039" y="1847"/>
                </a:lnTo>
                <a:lnTo>
                  <a:pt x="293039" y="105992"/>
                </a:lnTo>
                <a:lnTo>
                  <a:pt x="280252" y="105992"/>
                </a:lnTo>
                <a:close/>
                <a:moveTo>
                  <a:pt x="312576" y="105992"/>
                </a:moveTo>
                <a:lnTo>
                  <a:pt x="312576" y="1847"/>
                </a:lnTo>
                <a:lnTo>
                  <a:pt x="325363" y="1847"/>
                </a:lnTo>
                <a:lnTo>
                  <a:pt x="325363" y="105992"/>
                </a:lnTo>
                <a:lnTo>
                  <a:pt x="312576" y="105992"/>
                </a:lnTo>
                <a:close/>
                <a:moveTo>
                  <a:pt x="369621" y="136681"/>
                </a:moveTo>
                <a:cubicBezTo>
                  <a:pt x="362564" y="127777"/>
                  <a:pt x="356597" y="117358"/>
                  <a:pt x="351718" y="105423"/>
                </a:cubicBezTo>
                <a:cubicBezTo>
                  <a:pt x="346840" y="93489"/>
                  <a:pt x="344401" y="81128"/>
                  <a:pt x="344401" y="68341"/>
                </a:cubicBezTo>
                <a:cubicBezTo>
                  <a:pt x="344401" y="57069"/>
                  <a:pt x="346225" y="46271"/>
                  <a:pt x="349871" y="35946"/>
                </a:cubicBezTo>
                <a:cubicBezTo>
                  <a:pt x="354134" y="23964"/>
                  <a:pt x="360717" y="12029"/>
                  <a:pt x="369621" y="142"/>
                </a:cubicBezTo>
                <a:lnTo>
                  <a:pt x="378785" y="142"/>
                </a:lnTo>
                <a:cubicBezTo>
                  <a:pt x="373054" y="9993"/>
                  <a:pt x="369265" y="17026"/>
                  <a:pt x="367418" y="21241"/>
                </a:cubicBezTo>
                <a:cubicBezTo>
                  <a:pt x="364529" y="27777"/>
                  <a:pt x="362256" y="34597"/>
                  <a:pt x="360598" y="41701"/>
                </a:cubicBezTo>
                <a:cubicBezTo>
                  <a:pt x="358562" y="50557"/>
                  <a:pt x="357544" y="59461"/>
                  <a:pt x="357544" y="68412"/>
                </a:cubicBezTo>
                <a:cubicBezTo>
                  <a:pt x="357544" y="91192"/>
                  <a:pt x="364624" y="113948"/>
                  <a:pt x="378785" y="136681"/>
                </a:cubicBezTo>
                <a:lnTo>
                  <a:pt x="369621" y="136681"/>
                </a:lnTo>
                <a:close/>
                <a:moveTo>
                  <a:pt x="442862" y="78286"/>
                </a:moveTo>
                <a:lnTo>
                  <a:pt x="455437" y="79920"/>
                </a:lnTo>
                <a:cubicBezTo>
                  <a:pt x="454063" y="88609"/>
                  <a:pt x="450547" y="95411"/>
                  <a:pt x="444887" y="100326"/>
                </a:cubicBezTo>
                <a:cubicBezTo>
                  <a:pt x="439228" y="105240"/>
                  <a:pt x="432277" y="107697"/>
                  <a:pt x="424037" y="107697"/>
                </a:cubicBezTo>
                <a:cubicBezTo>
                  <a:pt x="413712" y="107697"/>
                  <a:pt x="405412" y="104322"/>
                  <a:pt x="399137" y="97574"/>
                </a:cubicBezTo>
                <a:cubicBezTo>
                  <a:pt x="392862" y="90825"/>
                  <a:pt x="389724" y="81151"/>
                  <a:pt x="389724" y="68554"/>
                </a:cubicBezTo>
                <a:cubicBezTo>
                  <a:pt x="389724" y="60408"/>
                  <a:pt x="391074" y="53280"/>
                  <a:pt x="393774" y="47171"/>
                </a:cubicBezTo>
                <a:cubicBezTo>
                  <a:pt x="396473" y="41061"/>
                  <a:pt x="400582" y="36479"/>
                  <a:pt x="406099" y="33424"/>
                </a:cubicBezTo>
                <a:cubicBezTo>
                  <a:pt x="411617" y="30370"/>
                  <a:pt x="417620" y="28842"/>
                  <a:pt x="424108" y="28842"/>
                </a:cubicBezTo>
                <a:cubicBezTo>
                  <a:pt x="432301" y="28842"/>
                  <a:pt x="439003" y="30921"/>
                  <a:pt x="444212" y="35078"/>
                </a:cubicBezTo>
                <a:cubicBezTo>
                  <a:pt x="449422" y="39234"/>
                  <a:pt x="452761" y="45136"/>
                  <a:pt x="454229" y="52783"/>
                </a:cubicBezTo>
                <a:lnTo>
                  <a:pt x="441797" y="54701"/>
                </a:lnTo>
                <a:cubicBezTo>
                  <a:pt x="440613" y="49657"/>
                  <a:pt x="438517" y="45862"/>
                  <a:pt x="435510" y="43317"/>
                </a:cubicBezTo>
                <a:cubicBezTo>
                  <a:pt x="432502" y="40771"/>
                  <a:pt x="428868" y="39498"/>
                  <a:pt x="424605" y="39498"/>
                </a:cubicBezTo>
                <a:cubicBezTo>
                  <a:pt x="418164" y="39498"/>
                  <a:pt x="412931" y="41796"/>
                  <a:pt x="408905" y="46391"/>
                </a:cubicBezTo>
                <a:cubicBezTo>
                  <a:pt x="404880" y="50985"/>
                  <a:pt x="402867" y="58254"/>
                  <a:pt x="402867" y="68198"/>
                </a:cubicBezTo>
                <a:cubicBezTo>
                  <a:pt x="402867" y="78285"/>
                  <a:pt x="404809" y="85614"/>
                  <a:pt x="408692" y="90185"/>
                </a:cubicBezTo>
                <a:cubicBezTo>
                  <a:pt x="412576" y="94756"/>
                  <a:pt x="417643" y="97041"/>
                  <a:pt x="423895" y="97041"/>
                </a:cubicBezTo>
                <a:cubicBezTo>
                  <a:pt x="428915" y="97041"/>
                  <a:pt x="433106" y="95507"/>
                  <a:pt x="436469" y="92441"/>
                </a:cubicBezTo>
                <a:cubicBezTo>
                  <a:pt x="439831" y="89374"/>
                  <a:pt x="441963" y="84656"/>
                  <a:pt x="442862" y="78286"/>
                </a:cubicBezTo>
                <a:close/>
                <a:moveTo>
                  <a:pt x="461617" y="68270"/>
                </a:moveTo>
                <a:cubicBezTo>
                  <a:pt x="461617" y="54298"/>
                  <a:pt x="465501" y="43950"/>
                  <a:pt x="473268" y="37225"/>
                </a:cubicBezTo>
                <a:cubicBezTo>
                  <a:pt x="479756" y="31637"/>
                  <a:pt x="487665" y="28842"/>
                  <a:pt x="496995" y="28842"/>
                </a:cubicBezTo>
                <a:cubicBezTo>
                  <a:pt x="507367" y="28842"/>
                  <a:pt x="515845" y="32240"/>
                  <a:pt x="522428" y="39037"/>
                </a:cubicBezTo>
                <a:cubicBezTo>
                  <a:pt x="529011" y="45833"/>
                  <a:pt x="532302" y="55222"/>
                  <a:pt x="532302" y="67204"/>
                </a:cubicBezTo>
                <a:cubicBezTo>
                  <a:pt x="532302" y="76913"/>
                  <a:pt x="530846" y="84550"/>
                  <a:pt x="527933" y="90114"/>
                </a:cubicBezTo>
                <a:cubicBezTo>
                  <a:pt x="525021" y="95679"/>
                  <a:pt x="520782" y="100001"/>
                  <a:pt x="515217" y="103079"/>
                </a:cubicBezTo>
                <a:cubicBezTo>
                  <a:pt x="509652" y="106158"/>
                  <a:pt x="503578" y="107697"/>
                  <a:pt x="496995" y="107697"/>
                </a:cubicBezTo>
                <a:cubicBezTo>
                  <a:pt x="486434" y="107697"/>
                  <a:pt x="477897" y="104311"/>
                  <a:pt x="471385" y="97538"/>
                </a:cubicBezTo>
                <a:cubicBezTo>
                  <a:pt x="464873" y="90766"/>
                  <a:pt x="461617" y="81009"/>
                  <a:pt x="461617" y="68270"/>
                </a:cubicBezTo>
                <a:moveTo>
                  <a:pt x="474760" y="68234"/>
                </a:moveTo>
                <a:cubicBezTo>
                  <a:pt x="474760" y="77860"/>
                  <a:pt x="476867" y="85068"/>
                  <a:pt x="481082" y="89857"/>
                </a:cubicBezTo>
                <a:cubicBezTo>
                  <a:pt x="485297" y="94646"/>
                  <a:pt x="490602" y="97041"/>
                  <a:pt x="496995" y="97041"/>
                </a:cubicBezTo>
                <a:cubicBezTo>
                  <a:pt x="503342" y="97041"/>
                  <a:pt x="508622" y="94634"/>
                  <a:pt x="512837" y="89821"/>
                </a:cubicBezTo>
                <a:cubicBezTo>
                  <a:pt x="517052" y="85008"/>
                  <a:pt x="519160" y="77671"/>
                  <a:pt x="519160" y="67810"/>
                </a:cubicBezTo>
                <a:cubicBezTo>
                  <a:pt x="519160" y="58514"/>
                  <a:pt x="517041" y="51471"/>
                  <a:pt x="512802" y="46682"/>
                </a:cubicBezTo>
                <a:cubicBezTo>
                  <a:pt x="508563" y="41893"/>
                  <a:pt x="503294" y="39498"/>
                  <a:pt x="496995" y="39498"/>
                </a:cubicBezTo>
                <a:cubicBezTo>
                  <a:pt x="490602" y="39498"/>
                  <a:pt x="485297" y="41881"/>
                  <a:pt x="481082" y="46647"/>
                </a:cubicBezTo>
                <a:cubicBezTo>
                  <a:pt x="476867" y="51412"/>
                  <a:pt x="474760" y="58608"/>
                  <a:pt x="474760" y="68234"/>
                </a:cubicBezTo>
                <a:close/>
                <a:moveTo>
                  <a:pt x="547291" y="105992"/>
                </a:moveTo>
                <a:lnTo>
                  <a:pt x="547291" y="30547"/>
                </a:lnTo>
                <a:lnTo>
                  <a:pt x="558800" y="30547"/>
                </a:lnTo>
                <a:lnTo>
                  <a:pt x="558800" y="41203"/>
                </a:lnTo>
                <a:cubicBezTo>
                  <a:pt x="564341" y="32963"/>
                  <a:pt x="572345" y="28842"/>
                  <a:pt x="582811" y="28842"/>
                </a:cubicBezTo>
                <a:cubicBezTo>
                  <a:pt x="587358" y="28842"/>
                  <a:pt x="591537" y="29659"/>
                  <a:pt x="595350" y="31293"/>
                </a:cubicBezTo>
                <a:cubicBezTo>
                  <a:pt x="599162" y="32927"/>
                  <a:pt x="602016" y="35070"/>
                  <a:pt x="603910" y="37722"/>
                </a:cubicBezTo>
                <a:cubicBezTo>
                  <a:pt x="605805" y="40374"/>
                  <a:pt x="607131" y="43524"/>
                  <a:pt x="607888" y="47171"/>
                </a:cubicBezTo>
                <a:cubicBezTo>
                  <a:pt x="608362" y="49539"/>
                  <a:pt x="608599" y="53683"/>
                  <a:pt x="608599" y="59603"/>
                </a:cubicBezTo>
                <a:lnTo>
                  <a:pt x="608599" y="105992"/>
                </a:lnTo>
                <a:lnTo>
                  <a:pt x="595812" y="105992"/>
                </a:lnTo>
                <a:lnTo>
                  <a:pt x="595812" y="60051"/>
                </a:lnTo>
                <a:cubicBezTo>
                  <a:pt x="595812" y="54836"/>
                  <a:pt x="595314" y="50936"/>
                  <a:pt x="594320" y="48352"/>
                </a:cubicBezTo>
                <a:cubicBezTo>
                  <a:pt x="593325" y="45768"/>
                  <a:pt x="591561" y="43705"/>
                  <a:pt x="589027" y="42165"/>
                </a:cubicBezTo>
                <a:cubicBezTo>
                  <a:pt x="586493" y="40624"/>
                  <a:pt x="583522" y="39853"/>
                  <a:pt x="580112" y="39853"/>
                </a:cubicBezTo>
                <a:cubicBezTo>
                  <a:pt x="574665" y="39853"/>
                  <a:pt x="569965" y="41584"/>
                  <a:pt x="566010" y="45046"/>
                </a:cubicBezTo>
                <a:cubicBezTo>
                  <a:pt x="562056" y="48506"/>
                  <a:pt x="560078" y="55072"/>
                  <a:pt x="560078" y="64744"/>
                </a:cubicBezTo>
                <a:lnTo>
                  <a:pt x="560078" y="105992"/>
                </a:lnTo>
                <a:lnTo>
                  <a:pt x="547291" y="105992"/>
                </a:lnTo>
                <a:close/>
                <a:moveTo>
                  <a:pt x="631261" y="105992"/>
                </a:moveTo>
                <a:lnTo>
                  <a:pt x="631261" y="40493"/>
                </a:lnTo>
                <a:lnTo>
                  <a:pt x="619965" y="40493"/>
                </a:lnTo>
                <a:lnTo>
                  <a:pt x="619965" y="30547"/>
                </a:lnTo>
                <a:lnTo>
                  <a:pt x="631261" y="30547"/>
                </a:lnTo>
                <a:lnTo>
                  <a:pt x="631261" y="22537"/>
                </a:lnTo>
                <a:cubicBezTo>
                  <a:pt x="631261" y="17482"/>
                  <a:pt x="631711" y="13726"/>
                  <a:pt x="632610" y="11269"/>
                </a:cubicBezTo>
                <a:cubicBezTo>
                  <a:pt x="633842" y="7962"/>
                  <a:pt x="636008" y="5281"/>
                  <a:pt x="639111" y="3226"/>
                </a:cubicBezTo>
                <a:cubicBezTo>
                  <a:pt x="642213" y="1170"/>
                  <a:pt x="646558" y="142"/>
                  <a:pt x="652146" y="142"/>
                </a:cubicBezTo>
                <a:cubicBezTo>
                  <a:pt x="655746" y="142"/>
                  <a:pt x="659724" y="568"/>
                  <a:pt x="664081" y="1421"/>
                </a:cubicBezTo>
                <a:lnTo>
                  <a:pt x="662163" y="12574"/>
                </a:lnTo>
                <a:cubicBezTo>
                  <a:pt x="659511" y="12100"/>
                  <a:pt x="657001" y="11864"/>
                  <a:pt x="654633" y="11864"/>
                </a:cubicBezTo>
                <a:cubicBezTo>
                  <a:pt x="650749" y="11864"/>
                  <a:pt x="648002" y="12690"/>
                  <a:pt x="646392" y="14341"/>
                </a:cubicBezTo>
                <a:cubicBezTo>
                  <a:pt x="644782" y="15993"/>
                  <a:pt x="643977" y="19083"/>
                  <a:pt x="643977" y="23612"/>
                </a:cubicBezTo>
                <a:lnTo>
                  <a:pt x="643977" y="30547"/>
                </a:lnTo>
                <a:lnTo>
                  <a:pt x="658682" y="30547"/>
                </a:lnTo>
                <a:lnTo>
                  <a:pt x="658682" y="40493"/>
                </a:lnTo>
                <a:lnTo>
                  <a:pt x="643977" y="40493"/>
                </a:lnTo>
                <a:lnTo>
                  <a:pt x="643977" y="105992"/>
                </a:lnTo>
                <a:lnTo>
                  <a:pt x="631261" y="105992"/>
                </a:lnTo>
                <a:close/>
                <a:moveTo>
                  <a:pt x="668699" y="16623"/>
                </a:moveTo>
                <a:lnTo>
                  <a:pt x="668699" y="1847"/>
                </a:lnTo>
                <a:lnTo>
                  <a:pt x="681487" y="1847"/>
                </a:lnTo>
                <a:lnTo>
                  <a:pt x="681487" y="16623"/>
                </a:lnTo>
                <a:lnTo>
                  <a:pt x="668699" y="16623"/>
                </a:lnTo>
                <a:moveTo>
                  <a:pt x="668699" y="105992"/>
                </a:moveTo>
                <a:lnTo>
                  <a:pt x="668699" y="30547"/>
                </a:lnTo>
                <a:lnTo>
                  <a:pt x="681487" y="30547"/>
                </a:lnTo>
                <a:lnTo>
                  <a:pt x="681487" y="105992"/>
                </a:lnTo>
                <a:lnTo>
                  <a:pt x="668699" y="105992"/>
                </a:lnTo>
                <a:close/>
                <a:moveTo>
                  <a:pt x="698606" y="112243"/>
                </a:moveTo>
                <a:lnTo>
                  <a:pt x="711038" y="114090"/>
                </a:lnTo>
                <a:cubicBezTo>
                  <a:pt x="711559" y="117927"/>
                  <a:pt x="713004" y="120721"/>
                  <a:pt x="715372" y="122473"/>
                </a:cubicBezTo>
                <a:cubicBezTo>
                  <a:pt x="718545" y="124841"/>
                  <a:pt x="722878" y="126025"/>
                  <a:pt x="728372" y="126025"/>
                </a:cubicBezTo>
                <a:cubicBezTo>
                  <a:pt x="734292" y="126025"/>
                  <a:pt x="738862" y="124838"/>
                  <a:pt x="742083" y="122464"/>
                </a:cubicBezTo>
                <a:cubicBezTo>
                  <a:pt x="745303" y="120092"/>
                  <a:pt x="747482" y="116769"/>
                  <a:pt x="748619" y="112496"/>
                </a:cubicBezTo>
                <a:cubicBezTo>
                  <a:pt x="749282" y="109887"/>
                  <a:pt x="749589" y="104405"/>
                  <a:pt x="749542" y="96051"/>
                </a:cubicBezTo>
                <a:cubicBezTo>
                  <a:pt x="743954" y="102678"/>
                  <a:pt x="736992" y="105992"/>
                  <a:pt x="728656" y="105992"/>
                </a:cubicBezTo>
                <a:cubicBezTo>
                  <a:pt x="718284" y="105992"/>
                  <a:pt x="710257" y="102250"/>
                  <a:pt x="704574" y="94767"/>
                </a:cubicBezTo>
                <a:cubicBezTo>
                  <a:pt x="698891" y="87285"/>
                  <a:pt x="696049" y="78310"/>
                  <a:pt x="696049" y="67843"/>
                </a:cubicBezTo>
                <a:cubicBezTo>
                  <a:pt x="696049" y="60645"/>
                  <a:pt x="697351" y="54002"/>
                  <a:pt x="699956" y="47917"/>
                </a:cubicBezTo>
                <a:cubicBezTo>
                  <a:pt x="702561" y="41831"/>
                  <a:pt x="706338" y="37130"/>
                  <a:pt x="711287" y="33815"/>
                </a:cubicBezTo>
                <a:cubicBezTo>
                  <a:pt x="716236" y="30500"/>
                  <a:pt x="722050" y="28842"/>
                  <a:pt x="728727" y="28842"/>
                </a:cubicBezTo>
                <a:cubicBezTo>
                  <a:pt x="737631" y="28842"/>
                  <a:pt x="744972" y="32465"/>
                  <a:pt x="750750" y="39711"/>
                </a:cubicBezTo>
                <a:lnTo>
                  <a:pt x="750750" y="30547"/>
                </a:lnTo>
                <a:lnTo>
                  <a:pt x="762542" y="30547"/>
                </a:lnTo>
                <a:lnTo>
                  <a:pt x="762542" y="95806"/>
                </a:lnTo>
                <a:cubicBezTo>
                  <a:pt x="762542" y="107559"/>
                  <a:pt x="761347" y="115888"/>
                  <a:pt x="758955" y="120793"/>
                </a:cubicBezTo>
                <a:cubicBezTo>
                  <a:pt x="756563" y="125697"/>
                  <a:pt x="752774" y="129571"/>
                  <a:pt x="747589" y="132414"/>
                </a:cubicBezTo>
                <a:cubicBezTo>
                  <a:pt x="742403" y="135259"/>
                  <a:pt x="736021" y="136681"/>
                  <a:pt x="728443" y="136681"/>
                </a:cubicBezTo>
                <a:cubicBezTo>
                  <a:pt x="719445" y="136681"/>
                  <a:pt x="712175" y="134651"/>
                  <a:pt x="706634" y="130589"/>
                </a:cubicBezTo>
                <a:cubicBezTo>
                  <a:pt x="701093" y="126528"/>
                  <a:pt x="698417" y="120413"/>
                  <a:pt x="698606" y="112243"/>
                </a:cubicBezTo>
                <a:moveTo>
                  <a:pt x="709191" y="66922"/>
                </a:moveTo>
                <a:cubicBezTo>
                  <a:pt x="709191" y="76795"/>
                  <a:pt x="711157" y="83999"/>
                  <a:pt x="715088" y="88534"/>
                </a:cubicBezTo>
                <a:cubicBezTo>
                  <a:pt x="719019" y="93068"/>
                  <a:pt x="723944" y="95336"/>
                  <a:pt x="729864" y="95336"/>
                </a:cubicBezTo>
                <a:cubicBezTo>
                  <a:pt x="735737" y="95336"/>
                  <a:pt x="740662" y="93080"/>
                  <a:pt x="744640" y="88569"/>
                </a:cubicBezTo>
                <a:cubicBezTo>
                  <a:pt x="748619" y="84058"/>
                  <a:pt x="750608" y="76984"/>
                  <a:pt x="750608" y="67346"/>
                </a:cubicBezTo>
                <a:cubicBezTo>
                  <a:pt x="750608" y="58134"/>
                  <a:pt x="748559" y="51190"/>
                  <a:pt x="744463" y="46513"/>
                </a:cubicBezTo>
                <a:cubicBezTo>
                  <a:pt x="740366" y="41837"/>
                  <a:pt x="735429" y="39498"/>
                  <a:pt x="729651" y="39498"/>
                </a:cubicBezTo>
                <a:cubicBezTo>
                  <a:pt x="723968" y="39498"/>
                  <a:pt x="719137" y="41801"/>
                  <a:pt x="715159" y="46407"/>
                </a:cubicBezTo>
                <a:cubicBezTo>
                  <a:pt x="711180" y="51013"/>
                  <a:pt x="709191" y="57851"/>
                  <a:pt x="709191" y="66922"/>
                </a:cubicBezTo>
                <a:close/>
                <a:moveTo>
                  <a:pt x="785417" y="45181"/>
                </a:moveTo>
                <a:lnTo>
                  <a:pt x="785417" y="30547"/>
                </a:lnTo>
                <a:lnTo>
                  <a:pt x="799981" y="30547"/>
                </a:lnTo>
                <a:lnTo>
                  <a:pt x="799981" y="45181"/>
                </a:lnTo>
                <a:lnTo>
                  <a:pt x="785417" y="45181"/>
                </a:lnTo>
                <a:moveTo>
                  <a:pt x="785417" y="105992"/>
                </a:moveTo>
                <a:lnTo>
                  <a:pt x="785417" y="91358"/>
                </a:lnTo>
                <a:lnTo>
                  <a:pt x="799981" y="91358"/>
                </a:lnTo>
                <a:lnTo>
                  <a:pt x="799981" y="105992"/>
                </a:lnTo>
                <a:lnTo>
                  <a:pt x="785417" y="105992"/>
                </a:lnTo>
                <a:close/>
                <a:moveTo>
                  <a:pt x="863774" y="105992"/>
                </a:moveTo>
                <a:lnTo>
                  <a:pt x="863774" y="1847"/>
                </a:lnTo>
                <a:lnTo>
                  <a:pt x="877556" y="1847"/>
                </a:lnTo>
                <a:lnTo>
                  <a:pt x="877556" y="93702"/>
                </a:lnTo>
                <a:lnTo>
                  <a:pt x="928847" y="93702"/>
                </a:lnTo>
                <a:lnTo>
                  <a:pt x="928847" y="105992"/>
                </a:lnTo>
                <a:lnTo>
                  <a:pt x="863774" y="105992"/>
                </a:lnTo>
                <a:close/>
                <a:moveTo>
                  <a:pt x="944689" y="105992"/>
                </a:moveTo>
                <a:lnTo>
                  <a:pt x="944689" y="1847"/>
                </a:lnTo>
                <a:lnTo>
                  <a:pt x="958471" y="1847"/>
                </a:lnTo>
                <a:lnTo>
                  <a:pt x="958471" y="93702"/>
                </a:lnTo>
                <a:lnTo>
                  <a:pt x="1009762" y="93702"/>
                </a:lnTo>
                <a:lnTo>
                  <a:pt x="1009762" y="105992"/>
                </a:lnTo>
                <a:lnTo>
                  <a:pt x="944689" y="105992"/>
                </a:lnTo>
                <a:close/>
                <a:moveTo>
                  <a:pt x="1025745" y="105992"/>
                </a:moveTo>
                <a:lnTo>
                  <a:pt x="1025745" y="1847"/>
                </a:lnTo>
                <a:lnTo>
                  <a:pt x="1046489" y="1847"/>
                </a:lnTo>
                <a:lnTo>
                  <a:pt x="1071140" y="75587"/>
                </a:lnTo>
                <a:cubicBezTo>
                  <a:pt x="1073413" y="82454"/>
                  <a:pt x="1075071" y="87592"/>
                  <a:pt x="1076113" y="91002"/>
                </a:cubicBezTo>
                <a:cubicBezTo>
                  <a:pt x="1077297" y="87214"/>
                  <a:pt x="1079144" y="81649"/>
                  <a:pt x="1081654" y="74308"/>
                </a:cubicBezTo>
                <a:lnTo>
                  <a:pt x="1106589" y="1847"/>
                </a:lnTo>
                <a:lnTo>
                  <a:pt x="1125130" y="1847"/>
                </a:lnTo>
                <a:lnTo>
                  <a:pt x="1125130" y="105992"/>
                </a:lnTo>
                <a:lnTo>
                  <a:pt x="1111846" y="105992"/>
                </a:lnTo>
                <a:lnTo>
                  <a:pt x="1111846" y="18826"/>
                </a:lnTo>
                <a:lnTo>
                  <a:pt x="1081583" y="105992"/>
                </a:lnTo>
                <a:lnTo>
                  <a:pt x="1069151" y="105992"/>
                </a:lnTo>
                <a:lnTo>
                  <a:pt x="1039030" y="17334"/>
                </a:lnTo>
                <a:lnTo>
                  <a:pt x="1039030" y="105992"/>
                </a:lnTo>
                <a:lnTo>
                  <a:pt x="1025745" y="105992"/>
                </a:lnTo>
                <a:close/>
                <a:moveTo>
                  <a:pt x="1221674" y="69335"/>
                </a:moveTo>
                <a:lnTo>
                  <a:pt x="1235456" y="72816"/>
                </a:lnTo>
                <a:cubicBezTo>
                  <a:pt x="1232567" y="84159"/>
                  <a:pt x="1227369" y="92808"/>
                  <a:pt x="1219862" y="98763"/>
                </a:cubicBezTo>
                <a:cubicBezTo>
                  <a:pt x="1212356" y="104719"/>
                  <a:pt x="1203180" y="107697"/>
                  <a:pt x="1192334" y="107697"/>
                </a:cubicBezTo>
                <a:cubicBezTo>
                  <a:pt x="1181110" y="107697"/>
                  <a:pt x="1171981" y="105412"/>
                  <a:pt x="1164948" y="100841"/>
                </a:cubicBezTo>
                <a:cubicBezTo>
                  <a:pt x="1157915" y="96271"/>
                  <a:pt x="1152564" y="89653"/>
                  <a:pt x="1148893" y="80986"/>
                </a:cubicBezTo>
                <a:cubicBezTo>
                  <a:pt x="1145223" y="72319"/>
                  <a:pt x="1143388" y="63013"/>
                  <a:pt x="1143388" y="53067"/>
                </a:cubicBezTo>
                <a:cubicBezTo>
                  <a:pt x="1143388" y="42221"/>
                  <a:pt x="1145460" y="32761"/>
                  <a:pt x="1149604" y="24686"/>
                </a:cubicBezTo>
                <a:cubicBezTo>
                  <a:pt x="1153748" y="16612"/>
                  <a:pt x="1159644" y="10478"/>
                  <a:pt x="1167293" y="6287"/>
                </a:cubicBezTo>
                <a:cubicBezTo>
                  <a:pt x="1174941" y="2096"/>
                  <a:pt x="1183360" y="0"/>
                  <a:pt x="1192547" y="0"/>
                </a:cubicBezTo>
                <a:cubicBezTo>
                  <a:pt x="1202967" y="0"/>
                  <a:pt x="1211728" y="2652"/>
                  <a:pt x="1218832" y="7956"/>
                </a:cubicBezTo>
                <a:cubicBezTo>
                  <a:pt x="1225936" y="13261"/>
                  <a:pt x="1230885" y="20720"/>
                  <a:pt x="1233680" y="30334"/>
                </a:cubicBezTo>
                <a:lnTo>
                  <a:pt x="1220111" y="33531"/>
                </a:lnTo>
                <a:cubicBezTo>
                  <a:pt x="1217696" y="25928"/>
                  <a:pt x="1214191" y="20393"/>
                  <a:pt x="1209597" y="16925"/>
                </a:cubicBezTo>
                <a:cubicBezTo>
                  <a:pt x="1205003" y="13456"/>
                  <a:pt x="1199225" y="11722"/>
                  <a:pt x="1192263" y="11722"/>
                </a:cubicBezTo>
                <a:cubicBezTo>
                  <a:pt x="1184259" y="11722"/>
                  <a:pt x="1177570" y="13643"/>
                  <a:pt x="1172194" y="17487"/>
                </a:cubicBezTo>
                <a:cubicBezTo>
                  <a:pt x="1166819" y="21329"/>
                  <a:pt x="1163042" y="26488"/>
                  <a:pt x="1160864" y="32965"/>
                </a:cubicBezTo>
                <a:cubicBezTo>
                  <a:pt x="1158685" y="39440"/>
                  <a:pt x="1157596" y="46116"/>
                  <a:pt x="1157596" y="52994"/>
                </a:cubicBezTo>
                <a:cubicBezTo>
                  <a:pt x="1157596" y="61865"/>
                  <a:pt x="1158886" y="69610"/>
                  <a:pt x="1161467" y="76228"/>
                </a:cubicBezTo>
                <a:cubicBezTo>
                  <a:pt x="1164048" y="82847"/>
                  <a:pt x="1168062" y="87793"/>
                  <a:pt x="1173509" y="91067"/>
                </a:cubicBezTo>
                <a:cubicBezTo>
                  <a:pt x="1178955" y="94339"/>
                  <a:pt x="1184851" y="95975"/>
                  <a:pt x="1191198" y="95975"/>
                </a:cubicBezTo>
                <a:cubicBezTo>
                  <a:pt x="1198917" y="95975"/>
                  <a:pt x="1205453" y="93737"/>
                  <a:pt x="1210805" y="89262"/>
                </a:cubicBezTo>
                <a:cubicBezTo>
                  <a:pt x="1216156" y="84786"/>
                  <a:pt x="1219779" y="78144"/>
                  <a:pt x="1221674" y="69335"/>
                </a:cubicBezTo>
                <a:close/>
                <a:moveTo>
                  <a:pt x="1300032" y="96677"/>
                </a:moveTo>
                <a:cubicBezTo>
                  <a:pt x="1295296" y="100705"/>
                  <a:pt x="1290738" y="103549"/>
                  <a:pt x="1286357" y="105208"/>
                </a:cubicBezTo>
                <a:cubicBezTo>
                  <a:pt x="1281976" y="106867"/>
                  <a:pt x="1277276" y="107697"/>
                  <a:pt x="1272256" y="107697"/>
                </a:cubicBezTo>
                <a:cubicBezTo>
                  <a:pt x="1263968" y="107697"/>
                  <a:pt x="1257598" y="105671"/>
                  <a:pt x="1253146" y="101618"/>
                </a:cubicBezTo>
                <a:cubicBezTo>
                  <a:pt x="1248694" y="97566"/>
                  <a:pt x="1246468" y="92388"/>
                  <a:pt x="1246468" y="86085"/>
                </a:cubicBezTo>
                <a:cubicBezTo>
                  <a:pt x="1246468" y="82389"/>
                  <a:pt x="1247309" y="79014"/>
                  <a:pt x="1248990" y="75957"/>
                </a:cubicBezTo>
                <a:cubicBezTo>
                  <a:pt x="1250671" y="72900"/>
                  <a:pt x="1252873" y="70447"/>
                  <a:pt x="1255597" y="68598"/>
                </a:cubicBezTo>
                <a:cubicBezTo>
                  <a:pt x="1258320" y="66750"/>
                  <a:pt x="1261386" y="65352"/>
                  <a:pt x="1264796" y="64404"/>
                </a:cubicBezTo>
                <a:cubicBezTo>
                  <a:pt x="1267306" y="63740"/>
                  <a:pt x="1271095" y="63100"/>
                  <a:pt x="1276163" y="62484"/>
                </a:cubicBezTo>
                <a:cubicBezTo>
                  <a:pt x="1286487" y="61262"/>
                  <a:pt x="1294089" y="59804"/>
                  <a:pt x="1298967" y="58111"/>
                </a:cubicBezTo>
                <a:cubicBezTo>
                  <a:pt x="1299014" y="56366"/>
                  <a:pt x="1299038" y="55257"/>
                  <a:pt x="1299038" y="54785"/>
                </a:cubicBezTo>
                <a:cubicBezTo>
                  <a:pt x="1299038" y="49595"/>
                  <a:pt x="1297830" y="45939"/>
                  <a:pt x="1295415" y="43816"/>
                </a:cubicBezTo>
                <a:cubicBezTo>
                  <a:pt x="1292147" y="40938"/>
                  <a:pt x="1287292" y="39498"/>
                  <a:pt x="1280851" y="39498"/>
                </a:cubicBezTo>
                <a:cubicBezTo>
                  <a:pt x="1274837" y="39498"/>
                  <a:pt x="1270397" y="40552"/>
                  <a:pt x="1267531" y="42660"/>
                </a:cubicBezTo>
                <a:cubicBezTo>
                  <a:pt x="1264666" y="44767"/>
                  <a:pt x="1262547" y="48497"/>
                  <a:pt x="1261173" y="53848"/>
                </a:cubicBezTo>
                <a:lnTo>
                  <a:pt x="1248670" y="52143"/>
                </a:lnTo>
                <a:cubicBezTo>
                  <a:pt x="1249807" y="46775"/>
                  <a:pt x="1251678" y="42441"/>
                  <a:pt x="1254282" y="39139"/>
                </a:cubicBezTo>
                <a:cubicBezTo>
                  <a:pt x="1256887" y="35837"/>
                  <a:pt x="1260652" y="33296"/>
                  <a:pt x="1265578" y="31515"/>
                </a:cubicBezTo>
                <a:cubicBezTo>
                  <a:pt x="1270503" y="29733"/>
                  <a:pt x="1276210" y="28842"/>
                  <a:pt x="1282698" y="28842"/>
                </a:cubicBezTo>
                <a:cubicBezTo>
                  <a:pt x="1289139" y="28842"/>
                  <a:pt x="1294373" y="29600"/>
                  <a:pt x="1298398" y="31116"/>
                </a:cubicBezTo>
                <a:cubicBezTo>
                  <a:pt x="1302424" y="32631"/>
                  <a:pt x="1305384" y="34537"/>
                  <a:pt x="1307278" y="36834"/>
                </a:cubicBezTo>
                <a:cubicBezTo>
                  <a:pt x="1309173" y="39131"/>
                  <a:pt x="1310499" y="42032"/>
                  <a:pt x="1311257" y="45537"/>
                </a:cubicBezTo>
                <a:cubicBezTo>
                  <a:pt x="1311683" y="47715"/>
                  <a:pt x="1311896" y="51646"/>
                  <a:pt x="1311896" y="57329"/>
                </a:cubicBezTo>
                <a:lnTo>
                  <a:pt x="1311896" y="74379"/>
                </a:lnTo>
                <a:cubicBezTo>
                  <a:pt x="1311896" y="86266"/>
                  <a:pt x="1312168" y="93785"/>
                  <a:pt x="1312713" y="96934"/>
                </a:cubicBezTo>
                <a:cubicBezTo>
                  <a:pt x="1313257" y="100084"/>
                  <a:pt x="1314335" y="103103"/>
                  <a:pt x="1315945" y="105992"/>
                </a:cubicBezTo>
                <a:lnTo>
                  <a:pt x="1302590" y="105992"/>
                </a:lnTo>
                <a:cubicBezTo>
                  <a:pt x="1301264" y="103337"/>
                  <a:pt x="1300411" y="100232"/>
                  <a:pt x="1300032" y="96677"/>
                </a:cubicBezTo>
                <a:moveTo>
                  <a:pt x="1298967" y="68056"/>
                </a:moveTo>
                <a:cubicBezTo>
                  <a:pt x="1294325" y="69967"/>
                  <a:pt x="1287363" y="71591"/>
                  <a:pt x="1278081" y="72927"/>
                </a:cubicBezTo>
                <a:cubicBezTo>
                  <a:pt x="1272824" y="73688"/>
                  <a:pt x="1269106" y="74544"/>
                  <a:pt x="1266928" y="75496"/>
                </a:cubicBezTo>
                <a:cubicBezTo>
                  <a:pt x="1264749" y="76446"/>
                  <a:pt x="1263068" y="77837"/>
                  <a:pt x="1261884" y="79669"/>
                </a:cubicBezTo>
                <a:cubicBezTo>
                  <a:pt x="1260700" y="81500"/>
                  <a:pt x="1260108" y="83533"/>
                  <a:pt x="1260108" y="85768"/>
                </a:cubicBezTo>
                <a:cubicBezTo>
                  <a:pt x="1260108" y="89191"/>
                  <a:pt x="1261398" y="92044"/>
                  <a:pt x="1263979" y="94328"/>
                </a:cubicBezTo>
                <a:cubicBezTo>
                  <a:pt x="1266560" y="96610"/>
                  <a:pt x="1270337" y="97751"/>
                  <a:pt x="1275310" y="97751"/>
                </a:cubicBezTo>
                <a:cubicBezTo>
                  <a:pt x="1280236" y="97751"/>
                  <a:pt x="1284616" y="96669"/>
                  <a:pt x="1288453" y="94503"/>
                </a:cubicBezTo>
                <a:cubicBezTo>
                  <a:pt x="1292289" y="92338"/>
                  <a:pt x="1295107" y="89376"/>
                  <a:pt x="1296906" y="85617"/>
                </a:cubicBezTo>
                <a:cubicBezTo>
                  <a:pt x="1298280" y="82713"/>
                  <a:pt x="1298967" y="78430"/>
                  <a:pt x="1298967" y="72767"/>
                </a:cubicBezTo>
                <a:lnTo>
                  <a:pt x="1298967" y="68056"/>
                </a:lnTo>
                <a:close/>
                <a:moveTo>
                  <a:pt x="1331431" y="105992"/>
                </a:moveTo>
                <a:lnTo>
                  <a:pt x="1331431" y="1847"/>
                </a:lnTo>
                <a:lnTo>
                  <a:pt x="1344218" y="1847"/>
                </a:lnTo>
                <a:lnTo>
                  <a:pt x="1344218" y="105992"/>
                </a:lnTo>
                <a:lnTo>
                  <a:pt x="1331431" y="105992"/>
                </a:lnTo>
                <a:close/>
                <a:moveTo>
                  <a:pt x="1363755" y="105992"/>
                </a:moveTo>
                <a:lnTo>
                  <a:pt x="1363755" y="1847"/>
                </a:lnTo>
                <a:lnTo>
                  <a:pt x="1376542" y="1847"/>
                </a:lnTo>
                <a:lnTo>
                  <a:pt x="1376542" y="105992"/>
                </a:lnTo>
                <a:lnTo>
                  <a:pt x="1363755" y="105992"/>
                </a:lnTo>
                <a:close/>
                <a:moveTo>
                  <a:pt x="1448007" y="81696"/>
                </a:moveTo>
                <a:lnTo>
                  <a:pt x="1461221" y="83330"/>
                </a:lnTo>
                <a:cubicBezTo>
                  <a:pt x="1459137" y="91050"/>
                  <a:pt x="1455277" y="97041"/>
                  <a:pt x="1449641" y="101303"/>
                </a:cubicBezTo>
                <a:cubicBezTo>
                  <a:pt x="1444006" y="105566"/>
                  <a:pt x="1436807" y="107697"/>
                  <a:pt x="1428045" y="107697"/>
                </a:cubicBezTo>
                <a:cubicBezTo>
                  <a:pt x="1417010" y="107697"/>
                  <a:pt x="1408261" y="104299"/>
                  <a:pt x="1401796" y="97503"/>
                </a:cubicBezTo>
                <a:cubicBezTo>
                  <a:pt x="1395331" y="90706"/>
                  <a:pt x="1392099" y="81175"/>
                  <a:pt x="1392099" y="68909"/>
                </a:cubicBezTo>
                <a:cubicBezTo>
                  <a:pt x="1392099" y="56216"/>
                  <a:pt x="1395367" y="46365"/>
                  <a:pt x="1401902" y="39356"/>
                </a:cubicBezTo>
                <a:cubicBezTo>
                  <a:pt x="1408438" y="32347"/>
                  <a:pt x="1416916" y="28842"/>
                  <a:pt x="1427335" y="28842"/>
                </a:cubicBezTo>
                <a:cubicBezTo>
                  <a:pt x="1437422" y="28842"/>
                  <a:pt x="1445663" y="32271"/>
                  <a:pt x="1452057" y="39128"/>
                </a:cubicBezTo>
                <a:cubicBezTo>
                  <a:pt x="1458450" y="45983"/>
                  <a:pt x="1461647" y="55628"/>
                  <a:pt x="1461647" y="68063"/>
                </a:cubicBezTo>
                <a:cubicBezTo>
                  <a:pt x="1461647" y="68819"/>
                  <a:pt x="1461623" y="69954"/>
                  <a:pt x="1461576" y="71466"/>
                </a:cubicBezTo>
                <a:lnTo>
                  <a:pt x="1405312" y="71466"/>
                </a:lnTo>
                <a:cubicBezTo>
                  <a:pt x="1405786" y="79731"/>
                  <a:pt x="1408130" y="86059"/>
                  <a:pt x="1412345" y="90452"/>
                </a:cubicBezTo>
                <a:cubicBezTo>
                  <a:pt x="1416560" y="94844"/>
                  <a:pt x="1421817" y="97041"/>
                  <a:pt x="1428116" y="97041"/>
                </a:cubicBezTo>
                <a:cubicBezTo>
                  <a:pt x="1432805" y="97041"/>
                  <a:pt x="1436807" y="95821"/>
                  <a:pt x="1440122" y="93382"/>
                </a:cubicBezTo>
                <a:cubicBezTo>
                  <a:pt x="1443437" y="90942"/>
                  <a:pt x="1446066" y="87046"/>
                  <a:pt x="1448007" y="81696"/>
                </a:cubicBezTo>
                <a:moveTo>
                  <a:pt x="1406023" y="60810"/>
                </a:moveTo>
                <a:lnTo>
                  <a:pt x="1448150" y="60810"/>
                </a:lnTo>
                <a:cubicBezTo>
                  <a:pt x="1447581" y="54568"/>
                  <a:pt x="1445971" y="49886"/>
                  <a:pt x="1443319" y="46764"/>
                </a:cubicBezTo>
                <a:cubicBezTo>
                  <a:pt x="1439246" y="41920"/>
                  <a:pt x="1433965" y="39498"/>
                  <a:pt x="1427477" y="39498"/>
                </a:cubicBezTo>
                <a:cubicBezTo>
                  <a:pt x="1421604" y="39498"/>
                  <a:pt x="1416667" y="41432"/>
                  <a:pt x="1412665" y="45299"/>
                </a:cubicBezTo>
                <a:cubicBezTo>
                  <a:pt x="1408663" y="49165"/>
                  <a:pt x="1406449" y="54335"/>
                  <a:pt x="1406023" y="60810"/>
                </a:cubicBezTo>
                <a:close/>
                <a:moveTo>
                  <a:pt x="1477134" y="105992"/>
                </a:moveTo>
                <a:lnTo>
                  <a:pt x="1477134" y="30547"/>
                </a:lnTo>
                <a:lnTo>
                  <a:pt x="1488643" y="30547"/>
                </a:lnTo>
                <a:lnTo>
                  <a:pt x="1488643" y="41914"/>
                </a:lnTo>
                <a:cubicBezTo>
                  <a:pt x="1491579" y="36592"/>
                  <a:pt x="1494290" y="33082"/>
                  <a:pt x="1496777" y="31386"/>
                </a:cubicBezTo>
                <a:cubicBezTo>
                  <a:pt x="1499263" y="29690"/>
                  <a:pt x="1501998" y="28842"/>
                  <a:pt x="1504982" y="28842"/>
                </a:cubicBezTo>
                <a:cubicBezTo>
                  <a:pt x="1509292" y="28842"/>
                  <a:pt x="1513672" y="30210"/>
                  <a:pt x="1518124" y="32945"/>
                </a:cubicBezTo>
                <a:lnTo>
                  <a:pt x="1513720" y="44755"/>
                </a:lnTo>
                <a:cubicBezTo>
                  <a:pt x="1510594" y="42908"/>
                  <a:pt x="1507468" y="41985"/>
                  <a:pt x="1504343" y="41985"/>
                </a:cubicBezTo>
                <a:cubicBezTo>
                  <a:pt x="1501548" y="41985"/>
                  <a:pt x="1499038" y="42827"/>
                  <a:pt x="1496812" y="44511"/>
                </a:cubicBezTo>
                <a:cubicBezTo>
                  <a:pt x="1494586" y="46194"/>
                  <a:pt x="1493000" y="48529"/>
                  <a:pt x="1492053" y="51515"/>
                </a:cubicBezTo>
                <a:cubicBezTo>
                  <a:pt x="1490632" y="56066"/>
                  <a:pt x="1489921" y="61044"/>
                  <a:pt x="1489921" y="66449"/>
                </a:cubicBezTo>
                <a:lnTo>
                  <a:pt x="1489921" y="105992"/>
                </a:lnTo>
                <a:lnTo>
                  <a:pt x="1477134" y="105992"/>
                </a:lnTo>
                <a:close/>
                <a:moveTo>
                  <a:pt x="1601667" y="69335"/>
                </a:moveTo>
                <a:lnTo>
                  <a:pt x="1615449" y="72816"/>
                </a:lnTo>
                <a:cubicBezTo>
                  <a:pt x="1612560" y="84159"/>
                  <a:pt x="1607362" y="92808"/>
                  <a:pt x="1599855" y="98763"/>
                </a:cubicBezTo>
                <a:cubicBezTo>
                  <a:pt x="1592349" y="104719"/>
                  <a:pt x="1583173" y="107697"/>
                  <a:pt x="1572327" y="107697"/>
                </a:cubicBezTo>
                <a:cubicBezTo>
                  <a:pt x="1561103" y="107697"/>
                  <a:pt x="1551974" y="105412"/>
                  <a:pt x="1544941" y="100841"/>
                </a:cubicBezTo>
                <a:cubicBezTo>
                  <a:pt x="1537908" y="96271"/>
                  <a:pt x="1532557" y="89653"/>
                  <a:pt x="1528886" y="80986"/>
                </a:cubicBezTo>
                <a:cubicBezTo>
                  <a:pt x="1525216" y="72319"/>
                  <a:pt x="1523381" y="63013"/>
                  <a:pt x="1523381" y="53067"/>
                </a:cubicBezTo>
                <a:cubicBezTo>
                  <a:pt x="1523381" y="42221"/>
                  <a:pt x="1525453" y="32761"/>
                  <a:pt x="1529597" y="24686"/>
                </a:cubicBezTo>
                <a:cubicBezTo>
                  <a:pt x="1533741" y="16612"/>
                  <a:pt x="1539637" y="10478"/>
                  <a:pt x="1547286" y="6287"/>
                </a:cubicBezTo>
                <a:cubicBezTo>
                  <a:pt x="1554934" y="2096"/>
                  <a:pt x="1563352" y="0"/>
                  <a:pt x="1572540" y="0"/>
                </a:cubicBezTo>
                <a:cubicBezTo>
                  <a:pt x="1582960" y="0"/>
                  <a:pt x="1591721" y="2652"/>
                  <a:pt x="1598825" y="7956"/>
                </a:cubicBezTo>
                <a:cubicBezTo>
                  <a:pt x="1605929" y="13261"/>
                  <a:pt x="1610878" y="20720"/>
                  <a:pt x="1613673" y="30334"/>
                </a:cubicBezTo>
                <a:lnTo>
                  <a:pt x="1600104" y="33531"/>
                </a:lnTo>
                <a:cubicBezTo>
                  <a:pt x="1597689" y="25928"/>
                  <a:pt x="1594184" y="20393"/>
                  <a:pt x="1589590" y="16925"/>
                </a:cubicBezTo>
                <a:cubicBezTo>
                  <a:pt x="1584996" y="13456"/>
                  <a:pt x="1579218" y="11722"/>
                  <a:pt x="1572256" y="11722"/>
                </a:cubicBezTo>
                <a:cubicBezTo>
                  <a:pt x="1564252" y="11722"/>
                  <a:pt x="1557563" y="13643"/>
                  <a:pt x="1552187" y="17487"/>
                </a:cubicBezTo>
                <a:cubicBezTo>
                  <a:pt x="1546812" y="21329"/>
                  <a:pt x="1543035" y="26488"/>
                  <a:pt x="1540856" y="32965"/>
                </a:cubicBezTo>
                <a:cubicBezTo>
                  <a:pt x="1538678" y="39440"/>
                  <a:pt x="1537589" y="46116"/>
                  <a:pt x="1537589" y="52994"/>
                </a:cubicBezTo>
                <a:cubicBezTo>
                  <a:pt x="1537589" y="61865"/>
                  <a:pt x="1538879" y="69610"/>
                  <a:pt x="1541460" y="76228"/>
                </a:cubicBezTo>
                <a:cubicBezTo>
                  <a:pt x="1544041" y="82847"/>
                  <a:pt x="1548055" y="87793"/>
                  <a:pt x="1553502" y="91067"/>
                </a:cubicBezTo>
                <a:cubicBezTo>
                  <a:pt x="1558948" y="94339"/>
                  <a:pt x="1564844" y="95975"/>
                  <a:pt x="1571191" y="95975"/>
                </a:cubicBezTo>
                <a:cubicBezTo>
                  <a:pt x="1578910" y="95975"/>
                  <a:pt x="1585446" y="93737"/>
                  <a:pt x="1590798" y="89262"/>
                </a:cubicBezTo>
                <a:cubicBezTo>
                  <a:pt x="1596149" y="84786"/>
                  <a:pt x="1599772" y="78144"/>
                  <a:pt x="1601667" y="69335"/>
                </a:cubicBezTo>
                <a:close/>
                <a:moveTo>
                  <a:pt x="1626034" y="68270"/>
                </a:moveTo>
                <a:cubicBezTo>
                  <a:pt x="1626034" y="54298"/>
                  <a:pt x="1629917" y="43950"/>
                  <a:pt x="1637684" y="37225"/>
                </a:cubicBezTo>
                <a:cubicBezTo>
                  <a:pt x="1644173" y="31637"/>
                  <a:pt x="1652082" y="28842"/>
                  <a:pt x="1661412" y="28842"/>
                </a:cubicBezTo>
                <a:cubicBezTo>
                  <a:pt x="1671784" y="28842"/>
                  <a:pt x="1680261" y="32240"/>
                  <a:pt x="1686844" y="39037"/>
                </a:cubicBezTo>
                <a:cubicBezTo>
                  <a:pt x="1693427" y="45833"/>
                  <a:pt x="1696719" y="55222"/>
                  <a:pt x="1696719" y="67204"/>
                </a:cubicBezTo>
                <a:cubicBezTo>
                  <a:pt x="1696719" y="76913"/>
                  <a:pt x="1695262" y="84550"/>
                  <a:pt x="1692350" y="90114"/>
                </a:cubicBezTo>
                <a:cubicBezTo>
                  <a:pt x="1689437" y="95679"/>
                  <a:pt x="1685198" y="100001"/>
                  <a:pt x="1679634" y="103079"/>
                </a:cubicBezTo>
                <a:cubicBezTo>
                  <a:pt x="1674069" y="106158"/>
                  <a:pt x="1667995" y="107697"/>
                  <a:pt x="1661412" y="107697"/>
                </a:cubicBezTo>
                <a:cubicBezTo>
                  <a:pt x="1650850" y="107697"/>
                  <a:pt x="1642314" y="104311"/>
                  <a:pt x="1635802" y="97538"/>
                </a:cubicBezTo>
                <a:cubicBezTo>
                  <a:pt x="1629290" y="90766"/>
                  <a:pt x="1626034" y="81009"/>
                  <a:pt x="1626034" y="68270"/>
                </a:cubicBezTo>
                <a:moveTo>
                  <a:pt x="1639176" y="68234"/>
                </a:moveTo>
                <a:cubicBezTo>
                  <a:pt x="1639176" y="77860"/>
                  <a:pt x="1641284" y="85068"/>
                  <a:pt x="1645499" y="89857"/>
                </a:cubicBezTo>
                <a:cubicBezTo>
                  <a:pt x="1649714" y="94646"/>
                  <a:pt x="1655018" y="97041"/>
                  <a:pt x="1661412" y="97041"/>
                </a:cubicBezTo>
                <a:cubicBezTo>
                  <a:pt x="1667758" y="97041"/>
                  <a:pt x="1673039" y="94634"/>
                  <a:pt x="1677254" y="89821"/>
                </a:cubicBezTo>
                <a:cubicBezTo>
                  <a:pt x="1681469" y="85008"/>
                  <a:pt x="1683576" y="77671"/>
                  <a:pt x="1683576" y="67810"/>
                </a:cubicBezTo>
                <a:cubicBezTo>
                  <a:pt x="1683576" y="58514"/>
                  <a:pt x="1681457" y="51471"/>
                  <a:pt x="1677218" y="46682"/>
                </a:cubicBezTo>
                <a:cubicBezTo>
                  <a:pt x="1672979" y="41893"/>
                  <a:pt x="1667711" y="39498"/>
                  <a:pt x="1661412" y="39498"/>
                </a:cubicBezTo>
                <a:cubicBezTo>
                  <a:pt x="1655018" y="39498"/>
                  <a:pt x="1649714" y="41881"/>
                  <a:pt x="1645499" y="46647"/>
                </a:cubicBezTo>
                <a:cubicBezTo>
                  <a:pt x="1641284" y="51412"/>
                  <a:pt x="1639176" y="58608"/>
                  <a:pt x="1639176" y="68234"/>
                </a:cubicBezTo>
                <a:close/>
                <a:moveTo>
                  <a:pt x="1711708" y="105992"/>
                </a:moveTo>
                <a:lnTo>
                  <a:pt x="1711708" y="30547"/>
                </a:lnTo>
                <a:lnTo>
                  <a:pt x="1723217" y="30547"/>
                </a:lnTo>
                <a:lnTo>
                  <a:pt x="1723217" y="41203"/>
                </a:lnTo>
                <a:cubicBezTo>
                  <a:pt x="1728758" y="32963"/>
                  <a:pt x="1736762" y="28842"/>
                  <a:pt x="1747228" y="28842"/>
                </a:cubicBezTo>
                <a:cubicBezTo>
                  <a:pt x="1751775" y="28842"/>
                  <a:pt x="1755955" y="29659"/>
                  <a:pt x="1759767" y="31293"/>
                </a:cubicBezTo>
                <a:cubicBezTo>
                  <a:pt x="1763580" y="32927"/>
                  <a:pt x="1766433" y="35070"/>
                  <a:pt x="1768327" y="37722"/>
                </a:cubicBezTo>
                <a:cubicBezTo>
                  <a:pt x="1770222" y="40374"/>
                  <a:pt x="1771548" y="43524"/>
                  <a:pt x="1772306" y="47171"/>
                </a:cubicBezTo>
                <a:cubicBezTo>
                  <a:pt x="1772779" y="49539"/>
                  <a:pt x="1773016" y="53683"/>
                  <a:pt x="1773016" y="59603"/>
                </a:cubicBezTo>
                <a:lnTo>
                  <a:pt x="1773016" y="105992"/>
                </a:lnTo>
                <a:lnTo>
                  <a:pt x="1760229" y="105992"/>
                </a:lnTo>
                <a:lnTo>
                  <a:pt x="1760229" y="60051"/>
                </a:lnTo>
                <a:cubicBezTo>
                  <a:pt x="1760229" y="54836"/>
                  <a:pt x="1759732" y="50936"/>
                  <a:pt x="1758737" y="48352"/>
                </a:cubicBezTo>
                <a:cubicBezTo>
                  <a:pt x="1757742" y="45768"/>
                  <a:pt x="1755978" y="43705"/>
                  <a:pt x="1753444" y="42165"/>
                </a:cubicBezTo>
                <a:cubicBezTo>
                  <a:pt x="1750911" y="40624"/>
                  <a:pt x="1747939" y="39853"/>
                  <a:pt x="1744529" y="39853"/>
                </a:cubicBezTo>
                <a:cubicBezTo>
                  <a:pt x="1739083" y="39853"/>
                  <a:pt x="1734382" y="41584"/>
                  <a:pt x="1730428" y="45046"/>
                </a:cubicBezTo>
                <a:cubicBezTo>
                  <a:pt x="1726473" y="48506"/>
                  <a:pt x="1724496" y="55072"/>
                  <a:pt x="1724496" y="64744"/>
                </a:cubicBezTo>
                <a:lnTo>
                  <a:pt x="1724496" y="105992"/>
                </a:lnTo>
                <a:lnTo>
                  <a:pt x="1711708" y="105992"/>
                </a:lnTo>
                <a:close/>
                <a:moveTo>
                  <a:pt x="1795678" y="105992"/>
                </a:moveTo>
                <a:lnTo>
                  <a:pt x="1795678" y="40493"/>
                </a:lnTo>
                <a:lnTo>
                  <a:pt x="1784383" y="40493"/>
                </a:lnTo>
                <a:lnTo>
                  <a:pt x="1784383" y="30547"/>
                </a:lnTo>
                <a:lnTo>
                  <a:pt x="1795678" y="30547"/>
                </a:lnTo>
                <a:lnTo>
                  <a:pt x="1795678" y="22537"/>
                </a:lnTo>
                <a:cubicBezTo>
                  <a:pt x="1795678" y="17482"/>
                  <a:pt x="1796128" y="13726"/>
                  <a:pt x="1797028" y="11269"/>
                </a:cubicBezTo>
                <a:cubicBezTo>
                  <a:pt x="1798259" y="7962"/>
                  <a:pt x="1800426" y="5281"/>
                  <a:pt x="1803528" y="3226"/>
                </a:cubicBezTo>
                <a:cubicBezTo>
                  <a:pt x="1806630" y="1170"/>
                  <a:pt x="1810975" y="142"/>
                  <a:pt x="1816564" y="142"/>
                </a:cubicBezTo>
                <a:cubicBezTo>
                  <a:pt x="1820163" y="142"/>
                  <a:pt x="1824142" y="568"/>
                  <a:pt x="1828499" y="1421"/>
                </a:cubicBezTo>
                <a:lnTo>
                  <a:pt x="1826581" y="12574"/>
                </a:lnTo>
                <a:cubicBezTo>
                  <a:pt x="1823928" y="12100"/>
                  <a:pt x="1821418" y="11864"/>
                  <a:pt x="1819050" y="11864"/>
                </a:cubicBezTo>
                <a:cubicBezTo>
                  <a:pt x="1815167" y="11864"/>
                  <a:pt x="1812420" y="12690"/>
                  <a:pt x="1810810" y="14341"/>
                </a:cubicBezTo>
                <a:cubicBezTo>
                  <a:pt x="1809199" y="15993"/>
                  <a:pt x="1808394" y="19083"/>
                  <a:pt x="1808394" y="23612"/>
                </a:cubicBezTo>
                <a:lnTo>
                  <a:pt x="1808394" y="30547"/>
                </a:lnTo>
                <a:lnTo>
                  <a:pt x="1823100" y="30547"/>
                </a:lnTo>
                <a:lnTo>
                  <a:pt x="1823100" y="40493"/>
                </a:lnTo>
                <a:lnTo>
                  <a:pt x="1808394" y="40493"/>
                </a:lnTo>
                <a:lnTo>
                  <a:pt x="1808394" y="105992"/>
                </a:lnTo>
                <a:lnTo>
                  <a:pt x="1795678" y="105992"/>
                </a:lnTo>
                <a:close/>
                <a:moveTo>
                  <a:pt x="1833115" y="16623"/>
                </a:moveTo>
                <a:lnTo>
                  <a:pt x="1833115" y="1847"/>
                </a:lnTo>
                <a:lnTo>
                  <a:pt x="1845902" y="1847"/>
                </a:lnTo>
                <a:lnTo>
                  <a:pt x="1845902" y="16623"/>
                </a:lnTo>
                <a:lnTo>
                  <a:pt x="1833115" y="16623"/>
                </a:lnTo>
                <a:moveTo>
                  <a:pt x="1833115" y="105992"/>
                </a:moveTo>
                <a:lnTo>
                  <a:pt x="1833115" y="30547"/>
                </a:lnTo>
                <a:lnTo>
                  <a:pt x="1845902" y="30547"/>
                </a:lnTo>
                <a:lnTo>
                  <a:pt x="1845902" y="105992"/>
                </a:lnTo>
                <a:lnTo>
                  <a:pt x="1833115" y="105992"/>
                </a:lnTo>
                <a:close/>
                <a:moveTo>
                  <a:pt x="1863024" y="112243"/>
                </a:moveTo>
                <a:lnTo>
                  <a:pt x="1875456" y="114090"/>
                </a:lnTo>
                <a:cubicBezTo>
                  <a:pt x="1875977" y="117927"/>
                  <a:pt x="1877421" y="120721"/>
                  <a:pt x="1879789" y="122473"/>
                </a:cubicBezTo>
                <a:cubicBezTo>
                  <a:pt x="1882962" y="124841"/>
                  <a:pt x="1887296" y="126025"/>
                  <a:pt x="1892789" y="126025"/>
                </a:cubicBezTo>
                <a:cubicBezTo>
                  <a:pt x="1898709" y="126025"/>
                  <a:pt x="1903280" y="124838"/>
                  <a:pt x="1906500" y="122464"/>
                </a:cubicBezTo>
                <a:cubicBezTo>
                  <a:pt x="1909721" y="120092"/>
                  <a:pt x="1911899" y="116769"/>
                  <a:pt x="1913036" y="112496"/>
                </a:cubicBezTo>
                <a:cubicBezTo>
                  <a:pt x="1913699" y="109887"/>
                  <a:pt x="1914007" y="104405"/>
                  <a:pt x="1913959" y="96051"/>
                </a:cubicBezTo>
                <a:cubicBezTo>
                  <a:pt x="1908371" y="102678"/>
                  <a:pt x="1901409" y="105992"/>
                  <a:pt x="1893074" y="105992"/>
                </a:cubicBezTo>
                <a:cubicBezTo>
                  <a:pt x="1882702" y="105992"/>
                  <a:pt x="1874674" y="102250"/>
                  <a:pt x="1868991" y="94767"/>
                </a:cubicBezTo>
                <a:cubicBezTo>
                  <a:pt x="1863308" y="87285"/>
                  <a:pt x="1860466" y="78310"/>
                  <a:pt x="1860466" y="67843"/>
                </a:cubicBezTo>
                <a:cubicBezTo>
                  <a:pt x="1860466" y="60645"/>
                  <a:pt x="1861769" y="54002"/>
                  <a:pt x="1864373" y="47917"/>
                </a:cubicBezTo>
                <a:cubicBezTo>
                  <a:pt x="1866978" y="41831"/>
                  <a:pt x="1870755" y="37130"/>
                  <a:pt x="1875704" y="33815"/>
                </a:cubicBezTo>
                <a:cubicBezTo>
                  <a:pt x="1880653" y="30500"/>
                  <a:pt x="1886467" y="28842"/>
                  <a:pt x="1893145" y="28842"/>
                </a:cubicBezTo>
                <a:cubicBezTo>
                  <a:pt x="1902048" y="28842"/>
                  <a:pt x="1909389" y="32465"/>
                  <a:pt x="1915167" y="39711"/>
                </a:cubicBezTo>
                <a:lnTo>
                  <a:pt x="1915167" y="30547"/>
                </a:lnTo>
                <a:lnTo>
                  <a:pt x="1926960" y="30547"/>
                </a:lnTo>
                <a:lnTo>
                  <a:pt x="1926960" y="95806"/>
                </a:lnTo>
                <a:cubicBezTo>
                  <a:pt x="1926960" y="107559"/>
                  <a:pt x="1925764" y="115888"/>
                  <a:pt x="1923372" y="120793"/>
                </a:cubicBezTo>
                <a:cubicBezTo>
                  <a:pt x="1920980" y="125697"/>
                  <a:pt x="1917192" y="129571"/>
                  <a:pt x="1912006" y="132414"/>
                </a:cubicBezTo>
                <a:cubicBezTo>
                  <a:pt x="1906820" y="135259"/>
                  <a:pt x="1900438" y="136681"/>
                  <a:pt x="1892860" y="136681"/>
                </a:cubicBezTo>
                <a:cubicBezTo>
                  <a:pt x="1883862" y="136681"/>
                  <a:pt x="1876592" y="134651"/>
                  <a:pt x="1871051" y="130589"/>
                </a:cubicBezTo>
                <a:cubicBezTo>
                  <a:pt x="1865510" y="126528"/>
                  <a:pt x="1862834" y="120413"/>
                  <a:pt x="1863024" y="112243"/>
                </a:cubicBezTo>
                <a:moveTo>
                  <a:pt x="1873609" y="66922"/>
                </a:moveTo>
                <a:cubicBezTo>
                  <a:pt x="1873609" y="76795"/>
                  <a:pt x="1875574" y="83999"/>
                  <a:pt x="1879505" y="88534"/>
                </a:cubicBezTo>
                <a:cubicBezTo>
                  <a:pt x="1883436" y="93068"/>
                  <a:pt x="1888361" y="95336"/>
                  <a:pt x="1894281" y="95336"/>
                </a:cubicBezTo>
                <a:cubicBezTo>
                  <a:pt x="1900154" y="95336"/>
                  <a:pt x="1905079" y="93080"/>
                  <a:pt x="1909058" y="88569"/>
                </a:cubicBezTo>
                <a:cubicBezTo>
                  <a:pt x="1913036" y="84058"/>
                  <a:pt x="1915025" y="76984"/>
                  <a:pt x="1915025" y="67346"/>
                </a:cubicBezTo>
                <a:cubicBezTo>
                  <a:pt x="1915025" y="58134"/>
                  <a:pt x="1912977" y="51190"/>
                  <a:pt x="1908880" y="46513"/>
                </a:cubicBezTo>
                <a:cubicBezTo>
                  <a:pt x="1904783" y="41837"/>
                  <a:pt x="1899846" y="39498"/>
                  <a:pt x="1894068" y="39498"/>
                </a:cubicBezTo>
                <a:cubicBezTo>
                  <a:pt x="1888385" y="39498"/>
                  <a:pt x="1883554" y="41801"/>
                  <a:pt x="1879576" y="46407"/>
                </a:cubicBezTo>
                <a:cubicBezTo>
                  <a:pt x="1875598" y="51013"/>
                  <a:pt x="1873609" y="57851"/>
                  <a:pt x="1873609" y="66922"/>
                </a:cubicBezTo>
                <a:close/>
                <a:moveTo>
                  <a:pt x="1995727" y="105992"/>
                </a:moveTo>
                <a:lnTo>
                  <a:pt x="1995727" y="94910"/>
                </a:lnTo>
                <a:cubicBezTo>
                  <a:pt x="1989854" y="103434"/>
                  <a:pt x="1981874" y="107697"/>
                  <a:pt x="1971786" y="107697"/>
                </a:cubicBezTo>
                <a:cubicBezTo>
                  <a:pt x="1967334" y="107697"/>
                  <a:pt x="1963179" y="106844"/>
                  <a:pt x="1959319" y="105139"/>
                </a:cubicBezTo>
                <a:cubicBezTo>
                  <a:pt x="1955459" y="103434"/>
                  <a:pt x="1952594" y="101291"/>
                  <a:pt x="1950723" y="98710"/>
                </a:cubicBezTo>
                <a:cubicBezTo>
                  <a:pt x="1948852" y="96129"/>
                  <a:pt x="1947538" y="92968"/>
                  <a:pt x="1946780" y="89226"/>
                </a:cubicBezTo>
                <a:cubicBezTo>
                  <a:pt x="1946259" y="86716"/>
                  <a:pt x="1945999" y="82738"/>
                  <a:pt x="1945999" y="77292"/>
                </a:cubicBezTo>
                <a:lnTo>
                  <a:pt x="1945999" y="30547"/>
                </a:lnTo>
                <a:lnTo>
                  <a:pt x="1958786" y="30547"/>
                </a:lnTo>
                <a:lnTo>
                  <a:pt x="1958786" y="72390"/>
                </a:lnTo>
                <a:cubicBezTo>
                  <a:pt x="1958786" y="79068"/>
                  <a:pt x="1959046" y="83567"/>
                  <a:pt x="1959567" y="85887"/>
                </a:cubicBezTo>
                <a:cubicBezTo>
                  <a:pt x="1960373" y="89250"/>
                  <a:pt x="1962077" y="91890"/>
                  <a:pt x="1964682" y="93808"/>
                </a:cubicBezTo>
                <a:cubicBezTo>
                  <a:pt x="1967287" y="95727"/>
                  <a:pt x="1970508" y="96686"/>
                  <a:pt x="1974344" y="96686"/>
                </a:cubicBezTo>
                <a:cubicBezTo>
                  <a:pt x="1978180" y="96686"/>
                  <a:pt x="1981779" y="95703"/>
                  <a:pt x="1985142" y="93737"/>
                </a:cubicBezTo>
                <a:cubicBezTo>
                  <a:pt x="1988504" y="91772"/>
                  <a:pt x="1990884" y="89096"/>
                  <a:pt x="1992281" y="85710"/>
                </a:cubicBezTo>
                <a:cubicBezTo>
                  <a:pt x="1993678" y="82324"/>
                  <a:pt x="1994377" y="77410"/>
                  <a:pt x="1994377" y="70969"/>
                </a:cubicBezTo>
                <a:lnTo>
                  <a:pt x="1994377" y="30547"/>
                </a:lnTo>
                <a:lnTo>
                  <a:pt x="2007164" y="30547"/>
                </a:lnTo>
                <a:lnTo>
                  <a:pt x="2007164" y="105992"/>
                </a:lnTo>
                <a:lnTo>
                  <a:pt x="1995727" y="105992"/>
                </a:lnTo>
                <a:close/>
                <a:moveTo>
                  <a:pt x="2027056" y="105992"/>
                </a:moveTo>
                <a:lnTo>
                  <a:pt x="2027056" y="30547"/>
                </a:lnTo>
                <a:lnTo>
                  <a:pt x="2038564" y="30547"/>
                </a:lnTo>
                <a:lnTo>
                  <a:pt x="2038564" y="41914"/>
                </a:lnTo>
                <a:cubicBezTo>
                  <a:pt x="2041500" y="36592"/>
                  <a:pt x="2044212" y="33082"/>
                  <a:pt x="2046698" y="31386"/>
                </a:cubicBezTo>
                <a:cubicBezTo>
                  <a:pt x="2049185" y="29690"/>
                  <a:pt x="2051920" y="28842"/>
                  <a:pt x="2054903" y="28842"/>
                </a:cubicBezTo>
                <a:cubicBezTo>
                  <a:pt x="2059213" y="28842"/>
                  <a:pt x="2063594" y="30210"/>
                  <a:pt x="2068046" y="32945"/>
                </a:cubicBezTo>
                <a:lnTo>
                  <a:pt x="2063641" y="44755"/>
                </a:lnTo>
                <a:cubicBezTo>
                  <a:pt x="2060515" y="42908"/>
                  <a:pt x="2057390" y="41985"/>
                  <a:pt x="2054264" y="41985"/>
                </a:cubicBezTo>
                <a:cubicBezTo>
                  <a:pt x="2051470" y="41985"/>
                  <a:pt x="2048960" y="42827"/>
                  <a:pt x="2046734" y="44511"/>
                </a:cubicBezTo>
                <a:cubicBezTo>
                  <a:pt x="2044508" y="46194"/>
                  <a:pt x="2042921" y="48529"/>
                  <a:pt x="2041974" y="51515"/>
                </a:cubicBezTo>
                <a:cubicBezTo>
                  <a:pt x="2040553" y="56066"/>
                  <a:pt x="2039843" y="61044"/>
                  <a:pt x="2039843" y="66449"/>
                </a:cubicBezTo>
                <a:lnTo>
                  <a:pt x="2039843" y="105992"/>
                </a:lnTo>
                <a:lnTo>
                  <a:pt x="2027056" y="105992"/>
                </a:lnTo>
                <a:close/>
                <a:moveTo>
                  <a:pt x="2124877" y="96677"/>
                </a:moveTo>
                <a:cubicBezTo>
                  <a:pt x="2120141" y="100705"/>
                  <a:pt x="2115583" y="103549"/>
                  <a:pt x="2111202" y="105208"/>
                </a:cubicBezTo>
                <a:cubicBezTo>
                  <a:pt x="2106821" y="106867"/>
                  <a:pt x="2102121" y="107697"/>
                  <a:pt x="2097101" y="107697"/>
                </a:cubicBezTo>
                <a:cubicBezTo>
                  <a:pt x="2088813" y="107697"/>
                  <a:pt x="2082443" y="105671"/>
                  <a:pt x="2077991" y="101618"/>
                </a:cubicBezTo>
                <a:cubicBezTo>
                  <a:pt x="2073539" y="97566"/>
                  <a:pt x="2071313" y="92388"/>
                  <a:pt x="2071313" y="86085"/>
                </a:cubicBezTo>
                <a:cubicBezTo>
                  <a:pt x="2071313" y="82389"/>
                  <a:pt x="2072154" y="79014"/>
                  <a:pt x="2073835" y="75957"/>
                </a:cubicBezTo>
                <a:cubicBezTo>
                  <a:pt x="2075516" y="72900"/>
                  <a:pt x="2077719" y="70447"/>
                  <a:pt x="2080442" y="68598"/>
                </a:cubicBezTo>
                <a:cubicBezTo>
                  <a:pt x="2083165" y="66750"/>
                  <a:pt x="2086231" y="65352"/>
                  <a:pt x="2089641" y="64404"/>
                </a:cubicBezTo>
                <a:cubicBezTo>
                  <a:pt x="2092151" y="63740"/>
                  <a:pt x="2095940" y="63100"/>
                  <a:pt x="2101008" y="62484"/>
                </a:cubicBezTo>
                <a:cubicBezTo>
                  <a:pt x="2111332" y="61262"/>
                  <a:pt x="2118934" y="59804"/>
                  <a:pt x="2123812" y="58111"/>
                </a:cubicBezTo>
                <a:cubicBezTo>
                  <a:pt x="2123859" y="56366"/>
                  <a:pt x="2123883" y="55257"/>
                  <a:pt x="2123883" y="54785"/>
                </a:cubicBezTo>
                <a:cubicBezTo>
                  <a:pt x="2123883" y="49595"/>
                  <a:pt x="2122675" y="45939"/>
                  <a:pt x="2120260" y="43816"/>
                </a:cubicBezTo>
                <a:cubicBezTo>
                  <a:pt x="2116992" y="40938"/>
                  <a:pt x="2112137" y="39498"/>
                  <a:pt x="2105696" y="39498"/>
                </a:cubicBezTo>
                <a:cubicBezTo>
                  <a:pt x="2099682" y="39498"/>
                  <a:pt x="2095242" y="40552"/>
                  <a:pt x="2092376" y="42660"/>
                </a:cubicBezTo>
                <a:cubicBezTo>
                  <a:pt x="2089511" y="44767"/>
                  <a:pt x="2087392" y="48497"/>
                  <a:pt x="2086018" y="53848"/>
                </a:cubicBezTo>
                <a:lnTo>
                  <a:pt x="2073515" y="52143"/>
                </a:lnTo>
                <a:cubicBezTo>
                  <a:pt x="2074652" y="46775"/>
                  <a:pt x="2076523" y="42441"/>
                  <a:pt x="2079127" y="39139"/>
                </a:cubicBezTo>
                <a:cubicBezTo>
                  <a:pt x="2081732" y="35837"/>
                  <a:pt x="2085497" y="33296"/>
                  <a:pt x="2090423" y="31515"/>
                </a:cubicBezTo>
                <a:cubicBezTo>
                  <a:pt x="2095348" y="29733"/>
                  <a:pt x="2101055" y="28842"/>
                  <a:pt x="2107544" y="28842"/>
                </a:cubicBezTo>
                <a:cubicBezTo>
                  <a:pt x="2113984" y="28842"/>
                  <a:pt x="2119218" y="29600"/>
                  <a:pt x="2123243" y="31116"/>
                </a:cubicBezTo>
                <a:cubicBezTo>
                  <a:pt x="2127269" y="32631"/>
                  <a:pt x="2130229" y="34537"/>
                  <a:pt x="2132123" y="36834"/>
                </a:cubicBezTo>
                <a:cubicBezTo>
                  <a:pt x="2134018" y="39131"/>
                  <a:pt x="2135344" y="42032"/>
                  <a:pt x="2136102" y="45537"/>
                </a:cubicBezTo>
                <a:cubicBezTo>
                  <a:pt x="2136528" y="47715"/>
                  <a:pt x="2136741" y="51646"/>
                  <a:pt x="2136741" y="57329"/>
                </a:cubicBezTo>
                <a:lnTo>
                  <a:pt x="2136741" y="74379"/>
                </a:lnTo>
                <a:cubicBezTo>
                  <a:pt x="2136741" y="86266"/>
                  <a:pt x="2137013" y="93785"/>
                  <a:pt x="2137558" y="96934"/>
                </a:cubicBezTo>
                <a:cubicBezTo>
                  <a:pt x="2138103" y="100084"/>
                  <a:pt x="2139180" y="103103"/>
                  <a:pt x="2140790" y="105992"/>
                </a:cubicBezTo>
                <a:lnTo>
                  <a:pt x="2127435" y="105992"/>
                </a:lnTo>
                <a:cubicBezTo>
                  <a:pt x="2126109" y="103337"/>
                  <a:pt x="2125256" y="100232"/>
                  <a:pt x="2124877" y="96677"/>
                </a:cubicBezTo>
                <a:moveTo>
                  <a:pt x="2123812" y="68056"/>
                </a:moveTo>
                <a:cubicBezTo>
                  <a:pt x="2119170" y="69967"/>
                  <a:pt x="2112208" y="71591"/>
                  <a:pt x="2102926" y="72927"/>
                </a:cubicBezTo>
                <a:cubicBezTo>
                  <a:pt x="2097669" y="73688"/>
                  <a:pt x="2093951" y="74544"/>
                  <a:pt x="2091773" y="75496"/>
                </a:cubicBezTo>
                <a:cubicBezTo>
                  <a:pt x="2089594" y="76446"/>
                  <a:pt x="2087913" y="77837"/>
                  <a:pt x="2086729" y="79669"/>
                </a:cubicBezTo>
                <a:cubicBezTo>
                  <a:pt x="2085545" y="81500"/>
                  <a:pt x="2084953" y="83533"/>
                  <a:pt x="2084953" y="85768"/>
                </a:cubicBezTo>
                <a:cubicBezTo>
                  <a:pt x="2084953" y="89191"/>
                  <a:pt x="2086243" y="92044"/>
                  <a:pt x="2088824" y="94328"/>
                </a:cubicBezTo>
                <a:cubicBezTo>
                  <a:pt x="2091406" y="96610"/>
                  <a:pt x="2095183" y="97751"/>
                  <a:pt x="2100155" y="97751"/>
                </a:cubicBezTo>
                <a:cubicBezTo>
                  <a:pt x="2105081" y="97751"/>
                  <a:pt x="2109462" y="96669"/>
                  <a:pt x="2113298" y="94503"/>
                </a:cubicBezTo>
                <a:cubicBezTo>
                  <a:pt x="2117134" y="92338"/>
                  <a:pt x="2119952" y="89376"/>
                  <a:pt x="2121752" y="85617"/>
                </a:cubicBezTo>
                <a:cubicBezTo>
                  <a:pt x="2123125" y="82713"/>
                  <a:pt x="2123812" y="78430"/>
                  <a:pt x="2123812" y="72767"/>
                </a:cubicBezTo>
                <a:lnTo>
                  <a:pt x="2123812" y="68056"/>
                </a:lnTo>
                <a:close/>
                <a:moveTo>
                  <a:pt x="2184480" y="94696"/>
                </a:moveTo>
                <a:lnTo>
                  <a:pt x="2186327" y="105992"/>
                </a:lnTo>
                <a:cubicBezTo>
                  <a:pt x="2182728" y="106655"/>
                  <a:pt x="2179507" y="106986"/>
                  <a:pt x="2176666" y="106986"/>
                </a:cubicBezTo>
                <a:cubicBezTo>
                  <a:pt x="2172024" y="106986"/>
                  <a:pt x="2168425" y="106252"/>
                  <a:pt x="2165867" y="104784"/>
                </a:cubicBezTo>
                <a:cubicBezTo>
                  <a:pt x="2163310" y="103316"/>
                  <a:pt x="2161510" y="101386"/>
                  <a:pt x="2160468" y="98994"/>
                </a:cubicBezTo>
                <a:cubicBezTo>
                  <a:pt x="2159426" y="96603"/>
                  <a:pt x="2158906" y="91571"/>
                  <a:pt x="2158906" y="83898"/>
                </a:cubicBezTo>
                <a:lnTo>
                  <a:pt x="2158906" y="40493"/>
                </a:lnTo>
                <a:lnTo>
                  <a:pt x="2149528" y="40493"/>
                </a:lnTo>
                <a:lnTo>
                  <a:pt x="2149528" y="30547"/>
                </a:lnTo>
                <a:lnTo>
                  <a:pt x="2158906" y="30547"/>
                </a:lnTo>
                <a:lnTo>
                  <a:pt x="2158906" y="11813"/>
                </a:lnTo>
                <a:lnTo>
                  <a:pt x="2171622" y="4120"/>
                </a:lnTo>
                <a:lnTo>
                  <a:pt x="2171622" y="30547"/>
                </a:lnTo>
                <a:lnTo>
                  <a:pt x="2184480" y="30547"/>
                </a:lnTo>
                <a:lnTo>
                  <a:pt x="2184480" y="40493"/>
                </a:lnTo>
                <a:lnTo>
                  <a:pt x="2171622" y="40493"/>
                </a:lnTo>
                <a:lnTo>
                  <a:pt x="2171622" y="84609"/>
                </a:lnTo>
                <a:cubicBezTo>
                  <a:pt x="2171622" y="88255"/>
                  <a:pt x="2171847" y="90600"/>
                  <a:pt x="2172297" y="91642"/>
                </a:cubicBezTo>
                <a:cubicBezTo>
                  <a:pt x="2172746" y="92684"/>
                  <a:pt x="2173481" y="93512"/>
                  <a:pt x="2174499" y="94128"/>
                </a:cubicBezTo>
                <a:cubicBezTo>
                  <a:pt x="2175517" y="94744"/>
                  <a:pt x="2176973" y="95052"/>
                  <a:pt x="2178868" y="95052"/>
                </a:cubicBezTo>
                <a:cubicBezTo>
                  <a:pt x="2180289" y="95052"/>
                  <a:pt x="2182159" y="94933"/>
                  <a:pt x="2184480" y="94696"/>
                </a:cubicBezTo>
                <a:close/>
                <a:moveTo>
                  <a:pt x="2197053" y="16623"/>
                </a:moveTo>
                <a:lnTo>
                  <a:pt x="2197053" y="1847"/>
                </a:lnTo>
                <a:lnTo>
                  <a:pt x="2209840" y="1847"/>
                </a:lnTo>
                <a:lnTo>
                  <a:pt x="2209840" y="16623"/>
                </a:lnTo>
                <a:lnTo>
                  <a:pt x="2197053" y="16623"/>
                </a:lnTo>
                <a:moveTo>
                  <a:pt x="2197053" y="105992"/>
                </a:moveTo>
                <a:lnTo>
                  <a:pt x="2197053" y="30547"/>
                </a:lnTo>
                <a:lnTo>
                  <a:pt x="2209840" y="30547"/>
                </a:lnTo>
                <a:lnTo>
                  <a:pt x="2209840" y="105992"/>
                </a:lnTo>
                <a:lnTo>
                  <a:pt x="2197053" y="105992"/>
                </a:lnTo>
                <a:close/>
                <a:moveTo>
                  <a:pt x="2224546" y="68270"/>
                </a:moveTo>
                <a:cubicBezTo>
                  <a:pt x="2224546" y="54298"/>
                  <a:pt x="2228430" y="43950"/>
                  <a:pt x="2236197" y="37225"/>
                </a:cubicBezTo>
                <a:cubicBezTo>
                  <a:pt x="2242685" y="31637"/>
                  <a:pt x="2250594" y="28842"/>
                  <a:pt x="2259924" y="28842"/>
                </a:cubicBezTo>
                <a:cubicBezTo>
                  <a:pt x="2270296" y="28842"/>
                  <a:pt x="2278774" y="32240"/>
                  <a:pt x="2285357" y="39037"/>
                </a:cubicBezTo>
                <a:cubicBezTo>
                  <a:pt x="2291940" y="45833"/>
                  <a:pt x="2295231" y="55222"/>
                  <a:pt x="2295231" y="67204"/>
                </a:cubicBezTo>
                <a:cubicBezTo>
                  <a:pt x="2295231" y="76913"/>
                  <a:pt x="2293775" y="84550"/>
                  <a:pt x="2290862" y="90114"/>
                </a:cubicBezTo>
                <a:cubicBezTo>
                  <a:pt x="2287950" y="95679"/>
                  <a:pt x="2283711" y="100001"/>
                  <a:pt x="2278146" y="103079"/>
                </a:cubicBezTo>
                <a:cubicBezTo>
                  <a:pt x="2272581" y="106158"/>
                  <a:pt x="2266507" y="107697"/>
                  <a:pt x="2259924" y="107697"/>
                </a:cubicBezTo>
                <a:cubicBezTo>
                  <a:pt x="2249363" y="107697"/>
                  <a:pt x="2240826" y="104311"/>
                  <a:pt x="2234314" y="97538"/>
                </a:cubicBezTo>
                <a:cubicBezTo>
                  <a:pt x="2227802" y="90766"/>
                  <a:pt x="2224546" y="81009"/>
                  <a:pt x="2224546" y="68270"/>
                </a:cubicBezTo>
                <a:moveTo>
                  <a:pt x="2237689" y="68234"/>
                </a:moveTo>
                <a:cubicBezTo>
                  <a:pt x="2237689" y="77860"/>
                  <a:pt x="2239796" y="85068"/>
                  <a:pt x="2244011" y="89857"/>
                </a:cubicBezTo>
                <a:cubicBezTo>
                  <a:pt x="2248226" y="94646"/>
                  <a:pt x="2253531" y="97041"/>
                  <a:pt x="2259924" y="97041"/>
                </a:cubicBezTo>
                <a:cubicBezTo>
                  <a:pt x="2266271" y="97041"/>
                  <a:pt x="2271551" y="94634"/>
                  <a:pt x="2275766" y="89821"/>
                </a:cubicBezTo>
                <a:cubicBezTo>
                  <a:pt x="2279981" y="85008"/>
                  <a:pt x="2282089" y="77671"/>
                  <a:pt x="2282089" y="67810"/>
                </a:cubicBezTo>
                <a:cubicBezTo>
                  <a:pt x="2282089" y="58514"/>
                  <a:pt x="2279969" y="51471"/>
                  <a:pt x="2275731" y="46682"/>
                </a:cubicBezTo>
                <a:cubicBezTo>
                  <a:pt x="2271492" y="41893"/>
                  <a:pt x="2266223" y="39498"/>
                  <a:pt x="2259924" y="39498"/>
                </a:cubicBezTo>
                <a:cubicBezTo>
                  <a:pt x="2253531" y="39498"/>
                  <a:pt x="2248226" y="41881"/>
                  <a:pt x="2244011" y="46647"/>
                </a:cubicBezTo>
                <a:cubicBezTo>
                  <a:pt x="2239796" y="51412"/>
                  <a:pt x="2237689" y="58608"/>
                  <a:pt x="2237689" y="68234"/>
                </a:cubicBezTo>
                <a:close/>
                <a:moveTo>
                  <a:pt x="2310221" y="105992"/>
                </a:moveTo>
                <a:lnTo>
                  <a:pt x="2310221" y="30547"/>
                </a:lnTo>
                <a:lnTo>
                  <a:pt x="2321729" y="30547"/>
                </a:lnTo>
                <a:lnTo>
                  <a:pt x="2321729" y="41203"/>
                </a:lnTo>
                <a:cubicBezTo>
                  <a:pt x="2327270" y="32963"/>
                  <a:pt x="2335274" y="28842"/>
                  <a:pt x="2345741" y="28842"/>
                </a:cubicBezTo>
                <a:cubicBezTo>
                  <a:pt x="2350287" y="28842"/>
                  <a:pt x="2354467" y="29659"/>
                  <a:pt x="2358279" y="31293"/>
                </a:cubicBezTo>
                <a:cubicBezTo>
                  <a:pt x="2362092" y="32927"/>
                  <a:pt x="2364945" y="35070"/>
                  <a:pt x="2366840" y="37722"/>
                </a:cubicBezTo>
                <a:cubicBezTo>
                  <a:pt x="2368734" y="40374"/>
                  <a:pt x="2370060" y="43524"/>
                  <a:pt x="2370818" y="47171"/>
                </a:cubicBezTo>
                <a:cubicBezTo>
                  <a:pt x="2371291" y="49539"/>
                  <a:pt x="2371528" y="53683"/>
                  <a:pt x="2371528" y="59603"/>
                </a:cubicBezTo>
                <a:lnTo>
                  <a:pt x="2371528" y="105992"/>
                </a:lnTo>
                <a:lnTo>
                  <a:pt x="2358741" y="105992"/>
                </a:lnTo>
                <a:lnTo>
                  <a:pt x="2358741" y="60051"/>
                </a:lnTo>
                <a:cubicBezTo>
                  <a:pt x="2358741" y="54836"/>
                  <a:pt x="2358244" y="50936"/>
                  <a:pt x="2357249" y="48352"/>
                </a:cubicBezTo>
                <a:cubicBezTo>
                  <a:pt x="2356255" y="45768"/>
                  <a:pt x="2354490" y="43705"/>
                  <a:pt x="2351957" y="42165"/>
                </a:cubicBezTo>
                <a:cubicBezTo>
                  <a:pt x="2349423" y="40624"/>
                  <a:pt x="2346451" y="39853"/>
                  <a:pt x="2343041" y="39853"/>
                </a:cubicBezTo>
                <a:cubicBezTo>
                  <a:pt x="2337595" y="39853"/>
                  <a:pt x="2332894" y="41584"/>
                  <a:pt x="2328940" y="45046"/>
                </a:cubicBezTo>
                <a:cubicBezTo>
                  <a:pt x="2324985" y="48506"/>
                  <a:pt x="2323008" y="55072"/>
                  <a:pt x="2323008" y="64744"/>
                </a:cubicBezTo>
                <a:lnTo>
                  <a:pt x="2323008" y="105992"/>
                </a:lnTo>
                <a:lnTo>
                  <a:pt x="2310221" y="105992"/>
                </a:lnTo>
                <a:close/>
                <a:moveTo>
                  <a:pt x="2399518" y="136681"/>
                </a:moveTo>
                <a:lnTo>
                  <a:pt x="2390354" y="136681"/>
                </a:lnTo>
                <a:cubicBezTo>
                  <a:pt x="2404515" y="113948"/>
                  <a:pt x="2411595" y="91192"/>
                  <a:pt x="2411595" y="68412"/>
                </a:cubicBezTo>
                <a:cubicBezTo>
                  <a:pt x="2411595" y="59508"/>
                  <a:pt x="2410577" y="50675"/>
                  <a:pt x="2408540" y="41914"/>
                </a:cubicBezTo>
                <a:cubicBezTo>
                  <a:pt x="2406930" y="34810"/>
                  <a:pt x="2404681" y="27990"/>
                  <a:pt x="2401792" y="21454"/>
                </a:cubicBezTo>
                <a:cubicBezTo>
                  <a:pt x="2399945" y="17192"/>
                  <a:pt x="2396132" y="10088"/>
                  <a:pt x="2390354" y="142"/>
                </a:cubicBezTo>
                <a:lnTo>
                  <a:pt x="2399518" y="142"/>
                </a:lnTo>
                <a:cubicBezTo>
                  <a:pt x="2408422" y="12029"/>
                  <a:pt x="2415005" y="23964"/>
                  <a:pt x="2419268" y="35946"/>
                </a:cubicBezTo>
                <a:cubicBezTo>
                  <a:pt x="2422914" y="46271"/>
                  <a:pt x="2424738" y="57069"/>
                  <a:pt x="2424738" y="68341"/>
                </a:cubicBezTo>
                <a:cubicBezTo>
                  <a:pt x="2424738" y="81128"/>
                  <a:pt x="2422287" y="93489"/>
                  <a:pt x="2417385" y="105423"/>
                </a:cubicBezTo>
                <a:cubicBezTo>
                  <a:pt x="2412483" y="117358"/>
                  <a:pt x="2406528" y="127777"/>
                  <a:pt x="2399518" y="136681"/>
                </a:cubicBezTo>
                <a:close/>
                <a:moveTo>
                  <a:pt x="2443136" y="45181"/>
                </a:moveTo>
                <a:lnTo>
                  <a:pt x="2443136" y="30547"/>
                </a:lnTo>
                <a:lnTo>
                  <a:pt x="2457700" y="30547"/>
                </a:lnTo>
                <a:lnTo>
                  <a:pt x="2457700" y="45181"/>
                </a:lnTo>
                <a:lnTo>
                  <a:pt x="2443136" y="45181"/>
                </a:lnTo>
                <a:moveTo>
                  <a:pt x="2443136" y="105992"/>
                </a:moveTo>
                <a:lnTo>
                  <a:pt x="2443136" y="91358"/>
                </a:lnTo>
                <a:lnTo>
                  <a:pt x="2457700" y="91358"/>
                </a:lnTo>
                <a:lnTo>
                  <a:pt x="2457700" y="105992"/>
                </a:lnTo>
                <a:lnTo>
                  <a:pt x="2443136" y="105992"/>
                </a:lnTo>
                <a:close/>
                <a:moveTo>
                  <a:pt x="2521493" y="105992"/>
                </a:moveTo>
                <a:lnTo>
                  <a:pt x="2521493" y="1847"/>
                </a:lnTo>
                <a:lnTo>
                  <a:pt x="2535275" y="1847"/>
                </a:lnTo>
                <a:lnTo>
                  <a:pt x="2535275" y="93702"/>
                </a:lnTo>
                <a:lnTo>
                  <a:pt x="2586566" y="93702"/>
                </a:lnTo>
                <a:lnTo>
                  <a:pt x="2586566" y="105992"/>
                </a:lnTo>
                <a:lnTo>
                  <a:pt x="2521493" y="105992"/>
                </a:lnTo>
                <a:close/>
                <a:moveTo>
                  <a:pt x="2602408" y="105992"/>
                </a:moveTo>
                <a:lnTo>
                  <a:pt x="2602408" y="1847"/>
                </a:lnTo>
                <a:lnTo>
                  <a:pt x="2616190" y="1847"/>
                </a:lnTo>
                <a:lnTo>
                  <a:pt x="2616190" y="93702"/>
                </a:lnTo>
                <a:lnTo>
                  <a:pt x="2667481" y="93702"/>
                </a:lnTo>
                <a:lnTo>
                  <a:pt x="2667481" y="105992"/>
                </a:lnTo>
                <a:lnTo>
                  <a:pt x="2602408" y="105992"/>
                </a:lnTo>
                <a:close/>
                <a:moveTo>
                  <a:pt x="2683464" y="105992"/>
                </a:moveTo>
                <a:lnTo>
                  <a:pt x="2683464" y="1847"/>
                </a:lnTo>
                <a:lnTo>
                  <a:pt x="2704208" y="1847"/>
                </a:lnTo>
                <a:lnTo>
                  <a:pt x="2728859" y="75587"/>
                </a:lnTo>
                <a:cubicBezTo>
                  <a:pt x="2731132" y="82454"/>
                  <a:pt x="2732790" y="87592"/>
                  <a:pt x="2733832" y="91002"/>
                </a:cubicBezTo>
                <a:cubicBezTo>
                  <a:pt x="2735016" y="87214"/>
                  <a:pt x="2736863" y="81649"/>
                  <a:pt x="2739373" y="74308"/>
                </a:cubicBezTo>
                <a:lnTo>
                  <a:pt x="2764308" y="1847"/>
                </a:lnTo>
                <a:lnTo>
                  <a:pt x="2782849" y="1847"/>
                </a:lnTo>
                <a:lnTo>
                  <a:pt x="2782849" y="105992"/>
                </a:lnTo>
                <a:lnTo>
                  <a:pt x="2769565" y="105992"/>
                </a:lnTo>
                <a:lnTo>
                  <a:pt x="2769565" y="18826"/>
                </a:lnTo>
                <a:lnTo>
                  <a:pt x="2739302" y="105992"/>
                </a:lnTo>
                <a:lnTo>
                  <a:pt x="2726870" y="105992"/>
                </a:lnTo>
                <a:lnTo>
                  <a:pt x="2696749" y="17334"/>
                </a:lnTo>
                <a:lnTo>
                  <a:pt x="2696749" y="105992"/>
                </a:lnTo>
                <a:lnTo>
                  <a:pt x="2683464" y="105992"/>
                </a:lnTo>
                <a:close/>
                <a:moveTo>
                  <a:pt x="2805298" y="105992"/>
                </a:moveTo>
                <a:lnTo>
                  <a:pt x="2805298" y="1847"/>
                </a:lnTo>
                <a:lnTo>
                  <a:pt x="2851474" y="1847"/>
                </a:lnTo>
                <a:cubicBezTo>
                  <a:pt x="2860757" y="1847"/>
                  <a:pt x="2867814" y="2782"/>
                  <a:pt x="2872644" y="4651"/>
                </a:cubicBezTo>
                <a:cubicBezTo>
                  <a:pt x="2877475" y="6519"/>
                  <a:pt x="2881335" y="9818"/>
                  <a:pt x="2884224" y="14548"/>
                </a:cubicBezTo>
                <a:cubicBezTo>
                  <a:pt x="2887113" y="19278"/>
                  <a:pt x="2888557" y="24504"/>
                  <a:pt x="2888557" y="30228"/>
                </a:cubicBezTo>
                <a:cubicBezTo>
                  <a:pt x="2888557" y="37607"/>
                  <a:pt x="2886166" y="43827"/>
                  <a:pt x="2881382" y="48889"/>
                </a:cubicBezTo>
                <a:cubicBezTo>
                  <a:pt x="2876599" y="53949"/>
                  <a:pt x="2869211" y="57165"/>
                  <a:pt x="2859218" y="58537"/>
                </a:cubicBezTo>
                <a:cubicBezTo>
                  <a:pt x="2862864" y="60292"/>
                  <a:pt x="2865635" y="62024"/>
                  <a:pt x="2867529" y="63732"/>
                </a:cubicBezTo>
                <a:cubicBezTo>
                  <a:pt x="2871555" y="67430"/>
                  <a:pt x="2875367" y="72055"/>
                  <a:pt x="2878967" y="77605"/>
                </a:cubicBezTo>
                <a:lnTo>
                  <a:pt x="2897082" y="105992"/>
                </a:lnTo>
                <a:lnTo>
                  <a:pt x="2879748" y="105992"/>
                </a:lnTo>
                <a:lnTo>
                  <a:pt x="2865966" y="84291"/>
                </a:lnTo>
                <a:cubicBezTo>
                  <a:pt x="2861941" y="78031"/>
                  <a:pt x="2858626" y="73241"/>
                  <a:pt x="2856021" y="69921"/>
                </a:cubicBezTo>
                <a:cubicBezTo>
                  <a:pt x="2853416" y="66600"/>
                  <a:pt x="2851084" y="64276"/>
                  <a:pt x="2849023" y="62948"/>
                </a:cubicBezTo>
                <a:cubicBezTo>
                  <a:pt x="2846963" y="61619"/>
                  <a:pt x="2844868" y="60693"/>
                  <a:pt x="2842736" y="60171"/>
                </a:cubicBezTo>
                <a:cubicBezTo>
                  <a:pt x="2841173" y="59839"/>
                  <a:pt x="2838616" y="59674"/>
                  <a:pt x="2835064" y="59674"/>
                </a:cubicBezTo>
                <a:lnTo>
                  <a:pt x="2819080" y="59674"/>
                </a:lnTo>
                <a:lnTo>
                  <a:pt x="2819080" y="105992"/>
                </a:lnTo>
                <a:lnTo>
                  <a:pt x="2805298" y="105992"/>
                </a:lnTo>
                <a:moveTo>
                  <a:pt x="2819080" y="47739"/>
                </a:moveTo>
                <a:lnTo>
                  <a:pt x="2848704" y="47739"/>
                </a:lnTo>
                <a:cubicBezTo>
                  <a:pt x="2855003" y="47739"/>
                  <a:pt x="2859928" y="47089"/>
                  <a:pt x="2863480" y="45790"/>
                </a:cubicBezTo>
                <a:cubicBezTo>
                  <a:pt x="2867032" y="44490"/>
                  <a:pt x="2869732" y="42411"/>
                  <a:pt x="2871579" y="39552"/>
                </a:cubicBezTo>
                <a:cubicBezTo>
                  <a:pt x="2873426" y="36692"/>
                  <a:pt x="2874349" y="33584"/>
                  <a:pt x="2874349" y="30228"/>
                </a:cubicBezTo>
                <a:cubicBezTo>
                  <a:pt x="2874349" y="25312"/>
                  <a:pt x="2872561" y="21272"/>
                  <a:pt x="2868986" y="18106"/>
                </a:cubicBezTo>
                <a:cubicBezTo>
                  <a:pt x="2865410" y="14939"/>
                  <a:pt x="2859762" y="13356"/>
                  <a:pt x="2852043" y="13356"/>
                </a:cubicBezTo>
                <a:lnTo>
                  <a:pt x="2819080" y="13356"/>
                </a:lnTo>
                <a:lnTo>
                  <a:pt x="2819080" y="47739"/>
                </a:lnTo>
                <a:close/>
                <a:moveTo>
                  <a:pt x="2960165" y="81696"/>
                </a:moveTo>
                <a:lnTo>
                  <a:pt x="2973378" y="83330"/>
                </a:lnTo>
                <a:cubicBezTo>
                  <a:pt x="2971295" y="91050"/>
                  <a:pt x="2967435" y="97041"/>
                  <a:pt x="2961799" y="101303"/>
                </a:cubicBezTo>
                <a:cubicBezTo>
                  <a:pt x="2956163" y="105566"/>
                  <a:pt x="2948964" y="107697"/>
                  <a:pt x="2940203" y="107697"/>
                </a:cubicBezTo>
                <a:cubicBezTo>
                  <a:pt x="2929168" y="107697"/>
                  <a:pt x="2920418" y="104299"/>
                  <a:pt x="2913953" y="97503"/>
                </a:cubicBezTo>
                <a:cubicBezTo>
                  <a:pt x="2907489" y="90706"/>
                  <a:pt x="2904256" y="81175"/>
                  <a:pt x="2904256" y="68909"/>
                </a:cubicBezTo>
                <a:cubicBezTo>
                  <a:pt x="2904256" y="56216"/>
                  <a:pt x="2907524" y="46365"/>
                  <a:pt x="2914060" y="39356"/>
                </a:cubicBezTo>
                <a:cubicBezTo>
                  <a:pt x="2920596" y="32347"/>
                  <a:pt x="2929073" y="28842"/>
                  <a:pt x="2939492" y="28842"/>
                </a:cubicBezTo>
                <a:cubicBezTo>
                  <a:pt x="2949580" y="28842"/>
                  <a:pt x="2957821" y="32271"/>
                  <a:pt x="2964214" y="39128"/>
                </a:cubicBezTo>
                <a:cubicBezTo>
                  <a:pt x="2970608" y="45983"/>
                  <a:pt x="2973805" y="55628"/>
                  <a:pt x="2973805" y="68063"/>
                </a:cubicBezTo>
                <a:cubicBezTo>
                  <a:pt x="2973805" y="68819"/>
                  <a:pt x="2973781" y="69954"/>
                  <a:pt x="2973734" y="71466"/>
                </a:cubicBezTo>
                <a:lnTo>
                  <a:pt x="2917470" y="71466"/>
                </a:lnTo>
                <a:cubicBezTo>
                  <a:pt x="2917944" y="79731"/>
                  <a:pt x="2920288" y="86059"/>
                  <a:pt x="2924503" y="90452"/>
                </a:cubicBezTo>
                <a:cubicBezTo>
                  <a:pt x="2928718" y="94844"/>
                  <a:pt x="2933975" y="97041"/>
                  <a:pt x="2940274" y="97041"/>
                </a:cubicBezTo>
                <a:cubicBezTo>
                  <a:pt x="2944962" y="97041"/>
                  <a:pt x="2948964" y="95821"/>
                  <a:pt x="2952280" y="93382"/>
                </a:cubicBezTo>
                <a:cubicBezTo>
                  <a:pt x="2955595" y="90942"/>
                  <a:pt x="2958223" y="87046"/>
                  <a:pt x="2960165" y="81696"/>
                </a:cubicBezTo>
                <a:moveTo>
                  <a:pt x="2918180" y="60810"/>
                </a:moveTo>
                <a:lnTo>
                  <a:pt x="2960307" y="60810"/>
                </a:lnTo>
                <a:cubicBezTo>
                  <a:pt x="2959739" y="54568"/>
                  <a:pt x="2958129" y="49886"/>
                  <a:pt x="2955476" y="46764"/>
                </a:cubicBezTo>
                <a:cubicBezTo>
                  <a:pt x="2951403" y="41920"/>
                  <a:pt x="2946123" y="39498"/>
                  <a:pt x="2939634" y="39498"/>
                </a:cubicBezTo>
                <a:cubicBezTo>
                  <a:pt x="2933762" y="39498"/>
                  <a:pt x="2928825" y="41432"/>
                  <a:pt x="2924823" y="45299"/>
                </a:cubicBezTo>
                <a:cubicBezTo>
                  <a:pt x="2920821" y="49165"/>
                  <a:pt x="2918607" y="54335"/>
                  <a:pt x="2918180" y="60810"/>
                </a:cubicBezTo>
                <a:close/>
                <a:moveTo>
                  <a:pt x="2984320" y="83401"/>
                </a:moveTo>
                <a:lnTo>
                  <a:pt x="2996965" y="81412"/>
                </a:lnTo>
                <a:cubicBezTo>
                  <a:pt x="2997676" y="86457"/>
                  <a:pt x="2999653" y="90324"/>
                  <a:pt x="3002897" y="93011"/>
                </a:cubicBezTo>
                <a:cubicBezTo>
                  <a:pt x="3006141" y="95698"/>
                  <a:pt x="3010676" y="97041"/>
                  <a:pt x="3016501" y="97041"/>
                </a:cubicBezTo>
                <a:cubicBezTo>
                  <a:pt x="3022374" y="97041"/>
                  <a:pt x="3026731" y="95855"/>
                  <a:pt x="3029573" y="93482"/>
                </a:cubicBezTo>
                <a:cubicBezTo>
                  <a:pt x="3032414" y="91108"/>
                  <a:pt x="3033835" y="88324"/>
                  <a:pt x="3033835" y="85130"/>
                </a:cubicBezTo>
                <a:cubicBezTo>
                  <a:pt x="3033835" y="82264"/>
                  <a:pt x="3032580" y="80008"/>
                  <a:pt x="3030070" y="78364"/>
                </a:cubicBezTo>
                <a:cubicBezTo>
                  <a:pt x="3028318" y="77236"/>
                  <a:pt x="3023960" y="75803"/>
                  <a:pt x="3016999" y="74064"/>
                </a:cubicBezTo>
                <a:cubicBezTo>
                  <a:pt x="3007621" y="71694"/>
                  <a:pt x="3001121" y="69644"/>
                  <a:pt x="2997498" y="67914"/>
                </a:cubicBezTo>
                <a:cubicBezTo>
                  <a:pt x="2993875" y="66184"/>
                  <a:pt x="2991128" y="63790"/>
                  <a:pt x="2989257" y="60733"/>
                </a:cubicBezTo>
                <a:cubicBezTo>
                  <a:pt x="2987387" y="57675"/>
                  <a:pt x="2986451" y="54298"/>
                  <a:pt x="2986451" y="50601"/>
                </a:cubicBezTo>
                <a:cubicBezTo>
                  <a:pt x="2986451" y="47235"/>
                  <a:pt x="2987221" y="44118"/>
                  <a:pt x="2988760" y="41250"/>
                </a:cubicBezTo>
                <a:cubicBezTo>
                  <a:pt x="2990299" y="38382"/>
                  <a:pt x="2992395" y="36000"/>
                  <a:pt x="2995047" y="34104"/>
                </a:cubicBezTo>
                <a:cubicBezTo>
                  <a:pt x="2997036" y="32634"/>
                  <a:pt x="2999748" y="31390"/>
                  <a:pt x="3003181" y="30372"/>
                </a:cubicBezTo>
                <a:cubicBezTo>
                  <a:pt x="3006615" y="29352"/>
                  <a:pt x="3010297" y="28842"/>
                  <a:pt x="3014228" y="28842"/>
                </a:cubicBezTo>
                <a:cubicBezTo>
                  <a:pt x="3020148" y="28842"/>
                  <a:pt x="3025346" y="29701"/>
                  <a:pt x="3029821" y="31417"/>
                </a:cubicBezTo>
                <a:cubicBezTo>
                  <a:pt x="3034297" y="33133"/>
                  <a:pt x="3037600" y="35457"/>
                  <a:pt x="3039731" y="38390"/>
                </a:cubicBezTo>
                <a:cubicBezTo>
                  <a:pt x="3041863" y="41322"/>
                  <a:pt x="3043331" y="45244"/>
                  <a:pt x="3044136" y="50154"/>
                </a:cubicBezTo>
                <a:lnTo>
                  <a:pt x="3031633" y="51859"/>
                </a:lnTo>
                <a:cubicBezTo>
                  <a:pt x="3031064" y="47976"/>
                  <a:pt x="3029419" y="44945"/>
                  <a:pt x="3026696" y="42766"/>
                </a:cubicBezTo>
                <a:cubicBezTo>
                  <a:pt x="3023972" y="40588"/>
                  <a:pt x="3020124" y="39498"/>
                  <a:pt x="3015152" y="39498"/>
                </a:cubicBezTo>
                <a:cubicBezTo>
                  <a:pt x="3009279" y="39498"/>
                  <a:pt x="3005088" y="40465"/>
                  <a:pt x="3002577" y="42398"/>
                </a:cubicBezTo>
                <a:cubicBezTo>
                  <a:pt x="3000067" y="44329"/>
                  <a:pt x="2998812" y="46591"/>
                  <a:pt x="2998812" y="49184"/>
                </a:cubicBezTo>
                <a:cubicBezTo>
                  <a:pt x="2998812" y="50833"/>
                  <a:pt x="2999333" y="52317"/>
                  <a:pt x="3000375" y="53637"/>
                </a:cubicBezTo>
                <a:cubicBezTo>
                  <a:pt x="3001417" y="55004"/>
                  <a:pt x="3003051" y="56134"/>
                  <a:pt x="3005277" y="57030"/>
                </a:cubicBezTo>
                <a:cubicBezTo>
                  <a:pt x="3006556" y="57502"/>
                  <a:pt x="3010321" y="58586"/>
                  <a:pt x="3016572" y="60282"/>
                </a:cubicBezTo>
                <a:cubicBezTo>
                  <a:pt x="3025618" y="62696"/>
                  <a:pt x="3031929" y="64672"/>
                  <a:pt x="3035504" y="66209"/>
                </a:cubicBezTo>
                <a:cubicBezTo>
                  <a:pt x="3039080" y="67747"/>
                  <a:pt x="3041886" y="69983"/>
                  <a:pt x="3043923" y="72918"/>
                </a:cubicBezTo>
                <a:cubicBezTo>
                  <a:pt x="3045959" y="75852"/>
                  <a:pt x="3046977" y="79495"/>
                  <a:pt x="3046977" y="83847"/>
                </a:cubicBezTo>
                <a:cubicBezTo>
                  <a:pt x="3046977" y="88107"/>
                  <a:pt x="3045734" y="92118"/>
                  <a:pt x="3043248" y="95880"/>
                </a:cubicBezTo>
                <a:cubicBezTo>
                  <a:pt x="3040761" y="99640"/>
                  <a:pt x="3037174" y="102550"/>
                  <a:pt x="3032485" y="104609"/>
                </a:cubicBezTo>
                <a:cubicBezTo>
                  <a:pt x="3027797" y="106667"/>
                  <a:pt x="3022492" y="107697"/>
                  <a:pt x="3016572" y="107697"/>
                </a:cubicBezTo>
                <a:cubicBezTo>
                  <a:pt x="3006769" y="107697"/>
                  <a:pt x="2999298" y="105654"/>
                  <a:pt x="2994159" y="101570"/>
                </a:cubicBezTo>
                <a:cubicBezTo>
                  <a:pt x="2989021" y="97485"/>
                  <a:pt x="2985741" y="91429"/>
                  <a:pt x="2984320" y="83401"/>
                </a:cubicBezTo>
                <a:close/>
                <a:moveTo>
                  <a:pt x="3062178" y="134976"/>
                </a:moveTo>
                <a:lnTo>
                  <a:pt x="3062178" y="30547"/>
                </a:lnTo>
                <a:lnTo>
                  <a:pt x="3073829" y="30547"/>
                </a:lnTo>
                <a:lnTo>
                  <a:pt x="3073829" y="40280"/>
                </a:lnTo>
                <a:cubicBezTo>
                  <a:pt x="3076576" y="36467"/>
                  <a:pt x="3079678" y="33608"/>
                  <a:pt x="3083135" y="31702"/>
                </a:cubicBezTo>
                <a:cubicBezTo>
                  <a:pt x="3086592" y="29795"/>
                  <a:pt x="3090784" y="28842"/>
                  <a:pt x="3095709" y="28842"/>
                </a:cubicBezTo>
                <a:cubicBezTo>
                  <a:pt x="3102150" y="28842"/>
                  <a:pt x="3107833" y="30500"/>
                  <a:pt x="3112759" y="33815"/>
                </a:cubicBezTo>
                <a:cubicBezTo>
                  <a:pt x="3117684" y="37130"/>
                  <a:pt x="3121402" y="41807"/>
                  <a:pt x="3123912" y="47845"/>
                </a:cubicBezTo>
                <a:cubicBezTo>
                  <a:pt x="3126422" y="53884"/>
                  <a:pt x="3127677" y="60502"/>
                  <a:pt x="3127677" y="67701"/>
                </a:cubicBezTo>
                <a:cubicBezTo>
                  <a:pt x="3127677" y="75421"/>
                  <a:pt x="3126292" y="82371"/>
                  <a:pt x="3123521" y="88551"/>
                </a:cubicBezTo>
                <a:cubicBezTo>
                  <a:pt x="3120751" y="94732"/>
                  <a:pt x="3116725" y="99468"/>
                  <a:pt x="3111445" y="102759"/>
                </a:cubicBezTo>
                <a:cubicBezTo>
                  <a:pt x="3106164" y="106051"/>
                  <a:pt x="3100611" y="107697"/>
                  <a:pt x="3094786" y="107697"/>
                </a:cubicBezTo>
                <a:cubicBezTo>
                  <a:pt x="3090523" y="107697"/>
                  <a:pt x="3086699" y="106785"/>
                  <a:pt x="3083313" y="104962"/>
                </a:cubicBezTo>
                <a:cubicBezTo>
                  <a:pt x="3079927" y="103137"/>
                  <a:pt x="3077144" y="100833"/>
                  <a:pt x="3074966" y="98049"/>
                </a:cubicBezTo>
                <a:lnTo>
                  <a:pt x="3074966" y="134976"/>
                </a:lnTo>
                <a:lnTo>
                  <a:pt x="3062178" y="134976"/>
                </a:lnTo>
                <a:moveTo>
                  <a:pt x="3073758" y="68589"/>
                </a:moveTo>
                <a:cubicBezTo>
                  <a:pt x="3073758" y="78286"/>
                  <a:pt x="3075723" y="85452"/>
                  <a:pt x="3079654" y="90088"/>
                </a:cubicBezTo>
                <a:cubicBezTo>
                  <a:pt x="3083585" y="94723"/>
                  <a:pt x="3088345" y="97041"/>
                  <a:pt x="3093933" y="97041"/>
                </a:cubicBezTo>
                <a:cubicBezTo>
                  <a:pt x="3099617" y="97041"/>
                  <a:pt x="3104483" y="94640"/>
                  <a:pt x="3108532" y="89839"/>
                </a:cubicBezTo>
                <a:cubicBezTo>
                  <a:pt x="3112581" y="85038"/>
                  <a:pt x="3114606" y="77599"/>
                  <a:pt x="3114606" y="67524"/>
                </a:cubicBezTo>
                <a:cubicBezTo>
                  <a:pt x="3114606" y="57921"/>
                  <a:pt x="3112629" y="50731"/>
                  <a:pt x="3108674" y="45954"/>
                </a:cubicBezTo>
                <a:cubicBezTo>
                  <a:pt x="3104720" y="41177"/>
                  <a:pt x="3099995" y="38788"/>
                  <a:pt x="3094502" y="38788"/>
                </a:cubicBezTo>
                <a:cubicBezTo>
                  <a:pt x="3089055" y="38788"/>
                  <a:pt x="3084236" y="41331"/>
                  <a:pt x="3080045" y="46416"/>
                </a:cubicBezTo>
                <a:cubicBezTo>
                  <a:pt x="3075854" y="51501"/>
                  <a:pt x="3073758" y="58892"/>
                  <a:pt x="3073758" y="68589"/>
                </a:cubicBezTo>
                <a:close/>
                <a:moveTo>
                  <a:pt x="3138335" y="68270"/>
                </a:moveTo>
                <a:cubicBezTo>
                  <a:pt x="3138335" y="54298"/>
                  <a:pt x="3142218" y="43950"/>
                  <a:pt x="3149985" y="37225"/>
                </a:cubicBezTo>
                <a:cubicBezTo>
                  <a:pt x="3156474" y="31637"/>
                  <a:pt x="3164383" y="28842"/>
                  <a:pt x="3173713" y="28842"/>
                </a:cubicBezTo>
                <a:cubicBezTo>
                  <a:pt x="3184085" y="28842"/>
                  <a:pt x="3192562" y="32240"/>
                  <a:pt x="3199145" y="39037"/>
                </a:cubicBezTo>
                <a:cubicBezTo>
                  <a:pt x="3205728" y="45833"/>
                  <a:pt x="3209020" y="55222"/>
                  <a:pt x="3209020" y="67204"/>
                </a:cubicBezTo>
                <a:cubicBezTo>
                  <a:pt x="3209020" y="76913"/>
                  <a:pt x="3207563" y="84550"/>
                  <a:pt x="3204651" y="90114"/>
                </a:cubicBezTo>
                <a:cubicBezTo>
                  <a:pt x="3201738" y="95679"/>
                  <a:pt x="3197499" y="100001"/>
                  <a:pt x="3191935" y="103079"/>
                </a:cubicBezTo>
                <a:cubicBezTo>
                  <a:pt x="3186370" y="106158"/>
                  <a:pt x="3180296" y="107697"/>
                  <a:pt x="3173713" y="107697"/>
                </a:cubicBezTo>
                <a:cubicBezTo>
                  <a:pt x="3163151" y="107697"/>
                  <a:pt x="3154615" y="104311"/>
                  <a:pt x="3148103" y="97538"/>
                </a:cubicBezTo>
                <a:cubicBezTo>
                  <a:pt x="3141591" y="90766"/>
                  <a:pt x="3138335" y="81009"/>
                  <a:pt x="3138335" y="68270"/>
                </a:cubicBezTo>
                <a:moveTo>
                  <a:pt x="3151477" y="68234"/>
                </a:moveTo>
                <a:cubicBezTo>
                  <a:pt x="3151477" y="77860"/>
                  <a:pt x="3153585" y="85068"/>
                  <a:pt x="3157800" y="89857"/>
                </a:cubicBezTo>
                <a:cubicBezTo>
                  <a:pt x="3162015" y="94646"/>
                  <a:pt x="3167319" y="97041"/>
                  <a:pt x="3173713" y="97041"/>
                </a:cubicBezTo>
                <a:cubicBezTo>
                  <a:pt x="3180059" y="97041"/>
                  <a:pt x="3185340" y="94634"/>
                  <a:pt x="3189555" y="89821"/>
                </a:cubicBezTo>
                <a:cubicBezTo>
                  <a:pt x="3193770" y="85008"/>
                  <a:pt x="3195877" y="77671"/>
                  <a:pt x="3195877" y="67810"/>
                </a:cubicBezTo>
                <a:cubicBezTo>
                  <a:pt x="3195877" y="58514"/>
                  <a:pt x="3193758" y="51471"/>
                  <a:pt x="3189519" y="46682"/>
                </a:cubicBezTo>
                <a:cubicBezTo>
                  <a:pt x="3185280" y="41893"/>
                  <a:pt x="3180012" y="39498"/>
                  <a:pt x="3173713" y="39498"/>
                </a:cubicBezTo>
                <a:cubicBezTo>
                  <a:pt x="3167319" y="39498"/>
                  <a:pt x="3162015" y="41881"/>
                  <a:pt x="3157800" y="46647"/>
                </a:cubicBezTo>
                <a:cubicBezTo>
                  <a:pt x="3153585" y="51412"/>
                  <a:pt x="3151477" y="58608"/>
                  <a:pt x="3151477" y="68234"/>
                </a:cubicBezTo>
                <a:close/>
                <a:moveTo>
                  <a:pt x="3224009" y="105992"/>
                </a:moveTo>
                <a:lnTo>
                  <a:pt x="3224009" y="30547"/>
                </a:lnTo>
                <a:lnTo>
                  <a:pt x="3235517" y="30547"/>
                </a:lnTo>
                <a:lnTo>
                  <a:pt x="3235517" y="41203"/>
                </a:lnTo>
                <a:cubicBezTo>
                  <a:pt x="3241058" y="32963"/>
                  <a:pt x="3249062" y="28842"/>
                  <a:pt x="3259529" y="28842"/>
                </a:cubicBezTo>
                <a:cubicBezTo>
                  <a:pt x="3264075" y="28842"/>
                  <a:pt x="3268255" y="29659"/>
                  <a:pt x="3272067" y="31293"/>
                </a:cubicBezTo>
                <a:cubicBezTo>
                  <a:pt x="3275880" y="32927"/>
                  <a:pt x="3278733" y="35070"/>
                  <a:pt x="3280628" y="37722"/>
                </a:cubicBezTo>
                <a:cubicBezTo>
                  <a:pt x="3282522" y="40374"/>
                  <a:pt x="3283848" y="43524"/>
                  <a:pt x="3284606" y="47171"/>
                </a:cubicBezTo>
                <a:cubicBezTo>
                  <a:pt x="3285079" y="49539"/>
                  <a:pt x="3285316" y="53683"/>
                  <a:pt x="3285316" y="59603"/>
                </a:cubicBezTo>
                <a:lnTo>
                  <a:pt x="3285316" y="105992"/>
                </a:lnTo>
                <a:lnTo>
                  <a:pt x="3272529" y="105992"/>
                </a:lnTo>
                <a:lnTo>
                  <a:pt x="3272529" y="60051"/>
                </a:lnTo>
                <a:cubicBezTo>
                  <a:pt x="3272529" y="54836"/>
                  <a:pt x="3272032" y="50936"/>
                  <a:pt x="3271037" y="48352"/>
                </a:cubicBezTo>
                <a:cubicBezTo>
                  <a:pt x="3270043" y="45768"/>
                  <a:pt x="3268278" y="43705"/>
                  <a:pt x="3265745" y="42165"/>
                </a:cubicBezTo>
                <a:cubicBezTo>
                  <a:pt x="3263211" y="40624"/>
                  <a:pt x="3260239" y="39853"/>
                  <a:pt x="3256829" y="39853"/>
                </a:cubicBezTo>
                <a:cubicBezTo>
                  <a:pt x="3251383" y="39853"/>
                  <a:pt x="3246682" y="41584"/>
                  <a:pt x="3242728" y="45046"/>
                </a:cubicBezTo>
                <a:cubicBezTo>
                  <a:pt x="3238773" y="48506"/>
                  <a:pt x="3236796" y="55072"/>
                  <a:pt x="3236796" y="64744"/>
                </a:cubicBezTo>
                <a:lnTo>
                  <a:pt x="3236796" y="105992"/>
                </a:lnTo>
                <a:lnTo>
                  <a:pt x="3224009" y="105992"/>
                </a:lnTo>
                <a:close/>
                <a:moveTo>
                  <a:pt x="3299808" y="83401"/>
                </a:moveTo>
                <a:lnTo>
                  <a:pt x="3312454" y="81412"/>
                </a:lnTo>
                <a:cubicBezTo>
                  <a:pt x="3313164" y="86457"/>
                  <a:pt x="3315141" y="90324"/>
                  <a:pt x="3318385" y="93011"/>
                </a:cubicBezTo>
                <a:cubicBezTo>
                  <a:pt x="3321630" y="95698"/>
                  <a:pt x="3326164" y="97041"/>
                  <a:pt x="3331990" y="97041"/>
                </a:cubicBezTo>
                <a:cubicBezTo>
                  <a:pt x="3337862" y="97041"/>
                  <a:pt x="3342219" y="95855"/>
                  <a:pt x="3345061" y="93482"/>
                </a:cubicBezTo>
                <a:cubicBezTo>
                  <a:pt x="3347903" y="91108"/>
                  <a:pt x="3349323" y="88324"/>
                  <a:pt x="3349323" y="85130"/>
                </a:cubicBezTo>
                <a:cubicBezTo>
                  <a:pt x="3349323" y="82264"/>
                  <a:pt x="3348068" y="80008"/>
                  <a:pt x="3345558" y="78364"/>
                </a:cubicBezTo>
                <a:cubicBezTo>
                  <a:pt x="3343806" y="77236"/>
                  <a:pt x="3339449" y="75803"/>
                  <a:pt x="3332487" y="74064"/>
                </a:cubicBezTo>
                <a:cubicBezTo>
                  <a:pt x="3323110" y="71694"/>
                  <a:pt x="3316609" y="69644"/>
                  <a:pt x="3312986" y="67914"/>
                </a:cubicBezTo>
                <a:cubicBezTo>
                  <a:pt x="3309363" y="66184"/>
                  <a:pt x="3306616" y="63790"/>
                  <a:pt x="3304746" y="60733"/>
                </a:cubicBezTo>
                <a:cubicBezTo>
                  <a:pt x="3302875" y="57675"/>
                  <a:pt x="3301940" y="54298"/>
                  <a:pt x="3301940" y="50601"/>
                </a:cubicBezTo>
                <a:cubicBezTo>
                  <a:pt x="3301940" y="47235"/>
                  <a:pt x="3302709" y="44118"/>
                  <a:pt x="3304248" y="41250"/>
                </a:cubicBezTo>
                <a:cubicBezTo>
                  <a:pt x="3305788" y="38382"/>
                  <a:pt x="3307883" y="36000"/>
                  <a:pt x="3310535" y="34104"/>
                </a:cubicBezTo>
                <a:cubicBezTo>
                  <a:pt x="3312525" y="32634"/>
                  <a:pt x="3315236" y="31390"/>
                  <a:pt x="3318670" y="30372"/>
                </a:cubicBezTo>
                <a:cubicBezTo>
                  <a:pt x="3322103" y="29352"/>
                  <a:pt x="3325785" y="28842"/>
                  <a:pt x="3329716" y="28842"/>
                </a:cubicBezTo>
                <a:cubicBezTo>
                  <a:pt x="3335636" y="28842"/>
                  <a:pt x="3340834" y="29701"/>
                  <a:pt x="3345310" y="31417"/>
                </a:cubicBezTo>
                <a:cubicBezTo>
                  <a:pt x="3349785" y="33133"/>
                  <a:pt x="3353088" y="35457"/>
                  <a:pt x="3355220" y="38390"/>
                </a:cubicBezTo>
                <a:cubicBezTo>
                  <a:pt x="3357351" y="41322"/>
                  <a:pt x="3358819" y="45244"/>
                  <a:pt x="3359624" y="50154"/>
                </a:cubicBezTo>
                <a:lnTo>
                  <a:pt x="3347121" y="51859"/>
                </a:lnTo>
                <a:cubicBezTo>
                  <a:pt x="3346553" y="47976"/>
                  <a:pt x="3344907" y="44945"/>
                  <a:pt x="3342184" y="42766"/>
                </a:cubicBezTo>
                <a:cubicBezTo>
                  <a:pt x="3339461" y="40588"/>
                  <a:pt x="3335613" y="39498"/>
                  <a:pt x="3330640" y="39498"/>
                </a:cubicBezTo>
                <a:cubicBezTo>
                  <a:pt x="3324767" y="39498"/>
                  <a:pt x="3320576" y="40465"/>
                  <a:pt x="3318066" y="42398"/>
                </a:cubicBezTo>
                <a:cubicBezTo>
                  <a:pt x="3315556" y="44329"/>
                  <a:pt x="3314301" y="46591"/>
                  <a:pt x="3314301" y="49184"/>
                </a:cubicBezTo>
                <a:cubicBezTo>
                  <a:pt x="3314301" y="50833"/>
                  <a:pt x="3314822" y="52317"/>
                  <a:pt x="3315863" y="53637"/>
                </a:cubicBezTo>
                <a:cubicBezTo>
                  <a:pt x="3316905" y="55004"/>
                  <a:pt x="3318539" y="56134"/>
                  <a:pt x="3320765" y="57030"/>
                </a:cubicBezTo>
                <a:cubicBezTo>
                  <a:pt x="3322044" y="57502"/>
                  <a:pt x="3325809" y="58586"/>
                  <a:pt x="3332061" y="60282"/>
                </a:cubicBezTo>
                <a:cubicBezTo>
                  <a:pt x="3341106" y="62696"/>
                  <a:pt x="3347417" y="64672"/>
                  <a:pt x="3350993" y="66209"/>
                </a:cubicBezTo>
                <a:cubicBezTo>
                  <a:pt x="3354568" y="67747"/>
                  <a:pt x="3357375" y="69983"/>
                  <a:pt x="3359411" y="72918"/>
                </a:cubicBezTo>
                <a:cubicBezTo>
                  <a:pt x="3361448" y="75852"/>
                  <a:pt x="3362466" y="79495"/>
                  <a:pt x="3362466" y="83847"/>
                </a:cubicBezTo>
                <a:cubicBezTo>
                  <a:pt x="3362466" y="88107"/>
                  <a:pt x="3361223" y="92118"/>
                  <a:pt x="3358736" y="95880"/>
                </a:cubicBezTo>
                <a:cubicBezTo>
                  <a:pt x="3356250" y="99640"/>
                  <a:pt x="3352662" y="102550"/>
                  <a:pt x="3347974" y="104609"/>
                </a:cubicBezTo>
                <a:cubicBezTo>
                  <a:pt x="3343285" y="106667"/>
                  <a:pt x="3337981" y="107697"/>
                  <a:pt x="3332061" y="107697"/>
                </a:cubicBezTo>
                <a:cubicBezTo>
                  <a:pt x="3322257" y="107697"/>
                  <a:pt x="3314786" y="105654"/>
                  <a:pt x="3309647" y="101570"/>
                </a:cubicBezTo>
                <a:cubicBezTo>
                  <a:pt x="3304509" y="97485"/>
                  <a:pt x="3301229" y="91429"/>
                  <a:pt x="3299808" y="83401"/>
                </a:cubicBezTo>
                <a:close/>
                <a:moveTo>
                  <a:pt x="3429314" y="81696"/>
                </a:moveTo>
                <a:lnTo>
                  <a:pt x="3442528" y="83330"/>
                </a:lnTo>
                <a:cubicBezTo>
                  <a:pt x="3440444" y="91050"/>
                  <a:pt x="3436584" y="97041"/>
                  <a:pt x="3430948" y="101303"/>
                </a:cubicBezTo>
                <a:cubicBezTo>
                  <a:pt x="3425312" y="105566"/>
                  <a:pt x="3418114" y="107697"/>
                  <a:pt x="3409352" y="107697"/>
                </a:cubicBezTo>
                <a:cubicBezTo>
                  <a:pt x="3398317" y="107697"/>
                  <a:pt x="3389567" y="104299"/>
                  <a:pt x="3383103" y="97503"/>
                </a:cubicBezTo>
                <a:cubicBezTo>
                  <a:pt x="3376638" y="90706"/>
                  <a:pt x="3373406" y="81175"/>
                  <a:pt x="3373406" y="68909"/>
                </a:cubicBezTo>
                <a:cubicBezTo>
                  <a:pt x="3373406" y="56216"/>
                  <a:pt x="3376674" y="46365"/>
                  <a:pt x="3383209" y="39356"/>
                </a:cubicBezTo>
                <a:cubicBezTo>
                  <a:pt x="3389745" y="32347"/>
                  <a:pt x="3398222" y="28842"/>
                  <a:pt x="3408642" y="28842"/>
                </a:cubicBezTo>
                <a:cubicBezTo>
                  <a:pt x="3418729" y="28842"/>
                  <a:pt x="3426970" y="32271"/>
                  <a:pt x="3433364" y="39128"/>
                </a:cubicBezTo>
                <a:cubicBezTo>
                  <a:pt x="3439757" y="45983"/>
                  <a:pt x="3442954" y="55628"/>
                  <a:pt x="3442954" y="68063"/>
                </a:cubicBezTo>
                <a:cubicBezTo>
                  <a:pt x="3442954" y="68819"/>
                  <a:pt x="3442930" y="69954"/>
                  <a:pt x="3442883" y="71466"/>
                </a:cubicBezTo>
                <a:lnTo>
                  <a:pt x="3386619" y="71466"/>
                </a:lnTo>
                <a:cubicBezTo>
                  <a:pt x="3387093" y="79731"/>
                  <a:pt x="3389437" y="86059"/>
                  <a:pt x="3393652" y="90452"/>
                </a:cubicBezTo>
                <a:cubicBezTo>
                  <a:pt x="3397867" y="94844"/>
                  <a:pt x="3403124" y="97041"/>
                  <a:pt x="3409423" y="97041"/>
                </a:cubicBezTo>
                <a:cubicBezTo>
                  <a:pt x="3414112" y="97041"/>
                  <a:pt x="3418114" y="95821"/>
                  <a:pt x="3421429" y="93382"/>
                </a:cubicBezTo>
                <a:cubicBezTo>
                  <a:pt x="3424744" y="90942"/>
                  <a:pt x="3427372" y="87046"/>
                  <a:pt x="3429314" y="81696"/>
                </a:cubicBezTo>
                <a:moveTo>
                  <a:pt x="3387330" y="60810"/>
                </a:moveTo>
                <a:lnTo>
                  <a:pt x="3429456" y="60810"/>
                </a:lnTo>
                <a:cubicBezTo>
                  <a:pt x="3428888" y="54568"/>
                  <a:pt x="3427278" y="49886"/>
                  <a:pt x="3424626" y="46764"/>
                </a:cubicBezTo>
                <a:cubicBezTo>
                  <a:pt x="3420553" y="41920"/>
                  <a:pt x="3415272" y="39498"/>
                  <a:pt x="3408784" y="39498"/>
                </a:cubicBezTo>
                <a:cubicBezTo>
                  <a:pt x="3402911" y="39498"/>
                  <a:pt x="3397974" y="41432"/>
                  <a:pt x="3393972" y="45299"/>
                </a:cubicBezTo>
                <a:cubicBezTo>
                  <a:pt x="3389970" y="49165"/>
                  <a:pt x="3387756" y="54335"/>
                  <a:pt x="3387330" y="608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0DE59-FC0E-486C-B8CF-DC97E240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828" y="619068"/>
            <a:ext cx="2391982" cy="270399"/>
          </a:xfrm>
          <a:custGeom xmlns:a="http://schemas.openxmlformats.org/drawingml/2006/main">
            <a:pathLst>
              <a:path w="2391982" h="270399">
                <a:moveTo>
                  <a:pt x="0" y="270399"/>
                </a:moveTo>
                <a:lnTo>
                  <a:pt x="0" y="0"/>
                </a:lnTo>
                <a:lnTo>
                  <a:pt x="2391982" y="0"/>
                </a:lnTo>
                <a:lnTo>
                  <a:pt x="2391982" y="27039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A0666-869B-44B2-868E-BE49D3D8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826" y="619068"/>
            <a:ext cx="2391981" cy="270398"/>
          </a:xfrm>
          <a:custGeom xmlns:a="http://schemas.openxmlformats.org/drawingml/2006/main">
            <a:pathLst>
              <a:path w="2391981" h="270398" fill="none">
                <a:moveTo>
                  <a:pt x="0" y="270398"/>
                </a:moveTo>
                <a:lnTo>
                  <a:pt x="0" y="0"/>
                </a:lnTo>
                <a:lnTo>
                  <a:pt x="2391981" y="0"/>
                </a:lnTo>
                <a:lnTo>
                  <a:pt x="2391981" y="270398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5BB9F-9283-4E74-A777-F0409A9F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826" y="889466"/>
            <a:ext cx="2391981" cy="977592"/>
          </a:xfrm>
          <a:custGeom xmlns:a="http://schemas.openxmlformats.org/drawingml/2006/main">
            <a:pathLst>
              <a:path w="2391981" h="977592" fill="none">
                <a:moveTo>
                  <a:pt x="0" y="0"/>
                </a:moveTo>
                <a:lnTo>
                  <a:pt x="0" y="977592"/>
                </a:lnTo>
                <a:lnTo>
                  <a:pt x="2391981" y="977592"/>
                </a:lnTo>
                <a:lnTo>
                  <a:pt x="23919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C4D10-5BD4-47E8-A95A-BC0A1121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826" y="889466"/>
            <a:ext cx="2391981" cy="10"/>
          </a:xfrm>
          <a:custGeom xmlns:a="http://schemas.openxmlformats.org/drawingml/2006/main">
            <a:pathLst>
              <a:path w="2391981" h="1" fill="none">
                <a:moveTo>
                  <a:pt x="0" y="0"/>
                </a:moveTo>
                <a:lnTo>
                  <a:pt x="23919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29" name="Text ContentView+ViewModel">
            <a:extLst xmlns:a="http://schemas.openxmlformats.org/drawingml/2006/main">
              <a:ext uri="{FF2B5EF4-FFF2-40B4-BE49-F238E27FC236}">
                <a16:creationId xmlns:a16="http://schemas.microsoft.com/office/drawing/2014/main" id="{D0AD22B7-F73C-422D-85CC-023709B9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807" y="715810"/>
            <a:ext cx="1598756" cy="107697"/>
          </a:xfrm>
          <a:custGeom xmlns:a="http://schemas.openxmlformats.org/drawingml/2006/main">
            <a:pathLst>
              <a:path w="1598756" h="107697">
                <a:moveTo>
                  <a:pt x="78286" y="69335"/>
                </a:moveTo>
                <a:lnTo>
                  <a:pt x="92068" y="72816"/>
                </a:lnTo>
                <a:cubicBezTo>
                  <a:pt x="89179" y="84159"/>
                  <a:pt x="83981" y="92808"/>
                  <a:pt x="76475" y="98763"/>
                </a:cubicBezTo>
                <a:cubicBezTo>
                  <a:pt x="68968" y="104719"/>
                  <a:pt x="59792" y="107697"/>
                  <a:pt x="48947" y="107697"/>
                </a:cubicBezTo>
                <a:cubicBezTo>
                  <a:pt x="37722" y="107697"/>
                  <a:pt x="28594" y="105412"/>
                  <a:pt x="21561" y="100841"/>
                </a:cubicBezTo>
                <a:cubicBezTo>
                  <a:pt x="14528" y="96271"/>
                  <a:pt x="9176" y="89653"/>
                  <a:pt x="5506" y="80986"/>
                </a:cubicBezTo>
                <a:cubicBezTo>
                  <a:pt x="1835" y="72319"/>
                  <a:pt x="0" y="63013"/>
                  <a:pt x="0" y="53067"/>
                </a:cubicBezTo>
                <a:cubicBezTo>
                  <a:pt x="0" y="42221"/>
                  <a:pt x="2072" y="32761"/>
                  <a:pt x="6216" y="24686"/>
                </a:cubicBezTo>
                <a:cubicBezTo>
                  <a:pt x="10360" y="16612"/>
                  <a:pt x="16256" y="10478"/>
                  <a:pt x="23905" y="6287"/>
                </a:cubicBezTo>
                <a:cubicBezTo>
                  <a:pt x="31554" y="2096"/>
                  <a:pt x="39972" y="0"/>
                  <a:pt x="49160" y="0"/>
                </a:cubicBezTo>
                <a:cubicBezTo>
                  <a:pt x="59579" y="0"/>
                  <a:pt x="68341" y="2652"/>
                  <a:pt x="75445" y="7956"/>
                </a:cubicBezTo>
                <a:cubicBezTo>
                  <a:pt x="82549" y="13261"/>
                  <a:pt x="87498" y="20720"/>
                  <a:pt x="90292" y="30334"/>
                </a:cubicBezTo>
                <a:lnTo>
                  <a:pt x="76723" y="33531"/>
                </a:lnTo>
                <a:cubicBezTo>
                  <a:pt x="74308" y="25928"/>
                  <a:pt x="70803" y="20393"/>
                  <a:pt x="66209" y="16925"/>
                </a:cubicBezTo>
                <a:cubicBezTo>
                  <a:pt x="61615" y="13456"/>
                  <a:pt x="55838" y="11722"/>
                  <a:pt x="48876" y="11722"/>
                </a:cubicBezTo>
                <a:cubicBezTo>
                  <a:pt x="40872" y="11722"/>
                  <a:pt x="34182" y="13643"/>
                  <a:pt x="28807" y="17487"/>
                </a:cubicBezTo>
                <a:cubicBezTo>
                  <a:pt x="23431" y="21329"/>
                  <a:pt x="19654" y="26488"/>
                  <a:pt x="17476" y="32965"/>
                </a:cubicBezTo>
                <a:cubicBezTo>
                  <a:pt x="15297" y="39440"/>
                  <a:pt x="14208" y="46116"/>
                  <a:pt x="14208" y="52994"/>
                </a:cubicBezTo>
                <a:cubicBezTo>
                  <a:pt x="14208" y="61865"/>
                  <a:pt x="15499" y="69610"/>
                  <a:pt x="18080" y="76228"/>
                </a:cubicBezTo>
                <a:cubicBezTo>
                  <a:pt x="20661" y="82847"/>
                  <a:pt x="24675" y="87793"/>
                  <a:pt x="30121" y="91067"/>
                </a:cubicBezTo>
                <a:cubicBezTo>
                  <a:pt x="35567" y="94339"/>
                  <a:pt x="41464" y="95975"/>
                  <a:pt x="47810" y="95975"/>
                </a:cubicBezTo>
                <a:cubicBezTo>
                  <a:pt x="55530" y="95975"/>
                  <a:pt x="62065" y="93737"/>
                  <a:pt x="67417" y="89262"/>
                </a:cubicBezTo>
                <a:cubicBezTo>
                  <a:pt x="72769" y="84786"/>
                  <a:pt x="76392" y="78144"/>
                  <a:pt x="78286" y="69335"/>
                </a:cubicBezTo>
                <a:close/>
                <a:moveTo>
                  <a:pt x="102653" y="68270"/>
                </a:moveTo>
                <a:cubicBezTo>
                  <a:pt x="102653" y="54298"/>
                  <a:pt x="106537" y="43950"/>
                  <a:pt x="114304" y="37225"/>
                </a:cubicBezTo>
                <a:cubicBezTo>
                  <a:pt x="120792" y="31637"/>
                  <a:pt x="128701" y="28842"/>
                  <a:pt x="138031" y="28842"/>
                </a:cubicBezTo>
                <a:cubicBezTo>
                  <a:pt x="148403" y="28842"/>
                  <a:pt x="156880" y="32240"/>
                  <a:pt x="163464" y="39037"/>
                </a:cubicBezTo>
                <a:cubicBezTo>
                  <a:pt x="170047" y="45833"/>
                  <a:pt x="173338" y="55222"/>
                  <a:pt x="173338" y="67204"/>
                </a:cubicBezTo>
                <a:cubicBezTo>
                  <a:pt x="173338" y="76913"/>
                  <a:pt x="171882" y="84550"/>
                  <a:pt x="168969" y="90114"/>
                </a:cubicBezTo>
                <a:cubicBezTo>
                  <a:pt x="166056" y="95679"/>
                  <a:pt x="161818" y="100001"/>
                  <a:pt x="156253" y="103079"/>
                </a:cubicBezTo>
                <a:cubicBezTo>
                  <a:pt x="150688" y="106158"/>
                  <a:pt x="144614" y="107697"/>
                  <a:pt x="138031" y="107697"/>
                </a:cubicBezTo>
                <a:cubicBezTo>
                  <a:pt x="127470" y="107697"/>
                  <a:pt x="118933" y="104311"/>
                  <a:pt x="112421" y="97538"/>
                </a:cubicBezTo>
                <a:cubicBezTo>
                  <a:pt x="105909" y="90766"/>
                  <a:pt x="102653" y="81009"/>
                  <a:pt x="102653" y="68270"/>
                </a:cubicBezTo>
                <a:moveTo>
                  <a:pt x="115796" y="68234"/>
                </a:moveTo>
                <a:cubicBezTo>
                  <a:pt x="115796" y="77860"/>
                  <a:pt x="117903" y="85068"/>
                  <a:pt x="122118" y="89857"/>
                </a:cubicBezTo>
                <a:cubicBezTo>
                  <a:pt x="126333" y="94646"/>
                  <a:pt x="131638" y="97041"/>
                  <a:pt x="138031" y="97041"/>
                </a:cubicBezTo>
                <a:cubicBezTo>
                  <a:pt x="144377" y="97041"/>
                  <a:pt x="149658" y="94634"/>
                  <a:pt x="153873" y="89821"/>
                </a:cubicBezTo>
                <a:cubicBezTo>
                  <a:pt x="158088" y="85008"/>
                  <a:pt x="160196" y="77671"/>
                  <a:pt x="160196" y="67810"/>
                </a:cubicBezTo>
                <a:cubicBezTo>
                  <a:pt x="160196" y="58514"/>
                  <a:pt x="158076" y="51471"/>
                  <a:pt x="153838" y="46682"/>
                </a:cubicBezTo>
                <a:cubicBezTo>
                  <a:pt x="149599" y="41893"/>
                  <a:pt x="144330" y="39498"/>
                  <a:pt x="138031" y="39498"/>
                </a:cubicBezTo>
                <a:cubicBezTo>
                  <a:pt x="131638" y="39498"/>
                  <a:pt x="126333" y="41881"/>
                  <a:pt x="122118" y="46647"/>
                </a:cubicBezTo>
                <a:cubicBezTo>
                  <a:pt x="117903" y="51412"/>
                  <a:pt x="115796" y="58608"/>
                  <a:pt x="115796" y="68234"/>
                </a:cubicBezTo>
                <a:close/>
                <a:moveTo>
                  <a:pt x="188328" y="105992"/>
                </a:moveTo>
                <a:lnTo>
                  <a:pt x="188328" y="30547"/>
                </a:lnTo>
                <a:lnTo>
                  <a:pt x="199836" y="30547"/>
                </a:lnTo>
                <a:lnTo>
                  <a:pt x="199836" y="41203"/>
                </a:lnTo>
                <a:cubicBezTo>
                  <a:pt x="205377" y="32963"/>
                  <a:pt x="213381" y="28842"/>
                  <a:pt x="223848" y="28842"/>
                </a:cubicBezTo>
                <a:cubicBezTo>
                  <a:pt x="228394" y="28842"/>
                  <a:pt x="232574" y="29659"/>
                  <a:pt x="236386" y="31293"/>
                </a:cubicBezTo>
                <a:cubicBezTo>
                  <a:pt x="240199" y="32927"/>
                  <a:pt x="243052" y="35070"/>
                  <a:pt x="244947" y="37722"/>
                </a:cubicBezTo>
                <a:cubicBezTo>
                  <a:pt x="246841" y="40374"/>
                  <a:pt x="248167" y="43524"/>
                  <a:pt x="248925" y="47171"/>
                </a:cubicBezTo>
                <a:cubicBezTo>
                  <a:pt x="249399" y="49539"/>
                  <a:pt x="249635" y="53683"/>
                  <a:pt x="249635" y="59603"/>
                </a:cubicBezTo>
                <a:lnTo>
                  <a:pt x="249635" y="105992"/>
                </a:lnTo>
                <a:lnTo>
                  <a:pt x="236848" y="105992"/>
                </a:lnTo>
                <a:lnTo>
                  <a:pt x="236848" y="60051"/>
                </a:lnTo>
                <a:cubicBezTo>
                  <a:pt x="236848" y="54836"/>
                  <a:pt x="236351" y="50936"/>
                  <a:pt x="235356" y="48352"/>
                </a:cubicBezTo>
                <a:cubicBezTo>
                  <a:pt x="234362" y="45768"/>
                  <a:pt x="232598" y="43705"/>
                  <a:pt x="230064" y="42165"/>
                </a:cubicBezTo>
                <a:cubicBezTo>
                  <a:pt x="227530" y="40624"/>
                  <a:pt x="224558" y="39853"/>
                  <a:pt x="221148" y="39853"/>
                </a:cubicBezTo>
                <a:cubicBezTo>
                  <a:pt x="215702" y="39853"/>
                  <a:pt x="211001" y="41584"/>
                  <a:pt x="207047" y="45046"/>
                </a:cubicBezTo>
                <a:cubicBezTo>
                  <a:pt x="203092" y="48506"/>
                  <a:pt x="201115" y="55072"/>
                  <a:pt x="201115" y="64744"/>
                </a:cubicBezTo>
                <a:lnTo>
                  <a:pt x="201115" y="105992"/>
                </a:lnTo>
                <a:lnTo>
                  <a:pt x="188328" y="105992"/>
                </a:lnTo>
                <a:close/>
                <a:moveTo>
                  <a:pt x="297161" y="94696"/>
                </a:moveTo>
                <a:lnTo>
                  <a:pt x="299008" y="105992"/>
                </a:lnTo>
                <a:cubicBezTo>
                  <a:pt x="295409" y="106655"/>
                  <a:pt x="292188" y="106986"/>
                  <a:pt x="289347" y="106986"/>
                </a:cubicBezTo>
                <a:cubicBezTo>
                  <a:pt x="284706" y="106986"/>
                  <a:pt x="281106" y="106252"/>
                  <a:pt x="278549" y="104784"/>
                </a:cubicBezTo>
                <a:cubicBezTo>
                  <a:pt x="275991" y="103316"/>
                  <a:pt x="274192" y="101386"/>
                  <a:pt x="273150" y="98994"/>
                </a:cubicBezTo>
                <a:cubicBezTo>
                  <a:pt x="272108" y="96603"/>
                  <a:pt x="271587" y="91571"/>
                  <a:pt x="271587" y="83898"/>
                </a:cubicBezTo>
                <a:lnTo>
                  <a:pt x="271587" y="40493"/>
                </a:lnTo>
                <a:lnTo>
                  <a:pt x="262210" y="40493"/>
                </a:lnTo>
                <a:lnTo>
                  <a:pt x="262210" y="30547"/>
                </a:lnTo>
                <a:lnTo>
                  <a:pt x="271587" y="30547"/>
                </a:lnTo>
                <a:lnTo>
                  <a:pt x="271587" y="11813"/>
                </a:lnTo>
                <a:lnTo>
                  <a:pt x="284303" y="4120"/>
                </a:lnTo>
                <a:lnTo>
                  <a:pt x="284303" y="30547"/>
                </a:lnTo>
                <a:lnTo>
                  <a:pt x="297161" y="30547"/>
                </a:lnTo>
                <a:lnTo>
                  <a:pt x="297161" y="40493"/>
                </a:lnTo>
                <a:lnTo>
                  <a:pt x="284303" y="40493"/>
                </a:lnTo>
                <a:lnTo>
                  <a:pt x="284303" y="84609"/>
                </a:lnTo>
                <a:cubicBezTo>
                  <a:pt x="284303" y="88255"/>
                  <a:pt x="284528" y="90600"/>
                  <a:pt x="284978" y="91642"/>
                </a:cubicBezTo>
                <a:cubicBezTo>
                  <a:pt x="285428" y="92684"/>
                  <a:pt x="286162" y="93512"/>
                  <a:pt x="287180" y="94128"/>
                </a:cubicBezTo>
                <a:cubicBezTo>
                  <a:pt x="288198" y="94744"/>
                  <a:pt x="289655" y="95052"/>
                  <a:pt x="291549" y="95052"/>
                </a:cubicBezTo>
                <a:cubicBezTo>
                  <a:pt x="292970" y="95052"/>
                  <a:pt x="294841" y="94933"/>
                  <a:pt x="297161" y="94696"/>
                </a:cubicBezTo>
                <a:close/>
                <a:moveTo>
                  <a:pt x="361310" y="81696"/>
                </a:moveTo>
                <a:lnTo>
                  <a:pt x="374523" y="83330"/>
                </a:lnTo>
                <a:cubicBezTo>
                  <a:pt x="372439" y="91050"/>
                  <a:pt x="368579" y="97041"/>
                  <a:pt x="362944" y="101303"/>
                </a:cubicBezTo>
                <a:cubicBezTo>
                  <a:pt x="357308" y="105566"/>
                  <a:pt x="350109" y="107697"/>
                  <a:pt x="341347" y="107697"/>
                </a:cubicBezTo>
                <a:cubicBezTo>
                  <a:pt x="330313" y="107697"/>
                  <a:pt x="321563" y="104299"/>
                  <a:pt x="315098" y="97503"/>
                </a:cubicBezTo>
                <a:cubicBezTo>
                  <a:pt x="308634" y="90706"/>
                  <a:pt x="305401" y="81175"/>
                  <a:pt x="305401" y="68909"/>
                </a:cubicBezTo>
                <a:cubicBezTo>
                  <a:pt x="305401" y="56216"/>
                  <a:pt x="308669" y="46365"/>
                  <a:pt x="315205" y="39356"/>
                </a:cubicBezTo>
                <a:cubicBezTo>
                  <a:pt x="321740" y="32347"/>
                  <a:pt x="330218" y="28842"/>
                  <a:pt x="340637" y="28842"/>
                </a:cubicBezTo>
                <a:cubicBezTo>
                  <a:pt x="350725" y="28842"/>
                  <a:pt x="358965" y="32271"/>
                  <a:pt x="365359" y="39128"/>
                </a:cubicBezTo>
                <a:cubicBezTo>
                  <a:pt x="371753" y="45983"/>
                  <a:pt x="374949" y="55628"/>
                  <a:pt x="374949" y="68063"/>
                </a:cubicBezTo>
                <a:cubicBezTo>
                  <a:pt x="374949" y="68819"/>
                  <a:pt x="374926" y="69954"/>
                  <a:pt x="374878" y="71466"/>
                </a:cubicBezTo>
                <a:lnTo>
                  <a:pt x="318615" y="71466"/>
                </a:lnTo>
                <a:cubicBezTo>
                  <a:pt x="319088" y="79731"/>
                  <a:pt x="321433" y="86059"/>
                  <a:pt x="325648" y="90452"/>
                </a:cubicBezTo>
                <a:cubicBezTo>
                  <a:pt x="329863" y="94844"/>
                  <a:pt x="335120" y="97041"/>
                  <a:pt x="341419" y="97041"/>
                </a:cubicBezTo>
                <a:cubicBezTo>
                  <a:pt x="346107" y="97041"/>
                  <a:pt x="350109" y="95821"/>
                  <a:pt x="353424" y="93382"/>
                </a:cubicBezTo>
                <a:cubicBezTo>
                  <a:pt x="356739" y="90942"/>
                  <a:pt x="359368" y="87046"/>
                  <a:pt x="361310" y="81696"/>
                </a:cubicBezTo>
                <a:moveTo>
                  <a:pt x="319325" y="60810"/>
                </a:moveTo>
                <a:lnTo>
                  <a:pt x="361452" y="60810"/>
                </a:lnTo>
                <a:cubicBezTo>
                  <a:pt x="360883" y="54568"/>
                  <a:pt x="359273" y="49886"/>
                  <a:pt x="356621" y="46764"/>
                </a:cubicBezTo>
                <a:cubicBezTo>
                  <a:pt x="352548" y="41920"/>
                  <a:pt x="347267" y="39498"/>
                  <a:pt x="340779" y="39498"/>
                </a:cubicBezTo>
                <a:cubicBezTo>
                  <a:pt x="334907" y="39498"/>
                  <a:pt x="329969" y="41432"/>
                  <a:pt x="325967" y="45299"/>
                </a:cubicBezTo>
                <a:cubicBezTo>
                  <a:pt x="321965" y="49165"/>
                  <a:pt x="319751" y="54335"/>
                  <a:pt x="319325" y="60810"/>
                </a:cubicBezTo>
                <a:close/>
                <a:moveTo>
                  <a:pt x="390578" y="105992"/>
                </a:moveTo>
                <a:lnTo>
                  <a:pt x="390578" y="30547"/>
                </a:lnTo>
                <a:lnTo>
                  <a:pt x="402087" y="30547"/>
                </a:lnTo>
                <a:lnTo>
                  <a:pt x="402087" y="41203"/>
                </a:lnTo>
                <a:cubicBezTo>
                  <a:pt x="407628" y="32963"/>
                  <a:pt x="415632" y="28842"/>
                  <a:pt x="426098" y="28842"/>
                </a:cubicBezTo>
                <a:cubicBezTo>
                  <a:pt x="430645" y="28842"/>
                  <a:pt x="434824" y="29659"/>
                  <a:pt x="438637" y="31293"/>
                </a:cubicBezTo>
                <a:cubicBezTo>
                  <a:pt x="442449" y="32927"/>
                  <a:pt x="445303" y="35070"/>
                  <a:pt x="447197" y="37722"/>
                </a:cubicBezTo>
                <a:cubicBezTo>
                  <a:pt x="449092" y="40374"/>
                  <a:pt x="450418" y="43524"/>
                  <a:pt x="451175" y="47171"/>
                </a:cubicBezTo>
                <a:cubicBezTo>
                  <a:pt x="451649" y="49539"/>
                  <a:pt x="451886" y="53683"/>
                  <a:pt x="451886" y="59603"/>
                </a:cubicBezTo>
                <a:lnTo>
                  <a:pt x="451886" y="105992"/>
                </a:lnTo>
                <a:lnTo>
                  <a:pt x="439099" y="105992"/>
                </a:lnTo>
                <a:lnTo>
                  <a:pt x="439099" y="60051"/>
                </a:lnTo>
                <a:cubicBezTo>
                  <a:pt x="439099" y="54836"/>
                  <a:pt x="438601" y="50936"/>
                  <a:pt x="437607" y="48352"/>
                </a:cubicBezTo>
                <a:cubicBezTo>
                  <a:pt x="436612" y="45768"/>
                  <a:pt x="434848" y="43705"/>
                  <a:pt x="432314" y="42165"/>
                </a:cubicBezTo>
                <a:cubicBezTo>
                  <a:pt x="429781" y="40624"/>
                  <a:pt x="426809" y="39853"/>
                  <a:pt x="423399" y="39853"/>
                </a:cubicBezTo>
                <a:cubicBezTo>
                  <a:pt x="417952" y="39853"/>
                  <a:pt x="413252" y="41584"/>
                  <a:pt x="409297" y="45046"/>
                </a:cubicBezTo>
                <a:cubicBezTo>
                  <a:pt x="405343" y="48506"/>
                  <a:pt x="403365" y="55072"/>
                  <a:pt x="403365" y="64744"/>
                </a:cubicBezTo>
                <a:lnTo>
                  <a:pt x="403365" y="105992"/>
                </a:lnTo>
                <a:lnTo>
                  <a:pt x="390578" y="105992"/>
                </a:lnTo>
                <a:close/>
                <a:moveTo>
                  <a:pt x="499412" y="94696"/>
                </a:moveTo>
                <a:lnTo>
                  <a:pt x="501259" y="105992"/>
                </a:lnTo>
                <a:cubicBezTo>
                  <a:pt x="497660" y="106655"/>
                  <a:pt x="494439" y="106986"/>
                  <a:pt x="491598" y="106986"/>
                </a:cubicBezTo>
                <a:cubicBezTo>
                  <a:pt x="486956" y="106986"/>
                  <a:pt x="483357" y="106252"/>
                  <a:pt x="480799" y="104784"/>
                </a:cubicBezTo>
                <a:cubicBezTo>
                  <a:pt x="478242" y="103316"/>
                  <a:pt x="476442" y="101386"/>
                  <a:pt x="475400" y="98994"/>
                </a:cubicBezTo>
                <a:cubicBezTo>
                  <a:pt x="474359" y="96603"/>
                  <a:pt x="473838" y="91571"/>
                  <a:pt x="473838" y="83898"/>
                </a:cubicBezTo>
                <a:lnTo>
                  <a:pt x="473838" y="40493"/>
                </a:lnTo>
                <a:lnTo>
                  <a:pt x="464460" y="40493"/>
                </a:lnTo>
                <a:lnTo>
                  <a:pt x="464460" y="30547"/>
                </a:lnTo>
                <a:lnTo>
                  <a:pt x="473838" y="30547"/>
                </a:lnTo>
                <a:lnTo>
                  <a:pt x="473838" y="11813"/>
                </a:lnTo>
                <a:lnTo>
                  <a:pt x="486554" y="4120"/>
                </a:lnTo>
                <a:lnTo>
                  <a:pt x="486554" y="30547"/>
                </a:lnTo>
                <a:lnTo>
                  <a:pt x="499412" y="30547"/>
                </a:lnTo>
                <a:lnTo>
                  <a:pt x="499412" y="40493"/>
                </a:lnTo>
                <a:lnTo>
                  <a:pt x="486554" y="40493"/>
                </a:lnTo>
                <a:lnTo>
                  <a:pt x="486554" y="84609"/>
                </a:lnTo>
                <a:cubicBezTo>
                  <a:pt x="486554" y="88255"/>
                  <a:pt x="486779" y="90600"/>
                  <a:pt x="487229" y="91642"/>
                </a:cubicBezTo>
                <a:cubicBezTo>
                  <a:pt x="487679" y="92684"/>
                  <a:pt x="488413" y="93512"/>
                  <a:pt x="489431" y="94128"/>
                </a:cubicBezTo>
                <a:cubicBezTo>
                  <a:pt x="490449" y="94744"/>
                  <a:pt x="491905" y="95052"/>
                  <a:pt x="493800" y="95052"/>
                </a:cubicBezTo>
                <a:cubicBezTo>
                  <a:pt x="495221" y="95052"/>
                  <a:pt x="497091" y="94933"/>
                  <a:pt x="499412" y="94696"/>
                </a:cubicBezTo>
                <a:close/>
                <a:moveTo>
                  <a:pt x="543315" y="105992"/>
                </a:moveTo>
                <a:lnTo>
                  <a:pt x="502964" y="1847"/>
                </a:lnTo>
                <a:lnTo>
                  <a:pt x="517882" y="1847"/>
                </a:lnTo>
                <a:lnTo>
                  <a:pt x="544949" y="77505"/>
                </a:lnTo>
                <a:cubicBezTo>
                  <a:pt x="547127" y="83567"/>
                  <a:pt x="548950" y="89250"/>
                  <a:pt x="550419" y="94554"/>
                </a:cubicBezTo>
                <a:cubicBezTo>
                  <a:pt x="552029" y="88871"/>
                  <a:pt x="553900" y="83188"/>
                  <a:pt x="556031" y="77505"/>
                </a:cubicBezTo>
                <a:lnTo>
                  <a:pt x="584163" y="1847"/>
                </a:lnTo>
                <a:lnTo>
                  <a:pt x="598229" y="1847"/>
                </a:lnTo>
                <a:lnTo>
                  <a:pt x="557452" y="105992"/>
                </a:lnTo>
                <a:lnTo>
                  <a:pt x="543315" y="105992"/>
                </a:lnTo>
                <a:close/>
                <a:moveTo>
                  <a:pt x="606399" y="16623"/>
                </a:moveTo>
                <a:lnTo>
                  <a:pt x="606399" y="1847"/>
                </a:lnTo>
                <a:lnTo>
                  <a:pt x="619186" y="1847"/>
                </a:lnTo>
                <a:lnTo>
                  <a:pt x="619186" y="16623"/>
                </a:lnTo>
                <a:lnTo>
                  <a:pt x="606399" y="16623"/>
                </a:lnTo>
                <a:moveTo>
                  <a:pt x="606399" y="105992"/>
                </a:moveTo>
                <a:lnTo>
                  <a:pt x="606399" y="30547"/>
                </a:lnTo>
                <a:lnTo>
                  <a:pt x="619186" y="30547"/>
                </a:lnTo>
                <a:lnTo>
                  <a:pt x="619186" y="105992"/>
                </a:lnTo>
                <a:lnTo>
                  <a:pt x="606399" y="105992"/>
                </a:lnTo>
                <a:close/>
                <a:moveTo>
                  <a:pt x="690296" y="81696"/>
                </a:moveTo>
                <a:lnTo>
                  <a:pt x="703510" y="83330"/>
                </a:lnTo>
                <a:cubicBezTo>
                  <a:pt x="701426" y="91050"/>
                  <a:pt x="697566" y="97041"/>
                  <a:pt x="691930" y="101303"/>
                </a:cubicBezTo>
                <a:cubicBezTo>
                  <a:pt x="686294" y="105566"/>
                  <a:pt x="679096" y="107697"/>
                  <a:pt x="670334" y="107697"/>
                </a:cubicBezTo>
                <a:cubicBezTo>
                  <a:pt x="659299" y="107697"/>
                  <a:pt x="650549" y="104299"/>
                  <a:pt x="644085" y="97503"/>
                </a:cubicBezTo>
                <a:cubicBezTo>
                  <a:pt x="637620" y="90706"/>
                  <a:pt x="634388" y="81175"/>
                  <a:pt x="634388" y="68909"/>
                </a:cubicBezTo>
                <a:cubicBezTo>
                  <a:pt x="634388" y="56216"/>
                  <a:pt x="637656" y="46365"/>
                  <a:pt x="644191" y="39356"/>
                </a:cubicBezTo>
                <a:cubicBezTo>
                  <a:pt x="650727" y="32347"/>
                  <a:pt x="659204" y="28842"/>
                  <a:pt x="669624" y="28842"/>
                </a:cubicBezTo>
                <a:cubicBezTo>
                  <a:pt x="679711" y="28842"/>
                  <a:pt x="687952" y="32271"/>
                  <a:pt x="694346" y="39128"/>
                </a:cubicBezTo>
                <a:cubicBezTo>
                  <a:pt x="700739" y="45983"/>
                  <a:pt x="703936" y="55628"/>
                  <a:pt x="703936" y="68063"/>
                </a:cubicBezTo>
                <a:cubicBezTo>
                  <a:pt x="703936" y="68819"/>
                  <a:pt x="703912" y="69954"/>
                  <a:pt x="703865" y="71466"/>
                </a:cubicBezTo>
                <a:lnTo>
                  <a:pt x="647601" y="71466"/>
                </a:lnTo>
                <a:cubicBezTo>
                  <a:pt x="648075" y="79731"/>
                  <a:pt x="650419" y="86059"/>
                  <a:pt x="654634" y="90452"/>
                </a:cubicBezTo>
                <a:cubicBezTo>
                  <a:pt x="658849" y="94844"/>
                  <a:pt x="664106" y="97041"/>
                  <a:pt x="670405" y="97041"/>
                </a:cubicBezTo>
                <a:cubicBezTo>
                  <a:pt x="675094" y="97041"/>
                  <a:pt x="679096" y="95821"/>
                  <a:pt x="682411" y="93382"/>
                </a:cubicBezTo>
                <a:cubicBezTo>
                  <a:pt x="685726" y="90942"/>
                  <a:pt x="688355" y="87046"/>
                  <a:pt x="690296" y="81696"/>
                </a:cubicBezTo>
                <a:moveTo>
                  <a:pt x="648312" y="60810"/>
                </a:moveTo>
                <a:lnTo>
                  <a:pt x="690438" y="60810"/>
                </a:lnTo>
                <a:cubicBezTo>
                  <a:pt x="689870" y="54568"/>
                  <a:pt x="688260" y="49886"/>
                  <a:pt x="685608" y="46764"/>
                </a:cubicBezTo>
                <a:cubicBezTo>
                  <a:pt x="681535" y="41920"/>
                  <a:pt x="676254" y="39498"/>
                  <a:pt x="669766" y="39498"/>
                </a:cubicBezTo>
                <a:cubicBezTo>
                  <a:pt x="663893" y="39498"/>
                  <a:pt x="658956" y="41432"/>
                  <a:pt x="654954" y="45299"/>
                </a:cubicBezTo>
                <a:cubicBezTo>
                  <a:pt x="650952" y="49165"/>
                  <a:pt x="648738" y="54335"/>
                  <a:pt x="648312" y="60810"/>
                </a:cubicBezTo>
                <a:close/>
                <a:moveTo>
                  <a:pt x="733489" y="105992"/>
                </a:moveTo>
                <a:lnTo>
                  <a:pt x="710401" y="30547"/>
                </a:lnTo>
                <a:lnTo>
                  <a:pt x="723614" y="30547"/>
                </a:lnTo>
                <a:lnTo>
                  <a:pt x="735620" y="74088"/>
                </a:lnTo>
                <a:lnTo>
                  <a:pt x="740095" y="90292"/>
                </a:lnTo>
                <a:cubicBezTo>
                  <a:pt x="740285" y="89488"/>
                  <a:pt x="741587" y="84308"/>
                  <a:pt x="744003" y="74750"/>
                </a:cubicBezTo>
                <a:lnTo>
                  <a:pt x="756008" y="30547"/>
                </a:lnTo>
                <a:lnTo>
                  <a:pt x="769151" y="30547"/>
                </a:lnTo>
                <a:lnTo>
                  <a:pt x="780446" y="74299"/>
                </a:lnTo>
                <a:lnTo>
                  <a:pt x="784211" y="88729"/>
                </a:lnTo>
                <a:lnTo>
                  <a:pt x="788545" y="74164"/>
                </a:lnTo>
                <a:lnTo>
                  <a:pt x="801474" y="30547"/>
                </a:lnTo>
                <a:lnTo>
                  <a:pt x="813906" y="30547"/>
                </a:lnTo>
                <a:lnTo>
                  <a:pt x="790321" y="105992"/>
                </a:lnTo>
                <a:lnTo>
                  <a:pt x="777036" y="105992"/>
                </a:lnTo>
                <a:lnTo>
                  <a:pt x="765030" y="60786"/>
                </a:lnTo>
                <a:lnTo>
                  <a:pt x="762118" y="47952"/>
                </a:lnTo>
                <a:lnTo>
                  <a:pt x="746844" y="105992"/>
                </a:lnTo>
                <a:lnTo>
                  <a:pt x="733489" y="105992"/>
                </a:lnTo>
                <a:close/>
                <a:moveTo>
                  <a:pt x="851486" y="89084"/>
                </a:moveTo>
                <a:lnTo>
                  <a:pt x="851486" y="60668"/>
                </a:lnTo>
                <a:lnTo>
                  <a:pt x="823141" y="60668"/>
                </a:lnTo>
                <a:lnTo>
                  <a:pt x="823141" y="48591"/>
                </a:lnTo>
                <a:lnTo>
                  <a:pt x="851486" y="48591"/>
                </a:lnTo>
                <a:lnTo>
                  <a:pt x="851486" y="20317"/>
                </a:lnTo>
                <a:lnTo>
                  <a:pt x="863562" y="20317"/>
                </a:lnTo>
                <a:lnTo>
                  <a:pt x="863562" y="48591"/>
                </a:lnTo>
                <a:lnTo>
                  <a:pt x="891907" y="48591"/>
                </a:lnTo>
                <a:lnTo>
                  <a:pt x="891907" y="60668"/>
                </a:lnTo>
                <a:lnTo>
                  <a:pt x="863562" y="60668"/>
                </a:lnTo>
                <a:lnTo>
                  <a:pt x="863562" y="89084"/>
                </a:lnTo>
                <a:lnTo>
                  <a:pt x="851486" y="89084"/>
                </a:lnTo>
                <a:close/>
                <a:moveTo>
                  <a:pt x="940997" y="105992"/>
                </a:moveTo>
                <a:lnTo>
                  <a:pt x="900646" y="1847"/>
                </a:lnTo>
                <a:lnTo>
                  <a:pt x="915565" y="1847"/>
                </a:lnTo>
                <a:lnTo>
                  <a:pt x="942631" y="77505"/>
                </a:lnTo>
                <a:cubicBezTo>
                  <a:pt x="944809" y="83567"/>
                  <a:pt x="946633" y="89250"/>
                  <a:pt x="948101" y="94554"/>
                </a:cubicBezTo>
                <a:cubicBezTo>
                  <a:pt x="949711" y="88871"/>
                  <a:pt x="951582" y="83188"/>
                  <a:pt x="953713" y="77505"/>
                </a:cubicBezTo>
                <a:lnTo>
                  <a:pt x="981845" y="1847"/>
                </a:lnTo>
                <a:lnTo>
                  <a:pt x="995911" y="1847"/>
                </a:lnTo>
                <a:lnTo>
                  <a:pt x="955134" y="105992"/>
                </a:lnTo>
                <a:lnTo>
                  <a:pt x="940997" y="105992"/>
                </a:lnTo>
                <a:close/>
                <a:moveTo>
                  <a:pt x="1004080" y="16623"/>
                </a:moveTo>
                <a:lnTo>
                  <a:pt x="1004080" y="1847"/>
                </a:lnTo>
                <a:lnTo>
                  <a:pt x="1016867" y="1847"/>
                </a:lnTo>
                <a:lnTo>
                  <a:pt x="1016867" y="16623"/>
                </a:lnTo>
                <a:lnTo>
                  <a:pt x="1004080" y="16623"/>
                </a:lnTo>
                <a:moveTo>
                  <a:pt x="1004080" y="105992"/>
                </a:moveTo>
                <a:lnTo>
                  <a:pt x="1004080" y="30547"/>
                </a:lnTo>
                <a:lnTo>
                  <a:pt x="1016867" y="30547"/>
                </a:lnTo>
                <a:lnTo>
                  <a:pt x="1016867" y="105992"/>
                </a:lnTo>
                <a:lnTo>
                  <a:pt x="1004080" y="105992"/>
                </a:lnTo>
                <a:close/>
                <a:moveTo>
                  <a:pt x="1087979" y="81696"/>
                </a:moveTo>
                <a:lnTo>
                  <a:pt x="1101193" y="83330"/>
                </a:lnTo>
                <a:cubicBezTo>
                  <a:pt x="1099109" y="91050"/>
                  <a:pt x="1095249" y="97041"/>
                  <a:pt x="1089613" y="101303"/>
                </a:cubicBezTo>
                <a:cubicBezTo>
                  <a:pt x="1083977" y="105566"/>
                  <a:pt x="1076778" y="107697"/>
                  <a:pt x="1068017" y="107697"/>
                </a:cubicBezTo>
                <a:cubicBezTo>
                  <a:pt x="1056982" y="107697"/>
                  <a:pt x="1048232" y="104299"/>
                  <a:pt x="1041768" y="97503"/>
                </a:cubicBezTo>
                <a:cubicBezTo>
                  <a:pt x="1035303" y="90706"/>
                  <a:pt x="1032071" y="81175"/>
                  <a:pt x="1032071" y="68909"/>
                </a:cubicBezTo>
                <a:cubicBezTo>
                  <a:pt x="1032071" y="56216"/>
                  <a:pt x="1035338" y="46365"/>
                  <a:pt x="1041874" y="39356"/>
                </a:cubicBezTo>
                <a:cubicBezTo>
                  <a:pt x="1048410" y="32347"/>
                  <a:pt x="1056887" y="28842"/>
                  <a:pt x="1067306" y="28842"/>
                </a:cubicBezTo>
                <a:cubicBezTo>
                  <a:pt x="1077394" y="28842"/>
                  <a:pt x="1085635" y="32271"/>
                  <a:pt x="1092028" y="39128"/>
                </a:cubicBezTo>
                <a:cubicBezTo>
                  <a:pt x="1098422" y="45983"/>
                  <a:pt x="1101619" y="55628"/>
                  <a:pt x="1101619" y="68063"/>
                </a:cubicBezTo>
                <a:cubicBezTo>
                  <a:pt x="1101619" y="68819"/>
                  <a:pt x="1101595" y="69954"/>
                  <a:pt x="1101548" y="71466"/>
                </a:cubicBezTo>
                <a:lnTo>
                  <a:pt x="1045284" y="71466"/>
                </a:lnTo>
                <a:cubicBezTo>
                  <a:pt x="1045758" y="79731"/>
                  <a:pt x="1048102" y="86059"/>
                  <a:pt x="1052317" y="90452"/>
                </a:cubicBezTo>
                <a:cubicBezTo>
                  <a:pt x="1056532" y="94844"/>
                  <a:pt x="1061789" y="97041"/>
                  <a:pt x="1068088" y="97041"/>
                </a:cubicBezTo>
                <a:cubicBezTo>
                  <a:pt x="1072777" y="97041"/>
                  <a:pt x="1076778" y="95821"/>
                  <a:pt x="1080094" y="93382"/>
                </a:cubicBezTo>
                <a:cubicBezTo>
                  <a:pt x="1083409" y="90942"/>
                  <a:pt x="1086037" y="87046"/>
                  <a:pt x="1087979" y="81696"/>
                </a:cubicBezTo>
                <a:moveTo>
                  <a:pt x="1045994" y="60810"/>
                </a:moveTo>
                <a:lnTo>
                  <a:pt x="1088121" y="60810"/>
                </a:lnTo>
                <a:cubicBezTo>
                  <a:pt x="1087553" y="54568"/>
                  <a:pt x="1085943" y="49886"/>
                  <a:pt x="1083290" y="46764"/>
                </a:cubicBezTo>
                <a:cubicBezTo>
                  <a:pt x="1079218" y="41920"/>
                  <a:pt x="1073937" y="39498"/>
                  <a:pt x="1067449" y="39498"/>
                </a:cubicBezTo>
                <a:cubicBezTo>
                  <a:pt x="1061576" y="39498"/>
                  <a:pt x="1056639" y="41432"/>
                  <a:pt x="1052637" y="45299"/>
                </a:cubicBezTo>
                <a:cubicBezTo>
                  <a:pt x="1048635" y="49165"/>
                  <a:pt x="1046421" y="54335"/>
                  <a:pt x="1045994" y="60810"/>
                </a:cubicBezTo>
                <a:close/>
                <a:moveTo>
                  <a:pt x="1131171" y="105992"/>
                </a:moveTo>
                <a:lnTo>
                  <a:pt x="1108083" y="30547"/>
                </a:lnTo>
                <a:lnTo>
                  <a:pt x="1121296" y="30547"/>
                </a:lnTo>
                <a:lnTo>
                  <a:pt x="1133302" y="74088"/>
                </a:lnTo>
                <a:lnTo>
                  <a:pt x="1137777" y="90292"/>
                </a:lnTo>
                <a:cubicBezTo>
                  <a:pt x="1137967" y="89488"/>
                  <a:pt x="1139269" y="84308"/>
                  <a:pt x="1141685" y="74750"/>
                </a:cubicBezTo>
                <a:lnTo>
                  <a:pt x="1153690" y="30547"/>
                </a:lnTo>
                <a:lnTo>
                  <a:pt x="1166833" y="30547"/>
                </a:lnTo>
                <a:lnTo>
                  <a:pt x="1178128" y="74299"/>
                </a:lnTo>
                <a:lnTo>
                  <a:pt x="1181893" y="88729"/>
                </a:lnTo>
                <a:lnTo>
                  <a:pt x="1186227" y="74164"/>
                </a:lnTo>
                <a:lnTo>
                  <a:pt x="1199156" y="30547"/>
                </a:lnTo>
                <a:lnTo>
                  <a:pt x="1211588" y="30547"/>
                </a:lnTo>
                <a:lnTo>
                  <a:pt x="1188003" y="105992"/>
                </a:lnTo>
                <a:lnTo>
                  <a:pt x="1174718" y="105992"/>
                </a:lnTo>
                <a:lnTo>
                  <a:pt x="1162712" y="60786"/>
                </a:lnTo>
                <a:lnTo>
                  <a:pt x="1159800" y="47952"/>
                </a:lnTo>
                <a:lnTo>
                  <a:pt x="1144526" y="105992"/>
                </a:lnTo>
                <a:lnTo>
                  <a:pt x="1131171" y="105992"/>
                </a:lnTo>
                <a:close/>
                <a:moveTo>
                  <a:pt x="1223523" y="105992"/>
                </a:moveTo>
                <a:lnTo>
                  <a:pt x="1223523" y="1847"/>
                </a:lnTo>
                <a:lnTo>
                  <a:pt x="1244266" y="1847"/>
                </a:lnTo>
                <a:lnTo>
                  <a:pt x="1268917" y="75587"/>
                </a:lnTo>
                <a:cubicBezTo>
                  <a:pt x="1271191" y="82454"/>
                  <a:pt x="1272848" y="87592"/>
                  <a:pt x="1273890" y="91002"/>
                </a:cubicBezTo>
                <a:cubicBezTo>
                  <a:pt x="1275074" y="87214"/>
                  <a:pt x="1276921" y="81649"/>
                  <a:pt x="1279431" y="74308"/>
                </a:cubicBezTo>
                <a:lnTo>
                  <a:pt x="1304366" y="1847"/>
                </a:lnTo>
                <a:lnTo>
                  <a:pt x="1322908" y="1847"/>
                </a:lnTo>
                <a:lnTo>
                  <a:pt x="1322908" y="105992"/>
                </a:lnTo>
                <a:lnTo>
                  <a:pt x="1309623" y="105992"/>
                </a:lnTo>
                <a:lnTo>
                  <a:pt x="1309623" y="18826"/>
                </a:lnTo>
                <a:lnTo>
                  <a:pt x="1279360" y="105992"/>
                </a:lnTo>
                <a:lnTo>
                  <a:pt x="1266928" y="105992"/>
                </a:lnTo>
                <a:lnTo>
                  <a:pt x="1236807" y="17334"/>
                </a:lnTo>
                <a:lnTo>
                  <a:pt x="1236807" y="105992"/>
                </a:lnTo>
                <a:lnTo>
                  <a:pt x="1223523" y="105992"/>
                </a:lnTo>
                <a:close/>
                <a:moveTo>
                  <a:pt x="1338749" y="68270"/>
                </a:moveTo>
                <a:cubicBezTo>
                  <a:pt x="1338749" y="54298"/>
                  <a:pt x="1342633" y="43950"/>
                  <a:pt x="1350400" y="37225"/>
                </a:cubicBezTo>
                <a:cubicBezTo>
                  <a:pt x="1356888" y="31637"/>
                  <a:pt x="1364797" y="28842"/>
                  <a:pt x="1374127" y="28842"/>
                </a:cubicBezTo>
                <a:cubicBezTo>
                  <a:pt x="1384499" y="28842"/>
                  <a:pt x="1392976" y="32240"/>
                  <a:pt x="1399559" y="39037"/>
                </a:cubicBezTo>
                <a:cubicBezTo>
                  <a:pt x="1406142" y="45833"/>
                  <a:pt x="1409434" y="55222"/>
                  <a:pt x="1409434" y="67204"/>
                </a:cubicBezTo>
                <a:cubicBezTo>
                  <a:pt x="1409434" y="76913"/>
                  <a:pt x="1407978" y="84550"/>
                  <a:pt x="1405065" y="90114"/>
                </a:cubicBezTo>
                <a:cubicBezTo>
                  <a:pt x="1402152" y="95679"/>
                  <a:pt x="1397914" y="100001"/>
                  <a:pt x="1392349" y="103079"/>
                </a:cubicBezTo>
                <a:cubicBezTo>
                  <a:pt x="1386784" y="106158"/>
                  <a:pt x="1380710" y="107697"/>
                  <a:pt x="1374127" y="107697"/>
                </a:cubicBezTo>
                <a:cubicBezTo>
                  <a:pt x="1363566" y="107697"/>
                  <a:pt x="1355029" y="104311"/>
                  <a:pt x="1348517" y="97538"/>
                </a:cubicBezTo>
                <a:cubicBezTo>
                  <a:pt x="1342005" y="90766"/>
                  <a:pt x="1338749" y="81009"/>
                  <a:pt x="1338749" y="68270"/>
                </a:cubicBezTo>
                <a:moveTo>
                  <a:pt x="1351892" y="68234"/>
                </a:moveTo>
                <a:cubicBezTo>
                  <a:pt x="1351892" y="77860"/>
                  <a:pt x="1353999" y="85068"/>
                  <a:pt x="1358214" y="89857"/>
                </a:cubicBezTo>
                <a:cubicBezTo>
                  <a:pt x="1362429" y="94646"/>
                  <a:pt x="1367733" y="97041"/>
                  <a:pt x="1374127" y="97041"/>
                </a:cubicBezTo>
                <a:cubicBezTo>
                  <a:pt x="1380473" y="97041"/>
                  <a:pt x="1385754" y="94634"/>
                  <a:pt x="1389969" y="89821"/>
                </a:cubicBezTo>
                <a:cubicBezTo>
                  <a:pt x="1394184" y="85008"/>
                  <a:pt x="1396292" y="77671"/>
                  <a:pt x="1396292" y="67810"/>
                </a:cubicBezTo>
                <a:cubicBezTo>
                  <a:pt x="1396292" y="58514"/>
                  <a:pt x="1394172" y="51471"/>
                  <a:pt x="1389934" y="46682"/>
                </a:cubicBezTo>
                <a:cubicBezTo>
                  <a:pt x="1385695" y="41893"/>
                  <a:pt x="1380426" y="39498"/>
                  <a:pt x="1374127" y="39498"/>
                </a:cubicBezTo>
                <a:cubicBezTo>
                  <a:pt x="1367733" y="39498"/>
                  <a:pt x="1362429" y="41881"/>
                  <a:pt x="1358214" y="46647"/>
                </a:cubicBezTo>
                <a:cubicBezTo>
                  <a:pt x="1353999" y="51412"/>
                  <a:pt x="1351892" y="58608"/>
                  <a:pt x="1351892" y="68234"/>
                </a:cubicBezTo>
                <a:close/>
                <a:moveTo>
                  <a:pt x="1473370" y="105992"/>
                </a:moveTo>
                <a:lnTo>
                  <a:pt x="1473370" y="96472"/>
                </a:lnTo>
                <a:cubicBezTo>
                  <a:pt x="1468587" y="103955"/>
                  <a:pt x="1461554" y="107697"/>
                  <a:pt x="1452271" y="107697"/>
                </a:cubicBezTo>
                <a:cubicBezTo>
                  <a:pt x="1446257" y="107697"/>
                  <a:pt x="1440727" y="106039"/>
                  <a:pt x="1435684" y="102724"/>
                </a:cubicBezTo>
                <a:cubicBezTo>
                  <a:pt x="1430640" y="99409"/>
                  <a:pt x="1426733" y="94779"/>
                  <a:pt x="1423962" y="88836"/>
                </a:cubicBezTo>
                <a:cubicBezTo>
                  <a:pt x="1421191" y="82892"/>
                  <a:pt x="1419806" y="76060"/>
                  <a:pt x="1419806" y="68341"/>
                </a:cubicBezTo>
                <a:cubicBezTo>
                  <a:pt x="1419806" y="60810"/>
                  <a:pt x="1421061" y="53979"/>
                  <a:pt x="1423571" y="47845"/>
                </a:cubicBezTo>
                <a:cubicBezTo>
                  <a:pt x="1426081" y="41712"/>
                  <a:pt x="1429847" y="37012"/>
                  <a:pt x="1434867" y="33744"/>
                </a:cubicBezTo>
                <a:cubicBezTo>
                  <a:pt x="1439887" y="30476"/>
                  <a:pt x="1445499" y="28842"/>
                  <a:pt x="1451703" y="28842"/>
                </a:cubicBezTo>
                <a:cubicBezTo>
                  <a:pt x="1456250" y="28842"/>
                  <a:pt x="1460299" y="29801"/>
                  <a:pt x="1463851" y="31719"/>
                </a:cubicBezTo>
                <a:cubicBezTo>
                  <a:pt x="1467403" y="33637"/>
                  <a:pt x="1470292" y="36136"/>
                  <a:pt x="1472518" y="39214"/>
                </a:cubicBezTo>
                <a:lnTo>
                  <a:pt x="1472518" y="1847"/>
                </a:lnTo>
                <a:lnTo>
                  <a:pt x="1485234" y="1847"/>
                </a:lnTo>
                <a:lnTo>
                  <a:pt x="1485234" y="105992"/>
                </a:lnTo>
                <a:lnTo>
                  <a:pt x="1473370" y="105992"/>
                </a:lnTo>
                <a:moveTo>
                  <a:pt x="1432949" y="68305"/>
                </a:moveTo>
                <a:cubicBezTo>
                  <a:pt x="1432949" y="77931"/>
                  <a:pt x="1434985" y="85127"/>
                  <a:pt x="1439058" y="89892"/>
                </a:cubicBezTo>
                <a:cubicBezTo>
                  <a:pt x="1443131" y="94658"/>
                  <a:pt x="1447938" y="97041"/>
                  <a:pt x="1453479" y="97041"/>
                </a:cubicBezTo>
                <a:cubicBezTo>
                  <a:pt x="1459068" y="97041"/>
                  <a:pt x="1463816" y="94765"/>
                  <a:pt x="1467723" y="90212"/>
                </a:cubicBezTo>
                <a:cubicBezTo>
                  <a:pt x="1471630" y="85658"/>
                  <a:pt x="1473584" y="78709"/>
                  <a:pt x="1473584" y="69366"/>
                </a:cubicBezTo>
                <a:cubicBezTo>
                  <a:pt x="1473584" y="59080"/>
                  <a:pt x="1471594" y="51531"/>
                  <a:pt x="1467616" y="46718"/>
                </a:cubicBezTo>
                <a:cubicBezTo>
                  <a:pt x="1463638" y="41905"/>
                  <a:pt x="1458736" y="39498"/>
                  <a:pt x="1452911" y="39498"/>
                </a:cubicBezTo>
                <a:cubicBezTo>
                  <a:pt x="1447228" y="39498"/>
                  <a:pt x="1442480" y="41811"/>
                  <a:pt x="1438667" y="46436"/>
                </a:cubicBezTo>
                <a:cubicBezTo>
                  <a:pt x="1434855" y="51059"/>
                  <a:pt x="1432949" y="58349"/>
                  <a:pt x="1432949" y="68305"/>
                </a:cubicBezTo>
                <a:close/>
                <a:moveTo>
                  <a:pt x="1556984" y="81696"/>
                </a:moveTo>
                <a:lnTo>
                  <a:pt x="1570198" y="83330"/>
                </a:lnTo>
                <a:cubicBezTo>
                  <a:pt x="1568114" y="91050"/>
                  <a:pt x="1564254" y="97041"/>
                  <a:pt x="1558618" y="101303"/>
                </a:cubicBezTo>
                <a:cubicBezTo>
                  <a:pt x="1552982" y="105566"/>
                  <a:pt x="1545784" y="107697"/>
                  <a:pt x="1537022" y="107697"/>
                </a:cubicBezTo>
                <a:cubicBezTo>
                  <a:pt x="1525987" y="107697"/>
                  <a:pt x="1517237" y="104299"/>
                  <a:pt x="1510773" y="97503"/>
                </a:cubicBezTo>
                <a:cubicBezTo>
                  <a:pt x="1504308" y="90706"/>
                  <a:pt x="1501076" y="81175"/>
                  <a:pt x="1501076" y="68909"/>
                </a:cubicBezTo>
                <a:cubicBezTo>
                  <a:pt x="1501076" y="56216"/>
                  <a:pt x="1504344" y="46365"/>
                  <a:pt x="1510879" y="39356"/>
                </a:cubicBezTo>
                <a:cubicBezTo>
                  <a:pt x="1517415" y="32347"/>
                  <a:pt x="1525892" y="28842"/>
                  <a:pt x="1536312" y="28842"/>
                </a:cubicBezTo>
                <a:cubicBezTo>
                  <a:pt x="1546399" y="28842"/>
                  <a:pt x="1554640" y="32271"/>
                  <a:pt x="1561034" y="39128"/>
                </a:cubicBezTo>
                <a:cubicBezTo>
                  <a:pt x="1567427" y="45983"/>
                  <a:pt x="1570624" y="55628"/>
                  <a:pt x="1570624" y="68063"/>
                </a:cubicBezTo>
                <a:cubicBezTo>
                  <a:pt x="1570624" y="68819"/>
                  <a:pt x="1570600" y="69954"/>
                  <a:pt x="1570553" y="71466"/>
                </a:cubicBezTo>
                <a:lnTo>
                  <a:pt x="1514289" y="71466"/>
                </a:lnTo>
                <a:cubicBezTo>
                  <a:pt x="1514763" y="79731"/>
                  <a:pt x="1517107" y="86059"/>
                  <a:pt x="1521322" y="90452"/>
                </a:cubicBezTo>
                <a:cubicBezTo>
                  <a:pt x="1525537" y="94844"/>
                  <a:pt x="1530794" y="97041"/>
                  <a:pt x="1537093" y="97041"/>
                </a:cubicBezTo>
                <a:cubicBezTo>
                  <a:pt x="1541782" y="97041"/>
                  <a:pt x="1545784" y="95821"/>
                  <a:pt x="1549099" y="93382"/>
                </a:cubicBezTo>
                <a:cubicBezTo>
                  <a:pt x="1552414" y="90942"/>
                  <a:pt x="1555043" y="87046"/>
                  <a:pt x="1556984" y="81696"/>
                </a:cubicBezTo>
                <a:moveTo>
                  <a:pt x="1515000" y="60810"/>
                </a:moveTo>
                <a:lnTo>
                  <a:pt x="1557126" y="60810"/>
                </a:lnTo>
                <a:cubicBezTo>
                  <a:pt x="1556558" y="54568"/>
                  <a:pt x="1554948" y="49886"/>
                  <a:pt x="1552296" y="46764"/>
                </a:cubicBezTo>
                <a:cubicBezTo>
                  <a:pt x="1548223" y="41920"/>
                  <a:pt x="1542942" y="39498"/>
                  <a:pt x="1536454" y="39498"/>
                </a:cubicBezTo>
                <a:cubicBezTo>
                  <a:pt x="1530581" y="39498"/>
                  <a:pt x="1525644" y="41432"/>
                  <a:pt x="1521642" y="45299"/>
                </a:cubicBezTo>
                <a:cubicBezTo>
                  <a:pt x="1517640" y="49165"/>
                  <a:pt x="1515426" y="54335"/>
                  <a:pt x="1515000" y="60810"/>
                </a:cubicBezTo>
                <a:close/>
                <a:moveTo>
                  <a:pt x="1585968" y="105992"/>
                </a:moveTo>
                <a:lnTo>
                  <a:pt x="1585968" y="1847"/>
                </a:lnTo>
                <a:lnTo>
                  <a:pt x="1598756" y="1847"/>
                </a:lnTo>
                <a:lnTo>
                  <a:pt x="1598756" y="105992"/>
                </a:lnTo>
                <a:lnTo>
                  <a:pt x="1585968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+llmOutput:String?">
            <a:extLst xmlns:a="http://schemas.openxmlformats.org/drawingml/2006/main">
              <a:ext uri="{FF2B5EF4-FFF2-40B4-BE49-F238E27FC236}">
                <a16:creationId xmlns:a16="http://schemas.microsoft.com/office/drawing/2014/main" id="{E10FDA43-8E5B-4547-9846-415A6567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234" y="986273"/>
            <a:ext cx="1274387" cy="136681"/>
          </a:xfrm>
          <a:custGeom xmlns:a="http://schemas.openxmlformats.org/drawingml/2006/main">
            <a:pathLst>
              <a:path w="1274387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26593" y="105992"/>
                </a:moveTo>
                <a:lnTo>
                  <a:pt x="126593" y="1847"/>
                </a:lnTo>
                <a:lnTo>
                  <a:pt x="139380" y="1847"/>
                </a:lnTo>
                <a:lnTo>
                  <a:pt x="139380" y="105992"/>
                </a:lnTo>
                <a:lnTo>
                  <a:pt x="126593" y="105992"/>
                </a:lnTo>
                <a:close/>
                <a:moveTo>
                  <a:pt x="158916" y="105992"/>
                </a:moveTo>
                <a:lnTo>
                  <a:pt x="158916" y="1847"/>
                </a:lnTo>
                <a:lnTo>
                  <a:pt x="171703" y="1847"/>
                </a:lnTo>
                <a:lnTo>
                  <a:pt x="171703" y="105992"/>
                </a:lnTo>
                <a:lnTo>
                  <a:pt x="158916" y="105992"/>
                </a:lnTo>
                <a:close/>
                <a:moveTo>
                  <a:pt x="191524" y="105992"/>
                </a:moveTo>
                <a:lnTo>
                  <a:pt x="191524" y="30547"/>
                </a:lnTo>
                <a:lnTo>
                  <a:pt x="202962" y="30547"/>
                </a:lnTo>
                <a:lnTo>
                  <a:pt x="202962" y="41061"/>
                </a:lnTo>
                <a:cubicBezTo>
                  <a:pt x="205330" y="37388"/>
                  <a:pt x="208479" y="34433"/>
                  <a:pt x="212410" y="32197"/>
                </a:cubicBezTo>
                <a:cubicBezTo>
                  <a:pt x="216341" y="29960"/>
                  <a:pt x="220816" y="28842"/>
                  <a:pt x="225837" y="28842"/>
                </a:cubicBezTo>
                <a:cubicBezTo>
                  <a:pt x="231425" y="28842"/>
                  <a:pt x="236007" y="29997"/>
                  <a:pt x="239583" y="32305"/>
                </a:cubicBezTo>
                <a:cubicBezTo>
                  <a:pt x="243158" y="34613"/>
                  <a:pt x="245680" y="37839"/>
                  <a:pt x="247149" y="41985"/>
                </a:cubicBezTo>
                <a:cubicBezTo>
                  <a:pt x="253116" y="33223"/>
                  <a:pt x="260883" y="28842"/>
                  <a:pt x="270450" y="28842"/>
                </a:cubicBezTo>
                <a:cubicBezTo>
                  <a:pt x="277933" y="28842"/>
                  <a:pt x="283687" y="30914"/>
                  <a:pt x="287712" y="35058"/>
                </a:cubicBezTo>
                <a:cubicBezTo>
                  <a:pt x="291738" y="39202"/>
                  <a:pt x="293751" y="45584"/>
                  <a:pt x="293751" y="54204"/>
                </a:cubicBezTo>
                <a:lnTo>
                  <a:pt x="293751" y="105992"/>
                </a:lnTo>
                <a:lnTo>
                  <a:pt x="281035" y="105992"/>
                </a:lnTo>
                <a:lnTo>
                  <a:pt x="281035" y="58415"/>
                </a:lnTo>
                <a:cubicBezTo>
                  <a:pt x="281035" y="53294"/>
                  <a:pt x="280620" y="49608"/>
                  <a:pt x="279791" y="47357"/>
                </a:cubicBezTo>
                <a:cubicBezTo>
                  <a:pt x="278963" y="45105"/>
                  <a:pt x="277459" y="43291"/>
                  <a:pt x="275280" y="41916"/>
                </a:cubicBezTo>
                <a:cubicBezTo>
                  <a:pt x="273102" y="40541"/>
                  <a:pt x="270544" y="39853"/>
                  <a:pt x="267608" y="39853"/>
                </a:cubicBezTo>
                <a:cubicBezTo>
                  <a:pt x="262304" y="39853"/>
                  <a:pt x="257899" y="41620"/>
                  <a:pt x="254395" y="45153"/>
                </a:cubicBezTo>
                <a:cubicBezTo>
                  <a:pt x="250890" y="48684"/>
                  <a:pt x="249138" y="54338"/>
                  <a:pt x="249138" y="62113"/>
                </a:cubicBezTo>
                <a:lnTo>
                  <a:pt x="249138" y="105992"/>
                </a:lnTo>
                <a:lnTo>
                  <a:pt x="236350" y="105992"/>
                </a:lnTo>
                <a:lnTo>
                  <a:pt x="236350" y="56921"/>
                </a:lnTo>
                <a:cubicBezTo>
                  <a:pt x="236350" y="51232"/>
                  <a:pt x="235309" y="46965"/>
                  <a:pt x="233225" y="44120"/>
                </a:cubicBezTo>
                <a:cubicBezTo>
                  <a:pt x="231141" y="41276"/>
                  <a:pt x="227731" y="39853"/>
                  <a:pt x="222995" y="39853"/>
                </a:cubicBezTo>
                <a:cubicBezTo>
                  <a:pt x="219396" y="39853"/>
                  <a:pt x="216069" y="40802"/>
                  <a:pt x="213014" y="42700"/>
                </a:cubicBezTo>
                <a:cubicBezTo>
                  <a:pt x="209959" y="44595"/>
                  <a:pt x="207745" y="47369"/>
                  <a:pt x="206372" y="51020"/>
                </a:cubicBezTo>
                <a:cubicBezTo>
                  <a:pt x="204998" y="54670"/>
                  <a:pt x="204311" y="59932"/>
                  <a:pt x="204311" y="66807"/>
                </a:cubicBezTo>
                <a:lnTo>
                  <a:pt x="204311" y="105992"/>
                </a:lnTo>
                <a:lnTo>
                  <a:pt x="191524" y="105992"/>
                </a:lnTo>
                <a:close/>
                <a:moveTo>
                  <a:pt x="310161" y="55234"/>
                </a:moveTo>
                <a:cubicBezTo>
                  <a:pt x="310161" y="37958"/>
                  <a:pt x="314803" y="24433"/>
                  <a:pt x="324085" y="14661"/>
                </a:cubicBezTo>
                <a:cubicBezTo>
                  <a:pt x="333368" y="4887"/>
                  <a:pt x="345350" y="0"/>
                  <a:pt x="360031" y="0"/>
                </a:cubicBezTo>
                <a:cubicBezTo>
                  <a:pt x="369646" y="0"/>
                  <a:pt x="378312" y="2295"/>
                  <a:pt x="386032" y="6886"/>
                </a:cubicBezTo>
                <a:cubicBezTo>
                  <a:pt x="393752" y="11477"/>
                  <a:pt x="399636" y="17879"/>
                  <a:pt x="403686" y="26092"/>
                </a:cubicBezTo>
                <a:cubicBezTo>
                  <a:pt x="407735" y="34303"/>
                  <a:pt x="409759" y="43614"/>
                  <a:pt x="409759" y="54026"/>
                </a:cubicBezTo>
                <a:cubicBezTo>
                  <a:pt x="409759" y="64580"/>
                  <a:pt x="407628" y="74022"/>
                  <a:pt x="403366" y="82353"/>
                </a:cubicBezTo>
                <a:cubicBezTo>
                  <a:pt x="399103" y="90683"/>
                  <a:pt x="393065" y="96989"/>
                  <a:pt x="385251" y="101272"/>
                </a:cubicBezTo>
                <a:cubicBezTo>
                  <a:pt x="377436" y="105555"/>
                  <a:pt x="369006" y="107697"/>
                  <a:pt x="359960" y="107697"/>
                </a:cubicBezTo>
                <a:cubicBezTo>
                  <a:pt x="350157" y="107697"/>
                  <a:pt x="341395" y="105330"/>
                  <a:pt x="333676" y="100597"/>
                </a:cubicBezTo>
                <a:cubicBezTo>
                  <a:pt x="325956" y="95864"/>
                  <a:pt x="320107" y="89404"/>
                  <a:pt x="316129" y="81217"/>
                </a:cubicBezTo>
                <a:cubicBezTo>
                  <a:pt x="312150" y="73029"/>
                  <a:pt x="310161" y="64368"/>
                  <a:pt x="310161" y="55234"/>
                </a:cubicBezTo>
                <a:moveTo>
                  <a:pt x="324369" y="55413"/>
                </a:moveTo>
                <a:cubicBezTo>
                  <a:pt x="324369" y="67986"/>
                  <a:pt x="327744" y="77890"/>
                  <a:pt x="334493" y="85124"/>
                </a:cubicBezTo>
                <a:cubicBezTo>
                  <a:pt x="341241" y="92358"/>
                  <a:pt x="349707" y="95975"/>
                  <a:pt x="359889" y="95975"/>
                </a:cubicBezTo>
                <a:cubicBezTo>
                  <a:pt x="370261" y="95975"/>
                  <a:pt x="378798" y="92323"/>
                  <a:pt x="385499" y="85017"/>
                </a:cubicBezTo>
                <a:cubicBezTo>
                  <a:pt x="392201" y="77710"/>
                  <a:pt x="395551" y="67345"/>
                  <a:pt x="395551" y="53919"/>
                </a:cubicBezTo>
                <a:cubicBezTo>
                  <a:pt x="395551" y="45427"/>
                  <a:pt x="394119" y="38015"/>
                  <a:pt x="391254" y="31682"/>
                </a:cubicBezTo>
                <a:cubicBezTo>
                  <a:pt x="388388" y="25349"/>
                  <a:pt x="384197" y="20439"/>
                  <a:pt x="378679" y="16952"/>
                </a:cubicBezTo>
                <a:cubicBezTo>
                  <a:pt x="373162" y="13465"/>
                  <a:pt x="366970" y="11722"/>
                  <a:pt x="360102" y="11722"/>
                </a:cubicBezTo>
                <a:cubicBezTo>
                  <a:pt x="350346" y="11722"/>
                  <a:pt x="341952" y="15078"/>
                  <a:pt x="334919" y="21792"/>
                </a:cubicBezTo>
                <a:cubicBezTo>
                  <a:pt x="327886" y="28503"/>
                  <a:pt x="324369" y="39711"/>
                  <a:pt x="324369" y="55413"/>
                </a:cubicBezTo>
                <a:close/>
                <a:moveTo>
                  <a:pt x="475329" y="105992"/>
                </a:moveTo>
                <a:lnTo>
                  <a:pt x="475329" y="94910"/>
                </a:lnTo>
                <a:cubicBezTo>
                  <a:pt x="469456" y="103434"/>
                  <a:pt x="461476" y="107697"/>
                  <a:pt x="451388" y="107697"/>
                </a:cubicBezTo>
                <a:cubicBezTo>
                  <a:pt x="446936" y="107697"/>
                  <a:pt x="442781" y="106844"/>
                  <a:pt x="438921" y="105139"/>
                </a:cubicBezTo>
                <a:cubicBezTo>
                  <a:pt x="435061" y="103434"/>
                  <a:pt x="432196" y="101291"/>
                  <a:pt x="430325" y="98710"/>
                </a:cubicBezTo>
                <a:cubicBezTo>
                  <a:pt x="428454" y="96129"/>
                  <a:pt x="427140" y="92968"/>
                  <a:pt x="426382" y="89226"/>
                </a:cubicBezTo>
                <a:cubicBezTo>
                  <a:pt x="425861" y="86716"/>
                  <a:pt x="425601" y="82738"/>
                  <a:pt x="425601" y="77292"/>
                </a:cubicBezTo>
                <a:lnTo>
                  <a:pt x="425601" y="30547"/>
                </a:lnTo>
                <a:lnTo>
                  <a:pt x="438388" y="30547"/>
                </a:lnTo>
                <a:lnTo>
                  <a:pt x="438388" y="72390"/>
                </a:lnTo>
                <a:cubicBezTo>
                  <a:pt x="438388" y="79068"/>
                  <a:pt x="438648" y="83567"/>
                  <a:pt x="439169" y="85887"/>
                </a:cubicBezTo>
                <a:cubicBezTo>
                  <a:pt x="439975" y="89250"/>
                  <a:pt x="441679" y="91890"/>
                  <a:pt x="444284" y="93808"/>
                </a:cubicBezTo>
                <a:cubicBezTo>
                  <a:pt x="446889" y="95727"/>
                  <a:pt x="450110" y="96686"/>
                  <a:pt x="453946" y="96686"/>
                </a:cubicBezTo>
                <a:cubicBezTo>
                  <a:pt x="457782" y="96686"/>
                  <a:pt x="461381" y="95703"/>
                  <a:pt x="464744" y="93737"/>
                </a:cubicBezTo>
                <a:cubicBezTo>
                  <a:pt x="468106" y="91772"/>
                  <a:pt x="470486" y="89096"/>
                  <a:pt x="471883" y="85710"/>
                </a:cubicBezTo>
                <a:cubicBezTo>
                  <a:pt x="473280" y="82324"/>
                  <a:pt x="473979" y="77410"/>
                  <a:pt x="473979" y="70969"/>
                </a:cubicBezTo>
                <a:lnTo>
                  <a:pt x="473979" y="30547"/>
                </a:lnTo>
                <a:lnTo>
                  <a:pt x="486766" y="30547"/>
                </a:lnTo>
                <a:lnTo>
                  <a:pt x="486766" y="105992"/>
                </a:lnTo>
                <a:lnTo>
                  <a:pt x="475329" y="105992"/>
                </a:lnTo>
                <a:close/>
                <a:moveTo>
                  <a:pt x="534719" y="94696"/>
                </a:moveTo>
                <a:lnTo>
                  <a:pt x="536566" y="105992"/>
                </a:lnTo>
                <a:cubicBezTo>
                  <a:pt x="532966" y="106655"/>
                  <a:pt x="529746" y="106986"/>
                  <a:pt x="526904" y="106986"/>
                </a:cubicBezTo>
                <a:cubicBezTo>
                  <a:pt x="522263" y="106986"/>
                  <a:pt x="518664" y="106252"/>
                  <a:pt x="516106" y="104784"/>
                </a:cubicBezTo>
                <a:cubicBezTo>
                  <a:pt x="513549" y="103316"/>
                  <a:pt x="511749" y="101386"/>
                  <a:pt x="510707" y="98994"/>
                </a:cubicBezTo>
                <a:cubicBezTo>
                  <a:pt x="509665" y="96603"/>
                  <a:pt x="509144" y="91571"/>
                  <a:pt x="509144" y="83898"/>
                </a:cubicBezTo>
                <a:lnTo>
                  <a:pt x="509144" y="40493"/>
                </a:lnTo>
                <a:lnTo>
                  <a:pt x="499767" y="40493"/>
                </a:lnTo>
                <a:lnTo>
                  <a:pt x="499767" y="30547"/>
                </a:lnTo>
                <a:lnTo>
                  <a:pt x="509144" y="30547"/>
                </a:lnTo>
                <a:lnTo>
                  <a:pt x="509144" y="11813"/>
                </a:lnTo>
                <a:lnTo>
                  <a:pt x="521860" y="4120"/>
                </a:lnTo>
                <a:lnTo>
                  <a:pt x="521860" y="30547"/>
                </a:lnTo>
                <a:lnTo>
                  <a:pt x="534719" y="30547"/>
                </a:lnTo>
                <a:lnTo>
                  <a:pt x="534719" y="40493"/>
                </a:lnTo>
                <a:lnTo>
                  <a:pt x="521860" y="40493"/>
                </a:lnTo>
                <a:lnTo>
                  <a:pt x="521860" y="84609"/>
                </a:lnTo>
                <a:cubicBezTo>
                  <a:pt x="521860" y="88255"/>
                  <a:pt x="522085" y="90600"/>
                  <a:pt x="522535" y="91642"/>
                </a:cubicBezTo>
                <a:cubicBezTo>
                  <a:pt x="522985" y="92684"/>
                  <a:pt x="523719" y="93512"/>
                  <a:pt x="524737" y="94128"/>
                </a:cubicBezTo>
                <a:cubicBezTo>
                  <a:pt x="525756" y="94744"/>
                  <a:pt x="527212" y="95052"/>
                  <a:pt x="529106" y="95052"/>
                </a:cubicBezTo>
                <a:cubicBezTo>
                  <a:pt x="530527" y="95052"/>
                  <a:pt x="532398" y="94933"/>
                  <a:pt x="534719" y="94696"/>
                </a:cubicBezTo>
                <a:close/>
                <a:moveTo>
                  <a:pt x="547221" y="134976"/>
                </a:moveTo>
                <a:lnTo>
                  <a:pt x="547221" y="30547"/>
                </a:lnTo>
                <a:lnTo>
                  <a:pt x="558872" y="30547"/>
                </a:lnTo>
                <a:lnTo>
                  <a:pt x="558872" y="40280"/>
                </a:lnTo>
                <a:cubicBezTo>
                  <a:pt x="561619" y="36467"/>
                  <a:pt x="564721" y="33608"/>
                  <a:pt x="568178" y="31702"/>
                </a:cubicBezTo>
                <a:cubicBezTo>
                  <a:pt x="571636" y="29795"/>
                  <a:pt x="575827" y="28842"/>
                  <a:pt x="580752" y="28842"/>
                </a:cubicBezTo>
                <a:cubicBezTo>
                  <a:pt x="587193" y="28842"/>
                  <a:pt x="592877" y="30500"/>
                  <a:pt x="597802" y="33815"/>
                </a:cubicBezTo>
                <a:cubicBezTo>
                  <a:pt x="602727" y="37130"/>
                  <a:pt x="606445" y="41807"/>
                  <a:pt x="608955" y="47845"/>
                </a:cubicBezTo>
                <a:cubicBezTo>
                  <a:pt x="611465" y="53884"/>
                  <a:pt x="612720" y="60502"/>
                  <a:pt x="612720" y="67701"/>
                </a:cubicBezTo>
                <a:cubicBezTo>
                  <a:pt x="612720" y="75421"/>
                  <a:pt x="611335" y="82371"/>
                  <a:pt x="608565" y="88551"/>
                </a:cubicBezTo>
                <a:cubicBezTo>
                  <a:pt x="605794" y="94732"/>
                  <a:pt x="601768" y="99468"/>
                  <a:pt x="596488" y="102759"/>
                </a:cubicBezTo>
                <a:cubicBezTo>
                  <a:pt x="591207" y="106051"/>
                  <a:pt x="585654" y="107697"/>
                  <a:pt x="579829" y="107697"/>
                </a:cubicBezTo>
                <a:cubicBezTo>
                  <a:pt x="575566" y="107697"/>
                  <a:pt x="571742" y="106785"/>
                  <a:pt x="568356" y="104962"/>
                </a:cubicBezTo>
                <a:cubicBezTo>
                  <a:pt x="564970" y="103137"/>
                  <a:pt x="562187" y="100833"/>
                  <a:pt x="560009" y="98049"/>
                </a:cubicBezTo>
                <a:lnTo>
                  <a:pt x="560009" y="134976"/>
                </a:lnTo>
                <a:lnTo>
                  <a:pt x="547221" y="134976"/>
                </a:lnTo>
                <a:moveTo>
                  <a:pt x="558801" y="68589"/>
                </a:moveTo>
                <a:cubicBezTo>
                  <a:pt x="558801" y="78286"/>
                  <a:pt x="560766" y="85452"/>
                  <a:pt x="564697" y="90088"/>
                </a:cubicBezTo>
                <a:cubicBezTo>
                  <a:pt x="568628" y="94723"/>
                  <a:pt x="573388" y="97041"/>
                  <a:pt x="578976" y="97041"/>
                </a:cubicBezTo>
                <a:cubicBezTo>
                  <a:pt x="584660" y="97041"/>
                  <a:pt x="589526" y="94640"/>
                  <a:pt x="593575" y="89839"/>
                </a:cubicBezTo>
                <a:cubicBezTo>
                  <a:pt x="597624" y="85038"/>
                  <a:pt x="599649" y="77599"/>
                  <a:pt x="599649" y="67524"/>
                </a:cubicBezTo>
                <a:cubicBezTo>
                  <a:pt x="599649" y="57921"/>
                  <a:pt x="597672" y="50731"/>
                  <a:pt x="593717" y="45954"/>
                </a:cubicBezTo>
                <a:cubicBezTo>
                  <a:pt x="589763" y="41177"/>
                  <a:pt x="585038" y="38788"/>
                  <a:pt x="579545" y="38788"/>
                </a:cubicBezTo>
                <a:cubicBezTo>
                  <a:pt x="574098" y="38788"/>
                  <a:pt x="569279" y="41331"/>
                  <a:pt x="565088" y="46416"/>
                </a:cubicBezTo>
                <a:cubicBezTo>
                  <a:pt x="560897" y="51501"/>
                  <a:pt x="558801" y="58892"/>
                  <a:pt x="558801" y="68589"/>
                </a:cubicBezTo>
                <a:close/>
                <a:moveTo>
                  <a:pt x="677580" y="105992"/>
                </a:moveTo>
                <a:lnTo>
                  <a:pt x="677580" y="94910"/>
                </a:lnTo>
                <a:cubicBezTo>
                  <a:pt x="671707" y="103434"/>
                  <a:pt x="663727" y="107697"/>
                  <a:pt x="653640" y="107697"/>
                </a:cubicBezTo>
                <a:cubicBezTo>
                  <a:pt x="649188" y="107697"/>
                  <a:pt x="645032" y="106844"/>
                  <a:pt x="641172" y="105139"/>
                </a:cubicBezTo>
                <a:cubicBezTo>
                  <a:pt x="637312" y="103434"/>
                  <a:pt x="634447" y="101291"/>
                  <a:pt x="632576" y="98710"/>
                </a:cubicBezTo>
                <a:cubicBezTo>
                  <a:pt x="630705" y="96129"/>
                  <a:pt x="629391" y="92968"/>
                  <a:pt x="628633" y="89226"/>
                </a:cubicBezTo>
                <a:cubicBezTo>
                  <a:pt x="628112" y="86716"/>
                  <a:pt x="627852" y="82738"/>
                  <a:pt x="627852" y="77292"/>
                </a:cubicBezTo>
                <a:lnTo>
                  <a:pt x="627852" y="30547"/>
                </a:lnTo>
                <a:lnTo>
                  <a:pt x="640639" y="30547"/>
                </a:lnTo>
                <a:lnTo>
                  <a:pt x="640639" y="72390"/>
                </a:lnTo>
                <a:cubicBezTo>
                  <a:pt x="640639" y="79068"/>
                  <a:pt x="640900" y="83567"/>
                  <a:pt x="641421" y="85887"/>
                </a:cubicBezTo>
                <a:cubicBezTo>
                  <a:pt x="642226" y="89250"/>
                  <a:pt x="643931" y="91890"/>
                  <a:pt x="646536" y="93808"/>
                </a:cubicBezTo>
                <a:cubicBezTo>
                  <a:pt x="649140" y="95727"/>
                  <a:pt x="652361" y="96686"/>
                  <a:pt x="656197" y="96686"/>
                </a:cubicBezTo>
                <a:cubicBezTo>
                  <a:pt x="660033" y="96686"/>
                  <a:pt x="663633" y="95703"/>
                  <a:pt x="666995" y="93737"/>
                </a:cubicBezTo>
                <a:cubicBezTo>
                  <a:pt x="670358" y="91772"/>
                  <a:pt x="672737" y="89096"/>
                  <a:pt x="674135" y="85710"/>
                </a:cubicBezTo>
                <a:cubicBezTo>
                  <a:pt x="675532" y="82324"/>
                  <a:pt x="676230" y="77410"/>
                  <a:pt x="676230" y="70969"/>
                </a:cubicBezTo>
                <a:lnTo>
                  <a:pt x="676230" y="30547"/>
                </a:lnTo>
                <a:lnTo>
                  <a:pt x="689018" y="30547"/>
                </a:lnTo>
                <a:lnTo>
                  <a:pt x="689018" y="105992"/>
                </a:lnTo>
                <a:lnTo>
                  <a:pt x="677580" y="105992"/>
                </a:lnTo>
                <a:close/>
                <a:moveTo>
                  <a:pt x="736970" y="94696"/>
                </a:moveTo>
                <a:lnTo>
                  <a:pt x="738817" y="105992"/>
                </a:lnTo>
                <a:cubicBezTo>
                  <a:pt x="735218" y="106655"/>
                  <a:pt x="731997" y="106986"/>
                  <a:pt x="729155" y="106986"/>
                </a:cubicBezTo>
                <a:cubicBezTo>
                  <a:pt x="724514" y="106986"/>
                  <a:pt x="720915" y="106252"/>
                  <a:pt x="718357" y="104784"/>
                </a:cubicBezTo>
                <a:cubicBezTo>
                  <a:pt x="715800" y="103316"/>
                  <a:pt x="714000" y="101386"/>
                  <a:pt x="712958" y="98994"/>
                </a:cubicBezTo>
                <a:cubicBezTo>
                  <a:pt x="711916" y="96603"/>
                  <a:pt x="711395" y="91571"/>
                  <a:pt x="711395" y="83898"/>
                </a:cubicBezTo>
                <a:lnTo>
                  <a:pt x="711395" y="40493"/>
                </a:lnTo>
                <a:lnTo>
                  <a:pt x="702018" y="40493"/>
                </a:lnTo>
                <a:lnTo>
                  <a:pt x="702018" y="30547"/>
                </a:lnTo>
                <a:lnTo>
                  <a:pt x="711395" y="30547"/>
                </a:lnTo>
                <a:lnTo>
                  <a:pt x="711395" y="11813"/>
                </a:lnTo>
                <a:lnTo>
                  <a:pt x="724112" y="4120"/>
                </a:lnTo>
                <a:lnTo>
                  <a:pt x="724112" y="30547"/>
                </a:lnTo>
                <a:lnTo>
                  <a:pt x="736970" y="30547"/>
                </a:lnTo>
                <a:lnTo>
                  <a:pt x="736970" y="40493"/>
                </a:lnTo>
                <a:lnTo>
                  <a:pt x="724112" y="40493"/>
                </a:lnTo>
                <a:lnTo>
                  <a:pt x="724112" y="84609"/>
                </a:lnTo>
                <a:cubicBezTo>
                  <a:pt x="724112" y="88255"/>
                  <a:pt x="724337" y="90600"/>
                  <a:pt x="724787" y="91642"/>
                </a:cubicBezTo>
                <a:cubicBezTo>
                  <a:pt x="725236" y="92684"/>
                  <a:pt x="725971" y="93512"/>
                  <a:pt x="726989" y="94128"/>
                </a:cubicBezTo>
                <a:cubicBezTo>
                  <a:pt x="728007" y="94744"/>
                  <a:pt x="729463" y="95052"/>
                  <a:pt x="731358" y="95052"/>
                </a:cubicBezTo>
                <a:cubicBezTo>
                  <a:pt x="732779" y="95052"/>
                  <a:pt x="734649" y="94933"/>
                  <a:pt x="736970" y="94696"/>
                </a:cubicBezTo>
                <a:close/>
                <a:moveTo>
                  <a:pt x="753025" y="45181"/>
                </a:moveTo>
                <a:lnTo>
                  <a:pt x="753025" y="30547"/>
                </a:lnTo>
                <a:lnTo>
                  <a:pt x="767588" y="30547"/>
                </a:lnTo>
                <a:lnTo>
                  <a:pt x="767588" y="45181"/>
                </a:lnTo>
                <a:lnTo>
                  <a:pt x="753025" y="45181"/>
                </a:lnTo>
                <a:moveTo>
                  <a:pt x="753025" y="105992"/>
                </a:moveTo>
                <a:lnTo>
                  <a:pt x="753025" y="91358"/>
                </a:lnTo>
                <a:lnTo>
                  <a:pt x="767588" y="91358"/>
                </a:lnTo>
                <a:lnTo>
                  <a:pt x="767588" y="105992"/>
                </a:lnTo>
                <a:lnTo>
                  <a:pt x="753025" y="105992"/>
                </a:lnTo>
                <a:close/>
                <a:moveTo>
                  <a:pt x="827261" y="72461"/>
                </a:moveTo>
                <a:lnTo>
                  <a:pt x="840262" y="71324"/>
                </a:lnTo>
                <a:cubicBezTo>
                  <a:pt x="840877" y="76534"/>
                  <a:pt x="842310" y="80808"/>
                  <a:pt x="844560" y="84147"/>
                </a:cubicBezTo>
                <a:cubicBezTo>
                  <a:pt x="846809" y="87486"/>
                  <a:pt x="850302" y="90185"/>
                  <a:pt x="855038" y="92246"/>
                </a:cubicBezTo>
                <a:cubicBezTo>
                  <a:pt x="859774" y="94306"/>
                  <a:pt x="865102" y="95336"/>
                  <a:pt x="871022" y="95336"/>
                </a:cubicBezTo>
                <a:cubicBezTo>
                  <a:pt x="876279" y="95336"/>
                  <a:pt x="880920" y="94554"/>
                  <a:pt x="884946" y="92991"/>
                </a:cubicBezTo>
                <a:cubicBezTo>
                  <a:pt x="888971" y="91429"/>
                  <a:pt x="891967" y="89286"/>
                  <a:pt x="893932" y="86562"/>
                </a:cubicBezTo>
                <a:cubicBezTo>
                  <a:pt x="895898" y="83839"/>
                  <a:pt x="896881" y="80867"/>
                  <a:pt x="896881" y="77647"/>
                </a:cubicBezTo>
                <a:cubicBezTo>
                  <a:pt x="896881" y="74379"/>
                  <a:pt x="895933" y="71526"/>
                  <a:pt x="894039" y="69086"/>
                </a:cubicBezTo>
                <a:cubicBezTo>
                  <a:pt x="892145" y="66647"/>
                  <a:pt x="889019" y="64599"/>
                  <a:pt x="884662" y="62942"/>
                </a:cubicBezTo>
                <a:cubicBezTo>
                  <a:pt x="881867" y="61852"/>
                  <a:pt x="875687" y="60159"/>
                  <a:pt x="866120" y="57862"/>
                </a:cubicBezTo>
                <a:cubicBezTo>
                  <a:pt x="856553" y="55565"/>
                  <a:pt x="849852" y="53398"/>
                  <a:pt x="846016" y="51362"/>
                </a:cubicBezTo>
                <a:cubicBezTo>
                  <a:pt x="841043" y="48757"/>
                  <a:pt x="837337" y="45525"/>
                  <a:pt x="834898" y="41665"/>
                </a:cubicBezTo>
                <a:cubicBezTo>
                  <a:pt x="832459" y="37805"/>
                  <a:pt x="831240" y="33484"/>
                  <a:pt x="831240" y="28700"/>
                </a:cubicBezTo>
                <a:cubicBezTo>
                  <a:pt x="831240" y="23443"/>
                  <a:pt x="832731" y="18530"/>
                  <a:pt x="835715" y="13959"/>
                </a:cubicBezTo>
                <a:cubicBezTo>
                  <a:pt x="838699" y="9389"/>
                  <a:pt x="843056" y="5920"/>
                  <a:pt x="848786" y="3552"/>
                </a:cubicBezTo>
                <a:cubicBezTo>
                  <a:pt x="854517" y="1184"/>
                  <a:pt x="860887" y="0"/>
                  <a:pt x="867896" y="0"/>
                </a:cubicBezTo>
                <a:cubicBezTo>
                  <a:pt x="875616" y="0"/>
                  <a:pt x="882424" y="1243"/>
                  <a:pt x="888320" y="3730"/>
                </a:cubicBezTo>
                <a:cubicBezTo>
                  <a:pt x="894217" y="6216"/>
                  <a:pt x="898751" y="9875"/>
                  <a:pt x="901924" y="14705"/>
                </a:cubicBezTo>
                <a:cubicBezTo>
                  <a:pt x="905098" y="19536"/>
                  <a:pt x="906802" y="25006"/>
                  <a:pt x="907039" y="31116"/>
                </a:cubicBezTo>
                <a:lnTo>
                  <a:pt x="893826" y="32110"/>
                </a:lnTo>
                <a:cubicBezTo>
                  <a:pt x="893115" y="25503"/>
                  <a:pt x="890712" y="20513"/>
                  <a:pt x="886615" y="17138"/>
                </a:cubicBezTo>
                <a:cubicBezTo>
                  <a:pt x="882519" y="13764"/>
                  <a:pt x="876468" y="12077"/>
                  <a:pt x="868465" y="12077"/>
                </a:cubicBezTo>
                <a:cubicBezTo>
                  <a:pt x="860129" y="12077"/>
                  <a:pt x="854055" y="13606"/>
                  <a:pt x="850243" y="16663"/>
                </a:cubicBezTo>
                <a:cubicBezTo>
                  <a:pt x="846430" y="19720"/>
                  <a:pt x="844524" y="23404"/>
                  <a:pt x="844524" y="27717"/>
                </a:cubicBezTo>
                <a:cubicBezTo>
                  <a:pt x="844524" y="31461"/>
                  <a:pt x="845874" y="34542"/>
                  <a:pt x="848573" y="36959"/>
                </a:cubicBezTo>
                <a:cubicBezTo>
                  <a:pt x="851225" y="39377"/>
                  <a:pt x="858152" y="41854"/>
                  <a:pt x="869353" y="44389"/>
                </a:cubicBezTo>
                <a:cubicBezTo>
                  <a:pt x="880553" y="46924"/>
                  <a:pt x="888237" y="49140"/>
                  <a:pt x="892405" y="51036"/>
                </a:cubicBezTo>
                <a:cubicBezTo>
                  <a:pt x="898467" y="53831"/>
                  <a:pt x="902943" y="57374"/>
                  <a:pt x="905832" y="61665"/>
                </a:cubicBezTo>
                <a:cubicBezTo>
                  <a:pt x="908721" y="65954"/>
                  <a:pt x="910165" y="70895"/>
                  <a:pt x="910165" y="76488"/>
                </a:cubicBezTo>
                <a:cubicBezTo>
                  <a:pt x="910165" y="82032"/>
                  <a:pt x="908578" y="87257"/>
                  <a:pt x="905405" y="92163"/>
                </a:cubicBezTo>
                <a:cubicBezTo>
                  <a:pt x="902232" y="97068"/>
                  <a:pt x="897674" y="100884"/>
                  <a:pt x="891730" y="103610"/>
                </a:cubicBezTo>
                <a:cubicBezTo>
                  <a:pt x="885786" y="106334"/>
                  <a:pt x="879097" y="107697"/>
                  <a:pt x="871661" y="107697"/>
                </a:cubicBezTo>
                <a:cubicBezTo>
                  <a:pt x="862237" y="107697"/>
                  <a:pt x="854339" y="106323"/>
                  <a:pt x="847969" y="103576"/>
                </a:cubicBezTo>
                <a:cubicBezTo>
                  <a:pt x="841600" y="100830"/>
                  <a:pt x="836603" y="96697"/>
                  <a:pt x="832980" y="91180"/>
                </a:cubicBezTo>
                <a:cubicBezTo>
                  <a:pt x="829357" y="85662"/>
                  <a:pt x="827451" y="79423"/>
                  <a:pt x="827261" y="72461"/>
                </a:cubicBezTo>
                <a:close/>
                <a:moveTo>
                  <a:pt x="955275" y="94696"/>
                </a:moveTo>
                <a:lnTo>
                  <a:pt x="957122" y="105992"/>
                </a:lnTo>
                <a:cubicBezTo>
                  <a:pt x="953522" y="106655"/>
                  <a:pt x="950302" y="106986"/>
                  <a:pt x="947460" y="106986"/>
                </a:cubicBezTo>
                <a:cubicBezTo>
                  <a:pt x="942819" y="106986"/>
                  <a:pt x="939220" y="106252"/>
                  <a:pt x="936662" y="104784"/>
                </a:cubicBezTo>
                <a:cubicBezTo>
                  <a:pt x="934105" y="103316"/>
                  <a:pt x="932305" y="101386"/>
                  <a:pt x="931263" y="98994"/>
                </a:cubicBezTo>
                <a:cubicBezTo>
                  <a:pt x="930221" y="96603"/>
                  <a:pt x="929700" y="91571"/>
                  <a:pt x="929700" y="83898"/>
                </a:cubicBezTo>
                <a:lnTo>
                  <a:pt x="929700" y="40493"/>
                </a:lnTo>
                <a:lnTo>
                  <a:pt x="920323" y="40493"/>
                </a:lnTo>
                <a:lnTo>
                  <a:pt x="920323" y="30547"/>
                </a:lnTo>
                <a:lnTo>
                  <a:pt x="929700" y="30547"/>
                </a:lnTo>
                <a:lnTo>
                  <a:pt x="929700" y="11813"/>
                </a:lnTo>
                <a:lnTo>
                  <a:pt x="942416" y="4120"/>
                </a:lnTo>
                <a:lnTo>
                  <a:pt x="942416" y="30547"/>
                </a:lnTo>
                <a:lnTo>
                  <a:pt x="955275" y="30547"/>
                </a:lnTo>
                <a:lnTo>
                  <a:pt x="955275" y="40493"/>
                </a:lnTo>
                <a:lnTo>
                  <a:pt x="942416" y="40493"/>
                </a:lnTo>
                <a:lnTo>
                  <a:pt x="942416" y="84609"/>
                </a:lnTo>
                <a:cubicBezTo>
                  <a:pt x="942416" y="88255"/>
                  <a:pt x="942641" y="90600"/>
                  <a:pt x="943091" y="91642"/>
                </a:cubicBezTo>
                <a:cubicBezTo>
                  <a:pt x="943541" y="92684"/>
                  <a:pt x="944275" y="93512"/>
                  <a:pt x="945293" y="94128"/>
                </a:cubicBezTo>
                <a:cubicBezTo>
                  <a:pt x="946312" y="94744"/>
                  <a:pt x="947768" y="95052"/>
                  <a:pt x="949662" y="95052"/>
                </a:cubicBezTo>
                <a:cubicBezTo>
                  <a:pt x="951083" y="95052"/>
                  <a:pt x="952954" y="94933"/>
                  <a:pt x="955275" y="94696"/>
                </a:cubicBezTo>
                <a:close/>
                <a:moveTo>
                  <a:pt x="967635" y="105992"/>
                </a:moveTo>
                <a:lnTo>
                  <a:pt x="967635" y="30547"/>
                </a:lnTo>
                <a:lnTo>
                  <a:pt x="979144" y="30547"/>
                </a:lnTo>
                <a:lnTo>
                  <a:pt x="979144" y="41914"/>
                </a:lnTo>
                <a:cubicBezTo>
                  <a:pt x="982080" y="36592"/>
                  <a:pt x="984792" y="33082"/>
                  <a:pt x="987278" y="31386"/>
                </a:cubicBezTo>
                <a:cubicBezTo>
                  <a:pt x="989764" y="29690"/>
                  <a:pt x="992499" y="28842"/>
                  <a:pt x="995483" y="28842"/>
                </a:cubicBezTo>
                <a:cubicBezTo>
                  <a:pt x="999793" y="28842"/>
                  <a:pt x="1004174" y="30210"/>
                  <a:pt x="1008626" y="32945"/>
                </a:cubicBezTo>
                <a:lnTo>
                  <a:pt x="1004221" y="44755"/>
                </a:lnTo>
                <a:cubicBezTo>
                  <a:pt x="1001095" y="42908"/>
                  <a:pt x="997970" y="41985"/>
                  <a:pt x="994844" y="41985"/>
                </a:cubicBezTo>
                <a:cubicBezTo>
                  <a:pt x="992049" y="41985"/>
                  <a:pt x="989539" y="42827"/>
                  <a:pt x="987313" y="44511"/>
                </a:cubicBezTo>
                <a:cubicBezTo>
                  <a:pt x="985088" y="46194"/>
                  <a:pt x="983501" y="48529"/>
                  <a:pt x="982554" y="51515"/>
                </a:cubicBezTo>
                <a:cubicBezTo>
                  <a:pt x="981133" y="56066"/>
                  <a:pt x="980423" y="61044"/>
                  <a:pt x="980423" y="66449"/>
                </a:cubicBezTo>
                <a:lnTo>
                  <a:pt x="980423" y="105992"/>
                </a:lnTo>
                <a:lnTo>
                  <a:pt x="967635" y="105992"/>
                </a:lnTo>
                <a:close/>
                <a:moveTo>
                  <a:pt x="1016298" y="16623"/>
                </a:moveTo>
                <a:lnTo>
                  <a:pt x="1016298" y="1847"/>
                </a:lnTo>
                <a:lnTo>
                  <a:pt x="1029085" y="1847"/>
                </a:lnTo>
                <a:lnTo>
                  <a:pt x="1029085" y="16623"/>
                </a:lnTo>
                <a:lnTo>
                  <a:pt x="1016298" y="16623"/>
                </a:lnTo>
                <a:moveTo>
                  <a:pt x="1016298" y="105992"/>
                </a:moveTo>
                <a:lnTo>
                  <a:pt x="1016298" y="30547"/>
                </a:lnTo>
                <a:lnTo>
                  <a:pt x="1029085" y="30547"/>
                </a:lnTo>
                <a:lnTo>
                  <a:pt x="1029085" y="105992"/>
                </a:lnTo>
                <a:lnTo>
                  <a:pt x="1016298" y="105992"/>
                </a:lnTo>
                <a:close/>
                <a:moveTo>
                  <a:pt x="1048550" y="105992"/>
                </a:moveTo>
                <a:lnTo>
                  <a:pt x="1048550" y="30547"/>
                </a:lnTo>
                <a:lnTo>
                  <a:pt x="1060059" y="30547"/>
                </a:lnTo>
                <a:lnTo>
                  <a:pt x="1060059" y="41203"/>
                </a:lnTo>
                <a:cubicBezTo>
                  <a:pt x="1065600" y="32963"/>
                  <a:pt x="1073604" y="28842"/>
                  <a:pt x="1084070" y="28842"/>
                </a:cubicBezTo>
                <a:cubicBezTo>
                  <a:pt x="1088617" y="28842"/>
                  <a:pt x="1092796" y="29659"/>
                  <a:pt x="1096609" y="31293"/>
                </a:cubicBezTo>
                <a:cubicBezTo>
                  <a:pt x="1100421" y="32927"/>
                  <a:pt x="1103275" y="35070"/>
                  <a:pt x="1105169" y="37722"/>
                </a:cubicBezTo>
                <a:cubicBezTo>
                  <a:pt x="1107063" y="40374"/>
                  <a:pt x="1108390" y="43524"/>
                  <a:pt x="1109147" y="47171"/>
                </a:cubicBezTo>
                <a:cubicBezTo>
                  <a:pt x="1109621" y="49539"/>
                  <a:pt x="1109858" y="53683"/>
                  <a:pt x="1109858" y="59603"/>
                </a:cubicBezTo>
                <a:lnTo>
                  <a:pt x="1109858" y="105992"/>
                </a:lnTo>
                <a:lnTo>
                  <a:pt x="1097071" y="105992"/>
                </a:lnTo>
                <a:lnTo>
                  <a:pt x="1097071" y="60051"/>
                </a:lnTo>
                <a:cubicBezTo>
                  <a:pt x="1097071" y="54836"/>
                  <a:pt x="1096573" y="50936"/>
                  <a:pt x="1095579" y="48352"/>
                </a:cubicBezTo>
                <a:cubicBezTo>
                  <a:pt x="1094584" y="45768"/>
                  <a:pt x="1092820" y="43705"/>
                  <a:pt x="1090286" y="42165"/>
                </a:cubicBezTo>
                <a:cubicBezTo>
                  <a:pt x="1087752" y="40624"/>
                  <a:pt x="1084781" y="39853"/>
                  <a:pt x="1081371" y="39853"/>
                </a:cubicBezTo>
                <a:cubicBezTo>
                  <a:pt x="1075924" y="39853"/>
                  <a:pt x="1071224" y="41584"/>
                  <a:pt x="1067269" y="45046"/>
                </a:cubicBezTo>
                <a:cubicBezTo>
                  <a:pt x="1063315" y="48506"/>
                  <a:pt x="1061337" y="55072"/>
                  <a:pt x="1061337" y="64744"/>
                </a:cubicBezTo>
                <a:lnTo>
                  <a:pt x="1061337" y="105992"/>
                </a:lnTo>
                <a:lnTo>
                  <a:pt x="1048550" y="105992"/>
                </a:lnTo>
                <a:close/>
                <a:moveTo>
                  <a:pt x="1127121" y="112243"/>
                </a:moveTo>
                <a:lnTo>
                  <a:pt x="1139553" y="114090"/>
                </a:lnTo>
                <a:cubicBezTo>
                  <a:pt x="1140074" y="117927"/>
                  <a:pt x="1141518" y="120721"/>
                  <a:pt x="1143886" y="122473"/>
                </a:cubicBezTo>
                <a:cubicBezTo>
                  <a:pt x="1147059" y="124841"/>
                  <a:pt x="1151393" y="126025"/>
                  <a:pt x="1156887" y="126025"/>
                </a:cubicBezTo>
                <a:cubicBezTo>
                  <a:pt x="1162807" y="126025"/>
                  <a:pt x="1167377" y="124838"/>
                  <a:pt x="1170597" y="122464"/>
                </a:cubicBezTo>
                <a:cubicBezTo>
                  <a:pt x="1173818" y="120092"/>
                  <a:pt x="1175996" y="116769"/>
                  <a:pt x="1177133" y="112496"/>
                </a:cubicBezTo>
                <a:cubicBezTo>
                  <a:pt x="1177796" y="109887"/>
                  <a:pt x="1178104" y="104405"/>
                  <a:pt x="1178057" y="96051"/>
                </a:cubicBezTo>
                <a:cubicBezTo>
                  <a:pt x="1172468" y="102678"/>
                  <a:pt x="1165506" y="105992"/>
                  <a:pt x="1157171" y="105992"/>
                </a:cubicBezTo>
                <a:cubicBezTo>
                  <a:pt x="1146799" y="105992"/>
                  <a:pt x="1138771" y="102250"/>
                  <a:pt x="1133088" y="94767"/>
                </a:cubicBezTo>
                <a:cubicBezTo>
                  <a:pt x="1127405" y="87285"/>
                  <a:pt x="1124563" y="78310"/>
                  <a:pt x="1124563" y="67843"/>
                </a:cubicBezTo>
                <a:cubicBezTo>
                  <a:pt x="1124563" y="60645"/>
                  <a:pt x="1125866" y="54002"/>
                  <a:pt x="1128471" y="47917"/>
                </a:cubicBezTo>
                <a:cubicBezTo>
                  <a:pt x="1131075" y="41831"/>
                  <a:pt x="1134852" y="37130"/>
                  <a:pt x="1139801" y="33815"/>
                </a:cubicBezTo>
                <a:cubicBezTo>
                  <a:pt x="1144751" y="30500"/>
                  <a:pt x="1150564" y="28842"/>
                  <a:pt x="1157242" y="28842"/>
                </a:cubicBezTo>
                <a:cubicBezTo>
                  <a:pt x="1166145" y="28842"/>
                  <a:pt x="1173486" y="32465"/>
                  <a:pt x="1179264" y="39711"/>
                </a:cubicBezTo>
                <a:lnTo>
                  <a:pt x="1179264" y="30547"/>
                </a:lnTo>
                <a:lnTo>
                  <a:pt x="1191057" y="30547"/>
                </a:lnTo>
                <a:lnTo>
                  <a:pt x="1191057" y="95806"/>
                </a:lnTo>
                <a:cubicBezTo>
                  <a:pt x="1191057" y="107559"/>
                  <a:pt x="1189861" y="115888"/>
                  <a:pt x="1187469" y="120793"/>
                </a:cubicBezTo>
                <a:cubicBezTo>
                  <a:pt x="1185078" y="125697"/>
                  <a:pt x="1181289" y="129571"/>
                  <a:pt x="1176103" y="132414"/>
                </a:cubicBezTo>
                <a:cubicBezTo>
                  <a:pt x="1170917" y="135259"/>
                  <a:pt x="1164535" y="136681"/>
                  <a:pt x="1156958" y="136681"/>
                </a:cubicBezTo>
                <a:cubicBezTo>
                  <a:pt x="1147959" y="136681"/>
                  <a:pt x="1140689" y="134651"/>
                  <a:pt x="1135148" y="130589"/>
                </a:cubicBezTo>
                <a:cubicBezTo>
                  <a:pt x="1129607" y="126528"/>
                  <a:pt x="1126931" y="120413"/>
                  <a:pt x="1127121" y="112243"/>
                </a:cubicBezTo>
                <a:moveTo>
                  <a:pt x="1137706" y="66922"/>
                </a:moveTo>
                <a:cubicBezTo>
                  <a:pt x="1137706" y="76795"/>
                  <a:pt x="1139671" y="83999"/>
                  <a:pt x="1143602" y="88534"/>
                </a:cubicBezTo>
                <a:cubicBezTo>
                  <a:pt x="1147533" y="93068"/>
                  <a:pt x="1152458" y="95336"/>
                  <a:pt x="1158378" y="95336"/>
                </a:cubicBezTo>
                <a:cubicBezTo>
                  <a:pt x="1164251" y="95336"/>
                  <a:pt x="1169177" y="93080"/>
                  <a:pt x="1173155" y="88569"/>
                </a:cubicBezTo>
                <a:cubicBezTo>
                  <a:pt x="1177133" y="84058"/>
                  <a:pt x="1179122" y="76984"/>
                  <a:pt x="1179122" y="67346"/>
                </a:cubicBezTo>
                <a:cubicBezTo>
                  <a:pt x="1179122" y="58134"/>
                  <a:pt x="1177074" y="51190"/>
                  <a:pt x="1172977" y="46513"/>
                </a:cubicBezTo>
                <a:cubicBezTo>
                  <a:pt x="1168881" y="41837"/>
                  <a:pt x="1163943" y="39498"/>
                  <a:pt x="1158165" y="39498"/>
                </a:cubicBezTo>
                <a:cubicBezTo>
                  <a:pt x="1152482" y="39498"/>
                  <a:pt x="1147651" y="41801"/>
                  <a:pt x="1143673" y="46407"/>
                </a:cubicBezTo>
                <a:cubicBezTo>
                  <a:pt x="1139695" y="51013"/>
                  <a:pt x="1137706" y="57851"/>
                  <a:pt x="1137706" y="66922"/>
                </a:cubicBezTo>
                <a:close/>
                <a:moveTo>
                  <a:pt x="1234320" y="80275"/>
                </a:moveTo>
                <a:cubicBezTo>
                  <a:pt x="1234273" y="78578"/>
                  <a:pt x="1234249" y="77304"/>
                  <a:pt x="1234249" y="76455"/>
                </a:cubicBezTo>
                <a:cubicBezTo>
                  <a:pt x="1234249" y="71455"/>
                  <a:pt x="1234960" y="67140"/>
                  <a:pt x="1236380" y="63508"/>
                </a:cubicBezTo>
                <a:cubicBezTo>
                  <a:pt x="1237422" y="60771"/>
                  <a:pt x="1239104" y="58012"/>
                  <a:pt x="1241424" y="55229"/>
                </a:cubicBezTo>
                <a:cubicBezTo>
                  <a:pt x="1243129" y="53202"/>
                  <a:pt x="1246196" y="50242"/>
                  <a:pt x="1250624" y="46351"/>
                </a:cubicBezTo>
                <a:cubicBezTo>
                  <a:pt x="1255052" y="42459"/>
                  <a:pt x="1257929" y="39358"/>
                  <a:pt x="1259255" y="37047"/>
                </a:cubicBezTo>
                <a:cubicBezTo>
                  <a:pt x="1260581" y="34736"/>
                  <a:pt x="1261244" y="32212"/>
                  <a:pt x="1261244" y="29477"/>
                </a:cubicBezTo>
                <a:cubicBezTo>
                  <a:pt x="1261244" y="24524"/>
                  <a:pt x="1259303" y="20172"/>
                  <a:pt x="1255419" y="16424"/>
                </a:cubicBezTo>
                <a:cubicBezTo>
                  <a:pt x="1251536" y="12673"/>
                  <a:pt x="1246776" y="10798"/>
                  <a:pt x="1241140" y="10798"/>
                </a:cubicBezTo>
                <a:cubicBezTo>
                  <a:pt x="1235694" y="10798"/>
                  <a:pt x="1231147" y="12497"/>
                  <a:pt x="1227500" y="15895"/>
                </a:cubicBezTo>
                <a:cubicBezTo>
                  <a:pt x="1223854" y="19293"/>
                  <a:pt x="1221462" y="24604"/>
                  <a:pt x="1220325" y="31826"/>
                </a:cubicBezTo>
                <a:lnTo>
                  <a:pt x="1207183" y="30263"/>
                </a:lnTo>
                <a:cubicBezTo>
                  <a:pt x="1208367" y="20531"/>
                  <a:pt x="1211883" y="13077"/>
                  <a:pt x="1217732" y="7903"/>
                </a:cubicBezTo>
                <a:cubicBezTo>
                  <a:pt x="1223581" y="2729"/>
                  <a:pt x="1231313" y="142"/>
                  <a:pt x="1240927" y="142"/>
                </a:cubicBezTo>
                <a:cubicBezTo>
                  <a:pt x="1251109" y="142"/>
                  <a:pt x="1259232" y="2908"/>
                  <a:pt x="1265294" y="8440"/>
                </a:cubicBezTo>
                <a:cubicBezTo>
                  <a:pt x="1271356" y="13971"/>
                  <a:pt x="1274387" y="20660"/>
                  <a:pt x="1274387" y="28507"/>
                </a:cubicBezTo>
                <a:cubicBezTo>
                  <a:pt x="1274387" y="33046"/>
                  <a:pt x="1273321" y="37231"/>
                  <a:pt x="1271190" y="41061"/>
                </a:cubicBezTo>
                <a:cubicBezTo>
                  <a:pt x="1269059" y="44890"/>
                  <a:pt x="1264891" y="49546"/>
                  <a:pt x="1258687" y="55029"/>
                </a:cubicBezTo>
                <a:cubicBezTo>
                  <a:pt x="1254519" y="58718"/>
                  <a:pt x="1251796" y="61436"/>
                  <a:pt x="1250517" y="63186"/>
                </a:cubicBezTo>
                <a:cubicBezTo>
                  <a:pt x="1249239" y="64935"/>
                  <a:pt x="1248292" y="66944"/>
                  <a:pt x="1247676" y="69213"/>
                </a:cubicBezTo>
                <a:cubicBezTo>
                  <a:pt x="1247060" y="71482"/>
                  <a:pt x="1246705" y="75169"/>
                  <a:pt x="1246610" y="80275"/>
                </a:cubicBezTo>
                <a:lnTo>
                  <a:pt x="1234320" y="80275"/>
                </a:lnTo>
                <a:moveTo>
                  <a:pt x="1233539" y="105992"/>
                </a:moveTo>
                <a:lnTo>
                  <a:pt x="1233539" y="91358"/>
                </a:lnTo>
                <a:lnTo>
                  <a:pt x="1248102" y="91358"/>
                </a:lnTo>
                <a:lnTo>
                  <a:pt x="1248102" y="105992"/>
                </a:lnTo>
                <a:lnTo>
                  <a:pt x="1233539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+isLoading:Bool">
            <a:extLst xmlns:a="http://schemas.openxmlformats.org/drawingml/2006/main">
              <a:ext uri="{FF2B5EF4-FFF2-40B4-BE49-F238E27FC236}">
                <a16:creationId xmlns:a16="http://schemas.microsoft.com/office/drawing/2014/main" id="{A64903EE-8CA9-492A-9570-A1AF4273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234" y="1258410"/>
            <a:ext cx="1101973" cy="134834"/>
          </a:xfrm>
          <a:custGeom xmlns:a="http://schemas.openxmlformats.org/drawingml/2006/main">
            <a:pathLst>
              <a:path w="1101973" h="134834">
                <a:moveTo>
                  <a:pt x="28345" y="87237"/>
                </a:moveTo>
                <a:lnTo>
                  <a:pt x="28345" y="58821"/>
                </a:lnTo>
                <a:lnTo>
                  <a:pt x="0" y="58821"/>
                </a:lnTo>
                <a:lnTo>
                  <a:pt x="0" y="46744"/>
                </a:lnTo>
                <a:lnTo>
                  <a:pt x="28345" y="46744"/>
                </a:lnTo>
                <a:lnTo>
                  <a:pt x="28345" y="18470"/>
                </a:lnTo>
                <a:lnTo>
                  <a:pt x="40422" y="18470"/>
                </a:lnTo>
                <a:lnTo>
                  <a:pt x="40422" y="46744"/>
                </a:lnTo>
                <a:lnTo>
                  <a:pt x="68767" y="46744"/>
                </a:lnTo>
                <a:lnTo>
                  <a:pt x="68767" y="58821"/>
                </a:lnTo>
                <a:lnTo>
                  <a:pt x="40422" y="58821"/>
                </a:lnTo>
                <a:lnTo>
                  <a:pt x="40422" y="87237"/>
                </a:lnTo>
                <a:lnTo>
                  <a:pt x="28345" y="87237"/>
                </a:lnTo>
                <a:close/>
                <a:moveTo>
                  <a:pt x="126948" y="14776"/>
                </a:moveTo>
                <a:lnTo>
                  <a:pt x="126948" y="0"/>
                </a:lnTo>
                <a:lnTo>
                  <a:pt x="139735" y="0"/>
                </a:lnTo>
                <a:lnTo>
                  <a:pt x="139735" y="14776"/>
                </a:lnTo>
                <a:lnTo>
                  <a:pt x="126948" y="14776"/>
                </a:lnTo>
                <a:moveTo>
                  <a:pt x="126948" y="104145"/>
                </a:moveTo>
                <a:lnTo>
                  <a:pt x="126948" y="28700"/>
                </a:lnTo>
                <a:lnTo>
                  <a:pt x="139735" y="28700"/>
                </a:lnTo>
                <a:lnTo>
                  <a:pt x="139735" y="104145"/>
                </a:lnTo>
                <a:lnTo>
                  <a:pt x="126948" y="104145"/>
                </a:lnTo>
                <a:close/>
                <a:moveTo>
                  <a:pt x="154085" y="81554"/>
                </a:moveTo>
                <a:lnTo>
                  <a:pt x="166730" y="79565"/>
                </a:lnTo>
                <a:cubicBezTo>
                  <a:pt x="167441" y="84610"/>
                  <a:pt x="169418" y="88477"/>
                  <a:pt x="172662" y="91164"/>
                </a:cubicBezTo>
                <a:cubicBezTo>
                  <a:pt x="175906" y="93851"/>
                  <a:pt x="180441" y="95194"/>
                  <a:pt x="186266" y="95194"/>
                </a:cubicBezTo>
                <a:cubicBezTo>
                  <a:pt x="192139" y="95194"/>
                  <a:pt x="196496" y="94007"/>
                  <a:pt x="199338" y="91635"/>
                </a:cubicBezTo>
                <a:cubicBezTo>
                  <a:pt x="202179" y="89261"/>
                  <a:pt x="203600" y="86477"/>
                  <a:pt x="203600" y="83283"/>
                </a:cubicBezTo>
                <a:cubicBezTo>
                  <a:pt x="203600" y="80417"/>
                  <a:pt x="202345" y="78161"/>
                  <a:pt x="199835" y="76517"/>
                </a:cubicBezTo>
                <a:cubicBezTo>
                  <a:pt x="198083" y="75389"/>
                  <a:pt x="193726" y="73956"/>
                  <a:pt x="186764" y="72217"/>
                </a:cubicBezTo>
                <a:cubicBezTo>
                  <a:pt x="177386" y="69847"/>
                  <a:pt x="170886" y="67797"/>
                  <a:pt x="167263" y="66067"/>
                </a:cubicBezTo>
                <a:cubicBezTo>
                  <a:pt x="163640" y="64337"/>
                  <a:pt x="160893" y="61943"/>
                  <a:pt x="159023" y="58886"/>
                </a:cubicBezTo>
                <a:cubicBezTo>
                  <a:pt x="157152" y="55828"/>
                  <a:pt x="156216" y="52451"/>
                  <a:pt x="156216" y="48753"/>
                </a:cubicBezTo>
                <a:cubicBezTo>
                  <a:pt x="156216" y="45388"/>
                  <a:pt x="156986" y="42271"/>
                  <a:pt x="158525" y="39403"/>
                </a:cubicBezTo>
                <a:cubicBezTo>
                  <a:pt x="160064" y="36535"/>
                  <a:pt x="162160" y="34153"/>
                  <a:pt x="164812" y="32257"/>
                </a:cubicBezTo>
                <a:cubicBezTo>
                  <a:pt x="166801" y="30787"/>
                  <a:pt x="169513" y="29543"/>
                  <a:pt x="172946" y="28525"/>
                </a:cubicBezTo>
                <a:cubicBezTo>
                  <a:pt x="176380" y="27505"/>
                  <a:pt x="180062" y="26995"/>
                  <a:pt x="183993" y="26995"/>
                </a:cubicBezTo>
                <a:cubicBezTo>
                  <a:pt x="189913" y="26995"/>
                  <a:pt x="195111" y="27854"/>
                  <a:pt x="199586" y="29570"/>
                </a:cubicBezTo>
                <a:cubicBezTo>
                  <a:pt x="204062" y="31286"/>
                  <a:pt x="207365" y="33610"/>
                  <a:pt x="209497" y="36543"/>
                </a:cubicBezTo>
                <a:cubicBezTo>
                  <a:pt x="211628" y="39475"/>
                  <a:pt x="213096" y="43397"/>
                  <a:pt x="213901" y="48307"/>
                </a:cubicBezTo>
                <a:lnTo>
                  <a:pt x="201398" y="50012"/>
                </a:lnTo>
                <a:cubicBezTo>
                  <a:pt x="200830" y="46129"/>
                  <a:pt x="199184" y="43098"/>
                  <a:pt x="196461" y="40919"/>
                </a:cubicBezTo>
                <a:cubicBezTo>
                  <a:pt x="193737" y="38741"/>
                  <a:pt x="189889" y="37651"/>
                  <a:pt x="184917" y="37651"/>
                </a:cubicBezTo>
                <a:cubicBezTo>
                  <a:pt x="179044" y="37651"/>
                  <a:pt x="174853" y="38618"/>
                  <a:pt x="172343" y="40551"/>
                </a:cubicBezTo>
                <a:cubicBezTo>
                  <a:pt x="169832" y="42482"/>
                  <a:pt x="168577" y="44744"/>
                  <a:pt x="168577" y="47337"/>
                </a:cubicBezTo>
                <a:cubicBezTo>
                  <a:pt x="168577" y="48986"/>
                  <a:pt x="169098" y="50470"/>
                  <a:pt x="170140" y="51790"/>
                </a:cubicBezTo>
                <a:cubicBezTo>
                  <a:pt x="171182" y="53156"/>
                  <a:pt x="172816" y="54287"/>
                  <a:pt x="175042" y="55183"/>
                </a:cubicBezTo>
                <a:cubicBezTo>
                  <a:pt x="176321" y="55655"/>
                  <a:pt x="180086" y="56739"/>
                  <a:pt x="186337" y="58435"/>
                </a:cubicBezTo>
                <a:cubicBezTo>
                  <a:pt x="195383" y="60849"/>
                  <a:pt x="201694" y="62825"/>
                  <a:pt x="205270" y="64362"/>
                </a:cubicBezTo>
                <a:cubicBezTo>
                  <a:pt x="208845" y="65900"/>
                  <a:pt x="211651" y="68136"/>
                  <a:pt x="213688" y="71071"/>
                </a:cubicBezTo>
                <a:cubicBezTo>
                  <a:pt x="215724" y="74005"/>
                  <a:pt x="216743" y="77648"/>
                  <a:pt x="216743" y="82000"/>
                </a:cubicBezTo>
                <a:cubicBezTo>
                  <a:pt x="216743" y="86260"/>
                  <a:pt x="215499" y="90270"/>
                  <a:pt x="213013" y="94033"/>
                </a:cubicBezTo>
                <a:cubicBezTo>
                  <a:pt x="210527" y="97793"/>
                  <a:pt x="206939" y="100703"/>
                  <a:pt x="202250" y="102762"/>
                </a:cubicBezTo>
                <a:cubicBezTo>
                  <a:pt x="197562" y="104820"/>
                  <a:pt x="192257" y="105850"/>
                  <a:pt x="186337" y="105850"/>
                </a:cubicBezTo>
                <a:cubicBezTo>
                  <a:pt x="176534" y="105850"/>
                  <a:pt x="169063" y="103807"/>
                  <a:pt x="163924" y="99723"/>
                </a:cubicBezTo>
                <a:cubicBezTo>
                  <a:pt x="158786" y="95638"/>
                  <a:pt x="155506" y="89582"/>
                  <a:pt x="154085" y="81554"/>
                </a:cubicBezTo>
                <a:close/>
                <a:moveTo>
                  <a:pt x="233012" y="104145"/>
                </a:moveTo>
                <a:lnTo>
                  <a:pt x="233012" y="0"/>
                </a:lnTo>
                <a:lnTo>
                  <a:pt x="246793" y="0"/>
                </a:lnTo>
                <a:lnTo>
                  <a:pt x="246793" y="91855"/>
                </a:lnTo>
                <a:lnTo>
                  <a:pt x="298084" y="91855"/>
                </a:lnTo>
                <a:lnTo>
                  <a:pt x="298084" y="104145"/>
                </a:lnTo>
                <a:lnTo>
                  <a:pt x="233012" y="104145"/>
                </a:lnTo>
                <a:close/>
                <a:moveTo>
                  <a:pt x="308100" y="66422"/>
                </a:moveTo>
                <a:cubicBezTo>
                  <a:pt x="308100" y="52451"/>
                  <a:pt x="311984" y="42103"/>
                  <a:pt x="319751" y="35378"/>
                </a:cubicBezTo>
                <a:cubicBezTo>
                  <a:pt x="326239" y="29789"/>
                  <a:pt x="334148" y="26995"/>
                  <a:pt x="343478" y="26995"/>
                </a:cubicBezTo>
                <a:cubicBezTo>
                  <a:pt x="353850" y="26995"/>
                  <a:pt x="362327" y="30393"/>
                  <a:pt x="368911" y="37189"/>
                </a:cubicBezTo>
                <a:cubicBezTo>
                  <a:pt x="375494" y="43986"/>
                  <a:pt x="378785" y="53375"/>
                  <a:pt x="378785" y="65357"/>
                </a:cubicBezTo>
                <a:cubicBezTo>
                  <a:pt x="378785" y="75066"/>
                  <a:pt x="377329" y="82702"/>
                  <a:pt x="374416" y="88267"/>
                </a:cubicBezTo>
                <a:cubicBezTo>
                  <a:pt x="371503" y="93832"/>
                  <a:pt x="367265" y="98154"/>
                  <a:pt x="361700" y="101232"/>
                </a:cubicBezTo>
                <a:cubicBezTo>
                  <a:pt x="356135" y="104311"/>
                  <a:pt x="350061" y="105850"/>
                  <a:pt x="343478" y="105850"/>
                </a:cubicBezTo>
                <a:cubicBezTo>
                  <a:pt x="332917" y="105850"/>
                  <a:pt x="324380" y="102463"/>
                  <a:pt x="317868" y="95691"/>
                </a:cubicBezTo>
                <a:cubicBezTo>
                  <a:pt x="311356" y="88919"/>
                  <a:pt x="308100" y="79162"/>
                  <a:pt x="308100" y="66422"/>
                </a:cubicBezTo>
                <a:moveTo>
                  <a:pt x="321243" y="66387"/>
                </a:moveTo>
                <a:cubicBezTo>
                  <a:pt x="321243" y="76013"/>
                  <a:pt x="323350" y="83220"/>
                  <a:pt x="327565" y="88010"/>
                </a:cubicBezTo>
                <a:cubicBezTo>
                  <a:pt x="331780" y="92799"/>
                  <a:pt x="337085" y="95194"/>
                  <a:pt x="343478" y="95194"/>
                </a:cubicBezTo>
                <a:cubicBezTo>
                  <a:pt x="349824" y="95194"/>
                  <a:pt x="355105" y="92787"/>
                  <a:pt x="359320" y="87974"/>
                </a:cubicBezTo>
                <a:cubicBezTo>
                  <a:pt x="363535" y="83161"/>
                  <a:pt x="365643" y="75824"/>
                  <a:pt x="365643" y="65963"/>
                </a:cubicBezTo>
                <a:cubicBezTo>
                  <a:pt x="365643" y="56667"/>
                  <a:pt x="363523" y="49624"/>
                  <a:pt x="359285" y="44835"/>
                </a:cubicBezTo>
                <a:cubicBezTo>
                  <a:pt x="355046" y="40046"/>
                  <a:pt x="349777" y="37651"/>
                  <a:pt x="343478" y="37651"/>
                </a:cubicBezTo>
                <a:cubicBezTo>
                  <a:pt x="337085" y="37651"/>
                  <a:pt x="331780" y="40034"/>
                  <a:pt x="327565" y="44800"/>
                </a:cubicBezTo>
                <a:cubicBezTo>
                  <a:pt x="323350" y="49565"/>
                  <a:pt x="321243" y="56761"/>
                  <a:pt x="321243" y="66387"/>
                </a:cubicBezTo>
                <a:close/>
                <a:moveTo>
                  <a:pt x="443006" y="94830"/>
                </a:moveTo>
                <a:cubicBezTo>
                  <a:pt x="438270" y="98858"/>
                  <a:pt x="433711" y="101702"/>
                  <a:pt x="429330" y="103361"/>
                </a:cubicBezTo>
                <a:cubicBezTo>
                  <a:pt x="424950" y="105020"/>
                  <a:pt x="420249" y="105850"/>
                  <a:pt x="415229" y="105850"/>
                </a:cubicBezTo>
                <a:cubicBezTo>
                  <a:pt x="406941" y="105850"/>
                  <a:pt x="400571" y="103824"/>
                  <a:pt x="396119" y="99771"/>
                </a:cubicBezTo>
                <a:cubicBezTo>
                  <a:pt x="391667" y="95719"/>
                  <a:pt x="389441" y="90541"/>
                  <a:pt x="389441" y="84238"/>
                </a:cubicBezTo>
                <a:cubicBezTo>
                  <a:pt x="389441" y="80542"/>
                  <a:pt x="390282" y="77167"/>
                  <a:pt x="391963" y="74110"/>
                </a:cubicBezTo>
                <a:cubicBezTo>
                  <a:pt x="393645" y="71053"/>
                  <a:pt x="395847" y="68600"/>
                  <a:pt x="398570" y="66751"/>
                </a:cubicBezTo>
                <a:cubicBezTo>
                  <a:pt x="401293" y="64903"/>
                  <a:pt x="404360" y="63505"/>
                  <a:pt x="407770" y="62557"/>
                </a:cubicBezTo>
                <a:cubicBezTo>
                  <a:pt x="410280" y="61893"/>
                  <a:pt x="414069" y="61253"/>
                  <a:pt x="419136" y="60637"/>
                </a:cubicBezTo>
                <a:cubicBezTo>
                  <a:pt x="429461" y="59415"/>
                  <a:pt x="437062" y="57957"/>
                  <a:pt x="441940" y="56264"/>
                </a:cubicBezTo>
                <a:cubicBezTo>
                  <a:pt x="441987" y="54519"/>
                  <a:pt x="442011" y="53410"/>
                  <a:pt x="442011" y="52938"/>
                </a:cubicBezTo>
                <a:cubicBezTo>
                  <a:pt x="442011" y="47748"/>
                  <a:pt x="440803" y="44091"/>
                  <a:pt x="438388" y="41969"/>
                </a:cubicBezTo>
                <a:cubicBezTo>
                  <a:pt x="435120" y="39091"/>
                  <a:pt x="430266" y="37651"/>
                  <a:pt x="423825" y="37651"/>
                </a:cubicBezTo>
                <a:cubicBezTo>
                  <a:pt x="417810" y="37651"/>
                  <a:pt x="413370" y="38705"/>
                  <a:pt x="410505" y="40813"/>
                </a:cubicBezTo>
                <a:cubicBezTo>
                  <a:pt x="407640" y="42920"/>
                  <a:pt x="405520" y="46650"/>
                  <a:pt x="404147" y="52001"/>
                </a:cubicBezTo>
                <a:lnTo>
                  <a:pt x="391644" y="50296"/>
                </a:lnTo>
                <a:cubicBezTo>
                  <a:pt x="392780" y="44928"/>
                  <a:pt x="394651" y="40593"/>
                  <a:pt x="397256" y="37292"/>
                </a:cubicBezTo>
                <a:cubicBezTo>
                  <a:pt x="399861" y="33990"/>
                  <a:pt x="403626" y="31449"/>
                  <a:pt x="408551" y="29668"/>
                </a:cubicBezTo>
                <a:cubicBezTo>
                  <a:pt x="413477" y="27886"/>
                  <a:pt x="419184" y="26995"/>
                  <a:pt x="425672" y="26995"/>
                </a:cubicBezTo>
                <a:cubicBezTo>
                  <a:pt x="432113" y="26995"/>
                  <a:pt x="437346" y="27753"/>
                  <a:pt x="441372" y="29269"/>
                </a:cubicBezTo>
                <a:cubicBezTo>
                  <a:pt x="445397" y="30784"/>
                  <a:pt x="448357" y="32690"/>
                  <a:pt x="450252" y="34987"/>
                </a:cubicBezTo>
                <a:cubicBezTo>
                  <a:pt x="452146" y="37284"/>
                  <a:pt x="453472" y="40185"/>
                  <a:pt x="454230" y="43690"/>
                </a:cubicBezTo>
                <a:cubicBezTo>
                  <a:pt x="454656" y="45868"/>
                  <a:pt x="454869" y="49799"/>
                  <a:pt x="454869" y="55482"/>
                </a:cubicBezTo>
                <a:lnTo>
                  <a:pt x="454869" y="72532"/>
                </a:lnTo>
                <a:cubicBezTo>
                  <a:pt x="454869" y="84419"/>
                  <a:pt x="455142" y="91938"/>
                  <a:pt x="455686" y="95087"/>
                </a:cubicBezTo>
                <a:cubicBezTo>
                  <a:pt x="456231" y="98237"/>
                  <a:pt x="457308" y="101256"/>
                  <a:pt x="458919" y="104145"/>
                </a:cubicBezTo>
                <a:lnTo>
                  <a:pt x="445563" y="104145"/>
                </a:lnTo>
                <a:cubicBezTo>
                  <a:pt x="444237" y="101490"/>
                  <a:pt x="443385" y="98385"/>
                  <a:pt x="443006" y="94830"/>
                </a:cubicBezTo>
                <a:moveTo>
                  <a:pt x="441940" y="66209"/>
                </a:moveTo>
                <a:cubicBezTo>
                  <a:pt x="437299" y="68120"/>
                  <a:pt x="430337" y="69744"/>
                  <a:pt x="421054" y="71080"/>
                </a:cubicBezTo>
                <a:cubicBezTo>
                  <a:pt x="415797" y="71841"/>
                  <a:pt x="412080" y="72697"/>
                  <a:pt x="409901" y="73649"/>
                </a:cubicBezTo>
                <a:cubicBezTo>
                  <a:pt x="407722" y="74599"/>
                  <a:pt x="406041" y="75990"/>
                  <a:pt x="404857" y="77822"/>
                </a:cubicBezTo>
                <a:cubicBezTo>
                  <a:pt x="403673" y="79653"/>
                  <a:pt x="403081" y="81686"/>
                  <a:pt x="403081" y="83921"/>
                </a:cubicBezTo>
                <a:cubicBezTo>
                  <a:pt x="403081" y="87344"/>
                  <a:pt x="404372" y="90197"/>
                  <a:pt x="406953" y="92481"/>
                </a:cubicBezTo>
                <a:cubicBezTo>
                  <a:pt x="409534" y="94763"/>
                  <a:pt x="413311" y="95904"/>
                  <a:pt x="418284" y="95904"/>
                </a:cubicBezTo>
                <a:cubicBezTo>
                  <a:pt x="423209" y="95904"/>
                  <a:pt x="427590" y="94821"/>
                  <a:pt x="431426" y="92656"/>
                </a:cubicBezTo>
                <a:cubicBezTo>
                  <a:pt x="435262" y="90491"/>
                  <a:pt x="438080" y="87529"/>
                  <a:pt x="439880" y="83770"/>
                </a:cubicBezTo>
                <a:cubicBezTo>
                  <a:pt x="441253" y="80866"/>
                  <a:pt x="441940" y="76583"/>
                  <a:pt x="441940" y="70920"/>
                </a:cubicBezTo>
                <a:lnTo>
                  <a:pt x="441940" y="66209"/>
                </a:lnTo>
                <a:close/>
                <a:moveTo>
                  <a:pt x="523636" y="104145"/>
                </a:moveTo>
                <a:lnTo>
                  <a:pt x="523636" y="94625"/>
                </a:lnTo>
                <a:cubicBezTo>
                  <a:pt x="518853" y="102108"/>
                  <a:pt x="511820" y="105850"/>
                  <a:pt x="502537" y="105850"/>
                </a:cubicBezTo>
                <a:cubicBezTo>
                  <a:pt x="496523" y="105850"/>
                  <a:pt x="490993" y="104192"/>
                  <a:pt x="485949" y="100877"/>
                </a:cubicBezTo>
                <a:cubicBezTo>
                  <a:pt x="480906" y="97562"/>
                  <a:pt x="476998" y="92932"/>
                  <a:pt x="474228" y="86989"/>
                </a:cubicBezTo>
                <a:cubicBezTo>
                  <a:pt x="471457" y="81045"/>
                  <a:pt x="470072" y="74213"/>
                  <a:pt x="470072" y="66494"/>
                </a:cubicBezTo>
                <a:cubicBezTo>
                  <a:pt x="470072" y="58963"/>
                  <a:pt x="471327" y="52132"/>
                  <a:pt x="473837" y="45998"/>
                </a:cubicBezTo>
                <a:cubicBezTo>
                  <a:pt x="476347" y="39865"/>
                  <a:pt x="480112" y="35165"/>
                  <a:pt x="485132" y="31897"/>
                </a:cubicBezTo>
                <a:cubicBezTo>
                  <a:pt x="490153" y="28629"/>
                  <a:pt x="495765" y="26995"/>
                  <a:pt x="501969" y="26995"/>
                </a:cubicBezTo>
                <a:cubicBezTo>
                  <a:pt x="506516" y="26995"/>
                  <a:pt x="510565" y="27954"/>
                  <a:pt x="514117" y="29872"/>
                </a:cubicBezTo>
                <a:cubicBezTo>
                  <a:pt x="517669" y="31790"/>
                  <a:pt x="520558" y="34289"/>
                  <a:pt x="522784" y="37367"/>
                </a:cubicBezTo>
                <a:lnTo>
                  <a:pt x="522784" y="0"/>
                </a:lnTo>
                <a:lnTo>
                  <a:pt x="535500" y="0"/>
                </a:lnTo>
                <a:lnTo>
                  <a:pt x="535500" y="104145"/>
                </a:lnTo>
                <a:lnTo>
                  <a:pt x="523636" y="104145"/>
                </a:lnTo>
                <a:moveTo>
                  <a:pt x="483214" y="66458"/>
                </a:moveTo>
                <a:cubicBezTo>
                  <a:pt x="483214" y="76084"/>
                  <a:pt x="485251" y="83280"/>
                  <a:pt x="489324" y="88045"/>
                </a:cubicBezTo>
                <a:cubicBezTo>
                  <a:pt x="493397" y="92811"/>
                  <a:pt x="498204" y="95194"/>
                  <a:pt x="503745" y="95194"/>
                </a:cubicBezTo>
                <a:cubicBezTo>
                  <a:pt x="509333" y="95194"/>
                  <a:pt x="514081" y="92917"/>
                  <a:pt x="517988" y="88365"/>
                </a:cubicBezTo>
                <a:cubicBezTo>
                  <a:pt x="521896" y="83811"/>
                  <a:pt x="523849" y="76862"/>
                  <a:pt x="523849" y="67519"/>
                </a:cubicBezTo>
                <a:cubicBezTo>
                  <a:pt x="523849" y="57233"/>
                  <a:pt x="521860" y="49684"/>
                  <a:pt x="517882" y="44871"/>
                </a:cubicBezTo>
                <a:cubicBezTo>
                  <a:pt x="513904" y="40058"/>
                  <a:pt x="509002" y="37651"/>
                  <a:pt x="503177" y="37651"/>
                </a:cubicBezTo>
                <a:cubicBezTo>
                  <a:pt x="497493" y="37651"/>
                  <a:pt x="492746" y="39964"/>
                  <a:pt x="488933" y="44589"/>
                </a:cubicBezTo>
                <a:cubicBezTo>
                  <a:pt x="485121" y="49212"/>
                  <a:pt x="483214" y="56502"/>
                  <a:pt x="483214" y="66458"/>
                </a:cubicBezTo>
                <a:close/>
                <a:moveTo>
                  <a:pt x="555674" y="14776"/>
                </a:moveTo>
                <a:lnTo>
                  <a:pt x="555674" y="0"/>
                </a:lnTo>
                <a:lnTo>
                  <a:pt x="568462" y="0"/>
                </a:lnTo>
                <a:lnTo>
                  <a:pt x="568462" y="14776"/>
                </a:lnTo>
                <a:lnTo>
                  <a:pt x="555674" y="14776"/>
                </a:lnTo>
                <a:moveTo>
                  <a:pt x="555674" y="104145"/>
                </a:moveTo>
                <a:lnTo>
                  <a:pt x="555674" y="28700"/>
                </a:lnTo>
                <a:lnTo>
                  <a:pt x="568462" y="28700"/>
                </a:lnTo>
                <a:lnTo>
                  <a:pt x="568462" y="104145"/>
                </a:lnTo>
                <a:lnTo>
                  <a:pt x="555674" y="104145"/>
                </a:lnTo>
                <a:close/>
                <a:moveTo>
                  <a:pt x="587927" y="104145"/>
                </a:moveTo>
                <a:lnTo>
                  <a:pt x="587927" y="28700"/>
                </a:lnTo>
                <a:lnTo>
                  <a:pt x="599436" y="28700"/>
                </a:lnTo>
                <a:lnTo>
                  <a:pt x="599436" y="39356"/>
                </a:lnTo>
                <a:cubicBezTo>
                  <a:pt x="604977" y="31116"/>
                  <a:pt x="612981" y="26995"/>
                  <a:pt x="623447" y="26995"/>
                </a:cubicBezTo>
                <a:cubicBezTo>
                  <a:pt x="627994" y="26995"/>
                  <a:pt x="632174" y="27812"/>
                  <a:pt x="635986" y="29446"/>
                </a:cubicBezTo>
                <a:cubicBezTo>
                  <a:pt x="639799" y="31080"/>
                  <a:pt x="642652" y="33223"/>
                  <a:pt x="644546" y="35875"/>
                </a:cubicBezTo>
                <a:cubicBezTo>
                  <a:pt x="646441" y="38527"/>
                  <a:pt x="647767" y="41677"/>
                  <a:pt x="648525" y="45324"/>
                </a:cubicBezTo>
                <a:cubicBezTo>
                  <a:pt x="648998" y="47692"/>
                  <a:pt x="649235" y="51836"/>
                  <a:pt x="649235" y="57756"/>
                </a:cubicBezTo>
                <a:lnTo>
                  <a:pt x="649235" y="104145"/>
                </a:lnTo>
                <a:lnTo>
                  <a:pt x="636448" y="104145"/>
                </a:lnTo>
                <a:lnTo>
                  <a:pt x="636448" y="58204"/>
                </a:lnTo>
                <a:cubicBezTo>
                  <a:pt x="636448" y="52988"/>
                  <a:pt x="635951" y="49089"/>
                  <a:pt x="634956" y="46505"/>
                </a:cubicBezTo>
                <a:cubicBezTo>
                  <a:pt x="633961" y="43921"/>
                  <a:pt x="632197" y="41858"/>
                  <a:pt x="629663" y="40317"/>
                </a:cubicBezTo>
                <a:cubicBezTo>
                  <a:pt x="627130" y="38777"/>
                  <a:pt x="624158" y="38006"/>
                  <a:pt x="620748" y="38006"/>
                </a:cubicBezTo>
                <a:cubicBezTo>
                  <a:pt x="615302" y="38006"/>
                  <a:pt x="610601" y="39737"/>
                  <a:pt x="606646" y="43199"/>
                </a:cubicBezTo>
                <a:cubicBezTo>
                  <a:pt x="602692" y="46659"/>
                  <a:pt x="600715" y="53225"/>
                  <a:pt x="600715" y="62897"/>
                </a:cubicBezTo>
                <a:lnTo>
                  <a:pt x="600715" y="104145"/>
                </a:lnTo>
                <a:lnTo>
                  <a:pt x="587927" y="104145"/>
                </a:lnTo>
                <a:close/>
                <a:moveTo>
                  <a:pt x="666498" y="110396"/>
                </a:moveTo>
                <a:lnTo>
                  <a:pt x="678930" y="112243"/>
                </a:lnTo>
                <a:cubicBezTo>
                  <a:pt x="679451" y="116079"/>
                  <a:pt x="680896" y="118874"/>
                  <a:pt x="683264" y="120626"/>
                </a:cubicBezTo>
                <a:cubicBezTo>
                  <a:pt x="686437" y="122994"/>
                  <a:pt x="690770" y="124178"/>
                  <a:pt x="696264" y="124178"/>
                </a:cubicBezTo>
                <a:cubicBezTo>
                  <a:pt x="702184" y="124178"/>
                  <a:pt x="706754" y="122991"/>
                  <a:pt x="709975" y="120617"/>
                </a:cubicBezTo>
                <a:cubicBezTo>
                  <a:pt x="713195" y="118245"/>
                  <a:pt x="715374" y="114922"/>
                  <a:pt x="716510" y="110649"/>
                </a:cubicBezTo>
                <a:cubicBezTo>
                  <a:pt x="717173" y="108040"/>
                  <a:pt x="717481" y="102558"/>
                  <a:pt x="717434" y="94204"/>
                </a:cubicBezTo>
                <a:cubicBezTo>
                  <a:pt x="711845" y="100831"/>
                  <a:pt x="704883" y="104145"/>
                  <a:pt x="696548" y="104145"/>
                </a:cubicBezTo>
                <a:cubicBezTo>
                  <a:pt x="686176" y="104145"/>
                  <a:pt x="678149" y="100403"/>
                  <a:pt x="672465" y="92920"/>
                </a:cubicBezTo>
                <a:cubicBezTo>
                  <a:pt x="666782" y="85438"/>
                  <a:pt x="663941" y="76463"/>
                  <a:pt x="663941" y="65996"/>
                </a:cubicBezTo>
                <a:cubicBezTo>
                  <a:pt x="663941" y="58798"/>
                  <a:pt x="665243" y="52155"/>
                  <a:pt x="667848" y="46069"/>
                </a:cubicBezTo>
                <a:cubicBezTo>
                  <a:pt x="670453" y="39984"/>
                  <a:pt x="674230" y="35283"/>
                  <a:pt x="679179" y="31968"/>
                </a:cubicBezTo>
                <a:cubicBezTo>
                  <a:pt x="684128" y="28653"/>
                  <a:pt x="689941" y="26995"/>
                  <a:pt x="696619" y="26995"/>
                </a:cubicBezTo>
                <a:cubicBezTo>
                  <a:pt x="705523" y="26995"/>
                  <a:pt x="712864" y="30618"/>
                  <a:pt x="718641" y="37864"/>
                </a:cubicBezTo>
                <a:lnTo>
                  <a:pt x="718641" y="28700"/>
                </a:lnTo>
                <a:lnTo>
                  <a:pt x="730434" y="28700"/>
                </a:lnTo>
                <a:lnTo>
                  <a:pt x="730434" y="93959"/>
                </a:lnTo>
                <a:cubicBezTo>
                  <a:pt x="730434" y="105712"/>
                  <a:pt x="729238" y="114041"/>
                  <a:pt x="726847" y="118946"/>
                </a:cubicBezTo>
                <a:cubicBezTo>
                  <a:pt x="724455" y="123850"/>
                  <a:pt x="720666" y="127724"/>
                  <a:pt x="715480" y="130567"/>
                </a:cubicBezTo>
                <a:cubicBezTo>
                  <a:pt x="710294" y="133412"/>
                  <a:pt x="703913" y="134834"/>
                  <a:pt x="696335" y="134834"/>
                </a:cubicBezTo>
                <a:cubicBezTo>
                  <a:pt x="687336" y="134834"/>
                  <a:pt x="680067" y="132804"/>
                  <a:pt x="674526" y="128742"/>
                </a:cubicBezTo>
                <a:cubicBezTo>
                  <a:pt x="668984" y="124681"/>
                  <a:pt x="666309" y="118566"/>
                  <a:pt x="666498" y="110396"/>
                </a:cubicBezTo>
                <a:moveTo>
                  <a:pt x="677083" y="65075"/>
                </a:moveTo>
                <a:cubicBezTo>
                  <a:pt x="677083" y="74948"/>
                  <a:pt x="679048" y="82152"/>
                  <a:pt x="682979" y="86687"/>
                </a:cubicBezTo>
                <a:cubicBezTo>
                  <a:pt x="686910" y="91221"/>
                  <a:pt x="691836" y="93489"/>
                  <a:pt x="697756" y="93489"/>
                </a:cubicBezTo>
                <a:cubicBezTo>
                  <a:pt x="703628" y="93489"/>
                  <a:pt x="708554" y="91233"/>
                  <a:pt x="712532" y="86722"/>
                </a:cubicBezTo>
                <a:cubicBezTo>
                  <a:pt x="716510" y="82211"/>
                  <a:pt x="718499" y="75137"/>
                  <a:pt x="718499" y="65499"/>
                </a:cubicBezTo>
                <a:cubicBezTo>
                  <a:pt x="718499" y="56287"/>
                  <a:pt x="716451" y="49343"/>
                  <a:pt x="712354" y="44666"/>
                </a:cubicBezTo>
                <a:cubicBezTo>
                  <a:pt x="708258" y="39990"/>
                  <a:pt x="703321" y="37651"/>
                  <a:pt x="697543" y="37651"/>
                </a:cubicBezTo>
                <a:cubicBezTo>
                  <a:pt x="691859" y="37651"/>
                  <a:pt x="687029" y="39954"/>
                  <a:pt x="683050" y="44560"/>
                </a:cubicBezTo>
                <a:cubicBezTo>
                  <a:pt x="679072" y="49166"/>
                  <a:pt x="677083" y="56004"/>
                  <a:pt x="677083" y="65075"/>
                </a:cubicBezTo>
                <a:close/>
                <a:moveTo>
                  <a:pt x="753309" y="43334"/>
                </a:moveTo>
                <a:lnTo>
                  <a:pt x="753309" y="28700"/>
                </a:lnTo>
                <a:lnTo>
                  <a:pt x="767872" y="28700"/>
                </a:lnTo>
                <a:lnTo>
                  <a:pt x="767872" y="43334"/>
                </a:lnTo>
                <a:lnTo>
                  <a:pt x="753309" y="43334"/>
                </a:lnTo>
                <a:moveTo>
                  <a:pt x="753309" y="104145"/>
                </a:moveTo>
                <a:lnTo>
                  <a:pt x="753309" y="89511"/>
                </a:lnTo>
                <a:lnTo>
                  <a:pt x="767872" y="89511"/>
                </a:lnTo>
                <a:lnTo>
                  <a:pt x="767872" y="104145"/>
                </a:lnTo>
                <a:lnTo>
                  <a:pt x="753309" y="104145"/>
                </a:lnTo>
                <a:close/>
                <a:moveTo>
                  <a:pt x="831665" y="104145"/>
                </a:moveTo>
                <a:lnTo>
                  <a:pt x="831665" y="0"/>
                </a:lnTo>
                <a:lnTo>
                  <a:pt x="870737" y="0"/>
                </a:lnTo>
                <a:cubicBezTo>
                  <a:pt x="878694" y="0"/>
                  <a:pt x="885075" y="1054"/>
                  <a:pt x="889882" y="3161"/>
                </a:cubicBezTo>
                <a:cubicBezTo>
                  <a:pt x="894689" y="5269"/>
                  <a:pt x="898455" y="8513"/>
                  <a:pt x="901178" y="12894"/>
                </a:cubicBezTo>
                <a:cubicBezTo>
                  <a:pt x="903901" y="17275"/>
                  <a:pt x="905263" y="21857"/>
                  <a:pt x="905263" y="26640"/>
                </a:cubicBezTo>
                <a:cubicBezTo>
                  <a:pt x="905263" y="31092"/>
                  <a:pt x="904055" y="35283"/>
                  <a:pt x="901640" y="39214"/>
                </a:cubicBezTo>
                <a:cubicBezTo>
                  <a:pt x="899224" y="43145"/>
                  <a:pt x="895577" y="46318"/>
                  <a:pt x="890699" y="48733"/>
                </a:cubicBezTo>
                <a:cubicBezTo>
                  <a:pt x="896998" y="50581"/>
                  <a:pt x="901841" y="53730"/>
                  <a:pt x="905227" y="58182"/>
                </a:cubicBezTo>
                <a:cubicBezTo>
                  <a:pt x="908613" y="62634"/>
                  <a:pt x="910306" y="67891"/>
                  <a:pt x="910306" y="73953"/>
                </a:cubicBezTo>
                <a:cubicBezTo>
                  <a:pt x="910306" y="78831"/>
                  <a:pt x="909276" y="83366"/>
                  <a:pt x="907216" y="87557"/>
                </a:cubicBezTo>
                <a:cubicBezTo>
                  <a:pt x="905156" y="91748"/>
                  <a:pt x="902610" y="94981"/>
                  <a:pt x="899579" y="97254"/>
                </a:cubicBezTo>
                <a:cubicBezTo>
                  <a:pt x="896548" y="99527"/>
                  <a:pt x="892748" y="101244"/>
                  <a:pt x="888177" y="102404"/>
                </a:cubicBezTo>
                <a:cubicBezTo>
                  <a:pt x="883607" y="103565"/>
                  <a:pt x="878007" y="104145"/>
                  <a:pt x="871376" y="104145"/>
                </a:cubicBezTo>
                <a:lnTo>
                  <a:pt x="831665" y="104145"/>
                </a:lnTo>
                <a:moveTo>
                  <a:pt x="845447" y="43761"/>
                </a:moveTo>
                <a:lnTo>
                  <a:pt x="867967" y="43761"/>
                </a:lnTo>
                <a:cubicBezTo>
                  <a:pt x="874076" y="43761"/>
                  <a:pt x="878457" y="43358"/>
                  <a:pt x="881109" y="42553"/>
                </a:cubicBezTo>
                <a:cubicBezTo>
                  <a:pt x="884614" y="41511"/>
                  <a:pt x="887254" y="39782"/>
                  <a:pt x="889030" y="37367"/>
                </a:cubicBezTo>
                <a:cubicBezTo>
                  <a:pt x="890806" y="34952"/>
                  <a:pt x="891694" y="31921"/>
                  <a:pt x="891694" y="28274"/>
                </a:cubicBezTo>
                <a:cubicBezTo>
                  <a:pt x="891694" y="24817"/>
                  <a:pt x="890865" y="21774"/>
                  <a:pt x="889208" y="19145"/>
                </a:cubicBezTo>
                <a:cubicBezTo>
                  <a:pt x="887550" y="16517"/>
                  <a:pt x="885182" y="14717"/>
                  <a:pt x="882104" y="13746"/>
                </a:cubicBezTo>
                <a:cubicBezTo>
                  <a:pt x="879025" y="12775"/>
                  <a:pt x="873744" y="12290"/>
                  <a:pt x="866262" y="12290"/>
                </a:cubicBezTo>
                <a:lnTo>
                  <a:pt x="845447" y="12290"/>
                </a:lnTo>
                <a:lnTo>
                  <a:pt x="845447" y="43761"/>
                </a:lnTo>
                <a:moveTo>
                  <a:pt x="845447" y="91855"/>
                </a:moveTo>
                <a:lnTo>
                  <a:pt x="871376" y="91855"/>
                </a:lnTo>
                <a:cubicBezTo>
                  <a:pt x="875828" y="91855"/>
                  <a:pt x="878954" y="91689"/>
                  <a:pt x="880754" y="91358"/>
                </a:cubicBezTo>
                <a:cubicBezTo>
                  <a:pt x="883927" y="90789"/>
                  <a:pt x="886579" y="89842"/>
                  <a:pt x="888710" y="88516"/>
                </a:cubicBezTo>
                <a:cubicBezTo>
                  <a:pt x="890841" y="87190"/>
                  <a:pt x="892594" y="85260"/>
                  <a:pt x="893967" y="82726"/>
                </a:cubicBezTo>
                <a:cubicBezTo>
                  <a:pt x="895341" y="80192"/>
                  <a:pt x="896027" y="77268"/>
                  <a:pt x="896027" y="73953"/>
                </a:cubicBezTo>
                <a:cubicBezTo>
                  <a:pt x="896027" y="70069"/>
                  <a:pt x="895033" y="66695"/>
                  <a:pt x="893044" y="63830"/>
                </a:cubicBezTo>
                <a:cubicBezTo>
                  <a:pt x="891055" y="60964"/>
                  <a:pt x="888296" y="58951"/>
                  <a:pt x="884768" y="57791"/>
                </a:cubicBezTo>
                <a:cubicBezTo>
                  <a:pt x="881239" y="56631"/>
                  <a:pt x="876160" y="56051"/>
                  <a:pt x="869529" y="56051"/>
                </a:cubicBezTo>
                <a:lnTo>
                  <a:pt x="845447" y="56051"/>
                </a:lnTo>
                <a:lnTo>
                  <a:pt x="845447" y="91855"/>
                </a:lnTo>
                <a:close/>
                <a:moveTo>
                  <a:pt x="922881" y="66422"/>
                </a:moveTo>
                <a:cubicBezTo>
                  <a:pt x="922881" y="52451"/>
                  <a:pt x="926765" y="42103"/>
                  <a:pt x="934532" y="35378"/>
                </a:cubicBezTo>
                <a:cubicBezTo>
                  <a:pt x="941020" y="29789"/>
                  <a:pt x="948929" y="26995"/>
                  <a:pt x="958259" y="26995"/>
                </a:cubicBezTo>
                <a:cubicBezTo>
                  <a:pt x="968631" y="26995"/>
                  <a:pt x="977109" y="30393"/>
                  <a:pt x="983692" y="37189"/>
                </a:cubicBezTo>
                <a:cubicBezTo>
                  <a:pt x="990275" y="43986"/>
                  <a:pt x="993566" y="53375"/>
                  <a:pt x="993566" y="65357"/>
                </a:cubicBezTo>
                <a:cubicBezTo>
                  <a:pt x="993566" y="75066"/>
                  <a:pt x="992110" y="82702"/>
                  <a:pt x="989197" y="88267"/>
                </a:cubicBezTo>
                <a:cubicBezTo>
                  <a:pt x="986285" y="93832"/>
                  <a:pt x="982046" y="98154"/>
                  <a:pt x="976481" y="101232"/>
                </a:cubicBezTo>
                <a:cubicBezTo>
                  <a:pt x="970916" y="104311"/>
                  <a:pt x="964842" y="105850"/>
                  <a:pt x="958259" y="105850"/>
                </a:cubicBezTo>
                <a:cubicBezTo>
                  <a:pt x="947698" y="105850"/>
                  <a:pt x="939161" y="102463"/>
                  <a:pt x="932649" y="95691"/>
                </a:cubicBezTo>
                <a:cubicBezTo>
                  <a:pt x="926137" y="88919"/>
                  <a:pt x="922881" y="79162"/>
                  <a:pt x="922881" y="66422"/>
                </a:cubicBezTo>
                <a:moveTo>
                  <a:pt x="936024" y="66387"/>
                </a:moveTo>
                <a:cubicBezTo>
                  <a:pt x="936024" y="76013"/>
                  <a:pt x="938131" y="83220"/>
                  <a:pt x="942346" y="88010"/>
                </a:cubicBezTo>
                <a:cubicBezTo>
                  <a:pt x="946561" y="92799"/>
                  <a:pt x="951866" y="95194"/>
                  <a:pt x="958259" y="95194"/>
                </a:cubicBezTo>
                <a:cubicBezTo>
                  <a:pt x="964606" y="95194"/>
                  <a:pt x="969886" y="92787"/>
                  <a:pt x="974101" y="87974"/>
                </a:cubicBezTo>
                <a:cubicBezTo>
                  <a:pt x="978316" y="83161"/>
                  <a:pt x="980424" y="75824"/>
                  <a:pt x="980424" y="65963"/>
                </a:cubicBezTo>
                <a:cubicBezTo>
                  <a:pt x="980424" y="56667"/>
                  <a:pt x="978304" y="49624"/>
                  <a:pt x="974066" y="44835"/>
                </a:cubicBezTo>
                <a:cubicBezTo>
                  <a:pt x="969827" y="40046"/>
                  <a:pt x="964558" y="37651"/>
                  <a:pt x="958259" y="37651"/>
                </a:cubicBezTo>
                <a:cubicBezTo>
                  <a:pt x="951866" y="37651"/>
                  <a:pt x="946561" y="40034"/>
                  <a:pt x="942346" y="44800"/>
                </a:cubicBezTo>
                <a:cubicBezTo>
                  <a:pt x="938131" y="49565"/>
                  <a:pt x="936024" y="56761"/>
                  <a:pt x="936024" y="66387"/>
                </a:cubicBezTo>
                <a:close/>
                <a:moveTo>
                  <a:pt x="1003795" y="66422"/>
                </a:moveTo>
                <a:cubicBezTo>
                  <a:pt x="1003795" y="52451"/>
                  <a:pt x="1007679" y="42103"/>
                  <a:pt x="1015446" y="35378"/>
                </a:cubicBezTo>
                <a:cubicBezTo>
                  <a:pt x="1021934" y="29789"/>
                  <a:pt x="1029843" y="26995"/>
                  <a:pt x="1039173" y="26995"/>
                </a:cubicBezTo>
                <a:cubicBezTo>
                  <a:pt x="1049545" y="26995"/>
                  <a:pt x="1058022" y="30393"/>
                  <a:pt x="1064605" y="37189"/>
                </a:cubicBezTo>
                <a:cubicBezTo>
                  <a:pt x="1071189" y="43986"/>
                  <a:pt x="1074480" y="53375"/>
                  <a:pt x="1074480" y="65357"/>
                </a:cubicBezTo>
                <a:cubicBezTo>
                  <a:pt x="1074480" y="75066"/>
                  <a:pt x="1073024" y="82702"/>
                  <a:pt x="1070111" y="88267"/>
                </a:cubicBezTo>
                <a:cubicBezTo>
                  <a:pt x="1067198" y="93832"/>
                  <a:pt x="1062960" y="98154"/>
                  <a:pt x="1057395" y="101232"/>
                </a:cubicBezTo>
                <a:cubicBezTo>
                  <a:pt x="1051830" y="104311"/>
                  <a:pt x="1045756" y="105850"/>
                  <a:pt x="1039173" y="105850"/>
                </a:cubicBezTo>
                <a:cubicBezTo>
                  <a:pt x="1028612" y="105850"/>
                  <a:pt x="1020075" y="102463"/>
                  <a:pt x="1013563" y="95691"/>
                </a:cubicBezTo>
                <a:cubicBezTo>
                  <a:pt x="1007051" y="88919"/>
                  <a:pt x="1003795" y="79162"/>
                  <a:pt x="1003795" y="66422"/>
                </a:cubicBezTo>
                <a:moveTo>
                  <a:pt x="1016938" y="66387"/>
                </a:moveTo>
                <a:cubicBezTo>
                  <a:pt x="1016938" y="76013"/>
                  <a:pt x="1019045" y="83220"/>
                  <a:pt x="1023260" y="88010"/>
                </a:cubicBezTo>
                <a:cubicBezTo>
                  <a:pt x="1027475" y="92799"/>
                  <a:pt x="1032780" y="95194"/>
                  <a:pt x="1039173" y="95194"/>
                </a:cubicBezTo>
                <a:cubicBezTo>
                  <a:pt x="1045519" y="95194"/>
                  <a:pt x="1050800" y="92787"/>
                  <a:pt x="1055015" y="87974"/>
                </a:cubicBezTo>
                <a:cubicBezTo>
                  <a:pt x="1059230" y="83161"/>
                  <a:pt x="1061338" y="75824"/>
                  <a:pt x="1061338" y="65963"/>
                </a:cubicBezTo>
                <a:cubicBezTo>
                  <a:pt x="1061338" y="56667"/>
                  <a:pt x="1059218" y="49624"/>
                  <a:pt x="1054980" y="44835"/>
                </a:cubicBezTo>
                <a:cubicBezTo>
                  <a:pt x="1050741" y="40046"/>
                  <a:pt x="1045472" y="37651"/>
                  <a:pt x="1039173" y="37651"/>
                </a:cubicBezTo>
                <a:cubicBezTo>
                  <a:pt x="1032780" y="37651"/>
                  <a:pt x="1027475" y="40034"/>
                  <a:pt x="1023260" y="44800"/>
                </a:cubicBezTo>
                <a:cubicBezTo>
                  <a:pt x="1019045" y="49565"/>
                  <a:pt x="1016938" y="56761"/>
                  <a:pt x="1016938" y="66387"/>
                </a:cubicBezTo>
                <a:close/>
                <a:moveTo>
                  <a:pt x="1089186" y="104145"/>
                </a:moveTo>
                <a:lnTo>
                  <a:pt x="1089186" y="0"/>
                </a:lnTo>
                <a:lnTo>
                  <a:pt x="1101973" y="0"/>
                </a:lnTo>
                <a:lnTo>
                  <a:pt x="1101973" y="104145"/>
                </a:lnTo>
                <a:lnTo>
                  <a:pt x="1089186" y="10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D0423-05F1-4FB5-BCA5-DAA37A63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826" y="1471861"/>
            <a:ext cx="2391981" cy="10"/>
          </a:xfrm>
          <a:custGeom xmlns:a="http://schemas.openxmlformats.org/drawingml/2006/main">
            <a:pathLst>
              <a:path w="2391981" h="1" fill="none">
                <a:moveTo>
                  <a:pt x="0" y="0"/>
                </a:moveTo>
                <a:lnTo>
                  <a:pt x="23919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33" name="Text +startGeneratingUsabilityIssues()">
            <a:extLst xmlns:a="http://schemas.openxmlformats.org/drawingml/2006/main">
              <a:ext uri="{FF2B5EF4-FFF2-40B4-BE49-F238E27FC236}">
                <a16:creationId xmlns:a16="http://schemas.microsoft.com/office/drawing/2014/main" id="{86C75EDE-3E0F-405C-AF73-B757DBB5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234" y="1610165"/>
            <a:ext cx="2181994" cy="136681"/>
          </a:xfrm>
          <a:custGeom xmlns:a="http://schemas.openxmlformats.org/drawingml/2006/main">
            <a:pathLst>
              <a:path w="2181994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21762" y="83401"/>
                </a:moveTo>
                <a:lnTo>
                  <a:pt x="134407" y="81412"/>
                </a:lnTo>
                <a:cubicBezTo>
                  <a:pt x="135118" y="86457"/>
                  <a:pt x="137095" y="90324"/>
                  <a:pt x="140339" y="93011"/>
                </a:cubicBezTo>
                <a:cubicBezTo>
                  <a:pt x="143583" y="95698"/>
                  <a:pt x="148118" y="97041"/>
                  <a:pt x="153943" y="97041"/>
                </a:cubicBezTo>
                <a:cubicBezTo>
                  <a:pt x="159816" y="97041"/>
                  <a:pt x="164173" y="95855"/>
                  <a:pt x="167015" y="93482"/>
                </a:cubicBezTo>
                <a:cubicBezTo>
                  <a:pt x="169856" y="91108"/>
                  <a:pt x="171277" y="88324"/>
                  <a:pt x="171277" y="85130"/>
                </a:cubicBezTo>
                <a:cubicBezTo>
                  <a:pt x="171277" y="82264"/>
                  <a:pt x="170022" y="80008"/>
                  <a:pt x="167512" y="78364"/>
                </a:cubicBezTo>
                <a:cubicBezTo>
                  <a:pt x="165760" y="77236"/>
                  <a:pt x="161403" y="75803"/>
                  <a:pt x="154441" y="74064"/>
                </a:cubicBezTo>
                <a:cubicBezTo>
                  <a:pt x="145063" y="71694"/>
                  <a:pt x="138563" y="69644"/>
                  <a:pt x="134940" y="67914"/>
                </a:cubicBezTo>
                <a:cubicBezTo>
                  <a:pt x="131317" y="66184"/>
                  <a:pt x="128570" y="63790"/>
                  <a:pt x="126700" y="60733"/>
                </a:cubicBezTo>
                <a:cubicBezTo>
                  <a:pt x="124829" y="57675"/>
                  <a:pt x="123894" y="54298"/>
                  <a:pt x="123894" y="50601"/>
                </a:cubicBezTo>
                <a:cubicBezTo>
                  <a:pt x="123894" y="47235"/>
                  <a:pt x="124663" y="44118"/>
                  <a:pt x="126202" y="41250"/>
                </a:cubicBezTo>
                <a:cubicBezTo>
                  <a:pt x="127742" y="38382"/>
                  <a:pt x="129837" y="36000"/>
                  <a:pt x="132489" y="34104"/>
                </a:cubicBezTo>
                <a:cubicBezTo>
                  <a:pt x="134479" y="32634"/>
                  <a:pt x="137190" y="31390"/>
                  <a:pt x="140623" y="30372"/>
                </a:cubicBezTo>
                <a:cubicBezTo>
                  <a:pt x="144057" y="29352"/>
                  <a:pt x="147739" y="28842"/>
                  <a:pt x="151670" y="28842"/>
                </a:cubicBezTo>
                <a:cubicBezTo>
                  <a:pt x="157590" y="28842"/>
                  <a:pt x="162788" y="29701"/>
                  <a:pt x="167264" y="31417"/>
                </a:cubicBezTo>
                <a:cubicBezTo>
                  <a:pt x="171739" y="33133"/>
                  <a:pt x="175042" y="35457"/>
                  <a:pt x="177174" y="38390"/>
                </a:cubicBezTo>
                <a:cubicBezTo>
                  <a:pt x="179305" y="41322"/>
                  <a:pt x="180773" y="45244"/>
                  <a:pt x="181578" y="50154"/>
                </a:cubicBezTo>
                <a:lnTo>
                  <a:pt x="169075" y="51859"/>
                </a:lnTo>
                <a:cubicBezTo>
                  <a:pt x="168507" y="47976"/>
                  <a:pt x="166861" y="44945"/>
                  <a:pt x="164138" y="42766"/>
                </a:cubicBezTo>
                <a:cubicBezTo>
                  <a:pt x="161415" y="40588"/>
                  <a:pt x="157567" y="39498"/>
                  <a:pt x="152594" y="39498"/>
                </a:cubicBezTo>
                <a:cubicBezTo>
                  <a:pt x="146721" y="39498"/>
                  <a:pt x="142530" y="40465"/>
                  <a:pt x="140020" y="42398"/>
                </a:cubicBezTo>
                <a:cubicBezTo>
                  <a:pt x="137510" y="44329"/>
                  <a:pt x="136255" y="46591"/>
                  <a:pt x="136255" y="49184"/>
                </a:cubicBezTo>
                <a:cubicBezTo>
                  <a:pt x="136255" y="50833"/>
                  <a:pt x="136775" y="52317"/>
                  <a:pt x="137817" y="53637"/>
                </a:cubicBezTo>
                <a:cubicBezTo>
                  <a:pt x="138859" y="55004"/>
                  <a:pt x="140493" y="56134"/>
                  <a:pt x="142719" y="57030"/>
                </a:cubicBezTo>
                <a:cubicBezTo>
                  <a:pt x="143998" y="57502"/>
                  <a:pt x="147763" y="58586"/>
                  <a:pt x="154015" y="60282"/>
                </a:cubicBezTo>
                <a:cubicBezTo>
                  <a:pt x="163060" y="62696"/>
                  <a:pt x="169371" y="64672"/>
                  <a:pt x="172947" y="66209"/>
                </a:cubicBezTo>
                <a:cubicBezTo>
                  <a:pt x="176522" y="67747"/>
                  <a:pt x="179328" y="69983"/>
                  <a:pt x="181365" y="72918"/>
                </a:cubicBezTo>
                <a:cubicBezTo>
                  <a:pt x="183401" y="75852"/>
                  <a:pt x="184420" y="79495"/>
                  <a:pt x="184420" y="83847"/>
                </a:cubicBezTo>
                <a:cubicBezTo>
                  <a:pt x="184420" y="88107"/>
                  <a:pt x="183176" y="92118"/>
                  <a:pt x="180690" y="95880"/>
                </a:cubicBezTo>
                <a:cubicBezTo>
                  <a:pt x="178204" y="99640"/>
                  <a:pt x="174616" y="102550"/>
                  <a:pt x="169928" y="104609"/>
                </a:cubicBezTo>
                <a:cubicBezTo>
                  <a:pt x="165239" y="106667"/>
                  <a:pt x="159935" y="107697"/>
                  <a:pt x="154015" y="107697"/>
                </a:cubicBezTo>
                <a:cubicBezTo>
                  <a:pt x="144211" y="107697"/>
                  <a:pt x="136740" y="105654"/>
                  <a:pt x="131601" y="101570"/>
                </a:cubicBezTo>
                <a:cubicBezTo>
                  <a:pt x="126463" y="97485"/>
                  <a:pt x="123183" y="91429"/>
                  <a:pt x="121762" y="83401"/>
                </a:cubicBezTo>
                <a:close/>
                <a:moveTo>
                  <a:pt x="227542" y="94696"/>
                </a:moveTo>
                <a:lnTo>
                  <a:pt x="229389" y="105992"/>
                </a:lnTo>
                <a:cubicBezTo>
                  <a:pt x="225789" y="106655"/>
                  <a:pt x="222569" y="106986"/>
                  <a:pt x="219727" y="106986"/>
                </a:cubicBezTo>
                <a:cubicBezTo>
                  <a:pt x="215086" y="106986"/>
                  <a:pt x="211487" y="106252"/>
                  <a:pt x="208929" y="104784"/>
                </a:cubicBezTo>
                <a:cubicBezTo>
                  <a:pt x="206372" y="103316"/>
                  <a:pt x="204572" y="101386"/>
                  <a:pt x="203530" y="98994"/>
                </a:cubicBezTo>
                <a:cubicBezTo>
                  <a:pt x="202488" y="96603"/>
                  <a:pt x="201967" y="91571"/>
                  <a:pt x="201967" y="83898"/>
                </a:cubicBezTo>
                <a:lnTo>
                  <a:pt x="201967" y="40493"/>
                </a:lnTo>
                <a:lnTo>
                  <a:pt x="192590" y="40493"/>
                </a:lnTo>
                <a:lnTo>
                  <a:pt x="192590" y="30547"/>
                </a:lnTo>
                <a:lnTo>
                  <a:pt x="201967" y="30547"/>
                </a:lnTo>
                <a:lnTo>
                  <a:pt x="201967" y="11813"/>
                </a:lnTo>
                <a:lnTo>
                  <a:pt x="214683" y="4120"/>
                </a:lnTo>
                <a:lnTo>
                  <a:pt x="214683" y="30547"/>
                </a:lnTo>
                <a:lnTo>
                  <a:pt x="227542" y="30547"/>
                </a:lnTo>
                <a:lnTo>
                  <a:pt x="227542" y="40493"/>
                </a:lnTo>
                <a:lnTo>
                  <a:pt x="214683" y="40493"/>
                </a:lnTo>
                <a:lnTo>
                  <a:pt x="214683" y="84609"/>
                </a:lnTo>
                <a:cubicBezTo>
                  <a:pt x="214683" y="88255"/>
                  <a:pt x="214908" y="90600"/>
                  <a:pt x="215358" y="91642"/>
                </a:cubicBezTo>
                <a:cubicBezTo>
                  <a:pt x="215808" y="92684"/>
                  <a:pt x="216542" y="93512"/>
                  <a:pt x="217561" y="94128"/>
                </a:cubicBezTo>
                <a:cubicBezTo>
                  <a:pt x="218579" y="94744"/>
                  <a:pt x="220035" y="95052"/>
                  <a:pt x="221929" y="95052"/>
                </a:cubicBezTo>
                <a:cubicBezTo>
                  <a:pt x="223350" y="95052"/>
                  <a:pt x="225221" y="94933"/>
                  <a:pt x="227542" y="94696"/>
                </a:cubicBezTo>
                <a:close/>
                <a:moveTo>
                  <a:pt x="289274" y="96677"/>
                </a:moveTo>
                <a:cubicBezTo>
                  <a:pt x="284538" y="100705"/>
                  <a:pt x="279980" y="103549"/>
                  <a:pt x="275599" y="105208"/>
                </a:cubicBezTo>
                <a:cubicBezTo>
                  <a:pt x="271218" y="106867"/>
                  <a:pt x="266518" y="107697"/>
                  <a:pt x="261498" y="107697"/>
                </a:cubicBezTo>
                <a:cubicBezTo>
                  <a:pt x="253210" y="107697"/>
                  <a:pt x="246840" y="105671"/>
                  <a:pt x="242388" y="101618"/>
                </a:cubicBezTo>
                <a:cubicBezTo>
                  <a:pt x="237936" y="97566"/>
                  <a:pt x="235710" y="92388"/>
                  <a:pt x="235710" y="86085"/>
                </a:cubicBezTo>
                <a:cubicBezTo>
                  <a:pt x="235710" y="82389"/>
                  <a:pt x="236551" y="79014"/>
                  <a:pt x="238232" y="75957"/>
                </a:cubicBezTo>
                <a:cubicBezTo>
                  <a:pt x="239913" y="72900"/>
                  <a:pt x="242116" y="70447"/>
                  <a:pt x="244839" y="68598"/>
                </a:cubicBezTo>
                <a:cubicBezTo>
                  <a:pt x="247562" y="66750"/>
                  <a:pt x="250629" y="65352"/>
                  <a:pt x="254039" y="64404"/>
                </a:cubicBezTo>
                <a:cubicBezTo>
                  <a:pt x="256549" y="63740"/>
                  <a:pt x="260337" y="63100"/>
                  <a:pt x="265405" y="62484"/>
                </a:cubicBezTo>
                <a:cubicBezTo>
                  <a:pt x="275729" y="61262"/>
                  <a:pt x="283331" y="59804"/>
                  <a:pt x="288209" y="58111"/>
                </a:cubicBezTo>
                <a:cubicBezTo>
                  <a:pt x="288256" y="56366"/>
                  <a:pt x="288280" y="55257"/>
                  <a:pt x="288280" y="54785"/>
                </a:cubicBezTo>
                <a:cubicBezTo>
                  <a:pt x="288280" y="49595"/>
                  <a:pt x="287072" y="45939"/>
                  <a:pt x="284657" y="43816"/>
                </a:cubicBezTo>
                <a:cubicBezTo>
                  <a:pt x="281389" y="40938"/>
                  <a:pt x="276535" y="39498"/>
                  <a:pt x="270094" y="39498"/>
                </a:cubicBezTo>
                <a:cubicBezTo>
                  <a:pt x="264079" y="39498"/>
                  <a:pt x="259639" y="40552"/>
                  <a:pt x="256774" y="42660"/>
                </a:cubicBezTo>
                <a:cubicBezTo>
                  <a:pt x="253908" y="44767"/>
                  <a:pt x="251789" y="48497"/>
                  <a:pt x="250416" y="53848"/>
                </a:cubicBezTo>
                <a:lnTo>
                  <a:pt x="237912" y="52143"/>
                </a:lnTo>
                <a:cubicBezTo>
                  <a:pt x="239049" y="46775"/>
                  <a:pt x="240920" y="42441"/>
                  <a:pt x="243525" y="39139"/>
                </a:cubicBezTo>
                <a:cubicBezTo>
                  <a:pt x="246129" y="35837"/>
                  <a:pt x="249895" y="33296"/>
                  <a:pt x="254820" y="31515"/>
                </a:cubicBezTo>
                <a:cubicBezTo>
                  <a:pt x="259745" y="29733"/>
                  <a:pt x="265452" y="28842"/>
                  <a:pt x="271941" y="28842"/>
                </a:cubicBezTo>
                <a:cubicBezTo>
                  <a:pt x="278382" y="28842"/>
                  <a:pt x="283615" y="29600"/>
                  <a:pt x="287641" y="31116"/>
                </a:cubicBezTo>
                <a:cubicBezTo>
                  <a:pt x="291666" y="32631"/>
                  <a:pt x="294626" y="34537"/>
                  <a:pt x="296521" y="36834"/>
                </a:cubicBezTo>
                <a:cubicBezTo>
                  <a:pt x="298415" y="39131"/>
                  <a:pt x="299741" y="42032"/>
                  <a:pt x="300499" y="45537"/>
                </a:cubicBezTo>
                <a:cubicBezTo>
                  <a:pt x="300925" y="47715"/>
                  <a:pt x="301138" y="51646"/>
                  <a:pt x="301138" y="57329"/>
                </a:cubicBezTo>
                <a:lnTo>
                  <a:pt x="301138" y="74379"/>
                </a:lnTo>
                <a:cubicBezTo>
                  <a:pt x="301138" y="86266"/>
                  <a:pt x="301410" y="93785"/>
                  <a:pt x="301955" y="96934"/>
                </a:cubicBezTo>
                <a:cubicBezTo>
                  <a:pt x="302500" y="100084"/>
                  <a:pt x="303577" y="103103"/>
                  <a:pt x="305187" y="105992"/>
                </a:cubicBezTo>
                <a:lnTo>
                  <a:pt x="291832" y="105992"/>
                </a:lnTo>
                <a:cubicBezTo>
                  <a:pt x="290506" y="103337"/>
                  <a:pt x="289653" y="100232"/>
                  <a:pt x="289274" y="96677"/>
                </a:cubicBezTo>
                <a:moveTo>
                  <a:pt x="288209" y="68056"/>
                </a:moveTo>
                <a:cubicBezTo>
                  <a:pt x="283568" y="69967"/>
                  <a:pt x="276606" y="71591"/>
                  <a:pt x="267323" y="72927"/>
                </a:cubicBezTo>
                <a:cubicBezTo>
                  <a:pt x="262066" y="73688"/>
                  <a:pt x="258348" y="74544"/>
                  <a:pt x="256170" y="75496"/>
                </a:cubicBezTo>
                <a:cubicBezTo>
                  <a:pt x="253991" y="76446"/>
                  <a:pt x="252310" y="77837"/>
                  <a:pt x="251126" y="79669"/>
                </a:cubicBezTo>
                <a:cubicBezTo>
                  <a:pt x="249942" y="81500"/>
                  <a:pt x="249350" y="83533"/>
                  <a:pt x="249350" y="85768"/>
                </a:cubicBezTo>
                <a:cubicBezTo>
                  <a:pt x="249350" y="89191"/>
                  <a:pt x="250640" y="92044"/>
                  <a:pt x="253222" y="94328"/>
                </a:cubicBezTo>
                <a:cubicBezTo>
                  <a:pt x="255803" y="96610"/>
                  <a:pt x="259580" y="97751"/>
                  <a:pt x="264552" y="97751"/>
                </a:cubicBezTo>
                <a:cubicBezTo>
                  <a:pt x="269478" y="97751"/>
                  <a:pt x="273859" y="96669"/>
                  <a:pt x="277695" y="94503"/>
                </a:cubicBezTo>
                <a:cubicBezTo>
                  <a:pt x="281531" y="92338"/>
                  <a:pt x="284349" y="89376"/>
                  <a:pt x="286149" y="85617"/>
                </a:cubicBezTo>
                <a:cubicBezTo>
                  <a:pt x="287522" y="82713"/>
                  <a:pt x="288209" y="78430"/>
                  <a:pt x="288209" y="72767"/>
                </a:cubicBezTo>
                <a:lnTo>
                  <a:pt x="288209" y="68056"/>
                </a:lnTo>
                <a:close/>
                <a:moveTo>
                  <a:pt x="320817" y="105992"/>
                </a:moveTo>
                <a:lnTo>
                  <a:pt x="320817" y="30547"/>
                </a:lnTo>
                <a:lnTo>
                  <a:pt x="332326" y="30547"/>
                </a:lnTo>
                <a:lnTo>
                  <a:pt x="332326" y="41914"/>
                </a:lnTo>
                <a:cubicBezTo>
                  <a:pt x="335262" y="36592"/>
                  <a:pt x="337974" y="33082"/>
                  <a:pt x="340460" y="31386"/>
                </a:cubicBezTo>
                <a:cubicBezTo>
                  <a:pt x="342946" y="29690"/>
                  <a:pt x="345681" y="28842"/>
                  <a:pt x="348665" y="28842"/>
                </a:cubicBezTo>
                <a:cubicBezTo>
                  <a:pt x="352975" y="28842"/>
                  <a:pt x="357356" y="30210"/>
                  <a:pt x="361808" y="32945"/>
                </a:cubicBezTo>
                <a:lnTo>
                  <a:pt x="357403" y="44755"/>
                </a:lnTo>
                <a:cubicBezTo>
                  <a:pt x="354277" y="42908"/>
                  <a:pt x="351152" y="41985"/>
                  <a:pt x="348026" y="41985"/>
                </a:cubicBezTo>
                <a:cubicBezTo>
                  <a:pt x="345232" y="41985"/>
                  <a:pt x="342721" y="42827"/>
                  <a:pt x="340496" y="44511"/>
                </a:cubicBezTo>
                <a:cubicBezTo>
                  <a:pt x="338270" y="46194"/>
                  <a:pt x="336683" y="48529"/>
                  <a:pt x="335736" y="51515"/>
                </a:cubicBezTo>
                <a:cubicBezTo>
                  <a:pt x="334315" y="56066"/>
                  <a:pt x="333605" y="61044"/>
                  <a:pt x="333605" y="66449"/>
                </a:cubicBezTo>
                <a:lnTo>
                  <a:pt x="333605" y="105992"/>
                </a:lnTo>
                <a:lnTo>
                  <a:pt x="320817" y="105992"/>
                </a:lnTo>
                <a:close/>
                <a:moveTo>
                  <a:pt x="397327" y="94696"/>
                </a:moveTo>
                <a:lnTo>
                  <a:pt x="399174" y="105992"/>
                </a:lnTo>
                <a:cubicBezTo>
                  <a:pt x="395575" y="106655"/>
                  <a:pt x="392354" y="106986"/>
                  <a:pt x="389512" y="106986"/>
                </a:cubicBezTo>
                <a:cubicBezTo>
                  <a:pt x="384871" y="106986"/>
                  <a:pt x="381272" y="106252"/>
                  <a:pt x="378714" y="104784"/>
                </a:cubicBezTo>
                <a:cubicBezTo>
                  <a:pt x="376157" y="103316"/>
                  <a:pt x="374357" y="101386"/>
                  <a:pt x="373315" y="98994"/>
                </a:cubicBezTo>
                <a:cubicBezTo>
                  <a:pt x="372273" y="96603"/>
                  <a:pt x="371752" y="91571"/>
                  <a:pt x="371752" y="83898"/>
                </a:cubicBezTo>
                <a:lnTo>
                  <a:pt x="371752" y="40493"/>
                </a:lnTo>
                <a:lnTo>
                  <a:pt x="362375" y="40493"/>
                </a:lnTo>
                <a:lnTo>
                  <a:pt x="362375" y="30547"/>
                </a:lnTo>
                <a:lnTo>
                  <a:pt x="371752" y="30547"/>
                </a:lnTo>
                <a:lnTo>
                  <a:pt x="371752" y="11813"/>
                </a:lnTo>
                <a:lnTo>
                  <a:pt x="384469" y="4120"/>
                </a:lnTo>
                <a:lnTo>
                  <a:pt x="384469" y="30547"/>
                </a:lnTo>
                <a:lnTo>
                  <a:pt x="397327" y="30547"/>
                </a:lnTo>
                <a:lnTo>
                  <a:pt x="397327" y="40493"/>
                </a:lnTo>
                <a:lnTo>
                  <a:pt x="384469" y="40493"/>
                </a:lnTo>
                <a:lnTo>
                  <a:pt x="384469" y="84609"/>
                </a:lnTo>
                <a:cubicBezTo>
                  <a:pt x="384469" y="88255"/>
                  <a:pt x="384694" y="90600"/>
                  <a:pt x="385143" y="91642"/>
                </a:cubicBezTo>
                <a:cubicBezTo>
                  <a:pt x="385593" y="92684"/>
                  <a:pt x="386327" y="93512"/>
                  <a:pt x="387346" y="94128"/>
                </a:cubicBezTo>
                <a:cubicBezTo>
                  <a:pt x="388364" y="94744"/>
                  <a:pt x="389820" y="95052"/>
                  <a:pt x="391715" y="95052"/>
                </a:cubicBezTo>
                <a:cubicBezTo>
                  <a:pt x="393135" y="95052"/>
                  <a:pt x="395006" y="94933"/>
                  <a:pt x="397327" y="94696"/>
                </a:cubicBezTo>
                <a:close/>
                <a:moveTo>
                  <a:pt x="460197" y="64931"/>
                </a:moveTo>
                <a:lnTo>
                  <a:pt x="460197" y="52854"/>
                </a:lnTo>
                <a:lnTo>
                  <a:pt x="504313" y="52783"/>
                </a:lnTo>
                <a:lnTo>
                  <a:pt x="504313" y="91358"/>
                </a:lnTo>
                <a:cubicBezTo>
                  <a:pt x="497541" y="96780"/>
                  <a:pt x="490555" y="100859"/>
                  <a:pt x="483356" y="103594"/>
                </a:cubicBezTo>
                <a:cubicBezTo>
                  <a:pt x="476157" y="106329"/>
                  <a:pt x="468769" y="107697"/>
                  <a:pt x="461192" y="107697"/>
                </a:cubicBezTo>
                <a:cubicBezTo>
                  <a:pt x="450962" y="107697"/>
                  <a:pt x="441668" y="105506"/>
                  <a:pt x="433308" y="101126"/>
                </a:cubicBezTo>
                <a:cubicBezTo>
                  <a:pt x="424949" y="96745"/>
                  <a:pt x="418639" y="90410"/>
                  <a:pt x="414376" y="82122"/>
                </a:cubicBezTo>
                <a:cubicBezTo>
                  <a:pt x="410114" y="73834"/>
                  <a:pt x="407983" y="64575"/>
                  <a:pt x="407983" y="54346"/>
                </a:cubicBezTo>
                <a:cubicBezTo>
                  <a:pt x="407983" y="44211"/>
                  <a:pt x="410102" y="34750"/>
                  <a:pt x="414341" y="25965"/>
                </a:cubicBezTo>
                <a:cubicBezTo>
                  <a:pt x="418580" y="17180"/>
                  <a:pt x="424677" y="10656"/>
                  <a:pt x="432634" y="6394"/>
                </a:cubicBezTo>
                <a:cubicBezTo>
                  <a:pt x="440590" y="2131"/>
                  <a:pt x="449754" y="0"/>
                  <a:pt x="460126" y="0"/>
                </a:cubicBezTo>
                <a:cubicBezTo>
                  <a:pt x="467656" y="0"/>
                  <a:pt x="474464" y="1217"/>
                  <a:pt x="480550" y="3650"/>
                </a:cubicBezTo>
                <a:cubicBezTo>
                  <a:pt x="486636" y="6083"/>
                  <a:pt x="491407" y="9473"/>
                  <a:pt x="494865" y="13822"/>
                </a:cubicBezTo>
                <a:cubicBezTo>
                  <a:pt x="498322" y="18168"/>
                  <a:pt x="500950" y="23838"/>
                  <a:pt x="502750" y="30831"/>
                </a:cubicBezTo>
                <a:lnTo>
                  <a:pt x="490318" y="34241"/>
                </a:lnTo>
                <a:cubicBezTo>
                  <a:pt x="488755" y="28937"/>
                  <a:pt x="486814" y="24769"/>
                  <a:pt x="484493" y="21738"/>
                </a:cubicBezTo>
                <a:cubicBezTo>
                  <a:pt x="482172" y="18707"/>
                  <a:pt x="478857" y="16280"/>
                  <a:pt x="474547" y="14457"/>
                </a:cubicBezTo>
                <a:cubicBezTo>
                  <a:pt x="470237" y="12633"/>
                  <a:pt x="465454" y="11722"/>
                  <a:pt x="460197" y="11722"/>
                </a:cubicBezTo>
                <a:cubicBezTo>
                  <a:pt x="453898" y="11722"/>
                  <a:pt x="448452" y="12681"/>
                  <a:pt x="443858" y="14601"/>
                </a:cubicBezTo>
                <a:cubicBezTo>
                  <a:pt x="439264" y="16521"/>
                  <a:pt x="435558" y="19045"/>
                  <a:pt x="432740" y="22173"/>
                </a:cubicBezTo>
                <a:cubicBezTo>
                  <a:pt x="429922" y="25302"/>
                  <a:pt x="427732" y="28739"/>
                  <a:pt x="426169" y="32483"/>
                </a:cubicBezTo>
                <a:cubicBezTo>
                  <a:pt x="423517" y="38930"/>
                  <a:pt x="422191" y="45921"/>
                  <a:pt x="422191" y="53458"/>
                </a:cubicBezTo>
                <a:cubicBezTo>
                  <a:pt x="422191" y="62748"/>
                  <a:pt x="423789" y="70521"/>
                  <a:pt x="426986" y="76779"/>
                </a:cubicBezTo>
                <a:cubicBezTo>
                  <a:pt x="430183" y="83036"/>
                  <a:pt x="434836" y="87682"/>
                  <a:pt x="440945" y="90716"/>
                </a:cubicBezTo>
                <a:cubicBezTo>
                  <a:pt x="447055" y="93748"/>
                  <a:pt x="453543" y="95265"/>
                  <a:pt x="460410" y="95265"/>
                </a:cubicBezTo>
                <a:cubicBezTo>
                  <a:pt x="466378" y="95265"/>
                  <a:pt x="472203" y="94109"/>
                  <a:pt x="477886" y="91797"/>
                </a:cubicBezTo>
                <a:cubicBezTo>
                  <a:pt x="483569" y="89485"/>
                  <a:pt x="487879" y="87018"/>
                  <a:pt x="490815" y="84396"/>
                </a:cubicBezTo>
                <a:lnTo>
                  <a:pt x="490815" y="64931"/>
                </a:lnTo>
                <a:lnTo>
                  <a:pt x="460197" y="64931"/>
                </a:lnTo>
                <a:close/>
                <a:moveTo>
                  <a:pt x="574643" y="81696"/>
                </a:moveTo>
                <a:lnTo>
                  <a:pt x="587857" y="83330"/>
                </a:lnTo>
                <a:cubicBezTo>
                  <a:pt x="585773" y="91050"/>
                  <a:pt x="581913" y="97041"/>
                  <a:pt x="576277" y="101303"/>
                </a:cubicBezTo>
                <a:cubicBezTo>
                  <a:pt x="570641" y="105566"/>
                  <a:pt x="563443" y="107697"/>
                  <a:pt x="554681" y="107697"/>
                </a:cubicBezTo>
                <a:cubicBezTo>
                  <a:pt x="543646" y="107697"/>
                  <a:pt x="534896" y="104299"/>
                  <a:pt x="528432" y="97503"/>
                </a:cubicBezTo>
                <a:cubicBezTo>
                  <a:pt x="521967" y="90706"/>
                  <a:pt x="518735" y="81175"/>
                  <a:pt x="518735" y="68909"/>
                </a:cubicBezTo>
                <a:cubicBezTo>
                  <a:pt x="518735" y="56216"/>
                  <a:pt x="522002" y="46365"/>
                  <a:pt x="528538" y="39356"/>
                </a:cubicBezTo>
                <a:cubicBezTo>
                  <a:pt x="535074" y="32347"/>
                  <a:pt x="543551" y="28842"/>
                  <a:pt x="553970" y="28842"/>
                </a:cubicBezTo>
                <a:cubicBezTo>
                  <a:pt x="564058" y="28842"/>
                  <a:pt x="572299" y="32271"/>
                  <a:pt x="578692" y="39128"/>
                </a:cubicBezTo>
                <a:cubicBezTo>
                  <a:pt x="585086" y="45983"/>
                  <a:pt x="588283" y="55628"/>
                  <a:pt x="588283" y="68063"/>
                </a:cubicBezTo>
                <a:cubicBezTo>
                  <a:pt x="588283" y="68819"/>
                  <a:pt x="588259" y="69954"/>
                  <a:pt x="588212" y="71466"/>
                </a:cubicBezTo>
                <a:lnTo>
                  <a:pt x="531948" y="71466"/>
                </a:lnTo>
                <a:cubicBezTo>
                  <a:pt x="532422" y="79731"/>
                  <a:pt x="534766" y="86059"/>
                  <a:pt x="538981" y="90452"/>
                </a:cubicBezTo>
                <a:cubicBezTo>
                  <a:pt x="543196" y="94844"/>
                  <a:pt x="548453" y="97041"/>
                  <a:pt x="554752" y="97041"/>
                </a:cubicBezTo>
                <a:cubicBezTo>
                  <a:pt x="559441" y="97041"/>
                  <a:pt x="563443" y="95821"/>
                  <a:pt x="566758" y="93382"/>
                </a:cubicBezTo>
                <a:cubicBezTo>
                  <a:pt x="570073" y="90942"/>
                  <a:pt x="572701" y="87046"/>
                  <a:pt x="574643" y="81696"/>
                </a:cubicBezTo>
                <a:moveTo>
                  <a:pt x="532658" y="60810"/>
                </a:moveTo>
                <a:lnTo>
                  <a:pt x="574785" y="60810"/>
                </a:lnTo>
                <a:cubicBezTo>
                  <a:pt x="574217" y="54568"/>
                  <a:pt x="572607" y="49886"/>
                  <a:pt x="569955" y="46764"/>
                </a:cubicBezTo>
                <a:cubicBezTo>
                  <a:pt x="565882" y="41920"/>
                  <a:pt x="560601" y="39498"/>
                  <a:pt x="554113" y="39498"/>
                </a:cubicBezTo>
                <a:cubicBezTo>
                  <a:pt x="548240" y="39498"/>
                  <a:pt x="543303" y="41432"/>
                  <a:pt x="539301" y="45299"/>
                </a:cubicBezTo>
                <a:cubicBezTo>
                  <a:pt x="535299" y="49165"/>
                  <a:pt x="533085" y="54335"/>
                  <a:pt x="532658" y="60810"/>
                </a:cubicBezTo>
                <a:close/>
                <a:moveTo>
                  <a:pt x="603912" y="105992"/>
                </a:moveTo>
                <a:lnTo>
                  <a:pt x="603912" y="30547"/>
                </a:lnTo>
                <a:lnTo>
                  <a:pt x="615420" y="30547"/>
                </a:lnTo>
                <a:lnTo>
                  <a:pt x="615420" y="41203"/>
                </a:lnTo>
                <a:cubicBezTo>
                  <a:pt x="620962" y="32963"/>
                  <a:pt x="628965" y="28842"/>
                  <a:pt x="639432" y="28842"/>
                </a:cubicBezTo>
                <a:cubicBezTo>
                  <a:pt x="643979" y="28842"/>
                  <a:pt x="648158" y="29659"/>
                  <a:pt x="651971" y="31293"/>
                </a:cubicBezTo>
                <a:cubicBezTo>
                  <a:pt x="655783" y="32927"/>
                  <a:pt x="658637" y="35070"/>
                  <a:pt x="660531" y="37722"/>
                </a:cubicBezTo>
                <a:cubicBezTo>
                  <a:pt x="662425" y="40374"/>
                  <a:pt x="663751" y="43524"/>
                  <a:pt x="664509" y="47171"/>
                </a:cubicBezTo>
                <a:cubicBezTo>
                  <a:pt x="664983" y="49539"/>
                  <a:pt x="665220" y="53683"/>
                  <a:pt x="665220" y="59603"/>
                </a:cubicBezTo>
                <a:lnTo>
                  <a:pt x="665220" y="105992"/>
                </a:lnTo>
                <a:lnTo>
                  <a:pt x="652432" y="105992"/>
                </a:lnTo>
                <a:lnTo>
                  <a:pt x="652432" y="60051"/>
                </a:lnTo>
                <a:cubicBezTo>
                  <a:pt x="652432" y="54836"/>
                  <a:pt x="651935" y="50936"/>
                  <a:pt x="650941" y="48352"/>
                </a:cubicBezTo>
                <a:cubicBezTo>
                  <a:pt x="649946" y="45768"/>
                  <a:pt x="648182" y="43705"/>
                  <a:pt x="645648" y="42165"/>
                </a:cubicBezTo>
                <a:cubicBezTo>
                  <a:pt x="643114" y="40624"/>
                  <a:pt x="640142" y="39853"/>
                  <a:pt x="636733" y="39853"/>
                </a:cubicBezTo>
                <a:cubicBezTo>
                  <a:pt x="631286" y="39853"/>
                  <a:pt x="626586" y="41584"/>
                  <a:pt x="622631" y="45046"/>
                </a:cubicBezTo>
                <a:cubicBezTo>
                  <a:pt x="618676" y="48506"/>
                  <a:pt x="616699" y="55072"/>
                  <a:pt x="616699" y="64744"/>
                </a:cubicBezTo>
                <a:lnTo>
                  <a:pt x="616699" y="105992"/>
                </a:lnTo>
                <a:lnTo>
                  <a:pt x="603912" y="105992"/>
                </a:lnTo>
                <a:close/>
                <a:moveTo>
                  <a:pt x="736472" y="81696"/>
                </a:moveTo>
                <a:lnTo>
                  <a:pt x="749685" y="83330"/>
                </a:lnTo>
                <a:cubicBezTo>
                  <a:pt x="747602" y="91050"/>
                  <a:pt x="743742" y="97041"/>
                  <a:pt x="738106" y="101303"/>
                </a:cubicBezTo>
                <a:cubicBezTo>
                  <a:pt x="732470" y="105566"/>
                  <a:pt x="725271" y="107697"/>
                  <a:pt x="716510" y="107697"/>
                </a:cubicBezTo>
                <a:cubicBezTo>
                  <a:pt x="705475" y="107697"/>
                  <a:pt x="696725" y="104299"/>
                  <a:pt x="690260" y="97503"/>
                </a:cubicBezTo>
                <a:cubicBezTo>
                  <a:pt x="683796" y="90706"/>
                  <a:pt x="680563" y="81175"/>
                  <a:pt x="680563" y="68909"/>
                </a:cubicBezTo>
                <a:cubicBezTo>
                  <a:pt x="680563" y="56216"/>
                  <a:pt x="683831" y="46365"/>
                  <a:pt x="690367" y="39356"/>
                </a:cubicBezTo>
                <a:cubicBezTo>
                  <a:pt x="696903" y="32347"/>
                  <a:pt x="705380" y="28842"/>
                  <a:pt x="715799" y="28842"/>
                </a:cubicBezTo>
                <a:cubicBezTo>
                  <a:pt x="725887" y="28842"/>
                  <a:pt x="734128" y="32271"/>
                  <a:pt x="740521" y="39128"/>
                </a:cubicBezTo>
                <a:cubicBezTo>
                  <a:pt x="746915" y="45983"/>
                  <a:pt x="750112" y="55628"/>
                  <a:pt x="750112" y="68063"/>
                </a:cubicBezTo>
                <a:cubicBezTo>
                  <a:pt x="750112" y="68819"/>
                  <a:pt x="750088" y="69954"/>
                  <a:pt x="750041" y="71466"/>
                </a:cubicBezTo>
                <a:lnTo>
                  <a:pt x="693777" y="71466"/>
                </a:lnTo>
                <a:cubicBezTo>
                  <a:pt x="694250" y="79731"/>
                  <a:pt x="696595" y="86059"/>
                  <a:pt x="700810" y="90452"/>
                </a:cubicBezTo>
                <a:cubicBezTo>
                  <a:pt x="705025" y="94844"/>
                  <a:pt x="710282" y="97041"/>
                  <a:pt x="716581" y="97041"/>
                </a:cubicBezTo>
                <a:cubicBezTo>
                  <a:pt x="721269" y="97041"/>
                  <a:pt x="725271" y="95821"/>
                  <a:pt x="728587" y="93382"/>
                </a:cubicBezTo>
                <a:cubicBezTo>
                  <a:pt x="731902" y="90942"/>
                  <a:pt x="734530" y="87046"/>
                  <a:pt x="736472" y="81696"/>
                </a:cubicBezTo>
                <a:moveTo>
                  <a:pt x="694487" y="60810"/>
                </a:moveTo>
                <a:lnTo>
                  <a:pt x="736614" y="60810"/>
                </a:lnTo>
                <a:cubicBezTo>
                  <a:pt x="736046" y="54568"/>
                  <a:pt x="734435" y="49886"/>
                  <a:pt x="731783" y="46764"/>
                </a:cubicBezTo>
                <a:cubicBezTo>
                  <a:pt x="727710" y="41920"/>
                  <a:pt x="722430" y="39498"/>
                  <a:pt x="715941" y="39498"/>
                </a:cubicBezTo>
                <a:cubicBezTo>
                  <a:pt x="710069" y="39498"/>
                  <a:pt x="705131" y="41432"/>
                  <a:pt x="701130" y="45299"/>
                </a:cubicBezTo>
                <a:cubicBezTo>
                  <a:pt x="697128" y="49165"/>
                  <a:pt x="694914" y="54335"/>
                  <a:pt x="694487" y="60810"/>
                </a:cubicBezTo>
                <a:close/>
                <a:moveTo>
                  <a:pt x="765599" y="105992"/>
                </a:moveTo>
                <a:lnTo>
                  <a:pt x="765599" y="30547"/>
                </a:lnTo>
                <a:lnTo>
                  <a:pt x="777107" y="30547"/>
                </a:lnTo>
                <a:lnTo>
                  <a:pt x="777107" y="41914"/>
                </a:lnTo>
                <a:cubicBezTo>
                  <a:pt x="780044" y="36592"/>
                  <a:pt x="782755" y="33082"/>
                  <a:pt x="785241" y="31386"/>
                </a:cubicBezTo>
                <a:cubicBezTo>
                  <a:pt x="787728" y="29690"/>
                  <a:pt x="790463" y="28842"/>
                  <a:pt x="793446" y="28842"/>
                </a:cubicBezTo>
                <a:cubicBezTo>
                  <a:pt x="797756" y="28842"/>
                  <a:pt x="802137" y="30210"/>
                  <a:pt x="806589" y="32945"/>
                </a:cubicBezTo>
                <a:lnTo>
                  <a:pt x="802184" y="44755"/>
                </a:lnTo>
                <a:cubicBezTo>
                  <a:pt x="799059" y="42908"/>
                  <a:pt x="795933" y="41985"/>
                  <a:pt x="792807" y="41985"/>
                </a:cubicBezTo>
                <a:cubicBezTo>
                  <a:pt x="790013" y="41985"/>
                  <a:pt x="787503" y="42827"/>
                  <a:pt x="785277" y="44511"/>
                </a:cubicBezTo>
                <a:cubicBezTo>
                  <a:pt x="783051" y="46194"/>
                  <a:pt x="781464" y="48529"/>
                  <a:pt x="780517" y="51515"/>
                </a:cubicBezTo>
                <a:cubicBezTo>
                  <a:pt x="779096" y="56066"/>
                  <a:pt x="778386" y="61044"/>
                  <a:pt x="778386" y="66449"/>
                </a:cubicBezTo>
                <a:lnTo>
                  <a:pt x="778386" y="105992"/>
                </a:lnTo>
                <a:lnTo>
                  <a:pt x="765599" y="105992"/>
                </a:lnTo>
                <a:close/>
                <a:moveTo>
                  <a:pt x="863420" y="96677"/>
                </a:moveTo>
                <a:cubicBezTo>
                  <a:pt x="858684" y="100705"/>
                  <a:pt x="854126" y="103549"/>
                  <a:pt x="849745" y="105208"/>
                </a:cubicBezTo>
                <a:cubicBezTo>
                  <a:pt x="845364" y="106867"/>
                  <a:pt x="840664" y="107697"/>
                  <a:pt x="835644" y="107697"/>
                </a:cubicBezTo>
                <a:cubicBezTo>
                  <a:pt x="827356" y="107697"/>
                  <a:pt x="820986" y="105671"/>
                  <a:pt x="816534" y="101618"/>
                </a:cubicBezTo>
                <a:cubicBezTo>
                  <a:pt x="812082" y="97566"/>
                  <a:pt x="809856" y="92388"/>
                  <a:pt x="809856" y="86085"/>
                </a:cubicBezTo>
                <a:cubicBezTo>
                  <a:pt x="809856" y="82389"/>
                  <a:pt x="810697" y="79014"/>
                  <a:pt x="812378" y="75957"/>
                </a:cubicBezTo>
                <a:cubicBezTo>
                  <a:pt x="814059" y="72900"/>
                  <a:pt x="816261" y="70447"/>
                  <a:pt x="818985" y="68598"/>
                </a:cubicBezTo>
                <a:cubicBezTo>
                  <a:pt x="821708" y="66750"/>
                  <a:pt x="824774" y="65352"/>
                  <a:pt x="828184" y="64404"/>
                </a:cubicBezTo>
                <a:cubicBezTo>
                  <a:pt x="830694" y="63740"/>
                  <a:pt x="834483" y="63100"/>
                  <a:pt x="839551" y="62484"/>
                </a:cubicBezTo>
                <a:cubicBezTo>
                  <a:pt x="849875" y="61262"/>
                  <a:pt x="857477" y="59804"/>
                  <a:pt x="862355" y="58111"/>
                </a:cubicBezTo>
                <a:cubicBezTo>
                  <a:pt x="862402" y="56366"/>
                  <a:pt x="862426" y="55257"/>
                  <a:pt x="862426" y="54785"/>
                </a:cubicBezTo>
                <a:cubicBezTo>
                  <a:pt x="862426" y="49595"/>
                  <a:pt x="861218" y="45939"/>
                  <a:pt x="858803" y="43816"/>
                </a:cubicBezTo>
                <a:cubicBezTo>
                  <a:pt x="855535" y="40938"/>
                  <a:pt x="850680" y="39498"/>
                  <a:pt x="844239" y="39498"/>
                </a:cubicBezTo>
                <a:cubicBezTo>
                  <a:pt x="838225" y="39498"/>
                  <a:pt x="833785" y="40552"/>
                  <a:pt x="830919" y="42660"/>
                </a:cubicBezTo>
                <a:cubicBezTo>
                  <a:pt x="828054" y="44767"/>
                  <a:pt x="825935" y="48497"/>
                  <a:pt x="824561" y="53848"/>
                </a:cubicBezTo>
                <a:lnTo>
                  <a:pt x="812058" y="52143"/>
                </a:lnTo>
                <a:cubicBezTo>
                  <a:pt x="813195" y="46775"/>
                  <a:pt x="815066" y="42441"/>
                  <a:pt x="817670" y="39139"/>
                </a:cubicBezTo>
                <a:cubicBezTo>
                  <a:pt x="820275" y="35837"/>
                  <a:pt x="824040" y="33296"/>
                  <a:pt x="828966" y="31515"/>
                </a:cubicBezTo>
                <a:cubicBezTo>
                  <a:pt x="833891" y="29733"/>
                  <a:pt x="839598" y="28842"/>
                  <a:pt x="846086" y="28842"/>
                </a:cubicBezTo>
                <a:cubicBezTo>
                  <a:pt x="852527" y="28842"/>
                  <a:pt x="857761" y="29600"/>
                  <a:pt x="861786" y="31116"/>
                </a:cubicBezTo>
                <a:cubicBezTo>
                  <a:pt x="865812" y="32631"/>
                  <a:pt x="868772" y="34537"/>
                  <a:pt x="870666" y="36834"/>
                </a:cubicBezTo>
                <a:cubicBezTo>
                  <a:pt x="872561" y="39131"/>
                  <a:pt x="873887" y="42032"/>
                  <a:pt x="874645" y="45537"/>
                </a:cubicBezTo>
                <a:cubicBezTo>
                  <a:pt x="875071" y="47715"/>
                  <a:pt x="875284" y="51646"/>
                  <a:pt x="875284" y="57329"/>
                </a:cubicBezTo>
                <a:lnTo>
                  <a:pt x="875284" y="74379"/>
                </a:lnTo>
                <a:cubicBezTo>
                  <a:pt x="875284" y="86266"/>
                  <a:pt x="875556" y="93785"/>
                  <a:pt x="876101" y="96934"/>
                </a:cubicBezTo>
                <a:cubicBezTo>
                  <a:pt x="876645" y="100084"/>
                  <a:pt x="877723" y="103103"/>
                  <a:pt x="879333" y="105992"/>
                </a:cubicBezTo>
                <a:lnTo>
                  <a:pt x="865978" y="105992"/>
                </a:lnTo>
                <a:cubicBezTo>
                  <a:pt x="864652" y="103337"/>
                  <a:pt x="863799" y="100232"/>
                  <a:pt x="863420" y="96677"/>
                </a:cubicBezTo>
                <a:moveTo>
                  <a:pt x="862355" y="68056"/>
                </a:moveTo>
                <a:cubicBezTo>
                  <a:pt x="857713" y="69967"/>
                  <a:pt x="850751" y="71591"/>
                  <a:pt x="841469" y="72927"/>
                </a:cubicBezTo>
                <a:cubicBezTo>
                  <a:pt x="836212" y="73688"/>
                  <a:pt x="832494" y="74544"/>
                  <a:pt x="830316" y="75496"/>
                </a:cubicBezTo>
                <a:cubicBezTo>
                  <a:pt x="828137" y="76446"/>
                  <a:pt x="826456" y="77837"/>
                  <a:pt x="825272" y="79669"/>
                </a:cubicBezTo>
                <a:cubicBezTo>
                  <a:pt x="824088" y="81500"/>
                  <a:pt x="823496" y="83533"/>
                  <a:pt x="823496" y="85768"/>
                </a:cubicBezTo>
                <a:cubicBezTo>
                  <a:pt x="823496" y="89191"/>
                  <a:pt x="824786" y="92044"/>
                  <a:pt x="827367" y="94328"/>
                </a:cubicBezTo>
                <a:cubicBezTo>
                  <a:pt x="829948" y="96610"/>
                  <a:pt x="833725" y="97751"/>
                  <a:pt x="838698" y="97751"/>
                </a:cubicBezTo>
                <a:cubicBezTo>
                  <a:pt x="843624" y="97751"/>
                  <a:pt x="848004" y="96669"/>
                  <a:pt x="851841" y="94503"/>
                </a:cubicBezTo>
                <a:cubicBezTo>
                  <a:pt x="855677" y="92338"/>
                  <a:pt x="858495" y="89376"/>
                  <a:pt x="860294" y="85617"/>
                </a:cubicBezTo>
                <a:cubicBezTo>
                  <a:pt x="861668" y="82713"/>
                  <a:pt x="862355" y="78430"/>
                  <a:pt x="862355" y="72767"/>
                </a:cubicBezTo>
                <a:lnTo>
                  <a:pt x="862355" y="68056"/>
                </a:lnTo>
                <a:close/>
                <a:moveTo>
                  <a:pt x="923023" y="94696"/>
                </a:moveTo>
                <a:lnTo>
                  <a:pt x="924870" y="105992"/>
                </a:lnTo>
                <a:cubicBezTo>
                  <a:pt x="921271" y="106655"/>
                  <a:pt x="918050" y="106986"/>
                  <a:pt x="915209" y="106986"/>
                </a:cubicBezTo>
                <a:cubicBezTo>
                  <a:pt x="910567" y="106986"/>
                  <a:pt x="906968" y="106252"/>
                  <a:pt x="904411" y="104784"/>
                </a:cubicBezTo>
                <a:cubicBezTo>
                  <a:pt x="901853" y="103316"/>
                  <a:pt x="900054" y="101386"/>
                  <a:pt x="899012" y="98994"/>
                </a:cubicBezTo>
                <a:cubicBezTo>
                  <a:pt x="897970" y="96603"/>
                  <a:pt x="897449" y="91571"/>
                  <a:pt x="897449" y="83898"/>
                </a:cubicBezTo>
                <a:lnTo>
                  <a:pt x="897449" y="40493"/>
                </a:lnTo>
                <a:lnTo>
                  <a:pt x="888071" y="40493"/>
                </a:lnTo>
                <a:lnTo>
                  <a:pt x="888071" y="30547"/>
                </a:lnTo>
                <a:lnTo>
                  <a:pt x="897449" y="30547"/>
                </a:lnTo>
                <a:lnTo>
                  <a:pt x="897449" y="11813"/>
                </a:lnTo>
                <a:lnTo>
                  <a:pt x="910165" y="4120"/>
                </a:lnTo>
                <a:lnTo>
                  <a:pt x="910165" y="30547"/>
                </a:lnTo>
                <a:lnTo>
                  <a:pt x="923023" y="30547"/>
                </a:lnTo>
                <a:lnTo>
                  <a:pt x="923023" y="40493"/>
                </a:lnTo>
                <a:lnTo>
                  <a:pt x="910165" y="40493"/>
                </a:lnTo>
                <a:lnTo>
                  <a:pt x="910165" y="84609"/>
                </a:lnTo>
                <a:cubicBezTo>
                  <a:pt x="910165" y="88255"/>
                  <a:pt x="910390" y="90600"/>
                  <a:pt x="910840" y="91642"/>
                </a:cubicBezTo>
                <a:cubicBezTo>
                  <a:pt x="911290" y="92684"/>
                  <a:pt x="912024" y="93512"/>
                  <a:pt x="913042" y="94128"/>
                </a:cubicBezTo>
                <a:cubicBezTo>
                  <a:pt x="914060" y="94744"/>
                  <a:pt x="915517" y="95052"/>
                  <a:pt x="917411" y="95052"/>
                </a:cubicBezTo>
                <a:cubicBezTo>
                  <a:pt x="918832" y="95052"/>
                  <a:pt x="920702" y="94933"/>
                  <a:pt x="923023" y="94696"/>
                </a:cubicBezTo>
                <a:close/>
                <a:moveTo>
                  <a:pt x="935596" y="16623"/>
                </a:moveTo>
                <a:lnTo>
                  <a:pt x="935596" y="1847"/>
                </a:lnTo>
                <a:lnTo>
                  <a:pt x="948383" y="1847"/>
                </a:lnTo>
                <a:lnTo>
                  <a:pt x="948383" y="16623"/>
                </a:lnTo>
                <a:lnTo>
                  <a:pt x="935596" y="16623"/>
                </a:lnTo>
                <a:moveTo>
                  <a:pt x="935596" y="105992"/>
                </a:moveTo>
                <a:lnTo>
                  <a:pt x="935596" y="30547"/>
                </a:lnTo>
                <a:lnTo>
                  <a:pt x="948383" y="30547"/>
                </a:lnTo>
                <a:lnTo>
                  <a:pt x="948383" y="105992"/>
                </a:lnTo>
                <a:lnTo>
                  <a:pt x="935596" y="105992"/>
                </a:lnTo>
                <a:close/>
                <a:moveTo>
                  <a:pt x="967849" y="105992"/>
                </a:moveTo>
                <a:lnTo>
                  <a:pt x="967849" y="30547"/>
                </a:lnTo>
                <a:lnTo>
                  <a:pt x="979357" y="30547"/>
                </a:lnTo>
                <a:lnTo>
                  <a:pt x="979357" y="41203"/>
                </a:lnTo>
                <a:cubicBezTo>
                  <a:pt x="984899" y="32963"/>
                  <a:pt x="992902" y="28842"/>
                  <a:pt x="1003369" y="28842"/>
                </a:cubicBezTo>
                <a:cubicBezTo>
                  <a:pt x="1007916" y="28842"/>
                  <a:pt x="1012095" y="29659"/>
                  <a:pt x="1015908" y="31293"/>
                </a:cubicBezTo>
                <a:cubicBezTo>
                  <a:pt x="1019720" y="32927"/>
                  <a:pt x="1022573" y="35070"/>
                  <a:pt x="1024468" y="37722"/>
                </a:cubicBezTo>
                <a:cubicBezTo>
                  <a:pt x="1026362" y="40374"/>
                  <a:pt x="1027688" y="43524"/>
                  <a:pt x="1028446" y="47171"/>
                </a:cubicBezTo>
                <a:cubicBezTo>
                  <a:pt x="1028920" y="49539"/>
                  <a:pt x="1029157" y="53683"/>
                  <a:pt x="1029157" y="59603"/>
                </a:cubicBezTo>
                <a:lnTo>
                  <a:pt x="1029157" y="105992"/>
                </a:lnTo>
                <a:lnTo>
                  <a:pt x="1016369" y="105992"/>
                </a:lnTo>
                <a:lnTo>
                  <a:pt x="1016369" y="60051"/>
                </a:lnTo>
                <a:cubicBezTo>
                  <a:pt x="1016369" y="54836"/>
                  <a:pt x="1015872" y="50936"/>
                  <a:pt x="1014877" y="48352"/>
                </a:cubicBezTo>
                <a:cubicBezTo>
                  <a:pt x="1013883" y="45768"/>
                  <a:pt x="1012119" y="43705"/>
                  <a:pt x="1009585" y="42165"/>
                </a:cubicBezTo>
                <a:cubicBezTo>
                  <a:pt x="1007051" y="40624"/>
                  <a:pt x="1004079" y="39853"/>
                  <a:pt x="1000669" y="39853"/>
                </a:cubicBezTo>
                <a:cubicBezTo>
                  <a:pt x="995223" y="39853"/>
                  <a:pt x="990523" y="41584"/>
                  <a:pt x="986568" y="45046"/>
                </a:cubicBezTo>
                <a:cubicBezTo>
                  <a:pt x="982613" y="48506"/>
                  <a:pt x="980636" y="55072"/>
                  <a:pt x="980636" y="64744"/>
                </a:cubicBezTo>
                <a:lnTo>
                  <a:pt x="980636" y="105992"/>
                </a:lnTo>
                <a:lnTo>
                  <a:pt x="967849" y="105992"/>
                </a:lnTo>
                <a:close/>
                <a:moveTo>
                  <a:pt x="1046420" y="112243"/>
                </a:moveTo>
                <a:lnTo>
                  <a:pt x="1058852" y="114090"/>
                </a:lnTo>
                <a:cubicBezTo>
                  <a:pt x="1059373" y="117927"/>
                  <a:pt x="1060817" y="120721"/>
                  <a:pt x="1063185" y="122473"/>
                </a:cubicBezTo>
                <a:cubicBezTo>
                  <a:pt x="1066358" y="124841"/>
                  <a:pt x="1070692" y="126025"/>
                  <a:pt x="1076185" y="126025"/>
                </a:cubicBezTo>
                <a:cubicBezTo>
                  <a:pt x="1082105" y="126025"/>
                  <a:pt x="1086676" y="124838"/>
                  <a:pt x="1089896" y="122464"/>
                </a:cubicBezTo>
                <a:cubicBezTo>
                  <a:pt x="1093117" y="120092"/>
                  <a:pt x="1095295" y="116769"/>
                  <a:pt x="1096432" y="112496"/>
                </a:cubicBezTo>
                <a:cubicBezTo>
                  <a:pt x="1097095" y="109887"/>
                  <a:pt x="1097403" y="104405"/>
                  <a:pt x="1097355" y="96051"/>
                </a:cubicBezTo>
                <a:cubicBezTo>
                  <a:pt x="1091767" y="102678"/>
                  <a:pt x="1084805" y="105992"/>
                  <a:pt x="1076470" y="105992"/>
                </a:cubicBezTo>
                <a:cubicBezTo>
                  <a:pt x="1066098" y="105992"/>
                  <a:pt x="1058070" y="102250"/>
                  <a:pt x="1052387" y="94767"/>
                </a:cubicBezTo>
                <a:cubicBezTo>
                  <a:pt x="1046704" y="87285"/>
                  <a:pt x="1043862" y="78310"/>
                  <a:pt x="1043862" y="67843"/>
                </a:cubicBezTo>
                <a:cubicBezTo>
                  <a:pt x="1043862" y="60645"/>
                  <a:pt x="1045165" y="54002"/>
                  <a:pt x="1047769" y="47917"/>
                </a:cubicBezTo>
                <a:cubicBezTo>
                  <a:pt x="1050374" y="41831"/>
                  <a:pt x="1054151" y="37130"/>
                  <a:pt x="1059100" y="33815"/>
                </a:cubicBezTo>
                <a:cubicBezTo>
                  <a:pt x="1064049" y="30500"/>
                  <a:pt x="1069863" y="28842"/>
                  <a:pt x="1076541" y="28842"/>
                </a:cubicBezTo>
                <a:cubicBezTo>
                  <a:pt x="1085444" y="28842"/>
                  <a:pt x="1092785" y="32465"/>
                  <a:pt x="1098563" y="39711"/>
                </a:cubicBezTo>
                <a:lnTo>
                  <a:pt x="1098563" y="30547"/>
                </a:lnTo>
                <a:lnTo>
                  <a:pt x="1110356" y="30547"/>
                </a:lnTo>
                <a:lnTo>
                  <a:pt x="1110356" y="95806"/>
                </a:lnTo>
                <a:cubicBezTo>
                  <a:pt x="1110356" y="107559"/>
                  <a:pt x="1109160" y="115888"/>
                  <a:pt x="1106768" y="120793"/>
                </a:cubicBezTo>
                <a:cubicBezTo>
                  <a:pt x="1104376" y="125697"/>
                  <a:pt x="1100588" y="129571"/>
                  <a:pt x="1095402" y="132414"/>
                </a:cubicBezTo>
                <a:cubicBezTo>
                  <a:pt x="1090216" y="135259"/>
                  <a:pt x="1083834" y="136681"/>
                  <a:pt x="1076256" y="136681"/>
                </a:cubicBezTo>
                <a:cubicBezTo>
                  <a:pt x="1067258" y="136681"/>
                  <a:pt x="1059988" y="134651"/>
                  <a:pt x="1054447" y="130589"/>
                </a:cubicBezTo>
                <a:cubicBezTo>
                  <a:pt x="1048906" y="126528"/>
                  <a:pt x="1046230" y="120413"/>
                  <a:pt x="1046420" y="112243"/>
                </a:cubicBezTo>
                <a:moveTo>
                  <a:pt x="1057005" y="66922"/>
                </a:moveTo>
                <a:cubicBezTo>
                  <a:pt x="1057005" y="76795"/>
                  <a:pt x="1058970" y="83999"/>
                  <a:pt x="1062901" y="88534"/>
                </a:cubicBezTo>
                <a:cubicBezTo>
                  <a:pt x="1066832" y="93068"/>
                  <a:pt x="1071757" y="95336"/>
                  <a:pt x="1077677" y="95336"/>
                </a:cubicBezTo>
                <a:cubicBezTo>
                  <a:pt x="1083550" y="95336"/>
                  <a:pt x="1088475" y="93080"/>
                  <a:pt x="1092454" y="88569"/>
                </a:cubicBezTo>
                <a:cubicBezTo>
                  <a:pt x="1096432" y="84058"/>
                  <a:pt x="1098421" y="76984"/>
                  <a:pt x="1098421" y="67346"/>
                </a:cubicBezTo>
                <a:cubicBezTo>
                  <a:pt x="1098421" y="58134"/>
                  <a:pt x="1096373" y="51190"/>
                  <a:pt x="1092276" y="46513"/>
                </a:cubicBezTo>
                <a:cubicBezTo>
                  <a:pt x="1088179" y="41837"/>
                  <a:pt x="1083242" y="39498"/>
                  <a:pt x="1077464" y="39498"/>
                </a:cubicBezTo>
                <a:cubicBezTo>
                  <a:pt x="1071781" y="39498"/>
                  <a:pt x="1066950" y="41801"/>
                  <a:pt x="1062972" y="46407"/>
                </a:cubicBezTo>
                <a:cubicBezTo>
                  <a:pt x="1058994" y="51013"/>
                  <a:pt x="1057005" y="57851"/>
                  <a:pt x="1057005" y="66922"/>
                </a:cubicBezTo>
                <a:close/>
                <a:moveTo>
                  <a:pt x="1199653" y="1847"/>
                </a:moveTo>
                <a:lnTo>
                  <a:pt x="1213435" y="1847"/>
                </a:lnTo>
                <a:lnTo>
                  <a:pt x="1213435" y="61978"/>
                </a:lnTo>
                <a:cubicBezTo>
                  <a:pt x="1213435" y="72437"/>
                  <a:pt x="1212251" y="80743"/>
                  <a:pt x="1209883" y="86895"/>
                </a:cubicBezTo>
                <a:cubicBezTo>
                  <a:pt x="1207515" y="93048"/>
                  <a:pt x="1203241" y="98053"/>
                  <a:pt x="1197060" y="101911"/>
                </a:cubicBezTo>
                <a:cubicBezTo>
                  <a:pt x="1190880" y="105768"/>
                  <a:pt x="1182769" y="107697"/>
                  <a:pt x="1172729" y="107697"/>
                </a:cubicBezTo>
                <a:cubicBezTo>
                  <a:pt x="1162973" y="107697"/>
                  <a:pt x="1154993" y="106017"/>
                  <a:pt x="1148788" y="102657"/>
                </a:cubicBezTo>
                <a:cubicBezTo>
                  <a:pt x="1142584" y="99296"/>
                  <a:pt x="1138156" y="94433"/>
                  <a:pt x="1135504" y="88067"/>
                </a:cubicBezTo>
                <a:cubicBezTo>
                  <a:pt x="1132852" y="81702"/>
                  <a:pt x="1131526" y="73006"/>
                  <a:pt x="1131526" y="61978"/>
                </a:cubicBezTo>
                <a:lnTo>
                  <a:pt x="1131526" y="1847"/>
                </a:lnTo>
                <a:lnTo>
                  <a:pt x="1145307" y="1847"/>
                </a:lnTo>
                <a:lnTo>
                  <a:pt x="1145307" y="61900"/>
                </a:lnTo>
                <a:cubicBezTo>
                  <a:pt x="1145307" y="70940"/>
                  <a:pt x="1146148" y="77602"/>
                  <a:pt x="1147829" y="81885"/>
                </a:cubicBezTo>
                <a:cubicBezTo>
                  <a:pt x="1149511" y="86166"/>
                  <a:pt x="1152400" y="89467"/>
                  <a:pt x="1156496" y="91786"/>
                </a:cubicBezTo>
                <a:cubicBezTo>
                  <a:pt x="1160593" y="94105"/>
                  <a:pt x="1165601" y="95265"/>
                  <a:pt x="1171521" y="95265"/>
                </a:cubicBezTo>
                <a:cubicBezTo>
                  <a:pt x="1181656" y="95265"/>
                  <a:pt x="1188879" y="92970"/>
                  <a:pt x="1193188" y="88381"/>
                </a:cubicBezTo>
                <a:cubicBezTo>
                  <a:pt x="1197498" y="83790"/>
                  <a:pt x="1199653" y="74963"/>
                  <a:pt x="1199653" y="61900"/>
                </a:cubicBezTo>
                <a:lnTo>
                  <a:pt x="1199653" y="1847"/>
                </a:lnTo>
                <a:close/>
                <a:moveTo>
                  <a:pt x="1229631" y="83401"/>
                </a:moveTo>
                <a:lnTo>
                  <a:pt x="1242277" y="81412"/>
                </a:lnTo>
                <a:cubicBezTo>
                  <a:pt x="1242987" y="86457"/>
                  <a:pt x="1244964" y="90324"/>
                  <a:pt x="1248208" y="93011"/>
                </a:cubicBezTo>
                <a:cubicBezTo>
                  <a:pt x="1251453" y="95698"/>
                  <a:pt x="1255987" y="97041"/>
                  <a:pt x="1261813" y="97041"/>
                </a:cubicBezTo>
                <a:cubicBezTo>
                  <a:pt x="1267685" y="97041"/>
                  <a:pt x="1272042" y="95855"/>
                  <a:pt x="1274884" y="93482"/>
                </a:cubicBezTo>
                <a:cubicBezTo>
                  <a:pt x="1277726" y="91108"/>
                  <a:pt x="1279146" y="88324"/>
                  <a:pt x="1279146" y="85130"/>
                </a:cubicBezTo>
                <a:cubicBezTo>
                  <a:pt x="1279146" y="82264"/>
                  <a:pt x="1277891" y="80008"/>
                  <a:pt x="1275381" y="78364"/>
                </a:cubicBezTo>
                <a:cubicBezTo>
                  <a:pt x="1273629" y="77236"/>
                  <a:pt x="1269272" y="75803"/>
                  <a:pt x="1262310" y="74064"/>
                </a:cubicBezTo>
                <a:cubicBezTo>
                  <a:pt x="1252933" y="71694"/>
                  <a:pt x="1246432" y="69644"/>
                  <a:pt x="1242809" y="67914"/>
                </a:cubicBezTo>
                <a:cubicBezTo>
                  <a:pt x="1239186" y="66184"/>
                  <a:pt x="1236439" y="63790"/>
                  <a:pt x="1234569" y="60733"/>
                </a:cubicBezTo>
                <a:cubicBezTo>
                  <a:pt x="1232698" y="57675"/>
                  <a:pt x="1231763" y="54298"/>
                  <a:pt x="1231763" y="50601"/>
                </a:cubicBezTo>
                <a:cubicBezTo>
                  <a:pt x="1231763" y="47235"/>
                  <a:pt x="1232532" y="44118"/>
                  <a:pt x="1234071" y="41250"/>
                </a:cubicBezTo>
                <a:cubicBezTo>
                  <a:pt x="1235611" y="38382"/>
                  <a:pt x="1237706" y="36000"/>
                  <a:pt x="1240358" y="34104"/>
                </a:cubicBezTo>
                <a:cubicBezTo>
                  <a:pt x="1242348" y="32634"/>
                  <a:pt x="1245059" y="31390"/>
                  <a:pt x="1248493" y="30372"/>
                </a:cubicBezTo>
                <a:cubicBezTo>
                  <a:pt x="1251926" y="29352"/>
                  <a:pt x="1255608" y="28842"/>
                  <a:pt x="1259539" y="28842"/>
                </a:cubicBezTo>
                <a:cubicBezTo>
                  <a:pt x="1265459" y="28842"/>
                  <a:pt x="1270657" y="29701"/>
                  <a:pt x="1275133" y="31417"/>
                </a:cubicBezTo>
                <a:cubicBezTo>
                  <a:pt x="1279608" y="33133"/>
                  <a:pt x="1282911" y="35457"/>
                  <a:pt x="1285043" y="38390"/>
                </a:cubicBezTo>
                <a:cubicBezTo>
                  <a:pt x="1287174" y="41322"/>
                  <a:pt x="1288642" y="45244"/>
                  <a:pt x="1289447" y="50154"/>
                </a:cubicBezTo>
                <a:lnTo>
                  <a:pt x="1276944" y="51859"/>
                </a:lnTo>
                <a:cubicBezTo>
                  <a:pt x="1276376" y="47976"/>
                  <a:pt x="1274730" y="44945"/>
                  <a:pt x="1272007" y="42766"/>
                </a:cubicBezTo>
                <a:cubicBezTo>
                  <a:pt x="1269284" y="40588"/>
                  <a:pt x="1265436" y="39498"/>
                  <a:pt x="1260463" y="39498"/>
                </a:cubicBezTo>
                <a:cubicBezTo>
                  <a:pt x="1254590" y="39498"/>
                  <a:pt x="1250399" y="40465"/>
                  <a:pt x="1247889" y="42398"/>
                </a:cubicBezTo>
                <a:cubicBezTo>
                  <a:pt x="1245379" y="44329"/>
                  <a:pt x="1244124" y="46591"/>
                  <a:pt x="1244124" y="49184"/>
                </a:cubicBezTo>
                <a:cubicBezTo>
                  <a:pt x="1244124" y="50833"/>
                  <a:pt x="1244645" y="52317"/>
                  <a:pt x="1245686" y="53637"/>
                </a:cubicBezTo>
                <a:cubicBezTo>
                  <a:pt x="1246728" y="55004"/>
                  <a:pt x="1248362" y="56134"/>
                  <a:pt x="1250588" y="57030"/>
                </a:cubicBezTo>
                <a:cubicBezTo>
                  <a:pt x="1251867" y="57502"/>
                  <a:pt x="1255632" y="58586"/>
                  <a:pt x="1261884" y="60282"/>
                </a:cubicBezTo>
                <a:cubicBezTo>
                  <a:pt x="1270929" y="62696"/>
                  <a:pt x="1277240" y="64672"/>
                  <a:pt x="1280816" y="66209"/>
                </a:cubicBezTo>
                <a:cubicBezTo>
                  <a:pt x="1284391" y="67747"/>
                  <a:pt x="1287198" y="69983"/>
                  <a:pt x="1289234" y="72918"/>
                </a:cubicBezTo>
                <a:cubicBezTo>
                  <a:pt x="1291270" y="75852"/>
                  <a:pt x="1292289" y="79495"/>
                  <a:pt x="1292289" y="83847"/>
                </a:cubicBezTo>
                <a:cubicBezTo>
                  <a:pt x="1292289" y="88107"/>
                  <a:pt x="1291046" y="92118"/>
                  <a:pt x="1288559" y="95880"/>
                </a:cubicBezTo>
                <a:cubicBezTo>
                  <a:pt x="1286073" y="99640"/>
                  <a:pt x="1282485" y="102550"/>
                  <a:pt x="1277797" y="104609"/>
                </a:cubicBezTo>
                <a:cubicBezTo>
                  <a:pt x="1273108" y="106667"/>
                  <a:pt x="1267804" y="107697"/>
                  <a:pt x="1261884" y="107697"/>
                </a:cubicBezTo>
                <a:cubicBezTo>
                  <a:pt x="1252080" y="107697"/>
                  <a:pt x="1244609" y="105654"/>
                  <a:pt x="1239470" y="101570"/>
                </a:cubicBezTo>
                <a:cubicBezTo>
                  <a:pt x="1234332" y="97485"/>
                  <a:pt x="1231052" y="91429"/>
                  <a:pt x="1229631" y="83401"/>
                </a:cubicBezTo>
                <a:close/>
                <a:moveTo>
                  <a:pt x="1356722" y="96677"/>
                </a:moveTo>
                <a:cubicBezTo>
                  <a:pt x="1351986" y="100705"/>
                  <a:pt x="1347428" y="103549"/>
                  <a:pt x="1343047" y="105208"/>
                </a:cubicBezTo>
                <a:cubicBezTo>
                  <a:pt x="1338666" y="106867"/>
                  <a:pt x="1333966" y="107697"/>
                  <a:pt x="1328945" y="107697"/>
                </a:cubicBezTo>
                <a:cubicBezTo>
                  <a:pt x="1320657" y="107697"/>
                  <a:pt x="1314288" y="105671"/>
                  <a:pt x="1309836" y="101618"/>
                </a:cubicBezTo>
                <a:cubicBezTo>
                  <a:pt x="1305384" y="97566"/>
                  <a:pt x="1303158" y="92388"/>
                  <a:pt x="1303158" y="86085"/>
                </a:cubicBezTo>
                <a:cubicBezTo>
                  <a:pt x="1303158" y="82389"/>
                  <a:pt x="1303999" y="79014"/>
                  <a:pt x="1305680" y="75957"/>
                </a:cubicBezTo>
                <a:cubicBezTo>
                  <a:pt x="1307361" y="72900"/>
                  <a:pt x="1309563" y="70447"/>
                  <a:pt x="1312287" y="68598"/>
                </a:cubicBezTo>
                <a:cubicBezTo>
                  <a:pt x="1315010" y="66750"/>
                  <a:pt x="1318076" y="65352"/>
                  <a:pt x="1321486" y="64404"/>
                </a:cubicBezTo>
                <a:cubicBezTo>
                  <a:pt x="1323996" y="63740"/>
                  <a:pt x="1327785" y="63100"/>
                  <a:pt x="1332853" y="62484"/>
                </a:cubicBezTo>
                <a:cubicBezTo>
                  <a:pt x="1343177" y="61262"/>
                  <a:pt x="1350778" y="59804"/>
                  <a:pt x="1355657" y="58111"/>
                </a:cubicBezTo>
                <a:cubicBezTo>
                  <a:pt x="1355704" y="56366"/>
                  <a:pt x="1355728" y="55257"/>
                  <a:pt x="1355728" y="54785"/>
                </a:cubicBezTo>
                <a:cubicBezTo>
                  <a:pt x="1355728" y="49595"/>
                  <a:pt x="1354520" y="45939"/>
                  <a:pt x="1352105" y="43816"/>
                </a:cubicBezTo>
                <a:cubicBezTo>
                  <a:pt x="1348837" y="40938"/>
                  <a:pt x="1343982" y="39498"/>
                  <a:pt x="1337541" y="39498"/>
                </a:cubicBezTo>
                <a:cubicBezTo>
                  <a:pt x="1331527" y="39498"/>
                  <a:pt x="1327087" y="40552"/>
                  <a:pt x="1324221" y="42660"/>
                </a:cubicBezTo>
                <a:cubicBezTo>
                  <a:pt x="1321356" y="44767"/>
                  <a:pt x="1319237" y="48497"/>
                  <a:pt x="1317863" y="53848"/>
                </a:cubicBezTo>
                <a:lnTo>
                  <a:pt x="1305360" y="52143"/>
                </a:lnTo>
                <a:cubicBezTo>
                  <a:pt x="1306497" y="46775"/>
                  <a:pt x="1308368" y="42441"/>
                  <a:pt x="1310972" y="39139"/>
                </a:cubicBezTo>
                <a:cubicBezTo>
                  <a:pt x="1313577" y="35837"/>
                  <a:pt x="1317342" y="33296"/>
                  <a:pt x="1322268" y="31515"/>
                </a:cubicBezTo>
                <a:cubicBezTo>
                  <a:pt x="1327193" y="29733"/>
                  <a:pt x="1332900" y="28842"/>
                  <a:pt x="1339388" y="28842"/>
                </a:cubicBezTo>
                <a:cubicBezTo>
                  <a:pt x="1345829" y="28842"/>
                  <a:pt x="1351063" y="29600"/>
                  <a:pt x="1355088" y="31116"/>
                </a:cubicBezTo>
                <a:cubicBezTo>
                  <a:pt x="1359114" y="32631"/>
                  <a:pt x="1362074" y="34537"/>
                  <a:pt x="1363968" y="36834"/>
                </a:cubicBezTo>
                <a:cubicBezTo>
                  <a:pt x="1365863" y="39131"/>
                  <a:pt x="1367189" y="42032"/>
                  <a:pt x="1367946" y="45537"/>
                </a:cubicBezTo>
                <a:cubicBezTo>
                  <a:pt x="1368373" y="47715"/>
                  <a:pt x="1368586" y="51646"/>
                  <a:pt x="1368586" y="57329"/>
                </a:cubicBezTo>
                <a:lnTo>
                  <a:pt x="1368586" y="74379"/>
                </a:lnTo>
                <a:cubicBezTo>
                  <a:pt x="1368586" y="86266"/>
                  <a:pt x="1368858" y="93785"/>
                  <a:pt x="1369403" y="96934"/>
                </a:cubicBezTo>
                <a:cubicBezTo>
                  <a:pt x="1369947" y="100084"/>
                  <a:pt x="1371025" y="103103"/>
                  <a:pt x="1372635" y="105992"/>
                </a:cubicBezTo>
                <a:lnTo>
                  <a:pt x="1359280" y="105992"/>
                </a:lnTo>
                <a:cubicBezTo>
                  <a:pt x="1357953" y="103337"/>
                  <a:pt x="1357101" y="100232"/>
                  <a:pt x="1356722" y="96677"/>
                </a:cubicBezTo>
                <a:moveTo>
                  <a:pt x="1355657" y="68056"/>
                </a:moveTo>
                <a:cubicBezTo>
                  <a:pt x="1351015" y="69967"/>
                  <a:pt x="1344053" y="71591"/>
                  <a:pt x="1334771" y="72927"/>
                </a:cubicBezTo>
                <a:cubicBezTo>
                  <a:pt x="1329514" y="73688"/>
                  <a:pt x="1325796" y="74544"/>
                  <a:pt x="1323617" y="75496"/>
                </a:cubicBezTo>
                <a:cubicBezTo>
                  <a:pt x="1321439" y="76446"/>
                  <a:pt x="1319758" y="77837"/>
                  <a:pt x="1318574" y="79669"/>
                </a:cubicBezTo>
                <a:cubicBezTo>
                  <a:pt x="1317390" y="81500"/>
                  <a:pt x="1316798" y="83533"/>
                  <a:pt x="1316798" y="85768"/>
                </a:cubicBezTo>
                <a:cubicBezTo>
                  <a:pt x="1316798" y="89191"/>
                  <a:pt x="1318088" y="92044"/>
                  <a:pt x="1320669" y="94328"/>
                </a:cubicBezTo>
                <a:cubicBezTo>
                  <a:pt x="1323250" y="96610"/>
                  <a:pt x="1327027" y="97751"/>
                  <a:pt x="1332000" y="97751"/>
                </a:cubicBezTo>
                <a:cubicBezTo>
                  <a:pt x="1336926" y="97751"/>
                  <a:pt x="1341306" y="96669"/>
                  <a:pt x="1345143" y="94503"/>
                </a:cubicBezTo>
                <a:cubicBezTo>
                  <a:pt x="1348979" y="92338"/>
                  <a:pt x="1351797" y="89376"/>
                  <a:pt x="1353596" y="85617"/>
                </a:cubicBezTo>
                <a:cubicBezTo>
                  <a:pt x="1354970" y="82713"/>
                  <a:pt x="1355657" y="78430"/>
                  <a:pt x="1355657" y="72767"/>
                </a:cubicBezTo>
                <a:lnTo>
                  <a:pt x="1355657" y="68056"/>
                </a:lnTo>
                <a:close/>
                <a:moveTo>
                  <a:pt x="1400198" y="105992"/>
                </a:moveTo>
                <a:lnTo>
                  <a:pt x="1388335" y="105992"/>
                </a:lnTo>
                <a:lnTo>
                  <a:pt x="1388335" y="1847"/>
                </a:lnTo>
                <a:lnTo>
                  <a:pt x="1401122" y="1847"/>
                </a:lnTo>
                <a:lnTo>
                  <a:pt x="1401122" y="39139"/>
                </a:lnTo>
                <a:cubicBezTo>
                  <a:pt x="1406521" y="32274"/>
                  <a:pt x="1413412" y="28842"/>
                  <a:pt x="1421795" y="28842"/>
                </a:cubicBezTo>
                <a:cubicBezTo>
                  <a:pt x="1426436" y="28842"/>
                  <a:pt x="1430829" y="29778"/>
                  <a:pt x="1434973" y="31648"/>
                </a:cubicBezTo>
                <a:cubicBezTo>
                  <a:pt x="1439117" y="33519"/>
                  <a:pt x="1442526" y="36148"/>
                  <a:pt x="1445202" y="39534"/>
                </a:cubicBezTo>
                <a:cubicBezTo>
                  <a:pt x="1447878" y="42920"/>
                  <a:pt x="1449974" y="47005"/>
                  <a:pt x="1451489" y="51788"/>
                </a:cubicBezTo>
                <a:cubicBezTo>
                  <a:pt x="1453005" y="56572"/>
                  <a:pt x="1453763" y="61686"/>
                  <a:pt x="1453763" y="67133"/>
                </a:cubicBezTo>
                <a:cubicBezTo>
                  <a:pt x="1453763" y="80062"/>
                  <a:pt x="1450566" y="90055"/>
                  <a:pt x="1444172" y="97112"/>
                </a:cubicBezTo>
                <a:cubicBezTo>
                  <a:pt x="1437779" y="104168"/>
                  <a:pt x="1430106" y="107697"/>
                  <a:pt x="1421155" y="107697"/>
                </a:cubicBezTo>
                <a:cubicBezTo>
                  <a:pt x="1412252" y="107697"/>
                  <a:pt x="1405266" y="103932"/>
                  <a:pt x="1400198" y="96401"/>
                </a:cubicBezTo>
                <a:lnTo>
                  <a:pt x="1400198" y="105992"/>
                </a:lnTo>
                <a:moveTo>
                  <a:pt x="1400056" y="67703"/>
                </a:moveTo>
                <a:cubicBezTo>
                  <a:pt x="1400056" y="76705"/>
                  <a:pt x="1401288" y="83209"/>
                  <a:pt x="1403750" y="87215"/>
                </a:cubicBezTo>
                <a:cubicBezTo>
                  <a:pt x="1407776" y="93766"/>
                  <a:pt x="1413222" y="97041"/>
                  <a:pt x="1420090" y="97041"/>
                </a:cubicBezTo>
                <a:cubicBezTo>
                  <a:pt x="1425678" y="97041"/>
                  <a:pt x="1430509" y="94625"/>
                  <a:pt x="1434582" y="89795"/>
                </a:cubicBezTo>
                <a:cubicBezTo>
                  <a:pt x="1438655" y="84964"/>
                  <a:pt x="1440691" y="77765"/>
                  <a:pt x="1440691" y="68198"/>
                </a:cubicBezTo>
                <a:cubicBezTo>
                  <a:pt x="1440691" y="58396"/>
                  <a:pt x="1438738" y="51163"/>
                  <a:pt x="1434830" y="46498"/>
                </a:cubicBezTo>
                <a:cubicBezTo>
                  <a:pt x="1430923" y="41832"/>
                  <a:pt x="1426199" y="39498"/>
                  <a:pt x="1420658" y="39498"/>
                </a:cubicBezTo>
                <a:cubicBezTo>
                  <a:pt x="1415069" y="39498"/>
                  <a:pt x="1410239" y="41914"/>
                  <a:pt x="1406166" y="46744"/>
                </a:cubicBezTo>
                <a:cubicBezTo>
                  <a:pt x="1402093" y="51575"/>
                  <a:pt x="1400056" y="58561"/>
                  <a:pt x="1400056" y="67703"/>
                </a:cubicBezTo>
                <a:close/>
                <a:moveTo>
                  <a:pt x="1469392" y="16623"/>
                </a:moveTo>
                <a:lnTo>
                  <a:pt x="1469392" y="1847"/>
                </a:lnTo>
                <a:lnTo>
                  <a:pt x="1482179" y="1847"/>
                </a:lnTo>
                <a:lnTo>
                  <a:pt x="1482179" y="16623"/>
                </a:lnTo>
                <a:lnTo>
                  <a:pt x="1469392" y="16623"/>
                </a:lnTo>
                <a:moveTo>
                  <a:pt x="1469392" y="105992"/>
                </a:moveTo>
                <a:lnTo>
                  <a:pt x="1469392" y="30547"/>
                </a:lnTo>
                <a:lnTo>
                  <a:pt x="1482179" y="30547"/>
                </a:lnTo>
                <a:lnTo>
                  <a:pt x="1482179" y="105992"/>
                </a:lnTo>
                <a:lnTo>
                  <a:pt x="1469392" y="105992"/>
                </a:lnTo>
                <a:close/>
                <a:moveTo>
                  <a:pt x="1501359" y="105992"/>
                </a:moveTo>
                <a:lnTo>
                  <a:pt x="1501359" y="1847"/>
                </a:lnTo>
                <a:lnTo>
                  <a:pt x="1514146" y="1847"/>
                </a:lnTo>
                <a:lnTo>
                  <a:pt x="1514146" y="105992"/>
                </a:lnTo>
                <a:lnTo>
                  <a:pt x="1501359" y="105992"/>
                </a:lnTo>
                <a:close/>
                <a:moveTo>
                  <a:pt x="1534038" y="16623"/>
                </a:moveTo>
                <a:lnTo>
                  <a:pt x="1534038" y="1847"/>
                </a:lnTo>
                <a:lnTo>
                  <a:pt x="1546825" y="1847"/>
                </a:lnTo>
                <a:lnTo>
                  <a:pt x="1546825" y="16623"/>
                </a:lnTo>
                <a:lnTo>
                  <a:pt x="1534038" y="16623"/>
                </a:lnTo>
                <a:moveTo>
                  <a:pt x="1534038" y="105992"/>
                </a:moveTo>
                <a:lnTo>
                  <a:pt x="1534038" y="30547"/>
                </a:lnTo>
                <a:lnTo>
                  <a:pt x="1546825" y="30547"/>
                </a:lnTo>
                <a:lnTo>
                  <a:pt x="1546825" y="105992"/>
                </a:lnTo>
                <a:lnTo>
                  <a:pt x="1534038" y="105992"/>
                </a:lnTo>
                <a:close/>
                <a:moveTo>
                  <a:pt x="1594208" y="94696"/>
                </a:moveTo>
                <a:lnTo>
                  <a:pt x="1596055" y="105992"/>
                </a:lnTo>
                <a:cubicBezTo>
                  <a:pt x="1592456" y="106655"/>
                  <a:pt x="1589236" y="106986"/>
                  <a:pt x="1586394" y="106986"/>
                </a:cubicBezTo>
                <a:cubicBezTo>
                  <a:pt x="1581753" y="106986"/>
                  <a:pt x="1578153" y="106252"/>
                  <a:pt x="1575596" y="104784"/>
                </a:cubicBezTo>
                <a:cubicBezTo>
                  <a:pt x="1573039" y="103316"/>
                  <a:pt x="1571239" y="101386"/>
                  <a:pt x="1570197" y="98994"/>
                </a:cubicBezTo>
                <a:cubicBezTo>
                  <a:pt x="1569155" y="96603"/>
                  <a:pt x="1568634" y="91571"/>
                  <a:pt x="1568634" y="83898"/>
                </a:cubicBezTo>
                <a:lnTo>
                  <a:pt x="1568634" y="40493"/>
                </a:lnTo>
                <a:lnTo>
                  <a:pt x="1559257" y="40493"/>
                </a:lnTo>
                <a:lnTo>
                  <a:pt x="1559257" y="30547"/>
                </a:lnTo>
                <a:lnTo>
                  <a:pt x="1568634" y="30547"/>
                </a:lnTo>
                <a:lnTo>
                  <a:pt x="1568634" y="11813"/>
                </a:lnTo>
                <a:lnTo>
                  <a:pt x="1581350" y="4120"/>
                </a:lnTo>
                <a:lnTo>
                  <a:pt x="1581350" y="30547"/>
                </a:lnTo>
                <a:lnTo>
                  <a:pt x="1594208" y="30547"/>
                </a:lnTo>
                <a:lnTo>
                  <a:pt x="1594208" y="40493"/>
                </a:lnTo>
                <a:lnTo>
                  <a:pt x="1581350" y="40493"/>
                </a:lnTo>
                <a:lnTo>
                  <a:pt x="1581350" y="84609"/>
                </a:lnTo>
                <a:cubicBezTo>
                  <a:pt x="1581350" y="88255"/>
                  <a:pt x="1581575" y="90600"/>
                  <a:pt x="1582025" y="91642"/>
                </a:cubicBezTo>
                <a:cubicBezTo>
                  <a:pt x="1582475" y="92684"/>
                  <a:pt x="1583209" y="93512"/>
                  <a:pt x="1584227" y="94128"/>
                </a:cubicBezTo>
                <a:cubicBezTo>
                  <a:pt x="1585246" y="94744"/>
                  <a:pt x="1586702" y="95052"/>
                  <a:pt x="1588596" y="95052"/>
                </a:cubicBezTo>
                <a:cubicBezTo>
                  <a:pt x="1590017" y="95052"/>
                  <a:pt x="1591888" y="94933"/>
                  <a:pt x="1594208" y="94696"/>
                </a:cubicBezTo>
                <a:close/>
                <a:moveTo>
                  <a:pt x="1606144" y="135118"/>
                </a:moveTo>
                <a:lnTo>
                  <a:pt x="1604723" y="123112"/>
                </a:lnTo>
                <a:cubicBezTo>
                  <a:pt x="1607517" y="123870"/>
                  <a:pt x="1609956" y="124249"/>
                  <a:pt x="1612040" y="124249"/>
                </a:cubicBezTo>
                <a:cubicBezTo>
                  <a:pt x="1614882" y="124249"/>
                  <a:pt x="1617155" y="123770"/>
                  <a:pt x="1618860" y="122811"/>
                </a:cubicBezTo>
                <a:cubicBezTo>
                  <a:pt x="1620565" y="121853"/>
                  <a:pt x="1621962" y="120511"/>
                  <a:pt x="1623051" y="118786"/>
                </a:cubicBezTo>
                <a:cubicBezTo>
                  <a:pt x="1623856" y="117492"/>
                  <a:pt x="1625159" y="114282"/>
                  <a:pt x="1626958" y="109155"/>
                </a:cubicBezTo>
                <a:cubicBezTo>
                  <a:pt x="1627195" y="108436"/>
                  <a:pt x="1627574" y="107382"/>
                  <a:pt x="1628095" y="105992"/>
                </a:cubicBezTo>
                <a:lnTo>
                  <a:pt x="1599466" y="30547"/>
                </a:lnTo>
                <a:lnTo>
                  <a:pt x="1613248" y="30547"/>
                </a:lnTo>
                <a:lnTo>
                  <a:pt x="1628947" y="74135"/>
                </a:lnTo>
                <a:cubicBezTo>
                  <a:pt x="1630984" y="79664"/>
                  <a:pt x="1632807" y="85476"/>
                  <a:pt x="1634418" y="91571"/>
                </a:cubicBezTo>
                <a:cubicBezTo>
                  <a:pt x="1635886" y="85711"/>
                  <a:pt x="1637638" y="79994"/>
                  <a:pt x="1639674" y="74419"/>
                </a:cubicBezTo>
                <a:lnTo>
                  <a:pt x="1655801" y="30547"/>
                </a:lnTo>
                <a:lnTo>
                  <a:pt x="1668588" y="30547"/>
                </a:lnTo>
                <a:lnTo>
                  <a:pt x="1639888" y="107322"/>
                </a:lnTo>
                <a:cubicBezTo>
                  <a:pt x="1636809" y="115616"/>
                  <a:pt x="1634418" y="121326"/>
                  <a:pt x="1632713" y="124453"/>
                </a:cubicBezTo>
                <a:cubicBezTo>
                  <a:pt x="1630439" y="128671"/>
                  <a:pt x="1627834" y="131764"/>
                  <a:pt x="1624898" y="133731"/>
                </a:cubicBezTo>
                <a:cubicBezTo>
                  <a:pt x="1621962" y="135698"/>
                  <a:pt x="1618457" y="136681"/>
                  <a:pt x="1614384" y="136681"/>
                </a:cubicBezTo>
                <a:cubicBezTo>
                  <a:pt x="1611922" y="136681"/>
                  <a:pt x="1609175" y="136160"/>
                  <a:pt x="1606144" y="135118"/>
                </a:cubicBezTo>
                <a:close/>
                <a:moveTo>
                  <a:pt x="1683436" y="105992"/>
                </a:moveTo>
                <a:lnTo>
                  <a:pt x="1683436" y="1847"/>
                </a:lnTo>
                <a:lnTo>
                  <a:pt x="1697218" y="1847"/>
                </a:lnTo>
                <a:lnTo>
                  <a:pt x="1697218" y="105992"/>
                </a:lnTo>
                <a:lnTo>
                  <a:pt x="1683436" y="105992"/>
                </a:lnTo>
                <a:close/>
                <a:moveTo>
                  <a:pt x="1714763" y="83401"/>
                </a:moveTo>
                <a:lnTo>
                  <a:pt x="1727408" y="81412"/>
                </a:lnTo>
                <a:cubicBezTo>
                  <a:pt x="1728119" y="86457"/>
                  <a:pt x="1730096" y="90324"/>
                  <a:pt x="1733340" y="93011"/>
                </a:cubicBezTo>
                <a:cubicBezTo>
                  <a:pt x="1736584" y="95698"/>
                  <a:pt x="1741119" y="97041"/>
                  <a:pt x="1746944" y="97041"/>
                </a:cubicBezTo>
                <a:cubicBezTo>
                  <a:pt x="1752817" y="97041"/>
                  <a:pt x="1757174" y="95855"/>
                  <a:pt x="1760016" y="93482"/>
                </a:cubicBezTo>
                <a:cubicBezTo>
                  <a:pt x="1762857" y="91108"/>
                  <a:pt x="1764278" y="88324"/>
                  <a:pt x="1764278" y="85130"/>
                </a:cubicBezTo>
                <a:cubicBezTo>
                  <a:pt x="1764278" y="82264"/>
                  <a:pt x="1763023" y="80008"/>
                  <a:pt x="1760513" y="78364"/>
                </a:cubicBezTo>
                <a:cubicBezTo>
                  <a:pt x="1758761" y="77236"/>
                  <a:pt x="1754404" y="75803"/>
                  <a:pt x="1747442" y="74064"/>
                </a:cubicBezTo>
                <a:cubicBezTo>
                  <a:pt x="1738064" y="71694"/>
                  <a:pt x="1731564" y="69644"/>
                  <a:pt x="1727941" y="67914"/>
                </a:cubicBezTo>
                <a:cubicBezTo>
                  <a:pt x="1724318" y="66184"/>
                  <a:pt x="1721571" y="63790"/>
                  <a:pt x="1719700" y="60733"/>
                </a:cubicBezTo>
                <a:cubicBezTo>
                  <a:pt x="1717830" y="57675"/>
                  <a:pt x="1716894" y="54298"/>
                  <a:pt x="1716894" y="50601"/>
                </a:cubicBezTo>
                <a:cubicBezTo>
                  <a:pt x="1716894" y="47235"/>
                  <a:pt x="1717664" y="44118"/>
                  <a:pt x="1719203" y="41250"/>
                </a:cubicBezTo>
                <a:cubicBezTo>
                  <a:pt x="1720742" y="38382"/>
                  <a:pt x="1722838" y="36000"/>
                  <a:pt x="1725490" y="34104"/>
                </a:cubicBezTo>
                <a:cubicBezTo>
                  <a:pt x="1727479" y="32634"/>
                  <a:pt x="1730191" y="31390"/>
                  <a:pt x="1733624" y="30372"/>
                </a:cubicBezTo>
                <a:cubicBezTo>
                  <a:pt x="1737058" y="29352"/>
                  <a:pt x="1740740" y="28842"/>
                  <a:pt x="1744671" y="28842"/>
                </a:cubicBezTo>
                <a:cubicBezTo>
                  <a:pt x="1750591" y="28842"/>
                  <a:pt x="1755789" y="29701"/>
                  <a:pt x="1760264" y="31417"/>
                </a:cubicBezTo>
                <a:cubicBezTo>
                  <a:pt x="1764740" y="33133"/>
                  <a:pt x="1768043" y="35457"/>
                  <a:pt x="1770174" y="38390"/>
                </a:cubicBezTo>
                <a:cubicBezTo>
                  <a:pt x="1772306" y="41322"/>
                  <a:pt x="1773774" y="45244"/>
                  <a:pt x="1774579" y="50154"/>
                </a:cubicBezTo>
                <a:lnTo>
                  <a:pt x="1762076" y="51859"/>
                </a:lnTo>
                <a:cubicBezTo>
                  <a:pt x="1761508" y="47976"/>
                  <a:pt x="1759862" y="44945"/>
                  <a:pt x="1757139" y="42766"/>
                </a:cubicBezTo>
                <a:cubicBezTo>
                  <a:pt x="1754415" y="40588"/>
                  <a:pt x="1750567" y="39498"/>
                  <a:pt x="1745595" y="39498"/>
                </a:cubicBezTo>
                <a:cubicBezTo>
                  <a:pt x="1739722" y="39498"/>
                  <a:pt x="1735531" y="40465"/>
                  <a:pt x="1733020" y="42398"/>
                </a:cubicBezTo>
                <a:cubicBezTo>
                  <a:pt x="1730510" y="44329"/>
                  <a:pt x="1729255" y="46591"/>
                  <a:pt x="1729255" y="49184"/>
                </a:cubicBezTo>
                <a:cubicBezTo>
                  <a:pt x="1729255" y="50833"/>
                  <a:pt x="1729776" y="52317"/>
                  <a:pt x="1730818" y="53637"/>
                </a:cubicBezTo>
                <a:cubicBezTo>
                  <a:pt x="1731860" y="55004"/>
                  <a:pt x="1733494" y="56134"/>
                  <a:pt x="1735720" y="57030"/>
                </a:cubicBezTo>
                <a:cubicBezTo>
                  <a:pt x="1736999" y="57502"/>
                  <a:pt x="1740764" y="58586"/>
                  <a:pt x="1747015" y="60282"/>
                </a:cubicBezTo>
                <a:cubicBezTo>
                  <a:pt x="1756061" y="62696"/>
                  <a:pt x="1762372" y="64672"/>
                  <a:pt x="1765948" y="66209"/>
                </a:cubicBezTo>
                <a:cubicBezTo>
                  <a:pt x="1769523" y="67747"/>
                  <a:pt x="1772329" y="69983"/>
                  <a:pt x="1774366" y="72918"/>
                </a:cubicBezTo>
                <a:cubicBezTo>
                  <a:pt x="1776402" y="75852"/>
                  <a:pt x="1777421" y="79495"/>
                  <a:pt x="1777421" y="83847"/>
                </a:cubicBezTo>
                <a:cubicBezTo>
                  <a:pt x="1777421" y="88107"/>
                  <a:pt x="1776177" y="92118"/>
                  <a:pt x="1773691" y="95880"/>
                </a:cubicBezTo>
                <a:cubicBezTo>
                  <a:pt x="1771205" y="99640"/>
                  <a:pt x="1767617" y="102550"/>
                  <a:pt x="1762928" y="104609"/>
                </a:cubicBezTo>
                <a:cubicBezTo>
                  <a:pt x="1758240" y="106667"/>
                  <a:pt x="1752935" y="107697"/>
                  <a:pt x="1747015" y="107697"/>
                </a:cubicBezTo>
                <a:cubicBezTo>
                  <a:pt x="1737212" y="107697"/>
                  <a:pt x="1729741" y="105654"/>
                  <a:pt x="1724602" y="101570"/>
                </a:cubicBezTo>
                <a:cubicBezTo>
                  <a:pt x="1719464" y="97485"/>
                  <a:pt x="1716184" y="91429"/>
                  <a:pt x="1714763" y="83401"/>
                </a:cubicBezTo>
                <a:close/>
                <a:moveTo>
                  <a:pt x="1787509" y="83401"/>
                </a:moveTo>
                <a:lnTo>
                  <a:pt x="1800154" y="81412"/>
                </a:lnTo>
                <a:cubicBezTo>
                  <a:pt x="1800864" y="86457"/>
                  <a:pt x="1802841" y="90324"/>
                  <a:pt x="1806086" y="93011"/>
                </a:cubicBezTo>
                <a:cubicBezTo>
                  <a:pt x="1809330" y="95698"/>
                  <a:pt x="1813864" y="97041"/>
                  <a:pt x="1819690" y="97041"/>
                </a:cubicBezTo>
                <a:cubicBezTo>
                  <a:pt x="1825562" y="97041"/>
                  <a:pt x="1829919" y="95855"/>
                  <a:pt x="1832761" y="93482"/>
                </a:cubicBezTo>
                <a:cubicBezTo>
                  <a:pt x="1835603" y="91108"/>
                  <a:pt x="1837023" y="88324"/>
                  <a:pt x="1837023" y="85130"/>
                </a:cubicBezTo>
                <a:cubicBezTo>
                  <a:pt x="1837023" y="82264"/>
                  <a:pt x="1835768" y="80008"/>
                  <a:pt x="1833258" y="78364"/>
                </a:cubicBezTo>
                <a:cubicBezTo>
                  <a:pt x="1831506" y="77236"/>
                  <a:pt x="1827149" y="75803"/>
                  <a:pt x="1820187" y="74064"/>
                </a:cubicBezTo>
                <a:cubicBezTo>
                  <a:pt x="1810810" y="71694"/>
                  <a:pt x="1804310" y="69644"/>
                  <a:pt x="1800686" y="67914"/>
                </a:cubicBezTo>
                <a:cubicBezTo>
                  <a:pt x="1797063" y="66184"/>
                  <a:pt x="1794317" y="63790"/>
                  <a:pt x="1792446" y="60733"/>
                </a:cubicBezTo>
                <a:cubicBezTo>
                  <a:pt x="1790575" y="57675"/>
                  <a:pt x="1789640" y="54298"/>
                  <a:pt x="1789640" y="50601"/>
                </a:cubicBezTo>
                <a:cubicBezTo>
                  <a:pt x="1789640" y="47235"/>
                  <a:pt x="1790409" y="44118"/>
                  <a:pt x="1791949" y="41250"/>
                </a:cubicBezTo>
                <a:cubicBezTo>
                  <a:pt x="1793488" y="38382"/>
                  <a:pt x="1795583" y="36000"/>
                  <a:pt x="1798236" y="34104"/>
                </a:cubicBezTo>
                <a:cubicBezTo>
                  <a:pt x="1800225" y="32634"/>
                  <a:pt x="1802936" y="31390"/>
                  <a:pt x="1806370" y="30372"/>
                </a:cubicBezTo>
                <a:cubicBezTo>
                  <a:pt x="1809803" y="29352"/>
                  <a:pt x="1813486" y="28842"/>
                  <a:pt x="1817416" y="28842"/>
                </a:cubicBezTo>
                <a:cubicBezTo>
                  <a:pt x="1823336" y="28842"/>
                  <a:pt x="1828534" y="29701"/>
                  <a:pt x="1833010" y="31417"/>
                </a:cubicBezTo>
                <a:cubicBezTo>
                  <a:pt x="1837485" y="33133"/>
                  <a:pt x="1840789" y="35457"/>
                  <a:pt x="1842920" y="38390"/>
                </a:cubicBezTo>
                <a:cubicBezTo>
                  <a:pt x="1845051" y="41322"/>
                  <a:pt x="1846519" y="45244"/>
                  <a:pt x="1847324" y="50154"/>
                </a:cubicBezTo>
                <a:lnTo>
                  <a:pt x="1834821" y="51859"/>
                </a:lnTo>
                <a:cubicBezTo>
                  <a:pt x="1834253" y="47976"/>
                  <a:pt x="1832607" y="44945"/>
                  <a:pt x="1829884" y="42766"/>
                </a:cubicBezTo>
                <a:cubicBezTo>
                  <a:pt x="1827161" y="40588"/>
                  <a:pt x="1823313" y="39498"/>
                  <a:pt x="1818340" y="39498"/>
                </a:cubicBezTo>
                <a:cubicBezTo>
                  <a:pt x="1812467" y="39498"/>
                  <a:pt x="1808276" y="40465"/>
                  <a:pt x="1805766" y="42398"/>
                </a:cubicBezTo>
                <a:cubicBezTo>
                  <a:pt x="1803256" y="44329"/>
                  <a:pt x="1802001" y="46591"/>
                  <a:pt x="1802001" y="49184"/>
                </a:cubicBezTo>
                <a:cubicBezTo>
                  <a:pt x="1802001" y="50833"/>
                  <a:pt x="1802522" y="52317"/>
                  <a:pt x="1803564" y="53637"/>
                </a:cubicBezTo>
                <a:cubicBezTo>
                  <a:pt x="1804606" y="55004"/>
                  <a:pt x="1806239" y="56134"/>
                  <a:pt x="1808465" y="57030"/>
                </a:cubicBezTo>
                <a:cubicBezTo>
                  <a:pt x="1809744" y="57502"/>
                  <a:pt x="1813509" y="58586"/>
                  <a:pt x="1819761" y="60282"/>
                </a:cubicBezTo>
                <a:cubicBezTo>
                  <a:pt x="1828807" y="62696"/>
                  <a:pt x="1835117" y="64672"/>
                  <a:pt x="1838693" y="66209"/>
                </a:cubicBezTo>
                <a:cubicBezTo>
                  <a:pt x="1842269" y="67747"/>
                  <a:pt x="1845075" y="69983"/>
                  <a:pt x="1847111" y="72918"/>
                </a:cubicBezTo>
                <a:cubicBezTo>
                  <a:pt x="1849148" y="75852"/>
                  <a:pt x="1850166" y="79495"/>
                  <a:pt x="1850166" y="83847"/>
                </a:cubicBezTo>
                <a:cubicBezTo>
                  <a:pt x="1850166" y="88107"/>
                  <a:pt x="1848923" y="92118"/>
                  <a:pt x="1846436" y="95880"/>
                </a:cubicBezTo>
                <a:cubicBezTo>
                  <a:pt x="1843950" y="99640"/>
                  <a:pt x="1840362" y="102550"/>
                  <a:pt x="1835674" y="104609"/>
                </a:cubicBezTo>
                <a:cubicBezTo>
                  <a:pt x="1830985" y="106667"/>
                  <a:pt x="1825681" y="107697"/>
                  <a:pt x="1819761" y="107697"/>
                </a:cubicBezTo>
                <a:cubicBezTo>
                  <a:pt x="1809957" y="107697"/>
                  <a:pt x="1802486" y="105654"/>
                  <a:pt x="1797348" y="101570"/>
                </a:cubicBezTo>
                <a:cubicBezTo>
                  <a:pt x="1792209" y="97485"/>
                  <a:pt x="1788929" y="91429"/>
                  <a:pt x="1787509" y="83401"/>
                </a:cubicBezTo>
                <a:close/>
                <a:moveTo>
                  <a:pt x="1914812" y="105992"/>
                </a:moveTo>
                <a:lnTo>
                  <a:pt x="1914812" y="94910"/>
                </a:lnTo>
                <a:cubicBezTo>
                  <a:pt x="1908940" y="103434"/>
                  <a:pt x="1900960" y="107697"/>
                  <a:pt x="1890872" y="107697"/>
                </a:cubicBezTo>
                <a:cubicBezTo>
                  <a:pt x="1886420" y="107697"/>
                  <a:pt x="1882264" y="106844"/>
                  <a:pt x="1878404" y="105139"/>
                </a:cubicBezTo>
                <a:cubicBezTo>
                  <a:pt x="1874545" y="103434"/>
                  <a:pt x="1871679" y="101291"/>
                  <a:pt x="1869809" y="98710"/>
                </a:cubicBezTo>
                <a:cubicBezTo>
                  <a:pt x="1867938" y="96129"/>
                  <a:pt x="1866624" y="92968"/>
                  <a:pt x="1865866" y="89226"/>
                </a:cubicBezTo>
                <a:cubicBezTo>
                  <a:pt x="1865345" y="86716"/>
                  <a:pt x="1865084" y="82738"/>
                  <a:pt x="1865084" y="77292"/>
                </a:cubicBezTo>
                <a:lnTo>
                  <a:pt x="1865084" y="30547"/>
                </a:lnTo>
                <a:lnTo>
                  <a:pt x="1877872" y="30547"/>
                </a:lnTo>
                <a:lnTo>
                  <a:pt x="1877872" y="72390"/>
                </a:lnTo>
                <a:cubicBezTo>
                  <a:pt x="1877872" y="79068"/>
                  <a:pt x="1878132" y="83567"/>
                  <a:pt x="1878653" y="85887"/>
                </a:cubicBezTo>
                <a:cubicBezTo>
                  <a:pt x="1879458" y="89250"/>
                  <a:pt x="1881163" y="91890"/>
                  <a:pt x="1883768" y="93808"/>
                </a:cubicBezTo>
                <a:cubicBezTo>
                  <a:pt x="1886373" y="95727"/>
                  <a:pt x="1889593" y="96686"/>
                  <a:pt x="1893429" y="96686"/>
                </a:cubicBezTo>
                <a:cubicBezTo>
                  <a:pt x="1897266" y="96686"/>
                  <a:pt x="1900865" y="95703"/>
                  <a:pt x="1904227" y="93737"/>
                </a:cubicBezTo>
                <a:cubicBezTo>
                  <a:pt x="1907590" y="91772"/>
                  <a:pt x="1909970" y="89096"/>
                  <a:pt x="1911367" y="85710"/>
                </a:cubicBezTo>
                <a:cubicBezTo>
                  <a:pt x="1912764" y="82324"/>
                  <a:pt x="1913463" y="77410"/>
                  <a:pt x="1913463" y="70969"/>
                </a:cubicBezTo>
                <a:lnTo>
                  <a:pt x="1913463" y="30547"/>
                </a:lnTo>
                <a:lnTo>
                  <a:pt x="1926250" y="30547"/>
                </a:lnTo>
                <a:lnTo>
                  <a:pt x="1926250" y="105992"/>
                </a:lnTo>
                <a:lnTo>
                  <a:pt x="1914812" y="105992"/>
                </a:lnTo>
                <a:close/>
                <a:moveTo>
                  <a:pt x="1997929" y="81696"/>
                </a:moveTo>
                <a:lnTo>
                  <a:pt x="2011143" y="83330"/>
                </a:lnTo>
                <a:cubicBezTo>
                  <a:pt x="2009059" y="91050"/>
                  <a:pt x="2005199" y="97041"/>
                  <a:pt x="1999563" y="101303"/>
                </a:cubicBezTo>
                <a:cubicBezTo>
                  <a:pt x="1993927" y="105566"/>
                  <a:pt x="1986728" y="107697"/>
                  <a:pt x="1977967" y="107697"/>
                </a:cubicBezTo>
                <a:cubicBezTo>
                  <a:pt x="1966932" y="107697"/>
                  <a:pt x="1958182" y="104299"/>
                  <a:pt x="1951717" y="97503"/>
                </a:cubicBezTo>
                <a:cubicBezTo>
                  <a:pt x="1945253" y="90706"/>
                  <a:pt x="1942021" y="81175"/>
                  <a:pt x="1942021" y="68909"/>
                </a:cubicBezTo>
                <a:cubicBezTo>
                  <a:pt x="1942021" y="56216"/>
                  <a:pt x="1945288" y="46365"/>
                  <a:pt x="1951824" y="39356"/>
                </a:cubicBezTo>
                <a:cubicBezTo>
                  <a:pt x="1958360" y="32347"/>
                  <a:pt x="1966837" y="28842"/>
                  <a:pt x="1977256" y="28842"/>
                </a:cubicBezTo>
                <a:cubicBezTo>
                  <a:pt x="1987344" y="28842"/>
                  <a:pt x="1995585" y="32271"/>
                  <a:pt x="2001978" y="39128"/>
                </a:cubicBezTo>
                <a:cubicBezTo>
                  <a:pt x="2008372" y="45983"/>
                  <a:pt x="2011569" y="55628"/>
                  <a:pt x="2011569" y="68063"/>
                </a:cubicBezTo>
                <a:cubicBezTo>
                  <a:pt x="2011569" y="68819"/>
                  <a:pt x="2011545" y="69954"/>
                  <a:pt x="2011498" y="71466"/>
                </a:cubicBezTo>
                <a:lnTo>
                  <a:pt x="1955234" y="71466"/>
                </a:lnTo>
                <a:cubicBezTo>
                  <a:pt x="1955708" y="79731"/>
                  <a:pt x="1958052" y="86059"/>
                  <a:pt x="1962267" y="90452"/>
                </a:cubicBezTo>
                <a:cubicBezTo>
                  <a:pt x="1966482" y="94844"/>
                  <a:pt x="1971739" y="97041"/>
                  <a:pt x="1978038" y="97041"/>
                </a:cubicBezTo>
                <a:cubicBezTo>
                  <a:pt x="1982726" y="97041"/>
                  <a:pt x="1986728" y="95821"/>
                  <a:pt x="1990044" y="93382"/>
                </a:cubicBezTo>
                <a:cubicBezTo>
                  <a:pt x="1993359" y="90942"/>
                  <a:pt x="1995987" y="87046"/>
                  <a:pt x="1997929" y="81696"/>
                </a:cubicBezTo>
                <a:moveTo>
                  <a:pt x="1955944" y="60810"/>
                </a:moveTo>
                <a:lnTo>
                  <a:pt x="1998071" y="60810"/>
                </a:lnTo>
                <a:cubicBezTo>
                  <a:pt x="1997503" y="54568"/>
                  <a:pt x="1995893" y="49886"/>
                  <a:pt x="1993240" y="46764"/>
                </a:cubicBezTo>
                <a:cubicBezTo>
                  <a:pt x="1989167" y="41920"/>
                  <a:pt x="1983887" y="39498"/>
                  <a:pt x="1977398" y="39498"/>
                </a:cubicBezTo>
                <a:cubicBezTo>
                  <a:pt x="1971526" y="39498"/>
                  <a:pt x="1966589" y="41432"/>
                  <a:pt x="1962587" y="45299"/>
                </a:cubicBezTo>
                <a:cubicBezTo>
                  <a:pt x="1958585" y="49165"/>
                  <a:pt x="1956371" y="54335"/>
                  <a:pt x="1955944" y="60810"/>
                </a:cubicBezTo>
                <a:close/>
                <a:moveTo>
                  <a:pt x="2022083" y="83401"/>
                </a:moveTo>
                <a:lnTo>
                  <a:pt x="2034728" y="81412"/>
                </a:lnTo>
                <a:cubicBezTo>
                  <a:pt x="2035438" y="86457"/>
                  <a:pt x="2037416" y="90324"/>
                  <a:pt x="2040660" y="93011"/>
                </a:cubicBezTo>
                <a:cubicBezTo>
                  <a:pt x="2043904" y="95698"/>
                  <a:pt x="2048439" y="97041"/>
                  <a:pt x="2054264" y="97041"/>
                </a:cubicBezTo>
                <a:cubicBezTo>
                  <a:pt x="2060137" y="97041"/>
                  <a:pt x="2064494" y="95855"/>
                  <a:pt x="2067335" y="93482"/>
                </a:cubicBezTo>
                <a:cubicBezTo>
                  <a:pt x="2070177" y="91108"/>
                  <a:pt x="2071598" y="88324"/>
                  <a:pt x="2071598" y="85130"/>
                </a:cubicBezTo>
                <a:cubicBezTo>
                  <a:pt x="2071598" y="82264"/>
                  <a:pt x="2070343" y="80008"/>
                  <a:pt x="2067833" y="78364"/>
                </a:cubicBezTo>
                <a:cubicBezTo>
                  <a:pt x="2066080" y="77236"/>
                  <a:pt x="2061723" y="75803"/>
                  <a:pt x="2054761" y="74064"/>
                </a:cubicBezTo>
                <a:cubicBezTo>
                  <a:pt x="2045384" y="71694"/>
                  <a:pt x="2038884" y="69644"/>
                  <a:pt x="2035261" y="67914"/>
                </a:cubicBezTo>
                <a:cubicBezTo>
                  <a:pt x="2031638" y="66184"/>
                  <a:pt x="2028891" y="63790"/>
                  <a:pt x="2027020" y="60733"/>
                </a:cubicBezTo>
                <a:cubicBezTo>
                  <a:pt x="2025149" y="57675"/>
                  <a:pt x="2024214" y="54298"/>
                  <a:pt x="2024214" y="50601"/>
                </a:cubicBezTo>
                <a:cubicBezTo>
                  <a:pt x="2024214" y="47235"/>
                  <a:pt x="2024984" y="44118"/>
                  <a:pt x="2026523" y="41250"/>
                </a:cubicBezTo>
                <a:cubicBezTo>
                  <a:pt x="2028062" y="38382"/>
                  <a:pt x="2030158" y="36000"/>
                  <a:pt x="2032810" y="34104"/>
                </a:cubicBezTo>
                <a:cubicBezTo>
                  <a:pt x="2034799" y="32634"/>
                  <a:pt x="2037510" y="31390"/>
                  <a:pt x="2040944" y="30372"/>
                </a:cubicBezTo>
                <a:cubicBezTo>
                  <a:pt x="2044377" y="29352"/>
                  <a:pt x="2048060" y="28842"/>
                  <a:pt x="2051991" y="28842"/>
                </a:cubicBezTo>
                <a:cubicBezTo>
                  <a:pt x="2057911" y="28842"/>
                  <a:pt x="2063108" y="29701"/>
                  <a:pt x="2067584" y="31417"/>
                </a:cubicBezTo>
                <a:cubicBezTo>
                  <a:pt x="2072059" y="33133"/>
                  <a:pt x="2075363" y="35457"/>
                  <a:pt x="2077494" y="38390"/>
                </a:cubicBezTo>
                <a:cubicBezTo>
                  <a:pt x="2079625" y="41322"/>
                  <a:pt x="2081093" y="45244"/>
                  <a:pt x="2081898" y="50154"/>
                </a:cubicBezTo>
                <a:lnTo>
                  <a:pt x="2069395" y="51859"/>
                </a:lnTo>
                <a:cubicBezTo>
                  <a:pt x="2068827" y="47976"/>
                  <a:pt x="2067181" y="44945"/>
                  <a:pt x="2064458" y="42766"/>
                </a:cubicBezTo>
                <a:cubicBezTo>
                  <a:pt x="2061735" y="40588"/>
                  <a:pt x="2057887" y="39498"/>
                  <a:pt x="2052914" y="39498"/>
                </a:cubicBezTo>
                <a:cubicBezTo>
                  <a:pt x="2047041" y="39498"/>
                  <a:pt x="2042850" y="40465"/>
                  <a:pt x="2040340" y="42398"/>
                </a:cubicBezTo>
                <a:cubicBezTo>
                  <a:pt x="2037830" y="44329"/>
                  <a:pt x="2036575" y="46591"/>
                  <a:pt x="2036575" y="49184"/>
                </a:cubicBezTo>
                <a:cubicBezTo>
                  <a:pt x="2036575" y="50833"/>
                  <a:pt x="2037096" y="52317"/>
                  <a:pt x="2038138" y="53637"/>
                </a:cubicBezTo>
                <a:cubicBezTo>
                  <a:pt x="2039180" y="55004"/>
                  <a:pt x="2040814" y="56134"/>
                  <a:pt x="2043040" y="57030"/>
                </a:cubicBezTo>
                <a:cubicBezTo>
                  <a:pt x="2044318" y="57502"/>
                  <a:pt x="2048083" y="58586"/>
                  <a:pt x="2054335" y="60282"/>
                </a:cubicBezTo>
                <a:cubicBezTo>
                  <a:pt x="2063381" y="62696"/>
                  <a:pt x="2069691" y="64672"/>
                  <a:pt x="2073267" y="66209"/>
                </a:cubicBezTo>
                <a:cubicBezTo>
                  <a:pt x="2076843" y="67747"/>
                  <a:pt x="2079649" y="69983"/>
                  <a:pt x="2081685" y="72918"/>
                </a:cubicBezTo>
                <a:cubicBezTo>
                  <a:pt x="2083722" y="75852"/>
                  <a:pt x="2084740" y="79495"/>
                  <a:pt x="2084740" y="83847"/>
                </a:cubicBezTo>
                <a:cubicBezTo>
                  <a:pt x="2084740" y="88107"/>
                  <a:pt x="2083497" y="92118"/>
                  <a:pt x="2081010" y="95880"/>
                </a:cubicBezTo>
                <a:cubicBezTo>
                  <a:pt x="2078524" y="99640"/>
                  <a:pt x="2074937" y="102550"/>
                  <a:pt x="2070248" y="104609"/>
                </a:cubicBezTo>
                <a:cubicBezTo>
                  <a:pt x="2065559" y="106667"/>
                  <a:pt x="2060255" y="107697"/>
                  <a:pt x="2054335" y="107697"/>
                </a:cubicBezTo>
                <a:cubicBezTo>
                  <a:pt x="2044531" y="107697"/>
                  <a:pt x="2037060" y="105654"/>
                  <a:pt x="2031922" y="101570"/>
                </a:cubicBezTo>
                <a:cubicBezTo>
                  <a:pt x="2026783" y="97485"/>
                  <a:pt x="2023504" y="91429"/>
                  <a:pt x="2022083" y="83401"/>
                </a:cubicBezTo>
                <a:close/>
                <a:moveTo>
                  <a:pt x="2124380" y="136681"/>
                </a:moveTo>
                <a:cubicBezTo>
                  <a:pt x="2117324" y="127777"/>
                  <a:pt x="2111356" y="117358"/>
                  <a:pt x="2106478" y="105423"/>
                </a:cubicBezTo>
                <a:cubicBezTo>
                  <a:pt x="2101600" y="93489"/>
                  <a:pt x="2099161" y="81128"/>
                  <a:pt x="2099161" y="68341"/>
                </a:cubicBezTo>
                <a:cubicBezTo>
                  <a:pt x="2099161" y="57069"/>
                  <a:pt x="2100984" y="46271"/>
                  <a:pt x="2104631" y="35946"/>
                </a:cubicBezTo>
                <a:cubicBezTo>
                  <a:pt x="2108893" y="23964"/>
                  <a:pt x="2115476" y="12029"/>
                  <a:pt x="2124380" y="142"/>
                </a:cubicBezTo>
                <a:lnTo>
                  <a:pt x="2133544" y="142"/>
                </a:lnTo>
                <a:cubicBezTo>
                  <a:pt x="2127814" y="9993"/>
                  <a:pt x="2124025" y="17026"/>
                  <a:pt x="2122178" y="21241"/>
                </a:cubicBezTo>
                <a:cubicBezTo>
                  <a:pt x="2119289" y="27777"/>
                  <a:pt x="2117016" y="34597"/>
                  <a:pt x="2115358" y="41701"/>
                </a:cubicBezTo>
                <a:cubicBezTo>
                  <a:pt x="2113322" y="50557"/>
                  <a:pt x="2112303" y="59461"/>
                  <a:pt x="2112303" y="68412"/>
                </a:cubicBezTo>
                <a:cubicBezTo>
                  <a:pt x="2112303" y="91192"/>
                  <a:pt x="2119384" y="113948"/>
                  <a:pt x="2133544" y="136681"/>
                </a:cubicBezTo>
                <a:lnTo>
                  <a:pt x="2124380" y="136681"/>
                </a:lnTo>
                <a:close/>
                <a:moveTo>
                  <a:pt x="2156775" y="136681"/>
                </a:moveTo>
                <a:lnTo>
                  <a:pt x="2147611" y="136681"/>
                </a:lnTo>
                <a:cubicBezTo>
                  <a:pt x="2161771" y="113948"/>
                  <a:pt x="2168852" y="91192"/>
                  <a:pt x="2168852" y="68412"/>
                </a:cubicBezTo>
                <a:cubicBezTo>
                  <a:pt x="2168852" y="59508"/>
                  <a:pt x="2167833" y="50675"/>
                  <a:pt x="2165797" y="41914"/>
                </a:cubicBezTo>
                <a:cubicBezTo>
                  <a:pt x="2164187" y="34810"/>
                  <a:pt x="2161937" y="27990"/>
                  <a:pt x="2159048" y="21454"/>
                </a:cubicBezTo>
                <a:cubicBezTo>
                  <a:pt x="2157201" y="17192"/>
                  <a:pt x="2153389" y="10088"/>
                  <a:pt x="2147611" y="142"/>
                </a:cubicBezTo>
                <a:lnTo>
                  <a:pt x="2156775" y="142"/>
                </a:lnTo>
                <a:cubicBezTo>
                  <a:pt x="2165679" y="12029"/>
                  <a:pt x="2172262" y="23964"/>
                  <a:pt x="2176524" y="35946"/>
                </a:cubicBezTo>
                <a:cubicBezTo>
                  <a:pt x="2180171" y="46271"/>
                  <a:pt x="2181994" y="57069"/>
                  <a:pt x="2181994" y="68341"/>
                </a:cubicBezTo>
                <a:cubicBezTo>
                  <a:pt x="2181994" y="81128"/>
                  <a:pt x="2179543" y="93489"/>
                  <a:pt x="2174641" y="105423"/>
                </a:cubicBezTo>
                <a:cubicBezTo>
                  <a:pt x="2169740" y="117358"/>
                  <a:pt x="2163784" y="127777"/>
                  <a:pt x="2156775" y="1366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DE27C-4DCD-4227-9D79-F026ADF9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8" y="4238240"/>
            <a:ext cx="1663988" cy="270399"/>
          </a:xfrm>
          <a:custGeom xmlns:a="http://schemas.openxmlformats.org/drawingml/2006/main">
            <a:pathLst>
              <a:path w="1663988" h="270399">
                <a:moveTo>
                  <a:pt x="0" y="270399"/>
                </a:moveTo>
                <a:lnTo>
                  <a:pt x="0" y="0"/>
                </a:lnTo>
                <a:lnTo>
                  <a:pt x="1663988" y="0"/>
                </a:lnTo>
                <a:lnTo>
                  <a:pt x="1663988" y="27039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F08B9-A51B-4DBA-9FF1-80E16BFE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4238240"/>
            <a:ext cx="1663987" cy="270398"/>
          </a:xfrm>
          <a:custGeom xmlns:a="http://schemas.openxmlformats.org/drawingml/2006/main">
            <a:pathLst>
              <a:path w="1663987" h="270398" fill="none">
                <a:moveTo>
                  <a:pt x="0" y="270398"/>
                </a:moveTo>
                <a:lnTo>
                  <a:pt x="0" y="0"/>
                </a:lnTo>
                <a:lnTo>
                  <a:pt x="1663987" y="0"/>
                </a:lnTo>
                <a:lnTo>
                  <a:pt x="1663987" y="270398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AFF5B-53D9-4A4E-9B97-5A9D5298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4508638"/>
            <a:ext cx="1663987" cy="83199"/>
          </a:xfrm>
          <a:custGeom xmlns:a="http://schemas.openxmlformats.org/drawingml/2006/main">
            <a:pathLst>
              <a:path w="1663987" h="83199" fill="none">
                <a:moveTo>
                  <a:pt x="0" y="0"/>
                </a:moveTo>
                <a:lnTo>
                  <a:pt x="0" y="83199"/>
                </a:lnTo>
                <a:lnTo>
                  <a:pt x="1663987" y="83199"/>
                </a:lnTo>
                <a:lnTo>
                  <a:pt x="1663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D862C-C874-4F1C-AC5F-F20F2D5D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4508638"/>
            <a:ext cx="1663987" cy="10"/>
          </a:xfrm>
          <a:custGeom xmlns:a="http://schemas.openxmlformats.org/drawingml/2006/main">
            <a:pathLst>
              <a:path w="1663987" h="1" fill="none">
                <a:moveTo>
                  <a:pt x="0" y="0"/>
                </a:moveTo>
                <a:lnTo>
                  <a:pt x="1663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38" name="Text BasicPromptGenerator">
            <a:extLst xmlns:a="http://schemas.openxmlformats.org/drawingml/2006/main">
              <a:ext uri="{FF2B5EF4-FFF2-40B4-BE49-F238E27FC236}">
                <a16:creationId xmlns:a16="http://schemas.microsoft.com/office/drawing/2014/main" id="{90299557-DBA1-4B86-91CF-E4B39616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264" y="4334974"/>
            <a:ext cx="1471097" cy="134976"/>
          </a:xfrm>
          <a:custGeom xmlns:a="http://schemas.openxmlformats.org/drawingml/2006/main">
            <a:pathLst>
              <a:path w="1471097" h="134976">
                <a:moveTo>
                  <a:pt x="0" y="105992"/>
                </a:moveTo>
                <a:lnTo>
                  <a:pt x="0" y="1847"/>
                </a:lnTo>
                <a:lnTo>
                  <a:pt x="39072" y="1847"/>
                </a:lnTo>
                <a:cubicBezTo>
                  <a:pt x="47029" y="1847"/>
                  <a:pt x="53410" y="2901"/>
                  <a:pt x="58217" y="5008"/>
                </a:cubicBezTo>
                <a:cubicBezTo>
                  <a:pt x="63024" y="7116"/>
                  <a:pt x="66790" y="10360"/>
                  <a:pt x="69513" y="14741"/>
                </a:cubicBezTo>
                <a:cubicBezTo>
                  <a:pt x="72236" y="19122"/>
                  <a:pt x="73598" y="23704"/>
                  <a:pt x="73598" y="28487"/>
                </a:cubicBezTo>
                <a:cubicBezTo>
                  <a:pt x="73598" y="32939"/>
                  <a:pt x="72390" y="37130"/>
                  <a:pt x="69974" y="41061"/>
                </a:cubicBezTo>
                <a:cubicBezTo>
                  <a:pt x="67559" y="44992"/>
                  <a:pt x="63912" y="48165"/>
                  <a:pt x="59034" y="50581"/>
                </a:cubicBezTo>
                <a:cubicBezTo>
                  <a:pt x="65333" y="52428"/>
                  <a:pt x="70176" y="55577"/>
                  <a:pt x="73562" y="60029"/>
                </a:cubicBezTo>
                <a:cubicBezTo>
                  <a:pt x="76948" y="64481"/>
                  <a:pt x="78641" y="69738"/>
                  <a:pt x="78641" y="75800"/>
                </a:cubicBezTo>
                <a:cubicBezTo>
                  <a:pt x="78641" y="80678"/>
                  <a:pt x="77611" y="85213"/>
                  <a:pt x="75551" y="89404"/>
                </a:cubicBezTo>
                <a:cubicBezTo>
                  <a:pt x="73491" y="93595"/>
                  <a:pt x="70945" y="96828"/>
                  <a:pt x="67914" y="99101"/>
                </a:cubicBezTo>
                <a:cubicBezTo>
                  <a:pt x="64883" y="101374"/>
                  <a:pt x="61083" y="103091"/>
                  <a:pt x="56512" y="104251"/>
                </a:cubicBezTo>
                <a:cubicBezTo>
                  <a:pt x="51942" y="105412"/>
                  <a:pt x="46342" y="105992"/>
                  <a:pt x="39711" y="105992"/>
                </a:cubicBezTo>
                <a:lnTo>
                  <a:pt x="0" y="105992"/>
                </a:lnTo>
                <a:moveTo>
                  <a:pt x="13782" y="45608"/>
                </a:moveTo>
                <a:lnTo>
                  <a:pt x="36301" y="45608"/>
                </a:lnTo>
                <a:cubicBezTo>
                  <a:pt x="42411" y="45608"/>
                  <a:pt x="46792" y="45205"/>
                  <a:pt x="49444" y="44400"/>
                </a:cubicBezTo>
                <a:cubicBezTo>
                  <a:pt x="52949" y="43358"/>
                  <a:pt x="55589" y="41629"/>
                  <a:pt x="57365" y="39214"/>
                </a:cubicBezTo>
                <a:cubicBezTo>
                  <a:pt x="59141" y="36799"/>
                  <a:pt x="60029" y="33768"/>
                  <a:pt x="60029" y="30121"/>
                </a:cubicBezTo>
                <a:cubicBezTo>
                  <a:pt x="60029" y="26664"/>
                  <a:pt x="59200" y="23621"/>
                  <a:pt x="57542" y="20992"/>
                </a:cubicBezTo>
                <a:cubicBezTo>
                  <a:pt x="55885" y="18364"/>
                  <a:pt x="53517" y="16564"/>
                  <a:pt x="50438" y="15593"/>
                </a:cubicBezTo>
                <a:cubicBezTo>
                  <a:pt x="47360" y="14622"/>
                  <a:pt x="42079" y="14137"/>
                  <a:pt x="34597" y="14137"/>
                </a:cubicBezTo>
                <a:lnTo>
                  <a:pt x="13782" y="14137"/>
                </a:lnTo>
                <a:lnTo>
                  <a:pt x="13782" y="45608"/>
                </a:lnTo>
                <a:moveTo>
                  <a:pt x="13782" y="93702"/>
                </a:moveTo>
                <a:lnTo>
                  <a:pt x="39711" y="93702"/>
                </a:lnTo>
                <a:cubicBezTo>
                  <a:pt x="44163" y="93702"/>
                  <a:pt x="47289" y="93536"/>
                  <a:pt x="49089" y="93205"/>
                </a:cubicBezTo>
                <a:cubicBezTo>
                  <a:pt x="52262" y="92636"/>
                  <a:pt x="54914" y="91689"/>
                  <a:pt x="57045" y="90363"/>
                </a:cubicBezTo>
                <a:cubicBezTo>
                  <a:pt x="59176" y="89037"/>
                  <a:pt x="60929" y="87107"/>
                  <a:pt x="62302" y="84573"/>
                </a:cubicBezTo>
                <a:cubicBezTo>
                  <a:pt x="63676" y="82039"/>
                  <a:pt x="64362" y="79115"/>
                  <a:pt x="64362" y="75800"/>
                </a:cubicBezTo>
                <a:cubicBezTo>
                  <a:pt x="64362" y="71916"/>
                  <a:pt x="63368" y="68542"/>
                  <a:pt x="61379" y="65677"/>
                </a:cubicBezTo>
                <a:cubicBezTo>
                  <a:pt x="59390" y="62811"/>
                  <a:pt x="56631" y="60798"/>
                  <a:pt x="53102" y="59638"/>
                </a:cubicBezTo>
                <a:cubicBezTo>
                  <a:pt x="49574" y="58478"/>
                  <a:pt x="44495" y="57898"/>
                  <a:pt x="37864" y="57898"/>
                </a:cubicBezTo>
                <a:lnTo>
                  <a:pt x="13782" y="57898"/>
                </a:lnTo>
                <a:lnTo>
                  <a:pt x="13782" y="93702"/>
                </a:lnTo>
                <a:close/>
                <a:moveTo>
                  <a:pt x="145206" y="96677"/>
                </a:moveTo>
                <a:cubicBezTo>
                  <a:pt x="140470" y="100705"/>
                  <a:pt x="135911" y="103549"/>
                  <a:pt x="131531" y="105208"/>
                </a:cubicBezTo>
                <a:cubicBezTo>
                  <a:pt x="127150" y="106867"/>
                  <a:pt x="122449" y="107697"/>
                  <a:pt x="117429" y="107697"/>
                </a:cubicBezTo>
                <a:cubicBezTo>
                  <a:pt x="109141" y="107697"/>
                  <a:pt x="102771" y="105671"/>
                  <a:pt x="98319" y="101618"/>
                </a:cubicBezTo>
                <a:cubicBezTo>
                  <a:pt x="93868" y="97566"/>
                  <a:pt x="91642" y="92388"/>
                  <a:pt x="91642" y="86085"/>
                </a:cubicBezTo>
                <a:cubicBezTo>
                  <a:pt x="91642" y="82389"/>
                  <a:pt x="92482" y="79014"/>
                  <a:pt x="94164" y="75957"/>
                </a:cubicBezTo>
                <a:cubicBezTo>
                  <a:pt x="95845" y="72900"/>
                  <a:pt x="98047" y="70447"/>
                  <a:pt x="100770" y="68598"/>
                </a:cubicBezTo>
                <a:cubicBezTo>
                  <a:pt x="103494" y="66750"/>
                  <a:pt x="106560" y="65352"/>
                  <a:pt x="109970" y="64404"/>
                </a:cubicBezTo>
                <a:cubicBezTo>
                  <a:pt x="112480" y="63740"/>
                  <a:pt x="116269" y="63100"/>
                  <a:pt x="121336" y="62484"/>
                </a:cubicBezTo>
                <a:cubicBezTo>
                  <a:pt x="131661" y="61262"/>
                  <a:pt x="139262" y="59804"/>
                  <a:pt x="144140" y="58111"/>
                </a:cubicBezTo>
                <a:cubicBezTo>
                  <a:pt x="144188" y="56366"/>
                  <a:pt x="144211" y="55257"/>
                  <a:pt x="144211" y="54785"/>
                </a:cubicBezTo>
                <a:cubicBezTo>
                  <a:pt x="144211" y="49595"/>
                  <a:pt x="143004" y="45939"/>
                  <a:pt x="140588" y="43816"/>
                </a:cubicBezTo>
                <a:cubicBezTo>
                  <a:pt x="137320" y="40938"/>
                  <a:pt x="132466" y="39498"/>
                  <a:pt x="126025" y="39498"/>
                </a:cubicBezTo>
                <a:cubicBezTo>
                  <a:pt x="120010" y="39498"/>
                  <a:pt x="115570" y="40552"/>
                  <a:pt x="112705" y="42660"/>
                </a:cubicBezTo>
                <a:cubicBezTo>
                  <a:pt x="109840" y="44767"/>
                  <a:pt x="107720" y="48497"/>
                  <a:pt x="106347" y="53848"/>
                </a:cubicBezTo>
                <a:lnTo>
                  <a:pt x="93844" y="52143"/>
                </a:lnTo>
                <a:cubicBezTo>
                  <a:pt x="94981" y="46775"/>
                  <a:pt x="96851" y="42441"/>
                  <a:pt x="99456" y="39139"/>
                </a:cubicBezTo>
                <a:cubicBezTo>
                  <a:pt x="102061" y="35837"/>
                  <a:pt x="105826" y="33296"/>
                  <a:pt x="110751" y="31515"/>
                </a:cubicBezTo>
                <a:cubicBezTo>
                  <a:pt x="115677" y="29733"/>
                  <a:pt x="121384" y="28842"/>
                  <a:pt x="127872" y="28842"/>
                </a:cubicBezTo>
                <a:cubicBezTo>
                  <a:pt x="134313" y="28842"/>
                  <a:pt x="139546" y="29600"/>
                  <a:pt x="143572" y="31116"/>
                </a:cubicBezTo>
                <a:cubicBezTo>
                  <a:pt x="147598" y="32631"/>
                  <a:pt x="150558" y="34537"/>
                  <a:pt x="152452" y="36834"/>
                </a:cubicBezTo>
                <a:cubicBezTo>
                  <a:pt x="154346" y="39131"/>
                  <a:pt x="155672" y="42032"/>
                  <a:pt x="156430" y="45537"/>
                </a:cubicBezTo>
                <a:cubicBezTo>
                  <a:pt x="156856" y="47715"/>
                  <a:pt x="157070" y="51646"/>
                  <a:pt x="157070" y="57329"/>
                </a:cubicBezTo>
                <a:lnTo>
                  <a:pt x="157070" y="74379"/>
                </a:lnTo>
                <a:cubicBezTo>
                  <a:pt x="157070" y="86266"/>
                  <a:pt x="157342" y="93785"/>
                  <a:pt x="157887" y="96934"/>
                </a:cubicBezTo>
                <a:cubicBezTo>
                  <a:pt x="158431" y="100084"/>
                  <a:pt x="159509" y="103103"/>
                  <a:pt x="161119" y="105992"/>
                </a:cubicBezTo>
                <a:lnTo>
                  <a:pt x="147763" y="105992"/>
                </a:lnTo>
                <a:cubicBezTo>
                  <a:pt x="146437" y="103337"/>
                  <a:pt x="145585" y="100232"/>
                  <a:pt x="145206" y="96677"/>
                </a:cubicBezTo>
                <a:moveTo>
                  <a:pt x="144140" y="68056"/>
                </a:moveTo>
                <a:cubicBezTo>
                  <a:pt x="139499" y="69967"/>
                  <a:pt x="132537" y="71591"/>
                  <a:pt x="123254" y="72927"/>
                </a:cubicBezTo>
                <a:cubicBezTo>
                  <a:pt x="117998" y="73688"/>
                  <a:pt x="114280" y="74544"/>
                  <a:pt x="112101" y="75496"/>
                </a:cubicBezTo>
                <a:cubicBezTo>
                  <a:pt x="109923" y="76446"/>
                  <a:pt x="108241" y="77837"/>
                  <a:pt x="107057" y="79669"/>
                </a:cubicBezTo>
                <a:cubicBezTo>
                  <a:pt x="105873" y="81500"/>
                  <a:pt x="105281" y="83533"/>
                  <a:pt x="105281" y="85768"/>
                </a:cubicBezTo>
                <a:cubicBezTo>
                  <a:pt x="105281" y="89191"/>
                  <a:pt x="106572" y="92044"/>
                  <a:pt x="109153" y="94328"/>
                </a:cubicBezTo>
                <a:cubicBezTo>
                  <a:pt x="111734" y="96610"/>
                  <a:pt x="115511" y="97751"/>
                  <a:pt x="120484" y="97751"/>
                </a:cubicBezTo>
                <a:cubicBezTo>
                  <a:pt x="125409" y="97751"/>
                  <a:pt x="129790" y="96669"/>
                  <a:pt x="133626" y="94503"/>
                </a:cubicBezTo>
                <a:cubicBezTo>
                  <a:pt x="137463" y="92338"/>
                  <a:pt x="140280" y="89376"/>
                  <a:pt x="142080" y="85617"/>
                </a:cubicBezTo>
                <a:cubicBezTo>
                  <a:pt x="143454" y="82713"/>
                  <a:pt x="144140" y="78430"/>
                  <a:pt x="144140" y="72767"/>
                </a:cubicBezTo>
                <a:lnTo>
                  <a:pt x="144140" y="68056"/>
                </a:lnTo>
                <a:close/>
                <a:moveTo>
                  <a:pt x="171775" y="83401"/>
                </a:moveTo>
                <a:lnTo>
                  <a:pt x="184420" y="81412"/>
                </a:lnTo>
                <a:cubicBezTo>
                  <a:pt x="185130" y="86457"/>
                  <a:pt x="187108" y="90324"/>
                  <a:pt x="190352" y="93011"/>
                </a:cubicBezTo>
                <a:cubicBezTo>
                  <a:pt x="193596" y="95698"/>
                  <a:pt x="198131" y="97041"/>
                  <a:pt x="203956" y="97041"/>
                </a:cubicBezTo>
                <a:cubicBezTo>
                  <a:pt x="209829" y="97041"/>
                  <a:pt x="214186" y="95855"/>
                  <a:pt x="217027" y="93482"/>
                </a:cubicBezTo>
                <a:cubicBezTo>
                  <a:pt x="219869" y="91108"/>
                  <a:pt x="221290" y="88324"/>
                  <a:pt x="221290" y="85130"/>
                </a:cubicBezTo>
                <a:cubicBezTo>
                  <a:pt x="221290" y="82264"/>
                  <a:pt x="220035" y="80008"/>
                  <a:pt x="217525" y="78364"/>
                </a:cubicBezTo>
                <a:cubicBezTo>
                  <a:pt x="215772" y="77236"/>
                  <a:pt x="211415" y="75803"/>
                  <a:pt x="204453" y="74064"/>
                </a:cubicBezTo>
                <a:cubicBezTo>
                  <a:pt x="195076" y="71694"/>
                  <a:pt x="188576" y="69644"/>
                  <a:pt x="184953" y="67914"/>
                </a:cubicBezTo>
                <a:cubicBezTo>
                  <a:pt x="181330" y="66184"/>
                  <a:pt x="178583" y="63790"/>
                  <a:pt x="176712" y="60733"/>
                </a:cubicBezTo>
                <a:cubicBezTo>
                  <a:pt x="174841" y="57675"/>
                  <a:pt x="173906" y="54298"/>
                  <a:pt x="173906" y="50601"/>
                </a:cubicBezTo>
                <a:cubicBezTo>
                  <a:pt x="173906" y="47235"/>
                  <a:pt x="174676" y="44118"/>
                  <a:pt x="176215" y="41250"/>
                </a:cubicBezTo>
                <a:cubicBezTo>
                  <a:pt x="177754" y="38382"/>
                  <a:pt x="179850" y="36000"/>
                  <a:pt x="182502" y="34104"/>
                </a:cubicBezTo>
                <a:cubicBezTo>
                  <a:pt x="184491" y="32634"/>
                  <a:pt x="187202" y="31390"/>
                  <a:pt x="190636" y="30372"/>
                </a:cubicBezTo>
                <a:cubicBezTo>
                  <a:pt x="194070" y="29352"/>
                  <a:pt x="197752" y="28842"/>
                  <a:pt x="201683" y="28842"/>
                </a:cubicBezTo>
                <a:cubicBezTo>
                  <a:pt x="207603" y="28842"/>
                  <a:pt x="212801" y="29701"/>
                  <a:pt x="217276" y="31417"/>
                </a:cubicBezTo>
                <a:cubicBezTo>
                  <a:pt x="221752" y="33133"/>
                  <a:pt x="225055" y="35457"/>
                  <a:pt x="227186" y="38390"/>
                </a:cubicBezTo>
                <a:cubicBezTo>
                  <a:pt x="229317" y="41322"/>
                  <a:pt x="230786" y="45244"/>
                  <a:pt x="231591" y="50154"/>
                </a:cubicBezTo>
                <a:lnTo>
                  <a:pt x="219088" y="51859"/>
                </a:lnTo>
                <a:cubicBezTo>
                  <a:pt x="218519" y="47976"/>
                  <a:pt x="216874" y="44945"/>
                  <a:pt x="214150" y="42766"/>
                </a:cubicBezTo>
                <a:cubicBezTo>
                  <a:pt x="211427" y="40588"/>
                  <a:pt x="207579" y="39498"/>
                  <a:pt x="202606" y="39498"/>
                </a:cubicBezTo>
                <a:cubicBezTo>
                  <a:pt x="196734" y="39498"/>
                  <a:pt x="192542" y="40465"/>
                  <a:pt x="190032" y="42398"/>
                </a:cubicBezTo>
                <a:cubicBezTo>
                  <a:pt x="187522" y="44329"/>
                  <a:pt x="186267" y="46591"/>
                  <a:pt x="186267" y="49184"/>
                </a:cubicBezTo>
                <a:cubicBezTo>
                  <a:pt x="186267" y="50833"/>
                  <a:pt x="186788" y="52317"/>
                  <a:pt x="187830" y="53637"/>
                </a:cubicBezTo>
                <a:cubicBezTo>
                  <a:pt x="188872" y="55004"/>
                  <a:pt x="190506" y="56134"/>
                  <a:pt x="192732" y="57030"/>
                </a:cubicBezTo>
                <a:cubicBezTo>
                  <a:pt x="194010" y="57502"/>
                  <a:pt x="197776" y="58586"/>
                  <a:pt x="204027" y="60282"/>
                </a:cubicBezTo>
                <a:cubicBezTo>
                  <a:pt x="213073" y="62696"/>
                  <a:pt x="219384" y="64672"/>
                  <a:pt x="222959" y="66209"/>
                </a:cubicBezTo>
                <a:cubicBezTo>
                  <a:pt x="226535" y="67747"/>
                  <a:pt x="229341" y="69983"/>
                  <a:pt x="231378" y="72918"/>
                </a:cubicBezTo>
                <a:cubicBezTo>
                  <a:pt x="233414" y="75852"/>
                  <a:pt x="234432" y="79495"/>
                  <a:pt x="234432" y="83847"/>
                </a:cubicBezTo>
                <a:cubicBezTo>
                  <a:pt x="234432" y="88107"/>
                  <a:pt x="233189" y="92118"/>
                  <a:pt x="230703" y="95880"/>
                </a:cubicBezTo>
                <a:cubicBezTo>
                  <a:pt x="228216" y="99640"/>
                  <a:pt x="224629" y="102550"/>
                  <a:pt x="219940" y="104609"/>
                </a:cubicBezTo>
                <a:cubicBezTo>
                  <a:pt x="215251" y="106667"/>
                  <a:pt x="209947" y="107697"/>
                  <a:pt x="204027" y="107697"/>
                </a:cubicBezTo>
                <a:cubicBezTo>
                  <a:pt x="194224" y="107697"/>
                  <a:pt x="186753" y="105654"/>
                  <a:pt x="181614" y="101570"/>
                </a:cubicBezTo>
                <a:cubicBezTo>
                  <a:pt x="176475" y="97485"/>
                  <a:pt x="173196" y="91429"/>
                  <a:pt x="171775" y="83401"/>
                </a:cubicBezTo>
                <a:close/>
                <a:moveTo>
                  <a:pt x="249706" y="16623"/>
                </a:moveTo>
                <a:lnTo>
                  <a:pt x="249706" y="1847"/>
                </a:lnTo>
                <a:lnTo>
                  <a:pt x="262493" y="1847"/>
                </a:lnTo>
                <a:lnTo>
                  <a:pt x="262493" y="16623"/>
                </a:lnTo>
                <a:lnTo>
                  <a:pt x="249706" y="16623"/>
                </a:lnTo>
                <a:moveTo>
                  <a:pt x="249706" y="105992"/>
                </a:moveTo>
                <a:lnTo>
                  <a:pt x="249706" y="30547"/>
                </a:lnTo>
                <a:lnTo>
                  <a:pt x="262493" y="30547"/>
                </a:lnTo>
                <a:lnTo>
                  <a:pt x="262493" y="105992"/>
                </a:lnTo>
                <a:lnTo>
                  <a:pt x="249706" y="105992"/>
                </a:lnTo>
                <a:close/>
                <a:moveTo>
                  <a:pt x="331188" y="78286"/>
                </a:moveTo>
                <a:lnTo>
                  <a:pt x="343762" y="79920"/>
                </a:lnTo>
                <a:cubicBezTo>
                  <a:pt x="342389" y="88609"/>
                  <a:pt x="338872" y="95411"/>
                  <a:pt x="333213" y="100326"/>
                </a:cubicBezTo>
                <a:cubicBezTo>
                  <a:pt x="327553" y="105240"/>
                  <a:pt x="320603" y="107697"/>
                  <a:pt x="312363" y="107697"/>
                </a:cubicBezTo>
                <a:cubicBezTo>
                  <a:pt x="302038" y="107697"/>
                  <a:pt x="293738" y="104322"/>
                  <a:pt x="287463" y="97574"/>
                </a:cubicBezTo>
                <a:cubicBezTo>
                  <a:pt x="281188" y="90825"/>
                  <a:pt x="278050" y="81151"/>
                  <a:pt x="278050" y="68554"/>
                </a:cubicBezTo>
                <a:cubicBezTo>
                  <a:pt x="278050" y="60408"/>
                  <a:pt x="279400" y="53280"/>
                  <a:pt x="282100" y="47171"/>
                </a:cubicBezTo>
                <a:cubicBezTo>
                  <a:pt x="284799" y="41061"/>
                  <a:pt x="288908" y="36479"/>
                  <a:pt x="294425" y="33424"/>
                </a:cubicBezTo>
                <a:cubicBezTo>
                  <a:pt x="299942" y="30370"/>
                  <a:pt x="305945" y="28842"/>
                  <a:pt x="312434" y="28842"/>
                </a:cubicBezTo>
                <a:cubicBezTo>
                  <a:pt x="320627" y="28842"/>
                  <a:pt x="327328" y="30921"/>
                  <a:pt x="332538" y="35078"/>
                </a:cubicBezTo>
                <a:cubicBezTo>
                  <a:pt x="337748" y="39234"/>
                  <a:pt x="341087" y="45136"/>
                  <a:pt x="342555" y="52783"/>
                </a:cubicBezTo>
                <a:lnTo>
                  <a:pt x="330123" y="54701"/>
                </a:lnTo>
                <a:cubicBezTo>
                  <a:pt x="328939" y="49657"/>
                  <a:pt x="326843" y="45862"/>
                  <a:pt x="323836" y="43317"/>
                </a:cubicBezTo>
                <a:cubicBezTo>
                  <a:pt x="320828" y="40771"/>
                  <a:pt x="317193" y="39498"/>
                  <a:pt x="312931" y="39498"/>
                </a:cubicBezTo>
                <a:cubicBezTo>
                  <a:pt x="306490" y="39498"/>
                  <a:pt x="301257" y="41796"/>
                  <a:pt x="297231" y="46391"/>
                </a:cubicBezTo>
                <a:cubicBezTo>
                  <a:pt x="293205" y="50985"/>
                  <a:pt x="291193" y="58254"/>
                  <a:pt x="291193" y="68198"/>
                </a:cubicBezTo>
                <a:cubicBezTo>
                  <a:pt x="291193" y="78285"/>
                  <a:pt x="293134" y="85614"/>
                  <a:pt x="297018" y="90185"/>
                </a:cubicBezTo>
                <a:cubicBezTo>
                  <a:pt x="300902" y="94756"/>
                  <a:pt x="305969" y="97041"/>
                  <a:pt x="312221" y="97041"/>
                </a:cubicBezTo>
                <a:cubicBezTo>
                  <a:pt x="317241" y="97041"/>
                  <a:pt x="321432" y="95507"/>
                  <a:pt x="324795" y="92441"/>
                </a:cubicBezTo>
                <a:cubicBezTo>
                  <a:pt x="328157" y="89374"/>
                  <a:pt x="330288" y="84656"/>
                  <a:pt x="331188" y="78286"/>
                </a:cubicBezTo>
                <a:close/>
                <a:moveTo>
                  <a:pt x="356337" y="105992"/>
                </a:moveTo>
                <a:lnTo>
                  <a:pt x="356337" y="1847"/>
                </a:lnTo>
                <a:lnTo>
                  <a:pt x="395622" y="1847"/>
                </a:lnTo>
                <a:cubicBezTo>
                  <a:pt x="402537" y="1847"/>
                  <a:pt x="407817" y="2178"/>
                  <a:pt x="411464" y="2839"/>
                </a:cubicBezTo>
                <a:cubicBezTo>
                  <a:pt x="416579" y="3692"/>
                  <a:pt x="420865" y="5312"/>
                  <a:pt x="424322" y="7701"/>
                </a:cubicBezTo>
                <a:cubicBezTo>
                  <a:pt x="427780" y="10090"/>
                  <a:pt x="430562" y="13437"/>
                  <a:pt x="432670" y="17742"/>
                </a:cubicBezTo>
                <a:cubicBezTo>
                  <a:pt x="434777" y="22046"/>
                  <a:pt x="435831" y="26776"/>
                  <a:pt x="435831" y="31933"/>
                </a:cubicBezTo>
                <a:cubicBezTo>
                  <a:pt x="435831" y="40780"/>
                  <a:pt x="433013" y="48267"/>
                  <a:pt x="427377" y="54392"/>
                </a:cubicBezTo>
                <a:cubicBezTo>
                  <a:pt x="421741" y="60518"/>
                  <a:pt x="411559" y="63581"/>
                  <a:pt x="396830" y="63581"/>
                </a:cubicBezTo>
                <a:lnTo>
                  <a:pt x="370119" y="63581"/>
                </a:lnTo>
                <a:lnTo>
                  <a:pt x="370119" y="105992"/>
                </a:lnTo>
                <a:lnTo>
                  <a:pt x="356337" y="105992"/>
                </a:lnTo>
                <a:moveTo>
                  <a:pt x="370119" y="51291"/>
                </a:moveTo>
                <a:lnTo>
                  <a:pt x="397043" y="51291"/>
                </a:lnTo>
                <a:cubicBezTo>
                  <a:pt x="405947" y="51291"/>
                  <a:pt x="412269" y="49637"/>
                  <a:pt x="416011" y="46329"/>
                </a:cubicBezTo>
                <a:cubicBezTo>
                  <a:pt x="419752" y="43020"/>
                  <a:pt x="421623" y="38363"/>
                  <a:pt x="421623" y="32359"/>
                </a:cubicBezTo>
                <a:cubicBezTo>
                  <a:pt x="421623" y="28011"/>
                  <a:pt x="420522" y="24288"/>
                  <a:pt x="418320" y="21192"/>
                </a:cubicBezTo>
                <a:cubicBezTo>
                  <a:pt x="416117" y="18096"/>
                  <a:pt x="413217" y="16051"/>
                  <a:pt x="409617" y="15058"/>
                </a:cubicBezTo>
                <a:cubicBezTo>
                  <a:pt x="407296" y="14444"/>
                  <a:pt x="403010" y="14137"/>
                  <a:pt x="396759" y="14137"/>
                </a:cubicBezTo>
                <a:lnTo>
                  <a:pt x="370119" y="14137"/>
                </a:lnTo>
                <a:lnTo>
                  <a:pt x="370119" y="51291"/>
                </a:lnTo>
                <a:close/>
                <a:moveTo>
                  <a:pt x="451602" y="105992"/>
                </a:moveTo>
                <a:lnTo>
                  <a:pt x="451602" y="30547"/>
                </a:lnTo>
                <a:lnTo>
                  <a:pt x="463110" y="30547"/>
                </a:lnTo>
                <a:lnTo>
                  <a:pt x="463110" y="41914"/>
                </a:lnTo>
                <a:cubicBezTo>
                  <a:pt x="466047" y="36592"/>
                  <a:pt x="468758" y="33082"/>
                  <a:pt x="471244" y="31386"/>
                </a:cubicBezTo>
                <a:cubicBezTo>
                  <a:pt x="473731" y="29690"/>
                  <a:pt x="476466" y="28842"/>
                  <a:pt x="479449" y="28842"/>
                </a:cubicBezTo>
                <a:cubicBezTo>
                  <a:pt x="483759" y="28842"/>
                  <a:pt x="488140" y="30210"/>
                  <a:pt x="492592" y="32945"/>
                </a:cubicBezTo>
                <a:lnTo>
                  <a:pt x="488187" y="44755"/>
                </a:lnTo>
                <a:cubicBezTo>
                  <a:pt x="485062" y="42908"/>
                  <a:pt x="481936" y="41985"/>
                  <a:pt x="478810" y="41985"/>
                </a:cubicBezTo>
                <a:cubicBezTo>
                  <a:pt x="476016" y="41985"/>
                  <a:pt x="473506" y="42827"/>
                  <a:pt x="471280" y="44511"/>
                </a:cubicBezTo>
                <a:cubicBezTo>
                  <a:pt x="469054" y="46194"/>
                  <a:pt x="467467" y="48529"/>
                  <a:pt x="466520" y="51515"/>
                </a:cubicBezTo>
                <a:cubicBezTo>
                  <a:pt x="465099" y="56066"/>
                  <a:pt x="464389" y="61044"/>
                  <a:pt x="464389" y="66449"/>
                </a:cubicBezTo>
                <a:lnTo>
                  <a:pt x="464389" y="105992"/>
                </a:lnTo>
                <a:lnTo>
                  <a:pt x="451602" y="105992"/>
                </a:lnTo>
                <a:close/>
                <a:moveTo>
                  <a:pt x="495434" y="68270"/>
                </a:moveTo>
                <a:cubicBezTo>
                  <a:pt x="495434" y="54298"/>
                  <a:pt x="499317" y="43950"/>
                  <a:pt x="507084" y="37225"/>
                </a:cubicBezTo>
                <a:cubicBezTo>
                  <a:pt x="513573" y="31637"/>
                  <a:pt x="521482" y="28842"/>
                  <a:pt x="530812" y="28842"/>
                </a:cubicBezTo>
                <a:cubicBezTo>
                  <a:pt x="541183" y="28842"/>
                  <a:pt x="549661" y="32240"/>
                  <a:pt x="556244" y="39037"/>
                </a:cubicBezTo>
                <a:cubicBezTo>
                  <a:pt x="562827" y="45833"/>
                  <a:pt x="566119" y="55222"/>
                  <a:pt x="566119" y="67204"/>
                </a:cubicBezTo>
                <a:cubicBezTo>
                  <a:pt x="566119" y="76913"/>
                  <a:pt x="564662" y="84550"/>
                  <a:pt x="561750" y="90114"/>
                </a:cubicBezTo>
                <a:cubicBezTo>
                  <a:pt x="558837" y="95679"/>
                  <a:pt x="554598" y="100001"/>
                  <a:pt x="549033" y="103079"/>
                </a:cubicBezTo>
                <a:cubicBezTo>
                  <a:pt x="543469" y="106158"/>
                  <a:pt x="537395" y="107697"/>
                  <a:pt x="530812" y="107697"/>
                </a:cubicBezTo>
                <a:cubicBezTo>
                  <a:pt x="520250" y="107697"/>
                  <a:pt x="511714" y="104311"/>
                  <a:pt x="505202" y="97538"/>
                </a:cubicBezTo>
                <a:cubicBezTo>
                  <a:pt x="498690" y="90766"/>
                  <a:pt x="495434" y="81009"/>
                  <a:pt x="495434" y="68270"/>
                </a:cubicBezTo>
                <a:moveTo>
                  <a:pt x="508576" y="68234"/>
                </a:moveTo>
                <a:cubicBezTo>
                  <a:pt x="508576" y="77860"/>
                  <a:pt x="510684" y="85068"/>
                  <a:pt x="514899" y="89857"/>
                </a:cubicBezTo>
                <a:cubicBezTo>
                  <a:pt x="519114" y="94646"/>
                  <a:pt x="524418" y="97041"/>
                  <a:pt x="530812" y="97041"/>
                </a:cubicBezTo>
                <a:cubicBezTo>
                  <a:pt x="537158" y="97041"/>
                  <a:pt x="542439" y="94634"/>
                  <a:pt x="546654" y="89821"/>
                </a:cubicBezTo>
                <a:cubicBezTo>
                  <a:pt x="550869" y="85008"/>
                  <a:pt x="552976" y="77671"/>
                  <a:pt x="552976" y="67810"/>
                </a:cubicBezTo>
                <a:cubicBezTo>
                  <a:pt x="552976" y="58514"/>
                  <a:pt x="550857" y="51471"/>
                  <a:pt x="546618" y="46682"/>
                </a:cubicBezTo>
                <a:cubicBezTo>
                  <a:pt x="542379" y="41893"/>
                  <a:pt x="537110" y="39498"/>
                  <a:pt x="530812" y="39498"/>
                </a:cubicBezTo>
                <a:cubicBezTo>
                  <a:pt x="524418" y="39498"/>
                  <a:pt x="519114" y="41881"/>
                  <a:pt x="514899" y="46647"/>
                </a:cubicBezTo>
                <a:cubicBezTo>
                  <a:pt x="510684" y="51412"/>
                  <a:pt x="508576" y="58608"/>
                  <a:pt x="508576" y="68234"/>
                </a:cubicBezTo>
                <a:close/>
                <a:moveTo>
                  <a:pt x="581107" y="105992"/>
                </a:moveTo>
                <a:lnTo>
                  <a:pt x="581107" y="30547"/>
                </a:lnTo>
                <a:lnTo>
                  <a:pt x="592545" y="30547"/>
                </a:lnTo>
                <a:lnTo>
                  <a:pt x="592545" y="41061"/>
                </a:lnTo>
                <a:cubicBezTo>
                  <a:pt x="594913" y="37388"/>
                  <a:pt x="598062" y="34433"/>
                  <a:pt x="601993" y="32197"/>
                </a:cubicBezTo>
                <a:cubicBezTo>
                  <a:pt x="605924" y="29960"/>
                  <a:pt x="610400" y="28842"/>
                  <a:pt x="615420" y="28842"/>
                </a:cubicBezTo>
                <a:cubicBezTo>
                  <a:pt x="621008" y="28842"/>
                  <a:pt x="625590" y="29997"/>
                  <a:pt x="629166" y="32305"/>
                </a:cubicBezTo>
                <a:cubicBezTo>
                  <a:pt x="632742" y="34613"/>
                  <a:pt x="635264" y="37839"/>
                  <a:pt x="636732" y="41985"/>
                </a:cubicBezTo>
                <a:cubicBezTo>
                  <a:pt x="642699" y="33223"/>
                  <a:pt x="650466" y="28842"/>
                  <a:pt x="660033" y="28842"/>
                </a:cubicBezTo>
                <a:cubicBezTo>
                  <a:pt x="667516" y="28842"/>
                  <a:pt x="673270" y="30914"/>
                  <a:pt x="677296" y="35058"/>
                </a:cubicBezTo>
                <a:cubicBezTo>
                  <a:pt x="681321" y="39202"/>
                  <a:pt x="683334" y="45584"/>
                  <a:pt x="683334" y="54204"/>
                </a:cubicBezTo>
                <a:lnTo>
                  <a:pt x="683334" y="105992"/>
                </a:lnTo>
                <a:lnTo>
                  <a:pt x="670618" y="105992"/>
                </a:lnTo>
                <a:lnTo>
                  <a:pt x="670618" y="58415"/>
                </a:lnTo>
                <a:cubicBezTo>
                  <a:pt x="670618" y="53294"/>
                  <a:pt x="670204" y="49608"/>
                  <a:pt x="669375" y="47357"/>
                </a:cubicBezTo>
                <a:cubicBezTo>
                  <a:pt x="668546" y="45105"/>
                  <a:pt x="667042" y="43291"/>
                  <a:pt x="664864" y="41916"/>
                </a:cubicBezTo>
                <a:cubicBezTo>
                  <a:pt x="662685" y="40541"/>
                  <a:pt x="660128" y="39853"/>
                  <a:pt x="657191" y="39853"/>
                </a:cubicBezTo>
                <a:cubicBezTo>
                  <a:pt x="651887" y="39853"/>
                  <a:pt x="647483" y="41620"/>
                  <a:pt x="643978" y="45153"/>
                </a:cubicBezTo>
                <a:cubicBezTo>
                  <a:pt x="640473" y="48684"/>
                  <a:pt x="638721" y="54338"/>
                  <a:pt x="638721" y="62113"/>
                </a:cubicBezTo>
                <a:lnTo>
                  <a:pt x="638721" y="105992"/>
                </a:lnTo>
                <a:lnTo>
                  <a:pt x="625934" y="105992"/>
                </a:lnTo>
                <a:lnTo>
                  <a:pt x="625934" y="56921"/>
                </a:lnTo>
                <a:cubicBezTo>
                  <a:pt x="625934" y="51232"/>
                  <a:pt x="624892" y="46965"/>
                  <a:pt x="622808" y="44120"/>
                </a:cubicBezTo>
                <a:cubicBezTo>
                  <a:pt x="620724" y="41276"/>
                  <a:pt x="617314" y="39853"/>
                  <a:pt x="612578" y="39853"/>
                </a:cubicBezTo>
                <a:cubicBezTo>
                  <a:pt x="608979" y="39853"/>
                  <a:pt x="605652" y="40802"/>
                  <a:pt x="602597" y="42700"/>
                </a:cubicBezTo>
                <a:cubicBezTo>
                  <a:pt x="599542" y="44595"/>
                  <a:pt x="597328" y="47369"/>
                  <a:pt x="595955" y="51020"/>
                </a:cubicBezTo>
                <a:cubicBezTo>
                  <a:pt x="594581" y="54670"/>
                  <a:pt x="593895" y="59932"/>
                  <a:pt x="593895" y="66807"/>
                </a:cubicBezTo>
                <a:lnTo>
                  <a:pt x="593895" y="105992"/>
                </a:lnTo>
                <a:lnTo>
                  <a:pt x="581107" y="105992"/>
                </a:lnTo>
                <a:close/>
                <a:moveTo>
                  <a:pt x="702302" y="134976"/>
                </a:moveTo>
                <a:lnTo>
                  <a:pt x="702302" y="30547"/>
                </a:lnTo>
                <a:lnTo>
                  <a:pt x="713952" y="30547"/>
                </a:lnTo>
                <a:lnTo>
                  <a:pt x="713952" y="40280"/>
                </a:lnTo>
                <a:cubicBezTo>
                  <a:pt x="716699" y="36467"/>
                  <a:pt x="719801" y="33608"/>
                  <a:pt x="723259" y="31702"/>
                </a:cubicBezTo>
                <a:cubicBezTo>
                  <a:pt x="726716" y="29795"/>
                  <a:pt x="730907" y="28842"/>
                  <a:pt x="735833" y="28842"/>
                </a:cubicBezTo>
                <a:cubicBezTo>
                  <a:pt x="742274" y="28842"/>
                  <a:pt x="747957" y="30500"/>
                  <a:pt x="752882" y="33815"/>
                </a:cubicBezTo>
                <a:cubicBezTo>
                  <a:pt x="757808" y="37130"/>
                  <a:pt x="761525" y="41807"/>
                  <a:pt x="764036" y="47845"/>
                </a:cubicBezTo>
                <a:cubicBezTo>
                  <a:pt x="766546" y="53884"/>
                  <a:pt x="767801" y="60502"/>
                  <a:pt x="767801" y="67701"/>
                </a:cubicBezTo>
                <a:cubicBezTo>
                  <a:pt x="767801" y="75421"/>
                  <a:pt x="766415" y="82371"/>
                  <a:pt x="763645" y="88551"/>
                </a:cubicBezTo>
                <a:cubicBezTo>
                  <a:pt x="760874" y="94732"/>
                  <a:pt x="756849" y="99468"/>
                  <a:pt x="751568" y="102759"/>
                </a:cubicBezTo>
                <a:cubicBezTo>
                  <a:pt x="746287" y="106051"/>
                  <a:pt x="740734" y="107697"/>
                  <a:pt x="734909" y="107697"/>
                </a:cubicBezTo>
                <a:cubicBezTo>
                  <a:pt x="730647" y="107697"/>
                  <a:pt x="726822" y="106785"/>
                  <a:pt x="723436" y="104962"/>
                </a:cubicBezTo>
                <a:cubicBezTo>
                  <a:pt x="720050" y="103137"/>
                  <a:pt x="717268" y="100833"/>
                  <a:pt x="715089" y="98049"/>
                </a:cubicBezTo>
                <a:lnTo>
                  <a:pt x="715089" y="134976"/>
                </a:lnTo>
                <a:lnTo>
                  <a:pt x="702302" y="134976"/>
                </a:lnTo>
                <a:moveTo>
                  <a:pt x="713881" y="68589"/>
                </a:moveTo>
                <a:cubicBezTo>
                  <a:pt x="713881" y="78286"/>
                  <a:pt x="715847" y="85452"/>
                  <a:pt x="719778" y="90088"/>
                </a:cubicBezTo>
                <a:cubicBezTo>
                  <a:pt x="723708" y="94723"/>
                  <a:pt x="728468" y="97041"/>
                  <a:pt x="734057" y="97041"/>
                </a:cubicBezTo>
                <a:cubicBezTo>
                  <a:pt x="739740" y="97041"/>
                  <a:pt x="744606" y="94640"/>
                  <a:pt x="748655" y="89839"/>
                </a:cubicBezTo>
                <a:cubicBezTo>
                  <a:pt x="752705" y="85038"/>
                  <a:pt x="754729" y="77599"/>
                  <a:pt x="754729" y="67524"/>
                </a:cubicBezTo>
                <a:cubicBezTo>
                  <a:pt x="754729" y="57921"/>
                  <a:pt x="752752" y="50731"/>
                  <a:pt x="748797" y="45954"/>
                </a:cubicBezTo>
                <a:cubicBezTo>
                  <a:pt x="744843" y="41177"/>
                  <a:pt x="740119" y="38788"/>
                  <a:pt x="734625" y="38788"/>
                </a:cubicBezTo>
                <a:cubicBezTo>
                  <a:pt x="729179" y="38788"/>
                  <a:pt x="724360" y="41331"/>
                  <a:pt x="720168" y="46416"/>
                </a:cubicBezTo>
                <a:cubicBezTo>
                  <a:pt x="715977" y="51501"/>
                  <a:pt x="713881" y="58892"/>
                  <a:pt x="713881" y="68589"/>
                </a:cubicBezTo>
                <a:close/>
                <a:moveTo>
                  <a:pt x="811134" y="94696"/>
                </a:moveTo>
                <a:lnTo>
                  <a:pt x="812981" y="105992"/>
                </a:lnTo>
                <a:cubicBezTo>
                  <a:pt x="809382" y="106655"/>
                  <a:pt x="806162" y="106986"/>
                  <a:pt x="803320" y="106986"/>
                </a:cubicBezTo>
                <a:cubicBezTo>
                  <a:pt x="798679" y="106986"/>
                  <a:pt x="795079" y="106252"/>
                  <a:pt x="792522" y="104784"/>
                </a:cubicBezTo>
                <a:cubicBezTo>
                  <a:pt x="789964" y="103316"/>
                  <a:pt x="788165" y="101386"/>
                  <a:pt x="787123" y="98994"/>
                </a:cubicBezTo>
                <a:cubicBezTo>
                  <a:pt x="786081" y="96603"/>
                  <a:pt x="785560" y="91571"/>
                  <a:pt x="785560" y="83898"/>
                </a:cubicBezTo>
                <a:lnTo>
                  <a:pt x="785560" y="40493"/>
                </a:lnTo>
                <a:lnTo>
                  <a:pt x="776183" y="40493"/>
                </a:lnTo>
                <a:lnTo>
                  <a:pt x="776183" y="30547"/>
                </a:lnTo>
                <a:lnTo>
                  <a:pt x="785560" y="30547"/>
                </a:lnTo>
                <a:lnTo>
                  <a:pt x="785560" y="11813"/>
                </a:lnTo>
                <a:lnTo>
                  <a:pt x="798276" y="4120"/>
                </a:lnTo>
                <a:lnTo>
                  <a:pt x="798276" y="30547"/>
                </a:lnTo>
                <a:lnTo>
                  <a:pt x="811134" y="30547"/>
                </a:lnTo>
                <a:lnTo>
                  <a:pt x="811134" y="40493"/>
                </a:lnTo>
                <a:lnTo>
                  <a:pt x="798276" y="40493"/>
                </a:lnTo>
                <a:lnTo>
                  <a:pt x="798276" y="84609"/>
                </a:lnTo>
                <a:cubicBezTo>
                  <a:pt x="798276" y="88255"/>
                  <a:pt x="798501" y="90600"/>
                  <a:pt x="798951" y="91642"/>
                </a:cubicBezTo>
                <a:cubicBezTo>
                  <a:pt x="799401" y="92684"/>
                  <a:pt x="800135" y="93512"/>
                  <a:pt x="801153" y="94128"/>
                </a:cubicBezTo>
                <a:cubicBezTo>
                  <a:pt x="802171" y="94744"/>
                  <a:pt x="803628" y="95052"/>
                  <a:pt x="805522" y="95052"/>
                </a:cubicBezTo>
                <a:cubicBezTo>
                  <a:pt x="806943" y="95052"/>
                  <a:pt x="808814" y="94933"/>
                  <a:pt x="811134" y="94696"/>
                </a:cubicBezTo>
                <a:close/>
                <a:moveTo>
                  <a:pt x="874005" y="64931"/>
                </a:moveTo>
                <a:lnTo>
                  <a:pt x="874005" y="52854"/>
                </a:lnTo>
                <a:lnTo>
                  <a:pt x="918121" y="52783"/>
                </a:lnTo>
                <a:lnTo>
                  <a:pt x="918121" y="91358"/>
                </a:lnTo>
                <a:cubicBezTo>
                  <a:pt x="911348" y="96780"/>
                  <a:pt x="904362" y="100859"/>
                  <a:pt x="897164" y="103594"/>
                </a:cubicBezTo>
                <a:cubicBezTo>
                  <a:pt x="889965" y="106329"/>
                  <a:pt x="882577" y="107697"/>
                  <a:pt x="874999" y="107697"/>
                </a:cubicBezTo>
                <a:cubicBezTo>
                  <a:pt x="864769" y="107697"/>
                  <a:pt x="855475" y="105506"/>
                  <a:pt x="847116" y="101126"/>
                </a:cubicBezTo>
                <a:cubicBezTo>
                  <a:pt x="838757" y="96745"/>
                  <a:pt x="832446" y="90410"/>
                  <a:pt x="828184" y="82122"/>
                </a:cubicBezTo>
                <a:cubicBezTo>
                  <a:pt x="823921" y="73834"/>
                  <a:pt x="821790" y="64575"/>
                  <a:pt x="821790" y="54346"/>
                </a:cubicBezTo>
                <a:cubicBezTo>
                  <a:pt x="821790" y="44211"/>
                  <a:pt x="823910" y="34750"/>
                  <a:pt x="828148" y="25965"/>
                </a:cubicBezTo>
                <a:cubicBezTo>
                  <a:pt x="832387" y="17180"/>
                  <a:pt x="838485" y="10656"/>
                  <a:pt x="846441" y="6394"/>
                </a:cubicBezTo>
                <a:cubicBezTo>
                  <a:pt x="854398" y="2131"/>
                  <a:pt x="863562" y="0"/>
                  <a:pt x="873934" y="0"/>
                </a:cubicBezTo>
                <a:cubicBezTo>
                  <a:pt x="881464" y="0"/>
                  <a:pt x="888272" y="1217"/>
                  <a:pt x="894358" y="3650"/>
                </a:cubicBezTo>
                <a:cubicBezTo>
                  <a:pt x="900443" y="6083"/>
                  <a:pt x="905215" y="9473"/>
                  <a:pt x="908672" y="13822"/>
                </a:cubicBezTo>
                <a:cubicBezTo>
                  <a:pt x="912129" y="18168"/>
                  <a:pt x="914758" y="23838"/>
                  <a:pt x="916558" y="30831"/>
                </a:cubicBezTo>
                <a:lnTo>
                  <a:pt x="904126" y="34241"/>
                </a:lnTo>
                <a:cubicBezTo>
                  <a:pt x="902563" y="28937"/>
                  <a:pt x="900621" y="24769"/>
                  <a:pt x="898300" y="21738"/>
                </a:cubicBezTo>
                <a:cubicBezTo>
                  <a:pt x="895980" y="18707"/>
                  <a:pt x="892664" y="16280"/>
                  <a:pt x="888355" y="14457"/>
                </a:cubicBezTo>
                <a:cubicBezTo>
                  <a:pt x="884045" y="12633"/>
                  <a:pt x="879262" y="11722"/>
                  <a:pt x="874005" y="11722"/>
                </a:cubicBezTo>
                <a:cubicBezTo>
                  <a:pt x="867706" y="11722"/>
                  <a:pt x="862259" y="12681"/>
                  <a:pt x="857665" y="14601"/>
                </a:cubicBezTo>
                <a:cubicBezTo>
                  <a:pt x="853071" y="16521"/>
                  <a:pt x="849366" y="19045"/>
                  <a:pt x="846548" y="22173"/>
                </a:cubicBezTo>
                <a:cubicBezTo>
                  <a:pt x="843730" y="25302"/>
                  <a:pt x="841539" y="28739"/>
                  <a:pt x="839976" y="32483"/>
                </a:cubicBezTo>
                <a:cubicBezTo>
                  <a:pt x="837324" y="38930"/>
                  <a:pt x="835998" y="45921"/>
                  <a:pt x="835998" y="53458"/>
                </a:cubicBezTo>
                <a:cubicBezTo>
                  <a:pt x="835998" y="62748"/>
                  <a:pt x="837597" y="70521"/>
                  <a:pt x="840793" y="76779"/>
                </a:cubicBezTo>
                <a:cubicBezTo>
                  <a:pt x="843990" y="83036"/>
                  <a:pt x="848643" y="87682"/>
                  <a:pt x="854753" y="90716"/>
                </a:cubicBezTo>
                <a:cubicBezTo>
                  <a:pt x="860862" y="93748"/>
                  <a:pt x="867351" y="95265"/>
                  <a:pt x="874218" y="95265"/>
                </a:cubicBezTo>
                <a:cubicBezTo>
                  <a:pt x="880185" y="95265"/>
                  <a:pt x="886010" y="94109"/>
                  <a:pt x="891694" y="91797"/>
                </a:cubicBezTo>
                <a:cubicBezTo>
                  <a:pt x="897377" y="89485"/>
                  <a:pt x="901687" y="87018"/>
                  <a:pt x="904623" y="84396"/>
                </a:cubicBezTo>
                <a:lnTo>
                  <a:pt x="904623" y="64931"/>
                </a:lnTo>
                <a:lnTo>
                  <a:pt x="874005" y="64931"/>
                </a:lnTo>
                <a:close/>
                <a:moveTo>
                  <a:pt x="988451" y="81696"/>
                </a:moveTo>
                <a:lnTo>
                  <a:pt x="1001664" y="83330"/>
                </a:lnTo>
                <a:cubicBezTo>
                  <a:pt x="999580" y="91050"/>
                  <a:pt x="995720" y="97041"/>
                  <a:pt x="990085" y="101303"/>
                </a:cubicBezTo>
                <a:cubicBezTo>
                  <a:pt x="984449" y="105566"/>
                  <a:pt x="977250" y="107697"/>
                  <a:pt x="968488" y="107697"/>
                </a:cubicBezTo>
                <a:cubicBezTo>
                  <a:pt x="957453" y="107697"/>
                  <a:pt x="948704" y="104299"/>
                  <a:pt x="942239" y="97503"/>
                </a:cubicBezTo>
                <a:cubicBezTo>
                  <a:pt x="935774" y="90706"/>
                  <a:pt x="932542" y="81175"/>
                  <a:pt x="932542" y="68909"/>
                </a:cubicBezTo>
                <a:cubicBezTo>
                  <a:pt x="932542" y="56216"/>
                  <a:pt x="935810" y="46365"/>
                  <a:pt x="942346" y="39356"/>
                </a:cubicBezTo>
                <a:cubicBezTo>
                  <a:pt x="948881" y="32347"/>
                  <a:pt x="957359" y="28842"/>
                  <a:pt x="967778" y="28842"/>
                </a:cubicBezTo>
                <a:cubicBezTo>
                  <a:pt x="977866" y="28842"/>
                  <a:pt x="986106" y="32271"/>
                  <a:pt x="992500" y="39128"/>
                </a:cubicBezTo>
                <a:cubicBezTo>
                  <a:pt x="998894" y="45983"/>
                  <a:pt x="1002090" y="55628"/>
                  <a:pt x="1002090" y="68063"/>
                </a:cubicBezTo>
                <a:cubicBezTo>
                  <a:pt x="1002090" y="68819"/>
                  <a:pt x="1002067" y="69954"/>
                  <a:pt x="1002019" y="71466"/>
                </a:cubicBezTo>
                <a:lnTo>
                  <a:pt x="945756" y="71466"/>
                </a:lnTo>
                <a:cubicBezTo>
                  <a:pt x="946229" y="79731"/>
                  <a:pt x="948573" y="86059"/>
                  <a:pt x="952788" y="90452"/>
                </a:cubicBezTo>
                <a:cubicBezTo>
                  <a:pt x="957004" y="94844"/>
                  <a:pt x="962261" y="97041"/>
                  <a:pt x="968559" y="97041"/>
                </a:cubicBezTo>
                <a:cubicBezTo>
                  <a:pt x="973248" y="97041"/>
                  <a:pt x="977250" y="95821"/>
                  <a:pt x="980565" y="93382"/>
                </a:cubicBezTo>
                <a:cubicBezTo>
                  <a:pt x="983880" y="90942"/>
                  <a:pt x="986509" y="87046"/>
                  <a:pt x="988451" y="81696"/>
                </a:cubicBezTo>
                <a:moveTo>
                  <a:pt x="946466" y="60810"/>
                </a:moveTo>
                <a:lnTo>
                  <a:pt x="988593" y="60810"/>
                </a:lnTo>
                <a:cubicBezTo>
                  <a:pt x="988024" y="54568"/>
                  <a:pt x="986414" y="49886"/>
                  <a:pt x="983762" y="46764"/>
                </a:cubicBezTo>
                <a:cubicBezTo>
                  <a:pt x="979689" y="41920"/>
                  <a:pt x="974408" y="39498"/>
                  <a:pt x="967920" y="39498"/>
                </a:cubicBezTo>
                <a:cubicBezTo>
                  <a:pt x="962047" y="39498"/>
                  <a:pt x="957110" y="41432"/>
                  <a:pt x="953108" y="45299"/>
                </a:cubicBezTo>
                <a:cubicBezTo>
                  <a:pt x="949106" y="49165"/>
                  <a:pt x="946892" y="54335"/>
                  <a:pt x="946466" y="60810"/>
                </a:cubicBezTo>
                <a:close/>
                <a:moveTo>
                  <a:pt x="1017719" y="105992"/>
                </a:moveTo>
                <a:lnTo>
                  <a:pt x="1017719" y="30547"/>
                </a:lnTo>
                <a:lnTo>
                  <a:pt x="1029228" y="30547"/>
                </a:lnTo>
                <a:lnTo>
                  <a:pt x="1029228" y="41203"/>
                </a:lnTo>
                <a:cubicBezTo>
                  <a:pt x="1034769" y="32963"/>
                  <a:pt x="1042773" y="28842"/>
                  <a:pt x="1053239" y="28842"/>
                </a:cubicBezTo>
                <a:cubicBezTo>
                  <a:pt x="1057786" y="28842"/>
                  <a:pt x="1061966" y="29659"/>
                  <a:pt x="1065778" y="31293"/>
                </a:cubicBezTo>
                <a:cubicBezTo>
                  <a:pt x="1069591" y="32927"/>
                  <a:pt x="1072444" y="35070"/>
                  <a:pt x="1074338" y="37722"/>
                </a:cubicBezTo>
                <a:cubicBezTo>
                  <a:pt x="1076233" y="40374"/>
                  <a:pt x="1077559" y="43524"/>
                  <a:pt x="1078317" y="47171"/>
                </a:cubicBezTo>
                <a:cubicBezTo>
                  <a:pt x="1078790" y="49539"/>
                  <a:pt x="1079027" y="53683"/>
                  <a:pt x="1079027" y="59603"/>
                </a:cubicBezTo>
                <a:lnTo>
                  <a:pt x="1079027" y="105992"/>
                </a:lnTo>
                <a:lnTo>
                  <a:pt x="1066240" y="105992"/>
                </a:lnTo>
                <a:lnTo>
                  <a:pt x="1066240" y="60051"/>
                </a:lnTo>
                <a:cubicBezTo>
                  <a:pt x="1066240" y="54836"/>
                  <a:pt x="1065743" y="50936"/>
                  <a:pt x="1064748" y="48352"/>
                </a:cubicBezTo>
                <a:cubicBezTo>
                  <a:pt x="1063753" y="45768"/>
                  <a:pt x="1061989" y="43705"/>
                  <a:pt x="1059455" y="42165"/>
                </a:cubicBezTo>
                <a:cubicBezTo>
                  <a:pt x="1056922" y="40624"/>
                  <a:pt x="1053950" y="39853"/>
                  <a:pt x="1050540" y="39853"/>
                </a:cubicBezTo>
                <a:cubicBezTo>
                  <a:pt x="1045094" y="39853"/>
                  <a:pt x="1040393" y="41584"/>
                  <a:pt x="1036439" y="45046"/>
                </a:cubicBezTo>
                <a:cubicBezTo>
                  <a:pt x="1032484" y="48506"/>
                  <a:pt x="1030507" y="55072"/>
                  <a:pt x="1030507" y="64744"/>
                </a:cubicBezTo>
                <a:lnTo>
                  <a:pt x="1030507" y="105992"/>
                </a:lnTo>
                <a:lnTo>
                  <a:pt x="1017719" y="105992"/>
                </a:lnTo>
                <a:close/>
                <a:moveTo>
                  <a:pt x="1150281" y="81696"/>
                </a:moveTo>
                <a:lnTo>
                  <a:pt x="1163494" y="83330"/>
                </a:lnTo>
                <a:cubicBezTo>
                  <a:pt x="1161410" y="91050"/>
                  <a:pt x="1157550" y="97041"/>
                  <a:pt x="1151914" y="101303"/>
                </a:cubicBezTo>
                <a:cubicBezTo>
                  <a:pt x="1146279" y="105566"/>
                  <a:pt x="1139080" y="107697"/>
                  <a:pt x="1130318" y="107697"/>
                </a:cubicBezTo>
                <a:cubicBezTo>
                  <a:pt x="1119283" y="107697"/>
                  <a:pt x="1110534" y="104299"/>
                  <a:pt x="1104069" y="97503"/>
                </a:cubicBezTo>
                <a:cubicBezTo>
                  <a:pt x="1097604" y="90706"/>
                  <a:pt x="1094372" y="81175"/>
                  <a:pt x="1094372" y="68909"/>
                </a:cubicBezTo>
                <a:cubicBezTo>
                  <a:pt x="1094372" y="56216"/>
                  <a:pt x="1097640" y="46365"/>
                  <a:pt x="1104176" y="39356"/>
                </a:cubicBezTo>
                <a:cubicBezTo>
                  <a:pt x="1110711" y="32347"/>
                  <a:pt x="1119189" y="28842"/>
                  <a:pt x="1129608" y="28842"/>
                </a:cubicBezTo>
                <a:cubicBezTo>
                  <a:pt x="1139696" y="28842"/>
                  <a:pt x="1147936" y="32271"/>
                  <a:pt x="1154330" y="39128"/>
                </a:cubicBezTo>
                <a:cubicBezTo>
                  <a:pt x="1160723" y="45983"/>
                  <a:pt x="1163920" y="55628"/>
                  <a:pt x="1163920" y="68063"/>
                </a:cubicBezTo>
                <a:cubicBezTo>
                  <a:pt x="1163920" y="68819"/>
                  <a:pt x="1163897" y="69954"/>
                  <a:pt x="1163849" y="71466"/>
                </a:cubicBezTo>
                <a:lnTo>
                  <a:pt x="1107585" y="71466"/>
                </a:lnTo>
                <a:cubicBezTo>
                  <a:pt x="1108059" y="79731"/>
                  <a:pt x="1110403" y="86059"/>
                  <a:pt x="1114618" y="90452"/>
                </a:cubicBezTo>
                <a:cubicBezTo>
                  <a:pt x="1118833" y="94844"/>
                  <a:pt x="1124090" y="97041"/>
                  <a:pt x="1130389" y="97041"/>
                </a:cubicBezTo>
                <a:cubicBezTo>
                  <a:pt x="1135078" y="97041"/>
                  <a:pt x="1139080" y="95821"/>
                  <a:pt x="1142395" y="93382"/>
                </a:cubicBezTo>
                <a:cubicBezTo>
                  <a:pt x="1145710" y="90942"/>
                  <a:pt x="1148339" y="87046"/>
                  <a:pt x="1150281" y="81696"/>
                </a:cubicBezTo>
                <a:moveTo>
                  <a:pt x="1108296" y="60810"/>
                </a:moveTo>
                <a:lnTo>
                  <a:pt x="1150423" y="60810"/>
                </a:lnTo>
                <a:cubicBezTo>
                  <a:pt x="1149854" y="54568"/>
                  <a:pt x="1148244" y="49886"/>
                  <a:pt x="1145592" y="46764"/>
                </a:cubicBezTo>
                <a:cubicBezTo>
                  <a:pt x="1141519" y="41920"/>
                  <a:pt x="1136238" y="39498"/>
                  <a:pt x="1129750" y="39498"/>
                </a:cubicBezTo>
                <a:cubicBezTo>
                  <a:pt x="1123877" y="39498"/>
                  <a:pt x="1118940" y="41432"/>
                  <a:pt x="1114938" y="45299"/>
                </a:cubicBezTo>
                <a:cubicBezTo>
                  <a:pt x="1110936" y="49165"/>
                  <a:pt x="1108722" y="54335"/>
                  <a:pt x="1108296" y="60810"/>
                </a:cubicBezTo>
                <a:close/>
                <a:moveTo>
                  <a:pt x="1179406" y="105992"/>
                </a:moveTo>
                <a:lnTo>
                  <a:pt x="1179406" y="30547"/>
                </a:lnTo>
                <a:lnTo>
                  <a:pt x="1190915" y="30547"/>
                </a:lnTo>
                <a:lnTo>
                  <a:pt x="1190915" y="41914"/>
                </a:lnTo>
                <a:cubicBezTo>
                  <a:pt x="1193851" y="36592"/>
                  <a:pt x="1196562" y="33082"/>
                  <a:pt x="1199049" y="31386"/>
                </a:cubicBezTo>
                <a:cubicBezTo>
                  <a:pt x="1201535" y="29690"/>
                  <a:pt x="1204270" y="28842"/>
                  <a:pt x="1207254" y="28842"/>
                </a:cubicBezTo>
                <a:cubicBezTo>
                  <a:pt x="1211564" y="28842"/>
                  <a:pt x="1215944" y="30210"/>
                  <a:pt x="1220396" y="32945"/>
                </a:cubicBezTo>
                <a:lnTo>
                  <a:pt x="1215992" y="44755"/>
                </a:lnTo>
                <a:cubicBezTo>
                  <a:pt x="1212866" y="42908"/>
                  <a:pt x="1209740" y="41985"/>
                  <a:pt x="1206615" y="41985"/>
                </a:cubicBezTo>
                <a:cubicBezTo>
                  <a:pt x="1203820" y="41985"/>
                  <a:pt x="1201310" y="42827"/>
                  <a:pt x="1199084" y="44511"/>
                </a:cubicBezTo>
                <a:cubicBezTo>
                  <a:pt x="1196858" y="46194"/>
                  <a:pt x="1195272" y="48529"/>
                  <a:pt x="1194325" y="51515"/>
                </a:cubicBezTo>
                <a:cubicBezTo>
                  <a:pt x="1192904" y="56066"/>
                  <a:pt x="1192193" y="61044"/>
                  <a:pt x="1192193" y="66449"/>
                </a:cubicBezTo>
                <a:lnTo>
                  <a:pt x="1192193" y="105992"/>
                </a:lnTo>
                <a:lnTo>
                  <a:pt x="1179406" y="105992"/>
                </a:lnTo>
                <a:close/>
                <a:moveTo>
                  <a:pt x="1277228" y="96677"/>
                </a:moveTo>
                <a:cubicBezTo>
                  <a:pt x="1272492" y="100705"/>
                  <a:pt x="1267934" y="103549"/>
                  <a:pt x="1263553" y="105208"/>
                </a:cubicBezTo>
                <a:cubicBezTo>
                  <a:pt x="1259172" y="106867"/>
                  <a:pt x="1254471" y="107697"/>
                  <a:pt x="1249451" y="107697"/>
                </a:cubicBezTo>
                <a:cubicBezTo>
                  <a:pt x="1241163" y="107697"/>
                  <a:pt x="1234793" y="105671"/>
                  <a:pt x="1230341" y="101618"/>
                </a:cubicBezTo>
                <a:cubicBezTo>
                  <a:pt x="1225890" y="97566"/>
                  <a:pt x="1223664" y="92388"/>
                  <a:pt x="1223664" y="86085"/>
                </a:cubicBezTo>
                <a:cubicBezTo>
                  <a:pt x="1223664" y="82389"/>
                  <a:pt x="1224504" y="79014"/>
                  <a:pt x="1226186" y="75957"/>
                </a:cubicBezTo>
                <a:cubicBezTo>
                  <a:pt x="1227867" y="72900"/>
                  <a:pt x="1230069" y="70447"/>
                  <a:pt x="1232792" y="68598"/>
                </a:cubicBezTo>
                <a:cubicBezTo>
                  <a:pt x="1235516" y="66750"/>
                  <a:pt x="1238582" y="65352"/>
                  <a:pt x="1241992" y="64404"/>
                </a:cubicBezTo>
                <a:cubicBezTo>
                  <a:pt x="1244502" y="63740"/>
                  <a:pt x="1248291" y="63100"/>
                  <a:pt x="1253358" y="62484"/>
                </a:cubicBezTo>
                <a:cubicBezTo>
                  <a:pt x="1263683" y="61262"/>
                  <a:pt x="1271284" y="59804"/>
                  <a:pt x="1276162" y="58111"/>
                </a:cubicBezTo>
                <a:cubicBezTo>
                  <a:pt x="1276210" y="56366"/>
                  <a:pt x="1276233" y="55257"/>
                  <a:pt x="1276233" y="54785"/>
                </a:cubicBezTo>
                <a:cubicBezTo>
                  <a:pt x="1276233" y="49595"/>
                  <a:pt x="1275026" y="45939"/>
                  <a:pt x="1272610" y="43816"/>
                </a:cubicBezTo>
                <a:cubicBezTo>
                  <a:pt x="1269342" y="40938"/>
                  <a:pt x="1264488" y="39498"/>
                  <a:pt x="1258047" y="39498"/>
                </a:cubicBezTo>
                <a:cubicBezTo>
                  <a:pt x="1252032" y="39498"/>
                  <a:pt x="1247592" y="40552"/>
                  <a:pt x="1244727" y="42660"/>
                </a:cubicBezTo>
                <a:cubicBezTo>
                  <a:pt x="1241862" y="44767"/>
                  <a:pt x="1239742" y="48497"/>
                  <a:pt x="1238369" y="53848"/>
                </a:cubicBezTo>
                <a:lnTo>
                  <a:pt x="1225866" y="52143"/>
                </a:lnTo>
                <a:cubicBezTo>
                  <a:pt x="1227003" y="46775"/>
                  <a:pt x="1228873" y="42441"/>
                  <a:pt x="1231478" y="39139"/>
                </a:cubicBezTo>
                <a:cubicBezTo>
                  <a:pt x="1234083" y="35837"/>
                  <a:pt x="1237848" y="33296"/>
                  <a:pt x="1242773" y="31515"/>
                </a:cubicBezTo>
                <a:cubicBezTo>
                  <a:pt x="1247699" y="29733"/>
                  <a:pt x="1253406" y="28842"/>
                  <a:pt x="1259894" y="28842"/>
                </a:cubicBezTo>
                <a:cubicBezTo>
                  <a:pt x="1266335" y="28842"/>
                  <a:pt x="1271568" y="29600"/>
                  <a:pt x="1275594" y="31116"/>
                </a:cubicBezTo>
                <a:cubicBezTo>
                  <a:pt x="1279620" y="32631"/>
                  <a:pt x="1282580" y="34537"/>
                  <a:pt x="1284474" y="36834"/>
                </a:cubicBezTo>
                <a:cubicBezTo>
                  <a:pt x="1286368" y="39131"/>
                  <a:pt x="1287695" y="42032"/>
                  <a:pt x="1288452" y="45537"/>
                </a:cubicBezTo>
                <a:cubicBezTo>
                  <a:pt x="1288879" y="47715"/>
                  <a:pt x="1289092" y="51646"/>
                  <a:pt x="1289092" y="57329"/>
                </a:cubicBezTo>
                <a:lnTo>
                  <a:pt x="1289092" y="74379"/>
                </a:lnTo>
                <a:cubicBezTo>
                  <a:pt x="1289092" y="86266"/>
                  <a:pt x="1289364" y="93785"/>
                  <a:pt x="1289909" y="96934"/>
                </a:cubicBezTo>
                <a:cubicBezTo>
                  <a:pt x="1290453" y="100084"/>
                  <a:pt x="1291531" y="103103"/>
                  <a:pt x="1293141" y="105992"/>
                </a:cubicBezTo>
                <a:lnTo>
                  <a:pt x="1279785" y="105992"/>
                </a:lnTo>
                <a:cubicBezTo>
                  <a:pt x="1278459" y="103337"/>
                  <a:pt x="1277607" y="100232"/>
                  <a:pt x="1277228" y="96677"/>
                </a:cubicBezTo>
                <a:moveTo>
                  <a:pt x="1276162" y="68056"/>
                </a:moveTo>
                <a:cubicBezTo>
                  <a:pt x="1271521" y="69967"/>
                  <a:pt x="1264559" y="71591"/>
                  <a:pt x="1255277" y="72927"/>
                </a:cubicBezTo>
                <a:cubicBezTo>
                  <a:pt x="1250020" y="73688"/>
                  <a:pt x="1246302" y="74544"/>
                  <a:pt x="1244123" y="75496"/>
                </a:cubicBezTo>
                <a:cubicBezTo>
                  <a:pt x="1241945" y="76446"/>
                  <a:pt x="1240263" y="77837"/>
                  <a:pt x="1239079" y="79669"/>
                </a:cubicBezTo>
                <a:cubicBezTo>
                  <a:pt x="1237895" y="81500"/>
                  <a:pt x="1237303" y="83533"/>
                  <a:pt x="1237303" y="85768"/>
                </a:cubicBezTo>
                <a:cubicBezTo>
                  <a:pt x="1237303" y="89191"/>
                  <a:pt x="1238594" y="92044"/>
                  <a:pt x="1241175" y="94328"/>
                </a:cubicBezTo>
                <a:cubicBezTo>
                  <a:pt x="1243756" y="96610"/>
                  <a:pt x="1247533" y="97751"/>
                  <a:pt x="1252506" y="97751"/>
                </a:cubicBezTo>
                <a:cubicBezTo>
                  <a:pt x="1257431" y="97751"/>
                  <a:pt x="1261812" y="96669"/>
                  <a:pt x="1265648" y="94503"/>
                </a:cubicBezTo>
                <a:cubicBezTo>
                  <a:pt x="1269485" y="92338"/>
                  <a:pt x="1272302" y="89376"/>
                  <a:pt x="1274102" y="85617"/>
                </a:cubicBezTo>
                <a:cubicBezTo>
                  <a:pt x="1275476" y="82713"/>
                  <a:pt x="1276162" y="78430"/>
                  <a:pt x="1276162" y="72767"/>
                </a:cubicBezTo>
                <a:lnTo>
                  <a:pt x="1276162" y="68056"/>
                </a:lnTo>
                <a:close/>
                <a:moveTo>
                  <a:pt x="1336831" y="94696"/>
                </a:moveTo>
                <a:lnTo>
                  <a:pt x="1338678" y="105992"/>
                </a:lnTo>
                <a:cubicBezTo>
                  <a:pt x="1335078" y="106655"/>
                  <a:pt x="1331858" y="106986"/>
                  <a:pt x="1329016" y="106986"/>
                </a:cubicBezTo>
                <a:cubicBezTo>
                  <a:pt x="1324375" y="106986"/>
                  <a:pt x="1320776" y="106252"/>
                  <a:pt x="1318218" y="104784"/>
                </a:cubicBezTo>
                <a:cubicBezTo>
                  <a:pt x="1315661" y="103316"/>
                  <a:pt x="1313861" y="101386"/>
                  <a:pt x="1312819" y="98994"/>
                </a:cubicBezTo>
                <a:cubicBezTo>
                  <a:pt x="1311777" y="96603"/>
                  <a:pt x="1311256" y="91571"/>
                  <a:pt x="1311256" y="83898"/>
                </a:cubicBezTo>
                <a:lnTo>
                  <a:pt x="1311256" y="40493"/>
                </a:lnTo>
                <a:lnTo>
                  <a:pt x="1301879" y="40493"/>
                </a:lnTo>
                <a:lnTo>
                  <a:pt x="1301879" y="30547"/>
                </a:lnTo>
                <a:lnTo>
                  <a:pt x="1311256" y="30547"/>
                </a:lnTo>
                <a:lnTo>
                  <a:pt x="1311256" y="11813"/>
                </a:lnTo>
                <a:lnTo>
                  <a:pt x="1323972" y="4120"/>
                </a:lnTo>
                <a:lnTo>
                  <a:pt x="1323972" y="30547"/>
                </a:lnTo>
                <a:lnTo>
                  <a:pt x="1336831" y="30547"/>
                </a:lnTo>
                <a:lnTo>
                  <a:pt x="1336831" y="40493"/>
                </a:lnTo>
                <a:lnTo>
                  <a:pt x="1323972" y="40493"/>
                </a:lnTo>
                <a:lnTo>
                  <a:pt x="1323972" y="84609"/>
                </a:lnTo>
                <a:cubicBezTo>
                  <a:pt x="1323972" y="88255"/>
                  <a:pt x="1324197" y="90600"/>
                  <a:pt x="1324647" y="91642"/>
                </a:cubicBezTo>
                <a:cubicBezTo>
                  <a:pt x="1325097" y="92684"/>
                  <a:pt x="1325831" y="93512"/>
                  <a:pt x="1326849" y="94128"/>
                </a:cubicBezTo>
                <a:cubicBezTo>
                  <a:pt x="1327868" y="94744"/>
                  <a:pt x="1329324" y="95052"/>
                  <a:pt x="1331218" y="95052"/>
                </a:cubicBezTo>
                <a:cubicBezTo>
                  <a:pt x="1332639" y="95052"/>
                  <a:pt x="1334510" y="94933"/>
                  <a:pt x="1336831" y="94696"/>
                </a:cubicBezTo>
                <a:close/>
                <a:moveTo>
                  <a:pt x="1344575" y="68270"/>
                </a:moveTo>
                <a:cubicBezTo>
                  <a:pt x="1344575" y="54298"/>
                  <a:pt x="1348458" y="43950"/>
                  <a:pt x="1356225" y="37225"/>
                </a:cubicBezTo>
                <a:cubicBezTo>
                  <a:pt x="1362714" y="31637"/>
                  <a:pt x="1370623" y="28842"/>
                  <a:pt x="1379953" y="28842"/>
                </a:cubicBezTo>
                <a:cubicBezTo>
                  <a:pt x="1390324" y="28842"/>
                  <a:pt x="1398802" y="32240"/>
                  <a:pt x="1405385" y="39037"/>
                </a:cubicBezTo>
                <a:cubicBezTo>
                  <a:pt x="1411968" y="45833"/>
                  <a:pt x="1415260" y="55222"/>
                  <a:pt x="1415260" y="67204"/>
                </a:cubicBezTo>
                <a:cubicBezTo>
                  <a:pt x="1415260" y="76913"/>
                  <a:pt x="1413803" y="84550"/>
                  <a:pt x="1410891" y="90114"/>
                </a:cubicBezTo>
                <a:cubicBezTo>
                  <a:pt x="1407978" y="95679"/>
                  <a:pt x="1403739" y="100001"/>
                  <a:pt x="1398174" y="103079"/>
                </a:cubicBezTo>
                <a:cubicBezTo>
                  <a:pt x="1392610" y="106158"/>
                  <a:pt x="1386536" y="107697"/>
                  <a:pt x="1379953" y="107697"/>
                </a:cubicBezTo>
                <a:cubicBezTo>
                  <a:pt x="1369391" y="107697"/>
                  <a:pt x="1360855" y="104311"/>
                  <a:pt x="1354343" y="97538"/>
                </a:cubicBezTo>
                <a:cubicBezTo>
                  <a:pt x="1347831" y="90766"/>
                  <a:pt x="1344575" y="81009"/>
                  <a:pt x="1344575" y="68270"/>
                </a:cubicBezTo>
                <a:moveTo>
                  <a:pt x="1357717" y="68234"/>
                </a:moveTo>
                <a:cubicBezTo>
                  <a:pt x="1357717" y="77860"/>
                  <a:pt x="1359825" y="85068"/>
                  <a:pt x="1364040" y="89857"/>
                </a:cubicBezTo>
                <a:cubicBezTo>
                  <a:pt x="1368255" y="94646"/>
                  <a:pt x="1373559" y="97041"/>
                  <a:pt x="1379953" y="97041"/>
                </a:cubicBezTo>
                <a:cubicBezTo>
                  <a:pt x="1386299" y="97041"/>
                  <a:pt x="1391579" y="94634"/>
                  <a:pt x="1395795" y="89821"/>
                </a:cubicBezTo>
                <a:cubicBezTo>
                  <a:pt x="1400010" y="85008"/>
                  <a:pt x="1402117" y="77671"/>
                  <a:pt x="1402117" y="67810"/>
                </a:cubicBezTo>
                <a:cubicBezTo>
                  <a:pt x="1402117" y="58514"/>
                  <a:pt x="1399998" y="51471"/>
                  <a:pt x="1395759" y="46682"/>
                </a:cubicBezTo>
                <a:cubicBezTo>
                  <a:pt x="1391520" y="41893"/>
                  <a:pt x="1386251" y="39498"/>
                  <a:pt x="1379953" y="39498"/>
                </a:cubicBezTo>
                <a:cubicBezTo>
                  <a:pt x="1373559" y="39498"/>
                  <a:pt x="1368255" y="41881"/>
                  <a:pt x="1364040" y="46647"/>
                </a:cubicBezTo>
                <a:cubicBezTo>
                  <a:pt x="1359825" y="51412"/>
                  <a:pt x="1357717" y="58608"/>
                  <a:pt x="1357717" y="68234"/>
                </a:cubicBezTo>
                <a:close/>
                <a:moveTo>
                  <a:pt x="1430107" y="105992"/>
                </a:moveTo>
                <a:lnTo>
                  <a:pt x="1430107" y="30547"/>
                </a:lnTo>
                <a:lnTo>
                  <a:pt x="1441616" y="30547"/>
                </a:lnTo>
                <a:lnTo>
                  <a:pt x="1441616" y="41914"/>
                </a:lnTo>
                <a:cubicBezTo>
                  <a:pt x="1444552" y="36592"/>
                  <a:pt x="1447263" y="33082"/>
                  <a:pt x="1449750" y="31386"/>
                </a:cubicBezTo>
                <a:cubicBezTo>
                  <a:pt x="1452236" y="29690"/>
                  <a:pt x="1454971" y="28842"/>
                  <a:pt x="1457955" y="28842"/>
                </a:cubicBezTo>
                <a:cubicBezTo>
                  <a:pt x="1462265" y="28842"/>
                  <a:pt x="1466645" y="30210"/>
                  <a:pt x="1471097" y="32945"/>
                </a:cubicBezTo>
                <a:lnTo>
                  <a:pt x="1466693" y="44755"/>
                </a:lnTo>
                <a:cubicBezTo>
                  <a:pt x="1463567" y="42908"/>
                  <a:pt x="1460441" y="41985"/>
                  <a:pt x="1457316" y="41985"/>
                </a:cubicBezTo>
                <a:cubicBezTo>
                  <a:pt x="1454521" y="41985"/>
                  <a:pt x="1452011" y="42827"/>
                  <a:pt x="1449785" y="44511"/>
                </a:cubicBezTo>
                <a:cubicBezTo>
                  <a:pt x="1447559" y="46194"/>
                  <a:pt x="1445973" y="48529"/>
                  <a:pt x="1445026" y="51515"/>
                </a:cubicBezTo>
                <a:cubicBezTo>
                  <a:pt x="1443605" y="56066"/>
                  <a:pt x="1442894" y="61044"/>
                  <a:pt x="1442894" y="66449"/>
                </a:cubicBezTo>
                <a:lnTo>
                  <a:pt x="1442894" y="105992"/>
                </a:lnTo>
                <a:lnTo>
                  <a:pt x="1430107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31CAF-8151-4897-864B-AB041C7D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4550237"/>
            <a:ext cx="1663987" cy="10"/>
          </a:xfrm>
          <a:custGeom xmlns:a="http://schemas.openxmlformats.org/drawingml/2006/main">
            <a:pathLst>
              <a:path w="1663987" h="1" fill="none">
                <a:moveTo>
                  <a:pt x="0" y="0"/>
                </a:moveTo>
                <a:lnTo>
                  <a:pt x="1663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FA4EC-3DCF-41F5-9E4F-66312DA7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8" y="6027026"/>
            <a:ext cx="1476789" cy="270397"/>
          </a:xfrm>
          <a:custGeom xmlns:a="http://schemas.openxmlformats.org/drawingml/2006/main">
            <a:pathLst>
              <a:path w="1476789" h="270397">
                <a:moveTo>
                  <a:pt x="0" y="270397"/>
                </a:moveTo>
                <a:lnTo>
                  <a:pt x="0" y="0"/>
                </a:lnTo>
                <a:lnTo>
                  <a:pt x="1476789" y="0"/>
                </a:lnTo>
                <a:lnTo>
                  <a:pt x="1476789" y="27039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F621B-7D75-4465-8AF2-FD0D6FB0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6027026"/>
            <a:ext cx="1476788" cy="270398"/>
          </a:xfrm>
          <a:custGeom xmlns:a="http://schemas.openxmlformats.org/drawingml/2006/main">
            <a:pathLst>
              <a:path w="1476788" h="270398" fill="none">
                <a:moveTo>
                  <a:pt x="0" y="270398"/>
                </a:moveTo>
                <a:lnTo>
                  <a:pt x="0" y="0"/>
                </a:lnTo>
                <a:lnTo>
                  <a:pt x="1476788" y="0"/>
                </a:lnTo>
                <a:lnTo>
                  <a:pt x="1476788" y="270398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6CE97-FDFC-4E1C-9116-305D3C7A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6297424"/>
            <a:ext cx="1476788" cy="353597"/>
          </a:xfrm>
          <a:custGeom xmlns:a="http://schemas.openxmlformats.org/drawingml/2006/main">
            <a:pathLst>
              <a:path w="1476788" h="353597" fill="none">
                <a:moveTo>
                  <a:pt x="0" y="0"/>
                </a:moveTo>
                <a:lnTo>
                  <a:pt x="0" y="353597"/>
                </a:lnTo>
                <a:lnTo>
                  <a:pt x="1476788" y="353597"/>
                </a:lnTo>
                <a:lnTo>
                  <a:pt x="14767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6F064-5290-44D4-99C0-5516C21B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6297424"/>
            <a:ext cx="1476788" cy="10"/>
          </a:xfrm>
          <a:custGeom xmlns:a="http://schemas.openxmlformats.org/drawingml/2006/main">
            <a:pathLst>
              <a:path w="1476788" h="1" fill="none">
                <a:moveTo>
                  <a:pt x="0" y="0"/>
                </a:moveTo>
                <a:lnTo>
                  <a:pt x="14767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44" name="Text OpenAILLMCaller">
            <a:extLst xmlns:a="http://schemas.openxmlformats.org/drawingml/2006/main">
              <a:ext uri="{FF2B5EF4-FFF2-40B4-BE49-F238E27FC236}">
                <a16:creationId xmlns:a16="http://schemas.microsoft.com/office/drawing/2014/main" id="{892238C3-7691-4BB5-8706-45D83F69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648" y="6123684"/>
            <a:ext cx="1151346" cy="134976"/>
          </a:xfrm>
          <a:custGeom xmlns:a="http://schemas.openxmlformats.org/drawingml/2006/main">
            <a:pathLst>
              <a:path w="1151346" h="134976">
                <a:moveTo>
                  <a:pt x="0" y="55234"/>
                </a:moveTo>
                <a:cubicBezTo>
                  <a:pt x="0" y="37958"/>
                  <a:pt x="4641" y="24433"/>
                  <a:pt x="13924" y="14661"/>
                </a:cubicBezTo>
                <a:cubicBezTo>
                  <a:pt x="23206" y="4887"/>
                  <a:pt x="35189" y="0"/>
                  <a:pt x="49870" y="0"/>
                </a:cubicBezTo>
                <a:cubicBezTo>
                  <a:pt x="59484" y="0"/>
                  <a:pt x="68151" y="2295"/>
                  <a:pt x="75871" y="6886"/>
                </a:cubicBezTo>
                <a:cubicBezTo>
                  <a:pt x="83590" y="11477"/>
                  <a:pt x="89475" y="17879"/>
                  <a:pt x="93524" y="26092"/>
                </a:cubicBezTo>
                <a:cubicBezTo>
                  <a:pt x="97574" y="34303"/>
                  <a:pt x="99598" y="43614"/>
                  <a:pt x="99598" y="54026"/>
                </a:cubicBezTo>
                <a:cubicBezTo>
                  <a:pt x="99598" y="64580"/>
                  <a:pt x="97467" y="74022"/>
                  <a:pt x="93205" y="82353"/>
                </a:cubicBezTo>
                <a:cubicBezTo>
                  <a:pt x="88942" y="90683"/>
                  <a:pt x="82904" y="96989"/>
                  <a:pt x="75089" y="101272"/>
                </a:cubicBezTo>
                <a:cubicBezTo>
                  <a:pt x="67275" y="105555"/>
                  <a:pt x="58845" y="107697"/>
                  <a:pt x="49799" y="107697"/>
                </a:cubicBezTo>
                <a:cubicBezTo>
                  <a:pt x="39996" y="107697"/>
                  <a:pt x="31234" y="105330"/>
                  <a:pt x="23514" y="100597"/>
                </a:cubicBezTo>
                <a:cubicBezTo>
                  <a:pt x="15795" y="95864"/>
                  <a:pt x="9946" y="89404"/>
                  <a:pt x="5967" y="81217"/>
                </a:cubicBezTo>
                <a:cubicBezTo>
                  <a:pt x="1989" y="73029"/>
                  <a:pt x="0" y="64368"/>
                  <a:pt x="0" y="55234"/>
                </a:cubicBezTo>
                <a:moveTo>
                  <a:pt x="14208" y="55413"/>
                </a:moveTo>
                <a:cubicBezTo>
                  <a:pt x="14208" y="67986"/>
                  <a:pt x="17582" y="77890"/>
                  <a:pt x="24331" y="85124"/>
                </a:cubicBezTo>
                <a:cubicBezTo>
                  <a:pt x="31080" y="92358"/>
                  <a:pt x="39546" y="95975"/>
                  <a:pt x="49728" y="95975"/>
                </a:cubicBezTo>
                <a:cubicBezTo>
                  <a:pt x="60100" y="95975"/>
                  <a:pt x="68637" y="92323"/>
                  <a:pt x="75338" y="85017"/>
                </a:cubicBezTo>
                <a:cubicBezTo>
                  <a:pt x="82039" y="77710"/>
                  <a:pt x="85390" y="67345"/>
                  <a:pt x="85390" y="53919"/>
                </a:cubicBezTo>
                <a:cubicBezTo>
                  <a:pt x="85390" y="45427"/>
                  <a:pt x="83958" y="38015"/>
                  <a:pt x="81092" y="31682"/>
                </a:cubicBezTo>
                <a:cubicBezTo>
                  <a:pt x="78227" y="25349"/>
                  <a:pt x="74036" y="20439"/>
                  <a:pt x="68518" y="16952"/>
                </a:cubicBezTo>
                <a:cubicBezTo>
                  <a:pt x="63001" y="13465"/>
                  <a:pt x="56808" y="11722"/>
                  <a:pt x="49941" y="11722"/>
                </a:cubicBezTo>
                <a:cubicBezTo>
                  <a:pt x="40185" y="11722"/>
                  <a:pt x="31790" y="15078"/>
                  <a:pt x="24757" y="21792"/>
                </a:cubicBezTo>
                <a:cubicBezTo>
                  <a:pt x="17725" y="28503"/>
                  <a:pt x="14208" y="39711"/>
                  <a:pt x="14208" y="55413"/>
                </a:cubicBezTo>
                <a:close/>
                <a:moveTo>
                  <a:pt x="115724" y="134976"/>
                </a:moveTo>
                <a:lnTo>
                  <a:pt x="115724" y="30547"/>
                </a:lnTo>
                <a:lnTo>
                  <a:pt x="127374" y="30547"/>
                </a:lnTo>
                <a:lnTo>
                  <a:pt x="127374" y="40280"/>
                </a:lnTo>
                <a:cubicBezTo>
                  <a:pt x="130121" y="36467"/>
                  <a:pt x="133223" y="33608"/>
                  <a:pt x="136680" y="31702"/>
                </a:cubicBezTo>
                <a:cubicBezTo>
                  <a:pt x="140138" y="29795"/>
                  <a:pt x="144329" y="28842"/>
                  <a:pt x="149255" y="28842"/>
                </a:cubicBezTo>
                <a:cubicBezTo>
                  <a:pt x="155696" y="28842"/>
                  <a:pt x="161379" y="30500"/>
                  <a:pt x="166304" y="33815"/>
                </a:cubicBezTo>
                <a:cubicBezTo>
                  <a:pt x="171230" y="37130"/>
                  <a:pt x="174947" y="41807"/>
                  <a:pt x="177457" y="47845"/>
                </a:cubicBezTo>
                <a:cubicBezTo>
                  <a:pt x="179968" y="53884"/>
                  <a:pt x="181223" y="60502"/>
                  <a:pt x="181223" y="67701"/>
                </a:cubicBezTo>
                <a:cubicBezTo>
                  <a:pt x="181223" y="75421"/>
                  <a:pt x="179837" y="82371"/>
                  <a:pt x="177067" y="88551"/>
                </a:cubicBezTo>
                <a:cubicBezTo>
                  <a:pt x="174296" y="94732"/>
                  <a:pt x="170271" y="99468"/>
                  <a:pt x="164990" y="102759"/>
                </a:cubicBezTo>
                <a:cubicBezTo>
                  <a:pt x="159709" y="106051"/>
                  <a:pt x="154156" y="107697"/>
                  <a:pt x="148331" y="107697"/>
                </a:cubicBezTo>
                <a:cubicBezTo>
                  <a:pt x="144069" y="107697"/>
                  <a:pt x="140244" y="106785"/>
                  <a:pt x="136858" y="104962"/>
                </a:cubicBezTo>
                <a:cubicBezTo>
                  <a:pt x="133472" y="103137"/>
                  <a:pt x="130689" y="100833"/>
                  <a:pt x="128511" y="98049"/>
                </a:cubicBezTo>
                <a:lnTo>
                  <a:pt x="128511" y="134976"/>
                </a:lnTo>
                <a:lnTo>
                  <a:pt x="115724" y="134976"/>
                </a:lnTo>
                <a:moveTo>
                  <a:pt x="127303" y="68589"/>
                </a:moveTo>
                <a:cubicBezTo>
                  <a:pt x="127303" y="78286"/>
                  <a:pt x="129269" y="85452"/>
                  <a:pt x="133199" y="90088"/>
                </a:cubicBezTo>
                <a:cubicBezTo>
                  <a:pt x="137130" y="94723"/>
                  <a:pt x="141890" y="97041"/>
                  <a:pt x="147479" y="97041"/>
                </a:cubicBezTo>
                <a:cubicBezTo>
                  <a:pt x="153162" y="97041"/>
                  <a:pt x="158028" y="94640"/>
                  <a:pt x="162077" y="89839"/>
                </a:cubicBezTo>
                <a:cubicBezTo>
                  <a:pt x="166127" y="85038"/>
                  <a:pt x="168151" y="77599"/>
                  <a:pt x="168151" y="67524"/>
                </a:cubicBezTo>
                <a:cubicBezTo>
                  <a:pt x="168151" y="57921"/>
                  <a:pt x="166174" y="50731"/>
                  <a:pt x="162219" y="45954"/>
                </a:cubicBezTo>
                <a:cubicBezTo>
                  <a:pt x="158265" y="41177"/>
                  <a:pt x="153541" y="38788"/>
                  <a:pt x="148047" y="38788"/>
                </a:cubicBezTo>
                <a:cubicBezTo>
                  <a:pt x="142600" y="38788"/>
                  <a:pt x="137782" y="41331"/>
                  <a:pt x="133590" y="46416"/>
                </a:cubicBezTo>
                <a:cubicBezTo>
                  <a:pt x="129399" y="51501"/>
                  <a:pt x="127303" y="58892"/>
                  <a:pt x="127303" y="68589"/>
                </a:cubicBezTo>
                <a:close/>
                <a:moveTo>
                  <a:pt x="248285" y="81696"/>
                </a:moveTo>
                <a:lnTo>
                  <a:pt x="261498" y="83330"/>
                </a:lnTo>
                <a:cubicBezTo>
                  <a:pt x="259414" y="91050"/>
                  <a:pt x="255554" y="97041"/>
                  <a:pt x="249919" y="101303"/>
                </a:cubicBezTo>
                <a:cubicBezTo>
                  <a:pt x="244283" y="105566"/>
                  <a:pt x="237084" y="107697"/>
                  <a:pt x="228322" y="107697"/>
                </a:cubicBezTo>
                <a:cubicBezTo>
                  <a:pt x="217288" y="107697"/>
                  <a:pt x="208538" y="104299"/>
                  <a:pt x="202073" y="97503"/>
                </a:cubicBezTo>
                <a:cubicBezTo>
                  <a:pt x="195609" y="90706"/>
                  <a:pt x="192376" y="81175"/>
                  <a:pt x="192376" y="68909"/>
                </a:cubicBezTo>
                <a:cubicBezTo>
                  <a:pt x="192376" y="56216"/>
                  <a:pt x="195644" y="46365"/>
                  <a:pt x="202180" y="39356"/>
                </a:cubicBezTo>
                <a:cubicBezTo>
                  <a:pt x="208715" y="32347"/>
                  <a:pt x="217193" y="28842"/>
                  <a:pt x="227612" y="28842"/>
                </a:cubicBezTo>
                <a:cubicBezTo>
                  <a:pt x="237700" y="28842"/>
                  <a:pt x="245940" y="32271"/>
                  <a:pt x="252334" y="39128"/>
                </a:cubicBezTo>
                <a:cubicBezTo>
                  <a:pt x="258728" y="45983"/>
                  <a:pt x="261924" y="55628"/>
                  <a:pt x="261924" y="68063"/>
                </a:cubicBezTo>
                <a:cubicBezTo>
                  <a:pt x="261924" y="68819"/>
                  <a:pt x="261901" y="69954"/>
                  <a:pt x="261853" y="71466"/>
                </a:cubicBezTo>
                <a:lnTo>
                  <a:pt x="205590" y="71466"/>
                </a:lnTo>
                <a:cubicBezTo>
                  <a:pt x="206063" y="79731"/>
                  <a:pt x="208408" y="86059"/>
                  <a:pt x="212623" y="90452"/>
                </a:cubicBezTo>
                <a:cubicBezTo>
                  <a:pt x="216838" y="94844"/>
                  <a:pt x="222095" y="97041"/>
                  <a:pt x="228394" y="97041"/>
                </a:cubicBezTo>
                <a:cubicBezTo>
                  <a:pt x="233082" y="97041"/>
                  <a:pt x="237084" y="95821"/>
                  <a:pt x="240399" y="93382"/>
                </a:cubicBezTo>
                <a:cubicBezTo>
                  <a:pt x="243714" y="90942"/>
                  <a:pt x="246343" y="87046"/>
                  <a:pt x="248285" y="81696"/>
                </a:cubicBezTo>
                <a:moveTo>
                  <a:pt x="206300" y="60810"/>
                </a:moveTo>
                <a:lnTo>
                  <a:pt x="248427" y="60810"/>
                </a:lnTo>
                <a:cubicBezTo>
                  <a:pt x="247858" y="54568"/>
                  <a:pt x="246248" y="49886"/>
                  <a:pt x="243596" y="46764"/>
                </a:cubicBezTo>
                <a:cubicBezTo>
                  <a:pt x="239523" y="41920"/>
                  <a:pt x="234242" y="39498"/>
                  <a:pt x="227754" y="39498"/>
                </a:cubicBezTo>
                <a:cubicBezTo>
                  <a:pt x="221881" y="39498"/>
                  <a:pt x="216944" y="41432"/>
                  <a:pt x="212942" y="45299"/>
                </a:cubicBezTo>
                <a:cubicBezTo>
                  <a:pt x="208940" y="49165"/>
                  <a:pt x="206726" y="54335"/>
                  <a:pt x="206300" y="60810"/>
                </a:cubicBezTo>
                <a:close/>
                <a:moveTo>
                  <a:pt x="277553" y="105992"/>
                </a:moveTo>
                <a:lnTo>
                  <a:pt x="277553" y="30547"/>
                </a:lnTo>
                <a:lnTo>
                  <a:pt x="289062" y="30547"/>
                </a:lnTo>
                <a:lnTo>
                  <a:pt x="289062" y="41203"/>
                </a:lnTo>
                <a:cubicBezTo>
                  <a:pt x="294603" y="32963"/>
                  <a:pt x="302607" y="28842"/>
                  <a:pt x="313073" y="28842"/>
                </a:cubicBezTo>
                <a:cubicBezTo>
                  <a:pt x="317620" y="28842"/>
                  <a:pt x="321799" y="29659"/>
                  <a:pt x="325612" y="31293"/>
                </a:cubicBezTo>
                <a:cubicBezTo>
                  <a:pt x="329424" y="32927"/>
                  <a:pt x="332278" y="35070"/>
                  <a:pt x="334172" y="37722"/>
                </a:cubicBezTo>
                <a:cubicBezTo>
                  <a:pt x="336067" y="40374"/>
                  <a:pt x="337393" y="43524"/>
                  <a:pt x="338150" y="47171"/>
                </a:cubicBezTo>
                <a:cubicBezTo>
                  <a:pt x="338624" y="49539"/>
                  <a:pt x="338861" y="53683"/>
                  <a:pt x="338861" y="59603"/>
                </a:cubicBezTo>
                <a:lnTo>
                  <a:pt x="338861" y="105992"/>
                </a:lnTo>
                <a:lnTo>
                  <a:pt x="326074" y="105992"/>
                </a:lnTo>
                <a:lnTo>
                  <a:pt x="326074" y="60051"/>
                </a:lnTo>
                <a:cubicBezTo>
                  <a:pt x="326074" y="54836"/>
                  <a:pt x="325576" y="50936"/>
                  <a:pt x="324582" y="48352"/>
                </a:cubicBezTo>
                <a:cubicBezTo>
                  <a:pt x="323587" y="45768"/>
                  <a:pt x="321823" y="43705"/>
                  <a:pt x="319289" y="42165"/>
                </a:cubicBezTo>
                <a:cubicBezTo>
                  <a:pt x="316756" y="40624"/>
                  <a:pt x="313784" y="39853"/>
                  <a:pt x="310374" y="39853"/>
                </a:cubicBezTo>
                <a:cubicBezTo>
                  <a:pt x="304927" y="39853"/>
                  <a:pt x="300227" y="41584"/>
                  <a:pt x="296272" y="45046"/>
                </a:cubicBezTo>
                <a:cubicBezTo>
                  <a:pt x="292318" y="48506"/>
                  <a:pt x="290340" y="55072"/>
                  <a:pt x="290340" y="64744"/>
                </a:cubicBezTo>
                <a:lnTo>
                  <a:pt x="290340" y="105992"/>
                </a:lnTo>
                <a:lnTo>
                  <a:pt x="277553" y="105992"/>
                </a:lnTo>
                <a:close/>
                <a:moveTo>
                  <a:pt x="348664" y="105992"/>
                </a:moveTo>
                <a:lnTo>
                  <a:pt x="388659" y="1847"/>
                </a:lnTo>
                <a:lnTo>
                  <a:pt x="403507" y="1847"/>
                </a:lnTo>
                <a:lnTo>
                  <a:pt x="446131" y="105992"/>
                </a:lnTo>
                <a:lnTo>
                  <a:pt x="430431" y="105992"/>
                </a:lnTo>
                <a:lnTo>
                  <a:pt x="418283" y="74592"/>
                </a:lnTo>
                <a:lnTo>
                  <a:pt x="374736" y="74592"/>
                </a:lnTo>
                <a:lnTo>
                  <a:pt x="363298" y="105992"/>
                </a:lnTo>
                <a:lnTo>
                  <a:pt x="348664" y="105992"/>
                </a:lnTo>
                <a:moveTo>
                  <a:pt x="378714" y="63226"/>
                </a:moveTo>
                <a:lnTo>
                  <a:pt x="414021" y="63226"/>
                </a:lnTo>
                <a:lnTo>
                  <a:pt x="403152" y="34383"/>
                </a:lnTo>
                <a:cubicBezTo>
                  <a:pt x="399836" y="25622"/>
                  <a:pt x="397374" y="18423"/>
                  <a:pt x="395763" y="12787"/>
                </a:cubicBezTo>
                <a:cubicBezTo>
                  <a:pt x="394437" y="19465"/>
                  <a:pt x="392567" y="26095"/>
                  <a:pt x="390151" y="32678"/>
                </a:cubicBezTo>
                <a:lnTo>
                  <a:pt x="378714" y="63226"/>
                </a:lnTo>
                <a:close/>
                <a:moveTo>
                  <a:pt x="459487" y="105992"/>
                </a:moveTo>
                <a:lnTo>
                  <a:pt x="459487" y="1847"/>
                </a:lnTo>
                <a:lnTo>
                  <a:pt x="473269" y="1847"/>
                </a:lnTo>
                <a:lnTo>
                  <a:pt x="473269" y="105992"/>
                </a:lnTo>
                <a:lnTo>
                  <a:pt x="459487" y="105992"/>
                </a:lnTo>
                <a:close/>
                <a:moveTo>
                  <a:pt x="496997" y="105992"/>
                </a:moveTo>
                <a:lnTo>
                  <a:pt x="496997" y="1847"/>
                </a:lnTo>
                <a:lnTo>
                  <a:pt x="510779" y="1847"/>
                </a:lnTo>
                <a:lnTo>
                  <a:pt x="510779" y="93702"/>
                </a:lnTo>
                <a:lnTo>
                  <a:pt x="562070" y="93702"/>
                </a:lnTo>
                <a:lnTo>
                  <a:pt x="562070" y="105992"/>
                </a:lnTo>
                <a:lnTo>
                  <a:pt x="496997" y="105992"/>
                </a:lnTo>
                <a:close/>
                <a:moveTo>
                  <a:pt x="577911" y="105992"/>
                </a:moveTo>
                <a:lnTo>
                  <a:pt x="577911" y="1847"/>
                </a:lnTo>
                <a:lnTo>
                  <a:pt x="591693" y="1847"/>
                </a:lnTo>
                <a:lnTo>
                  <a:pt x="591693" y="93702"/>
                </a:lnTo>
                <a:lnTo>
                  <a:pt x="642984" y="93702"/>
                </a:lnTo>
                <a:lnTo>
                  <a:pt x="642984" y="105992"/>
                </a:lnTo>
                <a:lnTo>
                  <a:pt x="577911" y="105992"/>
                </a:lnTo>
                <a:close/>
                <a:moveTo>
                  <a:pt x="658968" y="105992"/>
                </a:moveTo>
                <a:lnTo>
                  <a:pt x="658968" y="1847"/>
                </a:lnTo>
                <a:lnTo>
                  <a:pt x="679712" y="1847"/>
                </a:lnTo>
                <a:lnTo>
                  <a:pt x="704362" y="75587"/>
                </a:lnTo>
                <a:cubicBezTo>
                  <a:pt x="706636" y="82454"/>
                  <a:pt x="708293" y="87592"/>
                  <a:pt x="709335" y="91002"/>
                </a:cubicBezTo>
                <a:cubicBezTo>
                  <a:pt x="710519" y="87214"/>
                  <a:pt x="712366" y="81649"/>
                  <a:pt x="714876" y="74308"/>
                </a:cubicBezTo>
                <a:lnTo>
                  <a:pt x="739811" y="1847"/>
                </a:lnTo>
                <a:lnTo>
                  <a:pt x="758353" y="1847"/>
                </a:lnTo>
                <a:lnTo>
                  <a:pt x="758353" y="105992"/>
                </a:lnTo>
                <a:lnTo>
                  <a:pt x="745068" y="105992"/>
                </a:lnTo>
                <a:lnTo>
                  <a:pt x="745068" y="18826"/>
                </a:lnTo>
                <a:lnTo>
                  <a:pt x="714805" y="105992"/>
                </a:lnTo>
                <a:lnTo>
                  <a:pt x="702373" y="105992"/>
                </a:lnTo>
                <a:lnTo>
                  <a:pt x="672252" y="17334"/>
                </a:lnTo>
                <a:lnTo>
                  <a:pt x="672252" y="105992"/>
                </a:lnTo>
                <a:lnTo>
                  <a:pt x="658968" y="105992"/>
                </a:lnTo>
                <a:close/>
                <a:moveTo>
                  <a:pt x="854895" y="69335"/>
                </a:moveTo>
                <a:lnTo>
                  <a:pt x="868677" y="72816"/>
                </a:lnTo>
                <a:cubicBezTo>
                  <a:pt x="865788" y="84159"/>
                  <a:pt x="860591" y="92808"/>
                  <a:pt x="853084" y="98763"/>
                </a:cubicBezTo>
                <a:cubicBezTo>
                  <a:pt x="845577" y="104719"/>
                  <a:pt x="836401" y="107697"/>
                  <a:pt x="825556" y="107697"/>
                </a:cubicBezTo>
                <a:cubicBezTo>
                  <a:pt x="814332" y="107697"/>
                  <a:pt x="805203" y="105412"/>
                  <a:pt x="798170" y="100841"/>
                </a:cubicBezTo>
                <a:cubicBezTo>
                  <a:pt x="791137" y="96271"/>
                  <a:pt x="785785" y="89653"/>
                  <a:pt x="782115" y="80986"/>
                </a:cubicBezTo>
                <a:cubicBezTo>
                  <a:pt x="778445" y="72319"/>
                  <a:pt x="776609" y="63013"/>
                  <a:pt x="776609" y="53067"/>
                </a:cubicBezTo>
                <a:cubicBezTo>
                  <a:pt x="776609" y="42221"/>
                  <a:pt x="778681" y="32761"/>
                  <a:pt x="782825" y="24686"/>
                </a:cubicBezTo>
                <a:cubicBezTo>
                  <a:pt x="786969" y="16612"/>
                  <a:pt x="792866" y="10478"/>
                  <a:pt x="800514" y="6287"/>
                </a:cubicBezTo>
                <a:cubicBezTo>
                  <a:pt x="808163" y="2096"/>
                  <a:pt x="816581" y="0"/>
                  <a:pt x="825769" y="0"/>
                </a:cubicBezTo>
                <a:cubicBezTo>
                  <a:pt x="836188" y="0"/>
                  <a:pt x="844950" y="2652"/>
                  <a:pt x="852054" y="7956"/>
                </a:cubicBezTo>
                <a:cubicBezTo>
                  <a:pt x="859158" y="13261"/>
                  <a:pt x="864107" y="20720"/>
                  <a:pt x="866901" y="30334"/>
                </a:cubicBezTo>
                <a:lnTo>
                  <a:pt x="853333" y="33531"/>
                </a:lnTo>
                <a:cubicBezTo>
                  <a:pt x="850917" y="25928"/>
                  <a:pt x="847413" y="20393"/>
                  <a:pt x="842819" y="16925"/>
                </a:cubicBezTo>
                <a:cubicBezTo>
                  <a:pt x="838225" y="13456"/>
                  <a:pt x="832447" y="11722"/>
                  <a:pt x="825485" y="11722"/>
                </a:cubicBezTo>
                <a:cubicBezTo>
                  <a:pt x="817481" y="11722"/>
                  <a:pt x="810791" y="13643"/>
                  <a:pt x="805416" y="17487"/>
                </a:cubicBezTo>
                <a:cubicBezTo>
                  <a:pt x="800041" y="21329"/>
                  <a:pt x="796264" y="26488"/>
                  <a:pt x="794085" y="32965"/>
                </a:cubicBezTo>
                <a:cubicBezTo>
                  <a:pt x="791907" y="39440"/>
                  <a:pt x="790817" y="46116"/>
                  <a:pt x="790817" y="52994"/>
                </a:cubicBezTo>
                <a:cubicBezTo>
                  <a:pt x="790817" y="61865"/>
                  <a:pt x="792108" y="69610"/>
                  <a:pt x="794689" y="76228"/>
                </a:cubicBezTo>
                <a:cubicBezTo>
                  <a:pt x="797270" y="82847"/>
                  <a:pt x="801284" y="87793"/>
                  <a:pt x="806730" y="91067"/>
                </a:cubicBezTo>
                <a:cubicBezTo>
                  <a:pt x="812177" y="94339"/>
                  <a:pt x="818073" y="95975"/>
                  <a:pt x="824419" y="95975"/>
                </a:cubicBezTo>
                <a:cubicBezTo>
                  <a:pt x="832139" y="95975"/>
                  <a:pt x="838675" y="93737"/>
                  <a:pt x="844026" y="89262"/>
                </a:cubicBezTo>
                <a:cubicBezTo>
                  <a:pt x="849378" y="84786"/>
                  <a:pt x="853001" y="78144"/>
                  <a:pt x="854895" y="69335"/>
                </a:cubicBezTo>
                <a:close/>
                <a:moveTo>
                  <a:pt x="933253" y="96677"/>
                </a:moveTo>
                <a:cubicBezTo>
                  <a:pt x="928517" y="100705"/>
                  <a:pt x="923959" y="103549"/>
                  <a:pt x="919578" y="105208"/>
                </a:cubicBezTo>
                <a:cubicBezTo>
                  <a:pt x="915197" y="106867"/>
                  <a:pt x="910496" y="107697"/>
                  <a:pt x="905476" y="107697"/>
                </a:cubicBezTo>
                <a:cubicBezTo>
                  <a:pt x="897188" y="107697"/>
                  <a:pt x="890818" y="105671"/>
                  <a:pt x="886367" y="101618"/>
                </a:cubicBezTo>
                <a:cubicBezTo>
                  <a:pt x="881915" y="97566"/>
                  <a:pt x="879689" y="92388"/>
                  <a:pt x="879689" y="86085"/>
                </a:cubicBezTo>
                <a:cubicBezTo>
                  <a:pt x="879689" y="82389"/>
                  <a:pt x="880529" y="79014"/>
                  <a:pt x="882211" y="75957"/>
                </a:cubicBezTo>
                <a:cubicBezTo>
                  <a:pt x="883892" y="72900"/>
                  <a:pt x="886094" y="70447"/>
                  <a:pt x="888817" y="68598"/>
                </a:cubicBezTo>
                <a:cubicBezTo>
                  <a:pt x="891541" y="66750"/>
                  <a:pt x="894607" y="65352"/>
                  <a:pt x="898017" y="64404"/>
                </a:cubicBezTo>
                <a:cubicBezTo>
                  <a:pt x="900527" y="63740"/>
                  <a:pt x="904316" y="63100"/>
                  <a:pt x="909384" y="62484"/>
                </a:cubicBezTo>
                <a:cubicBezTo>
                  <a:pt x="919708" y="61262"/>
                  <a:pt x="927309" y="59804"/>
                  <a:pt x="932187" y="58111"/>
                </a:cubicBezTo>
                <a:cubicBezTo>
                  <a:pt x="932235" y="56366"/>
                  <a:pt x="932258" y="55257"/>
                  <a:pt x="932258" y="54785"/>
                </a:cubicBezTo>
                <a:cubicBezTo>
                  <a:pt x="932258" y="49595"/>
                  <a:pt x="931051" y="45939"/>
                  <a:pt x="928635" y="43816"/>
                </a:cubicBezTo>
                <a:cubicBezTo>
                  <a:pt x="925368" y="40938"/>
                  <a:pt x="920513" y="39498"/>
                  <a:pt x="914072" y="39498"/>
                </a:cubicBezTo>
                <a:cubicBezTo>
                  <a:pt x="908057" y="39498"/>
                  <a:pt x="903617" y="40552"/>
                  <a:pt x="900752" y="42660"/>
                </a:cubicBezTo>
                <a:cubicBezTo>
                  <a:pt x="897887" y="44767"/>
                  <a:pt x="895768" y="48497"/>
                  <a:pt x="894394" y="53848"/>
                </a:cubicBezTo>
                <a:lnTo>
                  <a:pt x="881891" y="52143"/>
                </a:lnTo>
                <a:cubicBezTo>
                  <a:pt x="883028" y="46775"/>
                  <a:pt x="884898" y="42441"/>
                  <a:pt x="887503" y="39139"/>
                </a:cubicBezTo>
                <a:cubicBezTo>
                  <a:pt x="890108" y="35837"/>
                  <a:pt x="893873" y="33296"/>
                  <a:pt x="898799" y="31515"/>
                </a:cubicBezTo>
                <a:cubicBezTo>
                  <a:pt x="903724" y="29733"/>
                  <a:pt x="909431" y="28842"/>
                  <a:pt x="915919" y="28842"/>
                </a:cubicBezTo>
                <a:cubicBezTo>
                  <a:pt x="922360" y="28842"/>
                  <a:pt x="927593" y="29600"/>
                  <a:pt x="931619" y="31116"/>
                </a:cubicBezTo>
                <a:cubicBezTo>
                  <a:pt x="935645" y="32631"/>
                  <a:pt x="938605" y="34537"/>
                  <a:pt x="940499" y="36834"/>
                </a:cubicBezTo>
                <a:cubicBezTo>
                  <a:pt x="942393" y="39131"/>
                  <a:pt x="943720" y="42032"/>
                  <a:pt x="944477" y="45537"/>
                </a:cubicBezTo>
                <a:cubicBezTo>
                  <a:pt x="944904" y="47715"/>
                  <a:pt x="945117" y="51646"/>
                  <a:pt x="945117" y="57329"/>
                </a:cubicBezTo>
                <a:lnTo>
                  <a:pt x="945117" y="74379"/>
                </a:lnTo>
                <a:cubicBezTo>
                  <a:pt x="945117" y="86266"/>
                  <a:pt x="945389" y="93785"/>
                  <a:pt x="945934" y="96934"/>
                </a:cubicBezTo>
                <a:cubicBezTo>
                  <a:pt x="946478" y="100084"/>
                  <a:pt x="947556" y="103103"/>
                  <a:pt x="949166" y="105992"/>
                </a:cubicBezTo>
                <a:lnTo>
                  <a:pt x="935810" y="105992"/>
                </a:lnTo>
                <a:cubicBezTo>
                  <a:pt x="934484" y="103337"/>
                  <a:pt x="933632" y="100232"/>
                  <a:pt x="933253" y="96677"/>
                </a:cubicBezTo>
                <a:moveTo>
                  <a:pt x="932187" y="68056"/>
                </a:moveTo>
                <a:cubicBezTo>
                  <a:pt x="927546" y="69967"/>
                  <a:pt x="920584" y="71591"/>
                  <a:pt x="911302" y="72927"/>
                </a:cubicBezTo>
                <a:cubicBezTo>
                  <a:pt x="906045" y="73688"/>
                  <a:pt x="902327" y="74544"/>
                  <a:pt x="900148" y="75496"/>
                </a:cubicBezTo>
                <a:cubicBezTo>
                  <a:pt x="897970" y="76446"/>
                  <a:pt x="896288" y="77837"/>
                  <a:pt x="895104" y="79669"/>
                </a:cubicBezTo>
                <a:cubicBezTo>
                  <a:pt x="893920" y="81500"/>
                  <a:pt x="893328" y="83533"/>
                  <a:pt x="893328" y="85768"/>
                </a:cubicBezTo>
                <a:cubicBezTo>
                  <a:pt x="893328" y="89191"/>
                  <a:pt x="894619" y="92044"/>
                  <a:pt x="897200" y="94328"/>
                </a:cubicBezTo>
                <a:cubicBezTo>
                  <a:pt x="899781" y="96610"/>
                  <a:pt x="903558" y="97751"/>
                  <a:pt x="908531" y="97751"/>
                </a:cubicBezTo>
                <a:cubicBezTo>
                  <a:pt x="913456" y="97751"/>
                  <a:pt x="917837" y="96669"/>
                  <a:pt x="921673" y="94503"/>
                </a:cubicBezTo>
                <a:cubicBezTo>
                  <a:pt x="925510" y="92338"/>
                  <a:pt x="928328" y="89376"/>
                  <a:pt x="930127" y="85617"/>
                </a:cubicBezTo>
                <a:cubicBezTo>
                  <a:pt x="931501" y="82713"/>
                  <a:pt x="932187" y="78430"/>
                  <a:pt x="932187" y="72767"/>
                </a:cubicBezTo>
                <a:lnTo>
                  <a:pt x="932187" y="68056"/>
                </a:lnTo>
                <a:close/>
                <a:moveTo>
                  <a:pt x="964653" y="105992"/>
                </a:moveTo>
                <a:lnTo>
                  <a:pt x="964653" y="1847"/>
                </a:lnTo>
                <a:lnTo>
                  <a:pt x="977440" y="1847"/>
                </a:lnTo>
                <a:lnTo>
                  <a:pt x="977440" y="105992"/>
                </a:lnTo>
                <a:lnTo>
                  <a:pt x="964653" y="105992"/>
                </a:lnTo>
                <a:close/>
                <a:moveTo>
                  <a:pt x="996976" y="105992"/>
                </a:moveTo>
                <a:lnTo>
                  <a:pt x="996976" y="1847"/>
                </a:lnTo>
                <a:lnTo>
                  <a:pt x="1009763" y="1847"/>
                </a:lnTo>
                <a:lnTo>
                  <a:pt x="1009763" y="105992"/>
                </a:lnTo>
                <a:lnTo>
                  <a:pt x="996976" y="105992"/>
                </a:lnTo>
                <a:close/>
                <a:moveTo>
                  <a:pt x="1081230" y="81696"/>
                </a:moveTo>
                <a:lnTo>
                  <a:pt x="1094444" y="83330"/>
                </a:lnTo>
                <a:cubicBezTo>
                  <a:pt x="1092360" y="91050"/>
                  <a:pt x="1088500" y="97041"/>
                  <a:pt x="1082864" y="101303"/>
                </a:cubicBezTo>
                <a:cubicBezTo>
                  <a:pt x="1077228" y="105566"/>
                  <a:pt x="1070030" y="107697"/>
                  <a:pt x="1061268" y="107697"/>
                </a:cubicBezTo>
                <a:cubicBezTo>
                  <a:pt x="1050233" y="107697"/>
                  <a:pt x="1041483" y="104299"/>
                  <a:pt x="1035019" y="97503"/>
                </a:cubicBezTo>
                <a:cubicBezTo>
                  <a:pt x="1028554" y="90706"/>
                  <a:pt x="1025322" y="81175"/>
                  <a:pt x="1025322" y="68909"/>
                </a:cubicBezTo>
                <a:cubicBezTo>
                  <a:pt x="1025322" y="56216"/>
                  <a:pt x="1028590" y="46365"/>
                  <a:pt x="1035125" y="39356"/>
                </a:cubicBezTo>
                <a:cubicBezTo>
                  <a:pt x="1041661" y="32347"/>
                  <a:pt x="1050138" y="28842"/>
                  <a:pt x="1060558" y="28842"/>
                </a:cubicBezTo>
                <a:cubicBezTo>
                  <a:pt x="1070645" y="28842"/>
                  <a:pt x="1078886" y="32271"/>
                  <a:pt x="1085280" y="39128"/>
                </a:cubicBezTo>
                <a:cubicBezTo>
                  <a:pt x="1091673" y="45983"/>
                  <a:pt x="1094870" y="55628"/>
                  <a:pt x="1094870" y="68063"/>
                </a:cubicBezTo>
                <a:cubicBezTo>
                  <a:pt x="1094870" y="68819"/>
                  <a:pt x="1094846" y="69954"/>
                  <a:pt x="1094799" y="71466"/>
                </a:cubicBezTo>
                <a:lnTo>
                  <a:pt x="1038535" y="71466"/>
                </a:lnTo>
                <a:cubicBezTo>
                  <a:pt x="1039009" y="79731"/>
                  <a:pt x="1041353" y="86059"/>
                  <a:pt x="1045568" y="90452"/>
                </a:cubicBezTo>
                <a:cubicBezTo>
                  <a:pt x="1049783" y="94844"/>
                  <a:pt x="1055040" y="97041"/>
                  <a:pt x="1061339" y="97041"/>
                </a:cubicBezTo>
                <a:cubicBezTo>
                  <a:pt x="1066028" y="97041"/>
                  <a:pt x="1070030" y="95821"/>
                  <a:pt x="1073345" y="93382"/>
                </a:cubicBezTo>
                <a:cubicBezTo>
                  <a:pt x="1076660" y="90942"/>
                  <a:pt x="1079288" y="87046"/>
                  <a:pt x="1081230" y="81696"/>
                </a:cubicBezTo>
                <a:moveTo>
                  <a:pt x="1039246" y="60810"/>
                </a:moveTo>
                <a:lnTo>
                  <a:pt x="1081372" y="60810"/>
                </a:lnTo>
                <a:cubicBezTo>
                  <a:pt x="1080804" y="54568"/>
                  <a:pt x="1079194" y="49886"/>
                  <a:pt x="1076542" y="46764"/>
                </a:cubicBezTo>
                <a:cubicBezTo>
                  <a:pt x="1072469" y="41920"/>
                  <a:pt x="1067188" y="39498"/>
                  <a:pt x="1060700" y="39498"/>
                </a:cubicBezTo>
                <a:cubicBezTo>
                  <a:pt x="1054827" y="39498"/>
                  <a:pt x="1049890" y="41432"/>
                  <a:pt x="1045888" y="45299"/>
                </a:cubicBezTo>
                <a:cubicBezTo>
                  <a:pt x="1041886" y="49165"/>
                  <a:pt x="1039672" y="54335"/>
                  <a:pt x="1039246" y="60810"/>
                </a:cubicBezTo>
                <a:close/>
                <a:moveTo>
                  <a:pt x="1110356" y="105992"/>
                </a:moveTo>
                <a:lnTo>
                  <a:pt x="1110356" y="30547"/>
                </a:lnTo>
                <a:lnTo>
                  <a:pt x="1121864" y="30547"/>
                </a:lnTo>
                <a:lnTo>
                  <a:pt x="1121864" y="41914"/>
                </a:lnTo>
                <a:cubicBezTo>
                  <a:pt x="1124801" y="36592"/>
                  <a:pt x="1127512" y="33082"/>
                  <a:pt x="1129998" y="31386"/>
                </a:cubicBezTo>
                <a:cubicBezTo>
                  <a:pt x="1132485" y="29690"/>
                  <a:pt x="1135220" y="28842"/>
                  <a:pt x="1138204" y="28842"/>
                </a:cubicBezTo>
                <a:cubicBezTo>
                  <a:pt x="1142513" y="28842"/>
                  <a:pt x="1146894" y="30210"/>
                  <a:pt x="1151346" y="32945"/>
                </a:cubicBezTo>
                <a:lnTo>
                  <a:pt x="1146942" y="44755"/>
                </a:lnTo>
                <a:cubicBezTo>
                  <a:pt x="1143816" y="42908"/>
                  <a:pt x="1140690" y="41985"/>
                  <a:pt x="1137564" y="41985"/>
                </a:cubicBezTo>
                <a:cubicBezTo>
                  <a:pt x="1134770" y="41985"/>
                  <a:pt x="1132260" y="42827"/>
                  <a:pt x="1130034" y="44511"/>
                </a:cubicBezTo>
                <a:cubicBezTo>
                  <a:pt x="1127808" y="46194"/>
                  <a:pt x="1126221" y="48529"/>
                  <a:pt x="1125274" y="51515"/>
                </a:cubicBezTo>
                <a:cubicBezTo>
                  <a:pt x="1123853" y="56066"/>
                  <a:pt x="1123143" y="61044"/>
                  <a:pt x="1123143" y="66449"/>
                </a:cubicBezTo>
                <a:lnTo>
                  <a:pt x="1123143" y="105992"/>
                </a:lnTo>
                <a:lnTo>
                  <a:pt x="1110356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-openAIURL:URL">
            <a:extLst xmlns:a="http://schemas.openxmlformats.org/drawingml/2006/main">
              <a:ext uri="{FF2B5EF4-FFF2-40B4-BE49-F238E27FC236}">
                <a16:creationId xmlns:a16="http://schemas.microsoft.com/office/drawing/2014/main" id="{BEE1CDB1-DCD6-4589-B4DE-7597EB4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484" y="6395994"/>
            <a:ext cx="1203133" cy="133129"/>
          </a:xfrm>
          <a:custGeom xmlns:a="http://schemas.openxmlformats.org/drawingml/2006/main">
            <a:pathLst>
              <a:path w="1203133" h="133129">
                <a:moveTo>
                  <a:pt x="0" y="72887"/>
                </a:moveTo>
                <a:lnTo>
                  <a:pt x="0" y="59958"/>
                </a:lnTo>
                <a:lnTo>
                  <a:pt x="39285" y="59958"/>
                </a:lnTo>
                <a:lnTo>
                  <a:pt x="39285" y="72887"/>
                </a:lnTo>
                <a:lnTo>
                  <a:pt x="0" y="72887"/>
                </a:lnTo>
                <a:close/>
                <a:moveTo>
                  <a:pt x="89085" y="66422"/>
                </a:moveTo>
                <a:cubicBezTo>
                  <a:pt x="89085" y="52451"/>
                  <a:pt x="92968" y="42103"/>
                  <a:pt x="100735" y="35378"/>
                </a:cubicBezTo>
                <a:cubicBezTo>
                  <a:pt x="107223" y="29789"/>
                  <a:pt x="115133" y="26995"/>
                  <a:pt x="124462" y="26995"/>
                </a:cubicBezTo>
                <a:cubicBezTo>
                  <a:pt x="134834" y="26995"/>
                  <a:pt x="143312" y="30393"/>
                  <a:pt x="149895" y="37189"/>
                </a:cubicBezTo>
                <a:cubicBezTo>
                  <a:pt x="156478" y="43986"/>
                  <a:pt x="159769" y="53375"/>
                  <a:pt x="159769" y="65357"/>
                </a:cubicBezTo>
                <a:cubicBezTo>
                  <a:pt x="159769" y="75066"/>
                  <a:pt x="158313" y="82702"/>
                  <a:pt x="155400" y="88267"/>
                </a:cubicBezTo>
                <a:cubicBezTo>
                  <a:pt x="152488" y="93832"/>
                  <a:pt x="148249" y="98154"/>
                  <a:pt x="142684" y="101232"/>
                </a:cubicBezTo>
                <a:cubicBezTo>
                  <a:pt x="137119" y="104311"/>
                  <a:pt x="131046" y="105850"/>
                  <a:pt x="124462" y="105850"/>
                </a:cubicBezTo>
                <a:cubicBezTo>
                  <a:pt x="113901" y="105850"/>
                  <a:pt x="105365" y="102463"/>
                  <a:pt x="98853" y="95691"/>
                </a:cubicBezTo>
                <a:cubicBezTo>
                  <a:pt x="92341" y="88919"/>
                  <a:pt x="89085" y="79162"/>
                  <a:pt x="89085" y="66422"/>
                </a:cubicBezTo>
                <a:moveTo>
                  <a:pt x="102227" y="66387"/>
                </a:moveTo>
                <a:cubicBezTo>
                  <a:pt x="102227" y="76013"/>
                  <a:pt x="104334" y="83220"/>
                  <a:pt x="108549" y="88010"/>
                </a:cubicBezTo>
                <a:cubicBezTo>
                  <a:pt x="112765" y="92799"/>
                  <a:pt x="118069" y="95194"/>
                  <a:pt x="124462" y="95194"/>
                </a:cubicBezTo>
                <a:cubicBezTo>
                  <a:pt x="130809" y="95194"/>
                  <a:pt x="136089" y="92787"/>
                  <a:pt x="140304" y="87974"/>
                </a:cubicBezTo>
                <a:cubicBezTo>
                  <a:pt x="144519" y="83161"/>
                  <a:pt x="146627" y="75824"/>
                  <a:pt x="146627" y="65963"/>
                </a:cubicBezTo>
                <a:cubicBezTo>
                  <a:pt x="146627" y="56667"/>
                  <a:pt x="144508" y="49624"/>
                  <a:pt x="140269" y="44835"/>
                </a:cubicBezTo>
                <a:cubicBezTo>
                  <a:pt x="136030" y="40046"/>
                  <a:pt x="130761" y="37651"/>
                  <a:pt x="124462" y="37651"/>
                </a:cubicBezTo>
                <a:cubicBezTo>
                  <a:pt x="118069" y="37651"/>
                  <a:pt x="112765" y="40034"/>
                  <a:pt x="108549" y="44800"/>
                </a:cubicBezTo>
                <a:cubicBezTo>
                  <a:pt x="104334" y="49565"/>
                  <a:pt x="102227" y="56761"/>
                  <a:pt x="102227" y="66387"/>
                </a:cubicBezTo>
                <a:close/>
                <a:moveTo>
                  <a:pt x="174758" y="133129"/>
                </a:moveTo>
                <a:lnTo>
                  <a:pt x="174758" y="28700"/>
                </a:lnTo>
                <a:lnTo>
                  <a:pt x="186409" y="28700"/>
                </a:lnTo>
                <a:lnTo>
                  <a:pt x="186409" y="38433"/>
                </a:lnTo>
                <a:cubicBezTo>
                  <a:pt x="189155" y="34620"/>
                  <a:pt x="192258" y="31761"/>
                  <a:pt x="195715" y="29855"/>
                </a:cubicBezTo>
                <a:cubicBezTo>
                  <a:pt x="199172" y="27948"/>
                  <a:pt x="203364" y="26995"/>
                  <a:pt x="208289" y="26995"/>
                </a:cubicBezTo>
                <a:cubicBezTo>
                  <a:pt x="214730" y="26995"/>
                  <a:pt x="220413" y="28653"/>
                  <a:pt x="225339" y="31968"/>
                </a:cubicBezTo>
                <a:cubicBezTo>
                  <a:pt x="230264" y="35283"/>
                  <a:pt x="233982" y="39960"/>
                  <a:pt x="236492" y="45998"/>
                </a:cubicBezTo>
                <a:cubicBezTo>
                  <a:pt x="239002" y="52037"/>
                  <a:pt x="240257" y="58655"/>
                  <a:pt x="240257" y="65854"/>
                </a:cubicBezTo>
                <a:cubicBezTo>
                  <a:pt x="240257" y="73574"/>
                  <a:pt x="238872" y="80524"/>
                  <a:pt x="236101" y="86704"/>
                </a:cubicBezTo>
                <a:cubicBezTo>
                  <a:pt x="233331" y="92885"/>
                  <a:pt x="229305" y="97621"/>
                  <a:pt x="224024" y="100912"/>
                </a:cubicBezTo>
                <a:cubicBezTo>
                  <a:pt x="218744" y="104204"/>
                  <a:pt x="213191" y="105850"/>
                  <a:pt x="207365" y="105850"/>
                </a:cubicBezTo>
                <a:cubicBezTo>
                  <a:pt x="203103" y="105850"/>
                  <a:pt x="199279" y="104938"/>
                  <a:pt x="195892" y="103115"/>
                </a:cubicBezTo>
                <a:cubicBezTo>
                  <a:pt x="192506" y="101290"/>
                  <a:pt x="189724" y="98985"/>
                  <a:pt x="187545" y="96202"/>
                </a:cubicBezTo>
                <a:lnTo>
                  <a:pt x="187545" y="133129"/>
                </a:lnTo>
                <a:lnTo>
                  <a:pt x="174758" y="133129"/>
                </a:lnTo>
                <a:moveTo>
                  <a:pt x="186338" y="66742"/>
                </a:moveTo>
                <a:cubicBezTo>
                  <a:pt x="186338" y="76439"/>
                  <a:pt x="188303" y="83605"/>
                  <a:pt x="192234" y="88241"/>
                </a:cubicBezTo>
                <a:cubicBezTo>
                  <a:pt x="196165" y="92876"/>
                  <a:pt x="200924" y="95194"/>
                  <a:pt x="206513" y="95194"/>
                </a:cubicBezTo>
                <a:cubicBezTo>
                  <a:pt x="212196" y="95194"/>
                  <a:pt x="217062" y="92793"/>
                  <a:pt x="221112" y="87992"/>
                </a:cubicBezTo>
                <a:cubicBezTo>
                  <a:pt x="225161" y="83191"/>
                  <a:pt x="227186" y="75752"/>
                  <a:pt x="227186" y="65677"/>
                </a:cubicBezTo>
                <a:cubicBezTo>
                  <a:pt x="227186" y="56074"/>
                  <a:pt x="225208" y="48884"/>
                  <a:pt x="221254" y="44107"/>
                </a:cubicBezTo>
                <a:cubicBezTo>
                  <a:pt x="217299" y="39330"/>
                  <a:pt x="212575" y="36941"/>
                  <a:pt x="207081" y="36941"/>
                </a:cubicBezTo>
                <a:cubicBezTo>
                  <a:pt x="201635" y="36941"/>
                  <a:pt x="196816" y="39483"/>
                  <a:pt x="192625" y="44569"/>
                </a:cubicBezTo>
                <a:cubicBezTo>
                  <a:pt x="188433" y="49654"/>
                  <a:pt x="186338" y="57045"/>
                  <a:pt x="186338" y="66742"/>
                </a:cubicBezTo>
                <a:close/>
                <a:moveTo>
                  <a:pt x="307319" y="79849"/>
                </a:moveTo>
                <a:lnTo>
                  <a:pt x="320533" y="81483"/>
                </a:lnTo>
                <a:cubicBezTo>
                  <a:pt x="318449" y="89203"/>
                  <a:pt x="314589" y="95194"/>
                  <a:pt x="308953" y="99456"/>
                </a:cubicBezTo>
                <a:cubicBezTo>
                  <a:pt x="303317" y="103719"/>
                  <a:pt x="296118" y="105850"/>
                  <a:pt x="287357" y="105850"/>
                </a:cubicBezTo>
                <a:cubicBezTo>
                  <a:pt x="276322" y="105850"/>
                  <a:pt x="267572" y="102452"/>
                  <a:pt x="261108" y="95655"/>
                </a:cubicBezTo>
                <a:cubicBezTo>
                  <a:pt x="254643" y="88859"/>
                  <a:pt x="251411" y="79328"/>
                  <a:pt x="251411" y="67062"/>
                </a:cubicBezTo>
                <a:cubicBezTo>
                  <a:pt x="251411" y="54369"/>
                  <a:pt x="254678" y="44518"/>
                  <a:pt x="261214" y="37509"/>
                </a:cubicBezTo>
                <a:cubicBezTo>
                  <a:pt x="267750" y="30500"/>
                  <a:pt x="276227" y="26995"/>
                  <a:pt x="286646" y="26995"/>
                </a:cubicBezTo>
                <a:cubicBezTo>
                  <a:pt x="296734" y="26995"/>
                  <a:pt x="304975" y="30424"/>
                  <a:pt x="311368" y="37280"/>
                </a:cubicBezTo>
                <a:cubicBezTo>
                  <a:pt x="317762" y="44136"/>
                  <a:pt x="320959" y="53781"/>
                  <a:pt x="320959" y="66216"/>
                </a:cubicBezTo>
                <a:cubicBezTo>
                  <a:pt x="320959" y="66972"/>
                  <a:pt x="320935" y="68107"/>
                  <a:pt x="320888" y="69619"/>
                </a:cubicBezTo>
                <a:lnTo>
                  <a:pt x="264624" y="69619"/>
                </a:lnTo>
                <a:cubicBezTo>
                  <a:pt x="265098" y="77884"/>
                  <a:pt x="267442" y="84212"/>
                  <a:pt x="271657" y="88605"/>
                </a:cubicBezTo>
                <a:cubicBezTo>
                  <a:pt x="275872" y="92997"/>
                  <a:pt x="281129" y="95194"/>
                  <a:pt x="287428" y="95194"/>
                </a:cubicBezTo>
                <a:cubicBezTo>
                  <a:pt x="292117" y="95194"/>
                  <a:pt x="296118" y="93974"/>
                  <a:pt x="299434" y="91535"/>
                </a:cubicBezTo>
                <a:cubicBezTo>
                  <a:pt x="302749" y="89095"/>
                  <a:pt x="305377" y="85199"/>
                  <a:pt x="307319" y="79849"/>
                </a:cubicBezTo>
                <a:moveTo>
                  <a:pt x="265334" y="58963"/>
                </a:moveTo>
                <a:lnTo>
                  <a:pt x="307461" y="58963"/>
                </a:lnTo>
                <a:cubicBezTo>
                  <a:pt x="306893" y="52721"/>
                  <a:pt x="305283" y="48039"/>
                  <a:pt x="302630" y="44917"/>
                </a:cubicBezTo>
                <a:cubicBezTo>
                  <a:pt x="298558" y="40073"/>
                  <a:pt x="293277" y="37651"/>
                  <a:pt x="286789" y="37651"/>
                </a:cubicBezTo>
                <a:cubicBezTo>
                  <a:pt x="280916" y="37651"/>
                  <a:pt x="275979" y="39585"/>
                  <a:pt x="271977" y="43452"/>
                </a:cubicBezTo>
                <a:cubicBezTo>
                  <a:pt x="267975" y="47318"/>
                  <a:pt x="265761" y="52488"/>
                  <a:pt x="265334" y="58963"/>
                </a:cubicBezTo>
                <a:close/>
                <a:moveTo>
                  <a:pt x="336588" y="104145"/>
                </a:moveTo>
                <a:lnTo>
                  <a:pt x="336588" y="28700"/>
                </a:lnTo>
                <a:lnTo>
                  <a:pt x="348096" y="28700"/>
                </a:lnTo>
                <a:lnTo>
                  <a:pt x="348096" y="39356"/>
                </a:lnTo>
                <a:cubicBezTo>
                  <a:pt x="353637" y="31116"/>
                  <a:pt x="361641" y="26995"/>
                  <a:pt x="372108" y="26995"/>
                </a:cubicBezTo>
                <a:cubicBezTo>
                  <a:pt x="376654" y="26995"/>
                  <a:pt x="380834" y="27812"/>
                  <a:pt x="384646" y="29446"/>
                </a:cubicBezTo>
                <a:cubicBezTo>
                  <a:pt x="388459" y="31080"/>
                  <a:pt x="391312" y="33223"/>
                  <a:pt x="393207" y="35875"/>
                </a:cubicBezTo>
                <a:cubicBezTo>
                  <a:pt x="395101" y="38527"/>
                  <a:pt x="396427" y="41677"/>
                  <a:pt x="397185" y="45324"/>
                </a:cubicBezTo>
                <a:cubicBezTo>
                  <a:pt x="397658" y="47692"/>
                  <a:pt x="397895" y="51836"/>
                  <a:pt x="397895" y="57756"/>
                </a:cubicBezTo>
                <a:lnTo>
                  <a:pt x="397895" y="104145"/>
                </a:lnTo>
                <a:lnTo>
                  <a:pt x="385108" y="104145"/>
                </a:lnTo>
                <a:lnTo>
                  <a:pt x="385108" y="58204"/>
                </a:lnTo>
                <a:cubicBezTo>
                  <a:pt x="385108" y="52988"/>
                  <a:pt x="384611" y="49089"/>
                  <a:pt x="383616" y="46505"/>
                </a:cubicBezTo>
                <a:cubicBezTo>
                  <a:pt x="382622" y="43921"/>
                  <a:pt x="380857" y="41858"/>
                  <a:pt x="378324" y="40317"/>
                </a:cubicBezTo>
                <a:cubicBezTo>
                  <a:pt x="375790" y="38777"/>
                  <a:pt x="372818" y="38006"/>
                  <a:pt x="369408" y="38006"/>
                </a:cubicBezTo>
                <a:cubicBezTo>
                  <a:pt x="363962" y="38006"/>
                  <a:pt x="359261" y="39737"/>
                  <a:pt x="355307" y="43199"/>
                </a:cubicBezTo>
                <a:cubicBezTo>
                  <a:pt x="351352" y="46659"/>
                  <a:pt x="349375" y="53225"/>
                  <a:pt x="349375" y="62897"/>
                </a:cubicBezTo>
                <a:lnTo>
                  <a:pt x="349375" y="104145"/>
                </a:lnTo>
                <a:lnTo>
                  <a:pt x="336588" y="104145"/>
                </a:lnTo>
                <a:close/>
                <a:moveTo>
                  <a:pt x="407698" y="104145"/>
                </a:moveTo>
                <a:lnTo>
                  <a:pt x="447694" y="0"/>
                </a:lnTo>
                <a:lnTo>
                  <a:pt x="462541" y="0"/>
                </a:lnTo>
                <a:lnTo>
                  <a:pt x="505165" y="104145"/>
                </a:lnTo>
                <a:lnTo>
                  <a:pt x="489465" y="104145"/>
                </a:lnTo>
                <a:lnTo>
                  <a:pt x="477318" y="72745"/>
                </a:lnTo>
                <a:lnTo>
                  <a:pt x="433770" y="72745"/>
                </a:lnTo>
                <a:lnTo>
                  <a:pt x="422333" y="104145"/>
                </a:lnTo>
                <a:lnTo>
                  <a:pt x="407698" y="104145"/>
                </a:lnTo>
                <a:moveTo>
                  <a:pt x="437748" y="61379"/>
                </a:moveTo>
                <a:lnTo>
                  <a:pt x="473055" y="61379"/>
                </a:lnTo>
                <a:lnTo>
                  <a:pt x="462186" y="32536"/>
                </a:lnTo>
                <a:cubicBezTo>
                  <a:pt x="458871" y="23775"/>
                  <a:pt x="456408" y="16576"/>
                  <a:pt x="454798" y="10940"/>
                </a:cubicBezTo>
                <a:cubicBezTo>
                  <a:pt x="453472" y="17618"/>
                  <a:pt x="451601" y="24248"/>
                  <a:pt x="449186" y="30831"/>
                </a:cubicBezTo>
                <a:lnTo>
                  <a:pt x="437748" y="61379"/>
                </a:lnTo>
                <a:close/>
                <a:moveTo>
                  <a:pt x="518520" y="104145"/>
                </a:moveTo>
                <a:lnTo>
                  <a:pt x="518520" y="0"/>
                </a:lnTo>
                <a:lnTo>
                  <a:pt x="532302" y="0"/>
                </a:lnTo>
                <a:lnTo>
                  <a:pt x="532302" y="104145"/>
                </a:lnTo>
                <a:lnTo>
                  <a:pt x="518520" y="104145"/>
                </a:lnTo>
                <a:close/>
                <a:moveTo>
                  <a:pt x="624938" y="0"/>
                </a:moveTo>
                <a:lnTo>
                  <a:pt x="638720" y="0"/>
                </a:lnTo>
                <a:lnTo>
                  <a:pt x="638720" y="60131"/>
                </a:lnTo>
                <a:cubicBezTo>
                  <a:pt x="638720" y="70590"/>
                  <a:pt x="637536" y="78896"/>
                  <a:pt x="635168" y="85048"/>
                </a:cubicBezTo>
                <a:cubicBezTo>
                  <a:pt x="632800" y="91201"/>
                  <a:pt x="628526" y="96206"/>
                  <a:pt x="622345" y="100064"/>
                </a:cubicBezTo>
                <a:cubicBezTo>
                  <a:pt x="616165" y="103921"/>
                  <a:pt x="608054" y="105850"/>
                  <a:pt x="598014" y="105850"/>
                </a:cubicBezTo>
                <a:cubicBezTo>
                  <a:pt x="588258" y="105850"/>
                  <a:pt x="580278" y="104170"/>
                  <a:pt x="574074" y="100810"/>
                </a:cubicBezTo>
                <a:cubicBezTo>
                  <a:pt x="567869" y="97449"/>
                  <a:pt x="563441" y="92586"/>
                  <a:pt x="560789" y="86220"/>
                </a:cubicBezTo>
                <a:cubicBezTo>
                  <a:pt x="558137" y="79855"/>
                  <a:pt x="556811" y="71158"/>
                  <a:pt x="556811" y="60131"/>
                </a:cubicBezTo>
                <a:lnTo>
                  <a:pt x="556811" y="0"/>
                </a:lnTo>
                <a:lnTo>
                  <a:pt x="570593" y="0"/>
                </a:lnTo>
                <a:lnTo>
                  <a:pt x="570593" y="60053"/>
                </a:lnTo>
                <a:cubicBezTo>
                  <a:pt x="570593" y="69093"/>
                  <a:pt x="571433" y="75755"/>
                  <a:pt x="573115" y="80038"/>
                </a:cubicBezTo>
                <a:cubicBezTo>
                  <a:pt x="574796" y="84319"/>
                  <a:pt x="577685" y="87620"/>
                  <a:pt x="581781" y="89939"/>
                </a:cubicBezTo>
                <a:cubicBezTo>
                  <a:pt x="585878" y="92258"/>
                  <a:pt x="590886" y="93418"/>
                  <a:pt x="596806" y="93418"/>
                </a:cubicBezTo>
                <a:cubicBezTo>
                  <a:pt x="606941" y="93418"/>
                  <a:pt x="614164" y="91123"/>
                  <a:pt x="618474" y="86533"/>
                </a:cubicBezTo>
                <a:cubicBezTo>
                  <a:pt x="622783" y="81943"/>
                  <a:pt x="624938" y="73116"/>
                  <a:pt x="624938" y="60053"/>
                </a:cubicBezTo>
                <a:lnTo>
                  <a:pt x="624938" y="0"/>
                </a:lnTo>
                <a:close/>
                <a:moveTo>
                  <a:pt x="661880" y="104145"/>
                </a:moveTo>
                <a:lnTo>
                  <a:pt x="661880" y="0"/>
                </a:lnTo>
                <a:lnTo>
                  <a:pt x="708056" y="0"/>
                </a:lnTo>
                <a:cubicBezTo>
                  <a:pt x="717338" y="0"/>
                  <a:pt x="724395" y="935"/>
                  <a:pt x="729226" y="2804"/>
                </a:cubicBezTo>
                <a:cubicBezTo>
                  <a:pt x="734056" y="4672"/>
                  <a:pt x="737916" y="7971"/>
                  <a:pt x="740805" y="12701"/>
                </a:cubicBezTo>
                <a:cubicBezTo>
                  <a:pt x="743694" y="17431"/>
                  <a:pt x="745139" y="22657"/>
                  <a:pt x="745139" y="28381"/>
                </a:cubicBezTo>
                <a:cubicBezTo>
                  <a:pt x="745139" y="35760"/>
                  <a:pt x="742747" y="41980"/>
                  <a:pt x="737964" y="47042"/>
                </a:cubicBezTo>
                <a:cubicBezTo>
                  <a:pt x="733180" y="52102"/>
                  <a:pt x="725792" y="55318"/>
                  <a:pt x="715799" y="56690"/>
                </a:cubicBezTo>
                <a:cubicBezTo>
                  <a:pt x="719446" y="58445"/>
                  <a:pt x="722216" y="60177"/>
                  <a:pt x="724111" y="61885"/>
                </a:cubicBezTo>
                <a:cubicBezTo>
                  <a:pt x="728136" y="65583"/>
                  <a:pt x="731949" y="70208"/>
                  <a:pt x="735548" y="75758"/>
                </a:cubicBezTo>
                <a:lnTo>
                  <a:pt x="753663" y="104145"/>
                </a:lnTo>
                <a:lnTo>
                  <a:pt x="736330" y="104145"/>
                </a:lnTo>
                <a:lnTo>
                  <a:pt x="722548" y="82444"/>
                </a:lnTo>
                <a:cubicBezTo>
                  <a:pt x="718522" y="76184"/>
                  <a:pt x="715207" y="71394"/>
                  <a:pt x="712602" y="68074"/>
                </a:cubicBezTo>
                <a:cubicBezTo>
                  <a:pt x="709997" y="64753"/>
                  <a:pt x="707665" y="62429"/>
                  <a:pt x="705605" y="61101"/>
                </a:cubicBezTo>
                <a:cubicBezTo>
                  <a:pt x="703545" y="59772"/>
                  <a:pt x="701449" y="58846"/>
                  <a:pt x="699318" y="58324"/>
                </a:cubicBezTo>
                <a:cubicBezTo>
                  <a:pt x="697755" y="57992"/>
                  <a:pt x="695197" y="57827"/>
                  <a:pt x="691645" y="57827"/>
                </a:cubicBezTo>
                <a:lnTo>
                  <a:pt x="675661" y="57827"/>
                </a:lnTo>
                <a:lnTo>
                  <a:pt x="675661" y="104145"/>
                </a:lnTo>
                <a:lnTo>
                  <a:pt x="661880" y="104145"/>
                </a:lnTo>
                <a:moveTo>
                  <a:pt x="675661" y="45892"/>
                </a:moveTo>
                <a:lnTo>
                  <a:pt x="705285" y="45892"/>
                </a:lnTo>
                <a:cubicBezTo>
                  <a:pt x="711584" y="45892"/>
                  <a:pt x="716509" y="45242"/>
                  <a:pt x="720061" y="43943"/>
                </a:cubicBezTo>
                <a:cubicBezTo>
                  <a:pt x="723613" y="42643"/>
                  <a:pt x="726313" y="40564"/>
                  <a:pt x="728160" y="37705"/>
                </a:cubicBezTo>
                <a:cubicBezTo>
                  <a:pt x="730007" y="34845"/>
                  <a:pt x="730931" y="31737"/>
                  <a:pt x="730931" y="28381"/>
                </a:cubicBezTo>
                <a:cubicBezTo>
                  <a:pt x="730931" y="23465"/>
                  <a:pt x="729143" y="19425"/>
                  <a:pt x="725567" y="16259"/>
                </a:cubicBezTo>
                <a:cubicBezTo>
                  <a:pt x="721991" y="13092"/>
                  <a:pt x="716344" y="11508"/>
                  <a:pt x="708624" y="11508"/>
                </a:cubicBezTo>
                <a:lnTo>
                  <a:pt x="675661" y="11508"/>
                </a:lnTo>
                <a:lnTo>
                  <a:pt x="675661" y="45892"/>
                </a:lnTo>
                <a:close/>
                <a:moveTo>
                  <a:pt x="766166" y="104145"/>
                </a:moveTo>
                <a:lnTo>
                  <a:pt x="766166" y="0"/>
                </a:lnTo>
                <a:lnTo>
                  <a:pt x="779948" y="0"/>
                </a:lnTo>
                <a:lnTo>
                  <a:pt x="779948" y="91855"/>
                </a:lnTo>
                <a:lnTo>
                  <a:pt x="831239" y="91855"/>
                </a:lnTo>
                <a:lnTo>
                  <a:pt x="831239" y="104145"/>
                </a:lnTo>
                <a:lnTo>
                  <a:pt x="766166" y="104145"/>
                </a:lnTo>
                <a:close/>
                <a:moveTo>
                  <a:pt x="849567" y="43334"/>
                </a:moveTo>
                <a:lnTo>
                  <a:pt x="849567" y="28700"/>
                </a:lnTo>
                <a:lnTo>
                  <a:pt x="864130" y="28700"/>
                </a:lnTo>
                <a:lnTo>
                  <a:pt x="864130" y="43334"/>
                </a:lnTo>
                <a:lnTo>
                  <a:pt x="849567" y="43334"/>
                </a:lnTo>
                <a:moveTo>
                  <a:pt x="849567" y="104145"/>
                </a:moveTo>
                <a:lnTo>
                  <a:pt x="849567" y="89511"/>
                </a:lnTo>
                <a:lnTo>
                  <a:pt x="864130" y="89511"/>
                </a:lnTo>
                <a:lnTo>
                  <a:pt x="864130" y="104145"/>
                </a:lnTo>
                <a:lnTo>
                  <a:pt x="849567" y="104145"/>
                </a:lnTo>
                <a:close/>
                <a:moveTo>
                  <a:pt x="996833" y="0"/>
                </a:moveTo>
                <a:lnTo>
                  <a:pt x="1010615" y="0"/>
                </a:lnTo>
                <a:lnTo>
                  <a:pt x="1010615" y="60131"/>
                </a:lnTo>
                <a:cubicBezTo>
                  <a:pt x="1010615" y="70590"/>
                  <a:pt x="1009431" y="78896"/>
                  <a:pt x="1007063" y="85048"/>
                </a:cubicBezTo>
                <a:cubicBezTo>
                  <a:pt x="1004695" y="91201"/>
                  <a:pt x="1000421" y="96206"/>
                  <a:pt x="994240" y="100064"/>
                </a:cubicBezTo>
                <a:cubicBezTo>
                  <a:pt x="988060" y="103921"/>
                  <a:pt x="979949" y="105850"/>
                  <a:pt x="969909" y="105850"/>
                </a:cubicBezTo>
                <a:cubicBezTo>
                  <a:pt x="960153" y="105850"/>
                  <a:pt x="952173" y="104170"/>
                  <a:pt x="945968" y="100810"/>
                </a:cubicBezTo>
                <a:cubicBezTo>
                  <a:pt x="939764" y="97449"/>
                  <a:pt x="935336" y="92586"/>
                  <a:pt x="932684" y="86220"/>
                </a:cubicBezTo>
                <a:cubicBezTo>
                  <a:pt x="930032" y="79855"/>
                  <a:pt x="928706" y="71158"/>
                  <a:pt x="928706" y="60131"/>
                </a:cubicBezTo>
                <a:lnTo>
                  <a:pt x="928706" y="0"/>
                </a:lnTo>
                <a:lnTo>
                  <a:pt x="942487" y="0"/>
                </a:lnTo>
                <a:lnTo>
                  <a:pt x="942487" y="60053"/>
                </a:lnTo>
                <a:cubicBezTo>
                  <a:pt x="942487" y="69093"/>
                  <a:pt x="943328" y="75755"/>
                  <a:pt x="945009" y="80038"/>
                </a:cubicBezTo>
                <a:cubicBezTo>
                  <a:pt x="946691" y="84319"/>
                  <a:pt x="949580" y="87620"/>
                  <a:pt x="953676" y="89939"/>
                </a:cubicBezTo>
                <a:cubicBezTo>
                  <a:pt x="957773" y="92258"/>
                  <a:pt x="962781" y="93418"/>
                  <a:pt x="968701" y="93418"/>
                </a:cubicBezTo>
                <a:cubicBezTo>
                  <a:pt x="978836" y="93418"/>
                  <a:pt x="986059" y="91123"/>
                  <a:pt x="990368" y="86533"/>
                </a:cubicBezTo>
                <a:cubicBezTo>
                  <a:pt x="994678" y="81943"/>
                  <a:pt x="996833" y="73116"/>
                  <a:pt x="996833" y="60053"/>
                </a:cubicBezTo>
                <a:lnTo>
                  <a:pt x="996833" y="0"/>
                </a:lnTo>
                <a:close/>
                <a:moveTo>
                  <a:pt x="1033773" y="104145"/>
                </a:moveTo>
                <a:lnTo>
                  <a:pt x="1033773" y="0"/>
                </a:lnTo>
                <a:lnTo>
                  <a:pt x="1079949" y="0"/>
                </a:lnTo>
                <a:cubicBezTo>
                  <a:pt x="1089232" y="0"/>
                  <a:pt x="1096289" y="935"/>
                  <a:pt x="1101119" y="2804"/>
                </a:cubicBezTo>
                <a:cubicBezTo>
                  <a:pt x="1105950" y="4672"/>
                  <a:pt x="1109810" y="7971"/>
                  <a:pt x="1112699" y="12701"/>
                </a:cubicBezTo>
                <a:cubicBezTo>
                  <a:pt x="1115588" y="17431"/>
                  <a:pt x="1117032" y="22657"/>
                  <a:pt x="1117032" y="28381"/>
                </a:cubicBezTo>
                <a:cubicBezTo>
                  <a:pt x="1117032" y="35760"/>
                  <a:pt x="1114641" y="41980"/>
                  <a:pt x="1109857" y="47042"/>
                </a:cubicBezTo>
                <a:cubicBezTo>
                  <a:pt x="1105074" y="52102"/>
                  <a:pt x="1097686" y="55318"/>
                  <a:pt x="1087693" y="56690"/>
                </a:cubicBezTo>
                <a:cubicBezTo>
                  <a:pt x="1091339" y="58445"/>
                  <a:pt x="1094110" y="60177"/>
                  <a:pt x="1096004" y="61885"/>
                </a:cubicBezTo>
                <a:cubicBezTo>
                  <a:pt x="1100030" y="65583"/>
                  <a:pt x="1103843" y="70208"/>
                  <a:pt x="1107442" y="75758"/>
                </a:cubicBezTo>
                <a:lnTo>
                  <a:pt x="1125557" y="104145"/>
                </a:lnTo>
                <a:lnTo>
                  <a:pt x="1108223" y="104145"/>
                </a:lnTo>
                <a:lnTo>
                  <a:pt x="1094442" y="82444"/>
                </a:lnTo>
                <a:cubicBezTo>
                  <a:pt x="1090416" y="76184"/>
                  <a:pt x="1087101" y="71394"/>
                  <a:pt x="1084496" y="68074"/>
                </a:cubicBezTo>
                <a:cubicBezTo>
                  <a:pt x="1081891" y="64753"/>
                  <a:pt x="1079559" y="62429"/>
                  <a:pt x="1077499" y="61101"/>
                </a:cubicBezTo>
                <a:cubicBezTo>
                  <a:pt x="1075438" y="59772"/>
                  <a:pt x="1073343" y="58846"/>
                  <a:pt x="1071211" y="58324"/>
                </a:cubicBezTo>
                <a:cubicBezTo>
                  <a:pt x="1069649" y="57992"/>
                  <a:pt x="1067091" y="57827"/>
                  <a:pt x="1063539" y="57827"/>
                </a:cubicBezTo>
                <a:lnTo>
                  <a:pt x="1047555" y="57827"/>
                </a:lnTo>
                <a:lnTo>
                  <a:pt x="1047555" y="104145"/>
                </a:lnTo>
                <a:lnTo>
                  <a:pt x="1033773" y="104145"/>
                </a:lnTo>
                <a:moveTo>
                  <a:pt x="1047555" y="45892"/>
                </a:moveTo>
                <a:lnTo>
                  <a:pt x="1077179" y="45892"/>
                </a:lnTo>
                <a:cubicBezTo>
                  <a:pt x="1083478" y="45892"/>
                  <a:pt x="1088403" y="45242"/>
                  <a:pt x="1091955" y="43943"/>
                </a:cubicBezTo>
                <a:cubicBezTo>
                  <a:pt x="1095507" y="42643"/>
                  <a:pt x="1098207" y="40564"/>
                  <a:pt x="1100054" y="37705"/>
                </a:cubicBezTo>
                <a:cubicBezTo>
                  <a:pt x="1101901" y="34845"/>
                  <a:pt x="1102824" y="31737"/>
                  <a:pt x="1102824" y="28381"/>
                </a:cubicBezTo>
                <a:cubicBezTo>
                  <a:pt x="1102824" y="23465"/>
                  <a:pt x="1101036" y="19425"/>
                  <a:pt x="1097461" y="16259"/>
                </a:cubicBezTo>
                <a:cubicBezTo>
                  <a:pt x="1093885" y="13092"/>
                  <a:pt x="1088237" y="11508"/>
                  <a:pt x="1080518" y="11508"/>
                </a:cubicBezTo>
                <a:lnTo>
                  <a:pt x="1047555" y="11508"/>
                </a:lnTo>
                <a:lnTo>
                  <a:pt x="1047555" y="45892"/>
                </a:lnTo>
                <a:close/>
                <a:moveTo>
                  <a:pt x="1138060" y="104145"/>
                </a:moveTo>
                <a:lnTo>
                  <a:pt x="1138060" y="0"/>
                </a:lnTo>
                <a:lnTo>
                  <a:pt x="1151842" y="0"/>
                </a:lnTo>
                <a:lnTo>
                  <a:pt x="1151842" y="91855"/>
                </a:lnTo>
                <a:lnTo>
                  <a:pt x="1203133" y="91855"/>
                </a:lnTo>
                <a:lnTo>
                  <a:pt x="1203133" y="104145"/>
                </a:lnTo>
                <a:lnTo>
                  <a:pt x="1138060" y="10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18B25-DF5A-4CBF-9607-275D00F0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6609421"/>
            <a:ext cx="1476788" cy="10"/>
          </a:xfrm>
          <a:custGeom xmlns:a="http://schemas.openxmlformats.org/drawingml/2006/main">
            <a:pathLst>
              <a:path w="1476788" h="1" fill="none">
                <a:moveTo>
                  <a:pt x="0" y="0"/>
                </a:moveTo>
                <a:lnTo>
                  <a:pt x="14767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290E4-BA6B-48D6-8FE9-A257F17F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7" y="4747836"/>
            <a:ext cx="1965585" cy="270399"/>
          </a:xfrm>
          <a:custGeom xmlns:a="http://schemas.openxmlformats.org/drawingml/2006/main">
            <a:pathLst>
              <a:path w="1965585" h="270399">
                <a:moveTo>
                  <a:pt x="0" y="270399"/>
                </a:moveTo>
                <a:lnTo>
                  <a:pt x="0" y="0"/>
                </a:lnTo>
                <a:lnTo>
                  <a:pt x="1965585" y="0"/>
                </a:lnTo>
                <a:lnTo>
                  <a:pt x="1965585" y="27039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17968-3CA2-4709-9F52-99E6D0FB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4747836"/>
            <a:ext cx="1965585" cy="270398"/>
          </a:xfrm>
          <a:custGeom xmlns:a="http://schemas.openxmlformats.org/drawingml/2006/main">
            <a:pathLst>
              <a:path w="1965585" h="270398" fill="none">
                <a:moveTo>
                  <a:pt x="0" y="270398"/>
                </a:moveTo>
                <a:lnTo>
                  <a:pt x="0" y="0"/>
                </a:lnTo>
                <a:lnTo>
                  <a:pt x="1965585" y="0"/>
                </a:lnTo>
                <a:lnTo>
                  <a:pt x="1965585" y="270398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DFC49-2CBE-4B14-8C8C-AEEE44DD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5018234"/>
            <a:ext cx="1965585" cy="1164791"/>
          </a:xfrm>
          <a:custGeom xmlns:a="http://schemas.openxmlformats.org/drawingml/2006/main">
            <a:pathLst>
              <a:path w="1965585" h="1164791" fill="none">
                <a:moveTo>
                  <a:pt x="0" y="0"/>
                </a:moveTo>
                <a:lnTo>
                  <a:pt x="0" y="1164791"/>
                </a:lnTo>
                <a:lnTo>
                  <a:pt x="1965585" y="1164791"/>
                </a:lnTo>
                <a:lnTo>
                  <a:pt x="19655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76F48-79F5-4460-8E38-CC2AEE69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5018234"/>
            <a:ext cx="1965585" cy="10"/>
          </a:xfrm>
          <a:custGeom xmlns:a="http://schemas.openxmlformats.org/drawingml/2006/main">
            <a:pathLst>
              <a:path w="1965585" h="1" fill="none">
                <a:moveTo>
                  <a:pt x="0" y="0"/>
                </a:moveTo>
                <a:lnTo>
                  <a:pt x="19655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51" name="Text LLMCallerConfiguration">
            <a:extLst xmlns:a="http://schemas.openxmlformats.org/drawingml/2006/main">
              <a:ext uri="{FF2B5EF4-FFF2-40B4-BE49-F238E27FC236}">
                <a16:creationId xmlns:a16="http://schemas.microsoft.com/office/drawing/2014/main" id="{BC165655-DEBE-42E7-B49F-A6909B43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88" y="4844592"/>
            <a:ext cx="1507750" cy="136681"/>
          </a:xfrm>
          <a:custGeom xmlns:a="http://schemas.openxmlformats.org/drawingml/2006/main">
            <a:pathLst>
              <a:path w="1507750" h="136681">
                <a:moveTo>
                  <a:pt x="0" y="105992"/>
                </a:moveTo>
                <a:lnTo>
                  <a:pt x="0" y="1847"/>
                </a:lnTo>
                <a:lnTo>
                  <a:pt x="13782" y="1847"/>
                </a:lnTo>
                <a:lnTo>
                  <a:pt x="13782" y="93702"/>
                </a:lnTo>
                <a:lnTo>
                  <a:pt x="65073" y="93702"/>
                </a:lnTo>
                <a:lnTo>
                  <a:pt x="65073" y="105992"/>
                </a:lnTo>
                <a:lnTo>
                  <a:pt x="0" y="105992"/>
                </a:lnTo>
                <a:close/>
                <a:moveTo>
                  <a:pt x="80916" y="105992"/>
                </a:moveTo>
                <a:lnTo>
                  <a:pt x="80916" y="1847"/>
                </a:lnTo>
                <a:lnTo>
                  <a:pt x="94697" y="1847"/>
                </a:lnTo>
                <a:lnTo>
                  <a:pt x="94697" y="93702"/>
                </a:lnTo>
                <a:lnTo>
                  <a:pt x="145988" y="93702"/>
                </a:lnTo>
                <a:lnTo>
                  <a:pt x="145988" y="105992"/>
                </a:lnTo>
                <a:lnTo>
                  <a:pt x="80916" y="105992"/>
                </a:lnTo>
                <a:close/>
                <a:moveTo>
                  <a:pt x="161962" y="105992"/>
                </a:moveTo>
                <a:lnTo>
                  <a:pt x="161962" y="1847"/>
                </a:lnTo>
                <a:lnTo>
                  <a:pt x="182706" y="1847"/>
                </a:lnTo>
                <a:lnTo>
                  <a:pt x="207357" y="75587"/>
                </a:lnTo>
                <a:cubicBezTo>
                  <a:pt x="209630" y="82454"/>
                  <a:pt x="211288" y="87592"/>
                  <a:pt x="212330" y="91002"/>
                </a:cubicBezTo>
                <a:cubicBezTo>
                  <a:pt x="213514" y="87214"/>
                  <a:pt x="215361" y="81649"/>
                  <a:pt x="217871" y="74308"/>
                </a:cubicBezTo>
                <a:lnTo>
                  <a:pt x="242806" y="1847"/>
                </a:lnTo>
                <a:lnTo>
                  <a:pt x="261347" y="1847"/>
                </a:lnTo>
                <a:lnTo>
                  <a:pt x="261347" y="105992"/>
                </a:lnTo>
                <a:lnTo>
                  <a:pt x="248063" y="105992"/>
                </a:lnTo>
                <a:lnTo>
                  <a:pt x="248063" y="18826"/>
                </a:lnTo>
                <a:lnTo>
                  <a:pt x="217800" y="105992"/>
                </a:lnTo>
                <a:lnTo>
                  <a:pt x="205368" y="105992"/>
                </a:lnTo>
                <a:lnTo>
                  <a:pt x="175247" y="17334"/>
                </a:lnTo>
                <a:lnTo>
                  <a:pt x="175247" y="105992"/>
                </a:lnTo>
                <a:lnTo>
                  <a:pt x="161962" y="105992"/>
                </a:lnTo>
                <a:close/>
                <a:moveTo>
                  <a:pt x="357898" y="69335"/>
                </a:moveTo>
                <a:lnTo>
                  <a:pt x="371679" y="72816"/>
                </a:lnTo>
                <a:cubicBezTo>
                  <a:pt x="368790" y="84159"/>
                  <a:pt x="363593" y="92808"/>
                  <a:pt x="356086" y="98763"/>
                </a:cubicBezTo>
                <a:cubicBezTo>
                  <a:pt x="348580" y="104719"/>
                  <a:pt x="339404" y="107697"/>
                  <a:pt x="328558" y="107697"/>
                </a:cubicBezTo>
                <a:cubicBezTo>
                  <a:pt x="317334" y="107697"/>
                  <a:pt x="308205" y="105412"/>
                  <a:pt x="301172" y="100841"/>
                </a:cubicBezTo>
                <a:cubicBezTo>
                  <a:pt x="294139" y="96271"/>
                  <a:pt x="288788" y="89653"/>
                  <a:pt x="285117" y="80986"/>
                </a:cubicBezTo>
                <a:cubicBezTo>
                  <a:pt x="281447" y="72319"/>
                  <a:pt x="279612" y="63013"/>
                  <a:pt x="279612" y="53067"/>
                </a:cubicBezTo>
                <a:cubicBezTo>
                  <a:pt x="279612" y="42221"/>
                  <a:pt x="281684" y="32761"/>
                  <a:pt x="285828" y="24686"/>
                </a:cubicBezTo>
                <a:cubicBezTo>
                  <a:pt x="289972" y="16612"/>
                  <a:pt x="295868" y="10478"/>
                  <a:pt x="303516" y="6287"/>
                </a:cubicBezTo>
                <a:cubicBezTo>
                  <a:pt x="311165" y="2096"/>
                  <a:pt x="319583" y="0"/>
                  <a:pt x="328771" y="0"/>
                </a:cubicBezTo>
                <a:cubicBezTo>
                  <a:pt x="339190" y="0"/>
                  <a:pt x="347952" y="2652"/>
                  <a:pt x="355056" y="7956"/>
                </a:cubicBezTo>
                <a:cubicBezTo>
                  <a:pt x="362160" y="13261"/>
                  <a:pt x="367109" y="20720"/>
                  <a:pt x="369903" y="30334"/>
                </a:cubicBezTo>
                <a:lnTo>
                  <a:pt x="356335" y="33531"/>
                </a:lnTo>
                <a:cubicBezTo>
                  <a:pt x="353919" y="25928"/>
                  <a:pt x="350415" y="20393"/>
                  <a:pt x="345821" y="16925"/>
                </a:cubicBezTo>
                <a:cubicBezTo>
                  <a:pt x="341227" y="13456"/>
                  <a:pt x="335449" y="11722"/>
                  <a:pt x="328487" y="11722"/>
                </a:cubicBezTo>
                <a:cubicBezTo>
                  <a:pt x="320483" y="11722"/>
                  <a:pt x="313794" y="13643"/>
                  <a:pt x="308418" y="17487"/>
                </a:cubicBezTo>
                <a:cubicBezTo>
                  <a:pt x="303043" y="21329"/>
                  <a:pt x="299266" y="26488"/>
                  <a:pt x="297087" y="32965"/>
                </a:cubicBezTo>
                <a:cubicBezTo>
                  <a:pt x="294909" y="39440"/>
                  <a:pt x="293820" y="46116"/>
                  <a:pt x="293820" y="52994"/>
                </a:cubicBezTo>
                <a:cubicBezTo>
                  <a:pt x="293820" y="61865"/>
                  <a:pt x="295110" y="69610"/>
                  <a:pt x="297691" y="76228"/>
                </a:cubicBezTo>
                <a:cubicBezTo>
                  <a:pt x="300272" y="82847"/>
                  <a:pt x="304286" y="87793"/>
                  <a:pt x="309733" y="91067"/>
                </a:cubicBezTo>
                <a:cubicBezTo>
                  <a:pt x="315179" y="94339"/>
                  <a:pt x="321075" y="95975"/>
                  <a:pt x="327421" y="95975"/>
                </a:cubicBezTo>
                <a:cubicBezTo>
                  <a:pt x="335141" y="95975"/>
                  <a:pt x="341677" y="93737"/>
                  <a:pt x="347029" y="89262"/>
                </a:cubicBezTo>
                <a:cubicBezTo>
                  <a:pt x="352380" y="84786"/>
                  <a:pt x="356003" y="78144"/>
                  <a:pt x="357898" y="69335"/>
                </a:cubicBezTo>
                <a:close/>
                <a:moveTo>
                  <a:pt x="436257" y="96677"/>
                </a:moveTo>
                <a:cubicBezTo>
                  <a:pt x="431521" y="100705"/>
                  <a:pt x="426962" y="103549"/>
                  <a:pt x="422582" y="105208"/>
                </a:cubicBezTo>
                <a:cubicBezTo>
                  <a:pt x="418201" y="106867"/>
                  <a:pt x="413500" y="107697"/>
                  <a:pt x="408480" y="107697"/>
                </a:cubicBezTo>
                <a:cubicBezTo>
                  <a:pt x="400192" y="107697"/>
                  <a:pt x="393822" y="105671"/>
                  <a:pt x="389370" y="101618"/>
                </a:cubicBezTo>
                <a:cubicBezTo>
                  <a:pt x="384919" y="97566"/>
                  <a:pt x="382693" y="92388"/>
                  <a:pt x="382693" y="86085"/>
                </a:cubicBezTo>
                <a:cubicBezTo>
                  <a:pt x="382693" y="82389"/>
                  <a:pt x="383533" y="79014"/>
                  <a:pt x="385215" y="75957"/>
                </a:cubicBezTo>
                <a:cubicBezTo>
                  <a:pt x="386896" y="72900"/>
                  <a:pt x="389098" y="70447"/>
                  <a:pt x="391821" y="68598"/>
                </a:cubicBezTo>
                <a:cubicBezTo>
                  <a:pt x="394545" y="66750"/>
                  <a:pt x="397611" y="65352"/>
                  <a:pt x="401021" y="64404"/>
                </a:cubicBezTo>
                <a:cubicBezTo>
                  <a:pt x="403531" y="63740"/>
                  <a:pt x="407320" y="63100"/>
                  <a:pt x="412387" y="62484"/>
                </a:cubicBezTo>
                <a:cubicBezTo>
                  <a:pt x="422712" y="61262"/>
                  <a:pt x="430313" y="59804"/>
                  <a:pt x="435191" y="58111"/>
                </a:cubicBezTo>
                <a:cubicBezTo>
                  <a:pt x="435239" y="56366"/>
                  <a:pt x="435262" y="55257"/>
                  <a:pt x="435262" y="54785"/>
                </a:cubicBezTo>
                <a:cubicBezTo>
                  <a:pt x="435262" y="49595"/>
                  <a:pt x="434055" y="45939"/>
                  <a:pt x="431639" y="43816"/>
                </a:cubicBezTo>
                <a:cubicBezTo>
                  <a:pt x="428371" y="40938"/>
                  <a:pt x="423517" y="39498"/>
                  <a:pt x="417076" y="39498"/>
                </a:cubicBezTo>
                <a:cubicBezTo>
                  <a:pt x="411061" y="39498"/>
                  <a:pt x="406621" y="40552"/>
                  <a:pt x="403756" y="42660"/>
                </a:cubicBezTo>
                <a:cubicBezTo>
                  <a:pt x="400891" y="44767"/>
                  <a:pt x="398771" y="48497"/>
                  <a:pt x="397398" y="53848"/>
                </a:cubicBezTo>
                <a:lnTo>
                  <a:pt x="384895" y="52143"/>
                </a:lnTo>
                <a:cubicBezTo>
                  <a:pt x="386032" y="46775"/>
                  <a:pt x="387902" y="42441"/>
                  <a:pt x="390507" y="39139"/>
                </a:cubicBezTo>
                <a:cubicBezTo>
                  <a:pt x="393112" y="35837"/>
                  <a:pt x="396877" y="33296"/>
                  <a:pt x="401802" y="31515"/>
                </a:cubicBezTo>
                <a:cubicBezTo>
                  <a:pt x="406728" y="29733"/>
                  <a:pt x="412435" y="28842"/>
                  <a:pt x="418923" y="28842"/>
                </a:cubicBezTo>
                <a:cubicBezTo>
                  <a:pt x="425364" y="28842"/>
                  <a:pt x="430597" y="29600"/>
                  <a:pt x="434623" y="31116"/>
                </a:cubicBezTo>
                <a:cubicBezTo>
                  <a:pt x="438649" y="32631"/>
                  <a:pt x="441609" y="34537"/>
                  <a:pt x="443503" y="36834"/>
                </a:cubicBezTo>
                <a:cubicBezTo>
                  <a:pt x="445397" y="39131"/>
                  <a:pt x="446723" y="42032"/>
                  <a:pt x="447481" y="45537"/>
                </a:cubicBezTo>
                <a:cubicBezTo>
                  <a:pt x="447907" y="47715"/>
                  <a:pt x="448121" y="51646"/>
                  <a:pt x="448121" y="57329"/>
                </a:cubicBezTo>
                <a:lnTo>
                  <a:pt x="448121" y="74379"/>
                </a:lnTo>
                <a:cubicBezTo>
                  <a:pt x="448121" y="86266"/>
                  <a:pt x="448393" y="93785"/>
                  <a:pt x="448938" y="96934"/>
                </a:cubicBezTo>
                <a:cubicBezTo>
                  <a:pt x="449482" y="100084"/>
                  <a:pt x="450560" y="103103"/>
                  <a:pt x="452170" y="105992"/>
                </a:cubicBezTo>
                <a:lnTo>
                  <a:pt x="438814" y="105992"/>
                </a:lnTo>
                <a:cubicBezTo>
                  <a:pt x="437488" y="103337"/>
                  <a:pt x="436636" y="100232"/>
                  <a:pt x="436257" y="96677"/>
                </a:cubicBezTo>
                <a:moveTo>
                  <a:pt x="435191" y="68056"/>
                </a:moveTo>
                <a:cubicBezTo>
                  <a:pt x="430550" y="69967"/>
                  <a:pt x="423588" y="71591"/>
                  <a:pt x="414305" y="72927"/>
                </a:cubicBezTo>
                <a:cubicBezTo>
                  <a:pt x="409049" y="73688"/>
                  <a:pt x="405331" y="74544"/>
                  <a:pt x="403152" y="75496"/>
                </a:cubicBezTo>
                <a:cubicBezTo>
                  <a:pt x="400974" y="76446"/>
                  <a:pt x="399292" y="77837"/>
                  <a:pt x="398108" y="79669"/>
                </a:cubicBezTo>
                <a:cubicBezTo>
                  <a:pt x="396924" y="81500"/>
                  <a:pt x="396332" y="83533"/>
                  <a:pt x="396332" y="85768"/>
                </a:cubicBezTo>
                <a:cubicBezTo>
                  <a:pt x="396332" y="89191"/>
                  <a:pt x="397623" y="92044"/>
                  <a:pt x="400204" y="94328"/>
                </a:cubicBezTo>
                <a:cubicBezTo>
                  <a:pt x="402785" y="96610"/>
                  <a:pt x="406562" y="97751"/>
                  <a:pt x="411535" y="97751"/>
                </a:cubicBezTo>
                <a:cubicBezTo>
                  <a:pt x="416460" y="97751"/>
                  <a:pt x="420841" y="96669"/>
                  <a:pt x="424677" y="94503"/>
                </a:cubicBezTo>
                <a:cubicBezTo>
                  <a:pt x="428514" y="92338"/>
                  <a:pt x="431331" y="89376"/>
                  <a:pt x="433131" y="85617"/>
                </a:cubicBezTo>
                <a:cubicBezTo>
                  <a:pt x="434505" y="82713"/>
                  <a:pt x="435191" y="78430"/>
                  <a:pt x="435191" y="72767"/>
                </a:cubicBezTo>
                <a:lnTo>
                  <a:pt x="435191" y="68056"/>
                </a:lnTo>
                <a:close/>
                <a:moveTo>
                  <a:pt x="467646" y="105992"/>
                </a:moveTo>
                <a:lnTo>
                  <a:pt x="467646" y="1847"/>
                </a:lnTo>
                <a:lnTo>
                  <a:pt x="480434" y="1847"/>
                </a:lnTo>
                <a:lnTo>
                  <a:pt x="480434" y="105992"/>
                </a:lnTo>
                <a:lnTo>
                  <a:pt x="467646" y="105992"/>
                </a:lnTo>
                <a:close/>
                <a:moveTo>
                  <a:pt x="499973" y="105992"/>
                </a:moveTo>
                <a:lnTo>
                  <a:pt x="499973" y="1847"/>
                </a:lnTo>
                <a:lnTo>
                  <a:pt x="512760" y="1847"/>
                </a:lnTo>
                <a:lnTo>
                  <a:pt x="512760" y="105992"/>
                </a:lnTo>
                <a:lnTo>
                  <a:pt x="499973" y="105992"/>
                </a:lnTo>
                <a:close/>
                <a:moveTo>
                  <a:pt x="584230" y="81696"/>
                </a:moveTo>
                <a:lnTo>
                  <a:pt x="597443" y="83330"/>
                </a:lnTo>
                <a:cubicBezTo>
                  <a:pt x="595359" y="91050"/>
                  <a:pt x="591499" y="97041"/>
                  <a:pt x="585864" y="101303"/>
                </a:cubicBezTo>
                <a:cubicBezTo>
                  <a:pt x="580228" y="105566"/>
                  <a:pt x="573029" y="107697"/>
                  <a:pt x="564267" y="107697"/>
                </a:cubicBezTo>
                <a:cubicBezTo>
                  <a:pt x="553233" y="107697"/>
                  <a:pt x="544483" y="104299"/>
                  <a:pt x="538018" y="97503"/>
                </a:cubicBezTo>
                <a:cubicBezTo>
                  <a:pt x="531553" y="90706"/>
                  <a:pt x="528321" y="81175"/>
                  <a:pt x="528321" y="68909"/>
                </a:cubicBezTo>
                <a:cubicBezTo>
                  <a:pt x="528321" y="56216"/>
                  <a:pt x="531589" y="46365"/>
                  <a:pt x="538125" y="39356"/>
                </a:cubicBezTo>
                <a:cubicBezTo>
                  <a:pt x="544660" y="32347"/>
                  <a:pt x="553138" y="28842"/>
                  <a:pt x="563557" y="28842"/>
                </a:cubicBezTo>
                <a:cubicBezTo>
                  <a:pt x="573645" y="28842"/>
                  <a:pt x="581885" y="32271"/>
                  <a:pt x="588279" y="39128"/>
                </a:cubicBezTo>
                <a:cubicBezTo>
                  <a:pt x="594673" y="45983"/>
                  <a:pt x="597869" y="55628"/>
                  <a:pt x="597869" y="68063"/>
                </a:cubicBezTo>
                <a:cubicBezTo>
                  <a:pt x="597869" y="68819"/>
                  <a:pt x="597846" y="69954"/>
                  <a:pt x="597798" y="71466"/>
                </a:cubicBezTo>
                <a:lnTo>
                  <a:pt x="541535" y="71466"/>
                </a:lnTo>
                <a:cubicBezTo>
                  <a:pt x="542008" y="79731"/>
                  <a:pt x="544353" y="86059"/>
                  <a:pt x="548568" y="90452"/>
                </a:cubicBezTo>
                <a:cubicBezTo>
                  <a:pt x="552783" y="94844"/>
                  <a:pt x="558040" y="97041"/>
                  <a:pt x="564338" y="97041"/>
                </a:cubicBezTo>
                <a:cubicBezTo>
                  <a:pt x="569027" y="97041"/>
                  <a:pt x="573029" y="95821"/>
                  <a:pt x="576344" y="93382"/>
                </a:cubicBezTo>
                <a:cubicBezTo>
                  <a:pt x="579659" y="90942"/>
                  <a:pt x="582288" y="87046"/>
                  <a:pt x="584230" y="81696"/>
                </a:cubicBezTo>
                <a:moveTo>
                  <a:pt x="542245" y="60810"/>
                </a:moveTo>
                <a:lnTo>
                  <a:pt x="584372" y="60810"/>
                </a:lnTo>
                <a:cubicBezTo>
                  <a:pt x="583803" y="54568"/>
                  <a:pt x="582193" y="49886"/>
                  <a:pt x="579541" y="46764"/>
                </a:cubicBezTo>
                <a:cubicBezTo>
                  <a:pt x="575468" y="41920"/>
                  <a:pt x="570187" y="39498"/>
                  <a:pt x="563699" y="39498"/>
                </a:cubicBezTo>
                <a:cubicBezTo>
                  <a:pt x="557826" y="39498"/>
                  <a:pt x="552889" y="41432"/>
                  <a:pt x="548887" y="45299"/>
                </a:cubicBezTo>
                <a:cubicBezTo>
                  <a:pt x="544885" y="49165"/>
                  <a:pt x="542671" y="54335"/>
                  <a:pt x="542245" y="60810"/>
                </a:cubicBezTo>
                <a:close/>
                <a:moveTo>
                  <a:pt x="613356" y="105992"/>
                </a:moveTo>
                <a:lnTo>
                  <a:pt x="613356" y="30547"/>
                </a:lnTo>
                <a:lnTo>
                  <a:pt x="624865" y="30547"/>
                </a:lnTo>
                <a:lnTo>
                  <a:pt x="624865" y="41914"/>
                </a:lnTo>
                <a:cubicBezTo>
                  <a:pt x="627801" y="36592"/>
                  <a:pt x="630512" y="33082"/>
                  <a:pt x="632999" y="31386"/>
                </a:cubicBezTo>
                <a:cubicBezTo>
                  <a:pt x="635485" y="29690"/>
                  <a:pt x="638220" y="28842"/>
                  <a:pt x="641204" y="28842"/>
                </a:cubicBezTo>
                <a:cubicBezTo>
                  <a:pt x="645514" y="28842"/>
                  <a:pt x="649895" y="30210"/>
                  <a:pt x="654346" y="32945"/>
                </a:cubicBezTo>
                <a:lnTo>
                  <a:pt x="649942" y="44755"/>
                </a:lnTo>
                <a:cubicBezTo>
                  <a:pt x="646816" y="42908"/>
                  <a:pt x="643690" y="41985"/>
                  <a:pt x="640565" y="41985"/>
                </a:cubicBezTo>
                <a:cubicBezTo>
                  <a:pt x="637770" y="41985"/>
                  <a:pt x="635260" y="42827"/>
                  <a:pt x="633034" y="44511"/>
                </a:cubicBezTo>
                <a:cubicBezTo>
                  <a:pt x="630808" y="46194"/>
                  <a:pt x="629222" y="48529"/>
                  <a:pt x="628275" y="51515"/>
                </a:cubicBezTo>
                <a:cubicBezTo>
                  <a:pt x="626854" y="56066"/>
                  <a:pt x="626144" y="61044"/>
                  <a:pt x="626144" y="66449"/>
                </a:cubicBezTo>
                <a:lnTo>
                  <a:pt x="626144" y="105992"/>
                </a:lnTo>
                <a:lnTo>
                  <a:pt x="613356" y="105992"/>
                </a:lnTo>
                <a:close/>
                <a:moveTo>
                  <a:pt x="737885" y="69335"/>
                </a:moveTo>
                <a:lnTo>
                  <a:pt x="751667" y="72816"/>
                </a:lnTo>
                <a:cubicBezTo>
                  <a:pt x="748778" y="84159"/>
                  <a:pt x="743581" y="92808"/>
                  <a:pt x="736074" y="98763"/>
                </a:cubicBezTo>
                <a:cubicBezTo>
                  <a:pt x="728567" y="104719"/>
                  <a:pt x="719391" y="107697"/>
                  <a:pt x="708546" y="107697"/>
                </a:cubicBezTo>
                <a:cubicBezTo>
                  <a:pt x="697322" y="107697"/>
                  <a:pt x="688193" y="105412"/>
                  <a:pt x="681160" y="100841"/>
                </a:cubicBezTo>
                <a:cubicBezTo>
                  <a:pt x="674127" y="96271"/>
                  <a:pt x="668775" y="89653"/>
                  <a:pt x="665105" y="80986"/>
                </a:cubicBezTo>
                <a:cubicBezTo>
                  <a:pt x="661434" y="72319"/>
                  <a:pt x="659599" y="63013"/>
                  <a:pt x="659599" y="53067"/>
                </a:cubicBezTo>
                <a:cubicBezTo>
                  <a:pt x="659599" y="42221"/>
                  <a:pt x="661671" y="32761"/>
                  <a:pt x="665815" y="24686"/>
                </a:cubicBezTo>
                <a:cubicBezTo>
                  <a:pt x="669959" y="16612"/>
                  <a:pt x="675856" y="10478"/>
                  <a:pt x="683504" y="6287"/>
                </a:cubicBezTo>
                <a:cubicBezTo>
                  <a:pt x="691153" y="2096"/>
                  <a:pt x="699571" y="0"/>
                  <a:pt x="708759" y="0"/>
                </a:cubicBezTo>
                <a:cubicBezTo>
                  <a:pt x="719178" y="0"/>
                  <a:pt x="727940" y="2652"/>
                  <a:pt x="735044" y="7956"/>
                </a:cubicBezTo>
                <a:cubicBezTo>
                  <a:pt x="742148" y="13261"/>
                  <a:pt x="747097" y="20720"/>
                  <a:pt x="749891" y="30334"/>
                </a:cubicBezTo>
                <a:lnTo>
                  <a:pt x="736323" y="33531"/>
                </a:lnTo>
                <a:cubicBezTo>
                  <a:pt x="733907" y="25928"/>
                  <a:pt x="730403" y="20393"/>
                  <a:pt x="725809" y="16925"/>
                </a:cubicBezTo>
                <a:cubicBezTo>
                  <a:pt x="721215" y="13456"/>
                  <a:pt x="715437" y="11722"/>
                  <a:pt x="708475" y="11722"/>
                </a:cubicBezTo>
                <a:cubicBezTo>
                  <a:pt x="700471" y="11722"/>
                  <a:pt x="693781" y="13643"/>
                  <a:pt x="688406" y="17487"/>
                </a:cubicBezTo>
                <a:cubicBezTo>
                  <a:pt x="683031" y="21329"/>
                  <a:pt x="679254" y="26488"/>
                  <a:pt x="677075" y="32965"/>
                </a:cubicBezTo>
                <a:cubicBezTo>
                  <a:pt x="674897" y="39440"/>
                  <a:pt x="673807" y="46116"/>
                  <a:pt x="673807" y="52994"/>
                </a:cubicBezTo>
                <a:cubicBezTo>
                  <a:pt x="673807" y="61865"/>
                  <a:pt x="675098" y="69610"/>
                  <a:pt x="677679" y="76228"/>
                </a:cubicBezTo>
                <a:cubicBezTo>
                  <a:pt x="680260" y="82847"/>
                  <a:pt x="684274" y="87793"/>
                  <a:pt x="689720" y="91067"/>
                </a:cubicBezTo>
                <a:cubicBezTo>
                  <a:pt x="695167" y="94339"/>
                  <a:pt x="701063" y="95975"/>
                  <a:pt x="707409" y="95975"/>
                </a:cubicBezTo>
                <a:cubicBezTo>
                  <a:pt x="715129" y="95975"/>
                  <a:pt x="721665" y="93737"/>
                  <a:pt x="727016" y="89262"/>
                </a:cubicBezTo>
                <a:cubicBezTo>
                  <a:pt x="732368" y="84786"/>
                  <a:pt x="735991" y="78144"/>
                  <a:pt x="737885" y="69335"/>
                </a:cubicBezTo>
                <a:close/>
                <a:moveTo>
                  <a:pt x="762255" y="68270"/>
                </a:moveTo>
                <a:cubicBezTo>
                  <a:pt x="762255" y="54298"/>
                  <a:pt x="766139" y="43950"/>
                  <a:pt x="773906" y="37225"/>
                </a:cubicBezTo>
                <a:cubicBezTo>
                  <a:pt x="780394" y="31637"/>
                  <a:pt x="788303" y="28842"/>
                  <a:pt x="797633" y="28842"/>
                </a:cubicBezTo>
                <a:cubicBezTo>
                  <a:pt x="808005" y="28842"/>
                  <a:pt x="816482" y="32240"/>
                  <a:pt x="823066" y="39037"/>
                </a:cubicBezTo>
                <a:cubicBezTo>
                  <a:pt x="829649" y="45833"/>
                  <a:pt x="832940" y="55222"/>
                  <a:pt x="832940" y="67204"/>
                </a:cubicBezTo>
                <a:cubicBezTo>
                  <a:pt x="832940" y="76913"/>
                  <a:pt x="831484" y="84550"/>
                  <a:pt x="828571" y="90114"/>
                </a:cubicBezTo>
                <a:cubicBezTo>
                  <a:pt x="825658" y="95679"/>
                  <a:pt x="821420" y="100001"/>
                  <a:pt x="815855" y="103079"/>
                </a:cubicBezTo>
                <a:cubicBezTo>
                  <a:pt x="810290" y="106158"/>
                  <a:pt x="804216" y="107697"/>
                  <a:pt x="797633" y="107697"/>
                </a:cubicBezTo>
                <a:cubicBezTo>
                  <a:pt x="787072" y="107697"/>
                  <a:pt x="778535" y="104311"/>
                  <a:pt x="772023" y="97538"/>
                </a:cubicBezTo>
                <a:cubicBezTo>
                  <a:pt x="765511" y="90766"/>
                  <a:pt x="762255" y="81009"/>
                  <a:pt x="762255" y="68270"/>
                </a:cubicBezTo>
                <a:moveTo>
                  <a:pt x="775398" y="68234"/>
                </a:moveTo>
                <a:cubicBezTo>
                  <a:pt x="775398" y="77860"/>
                  <a:pt x="777505" y="85068"/>
                  <a:pt x="781720" y="89857"/>
                </a:cubicBezTo>
                <a:cubicBezTo>
                  <a:pt x="785935" y="94646"/>
                  <a:pt x="791240" y="97041"/>
                  <a:pt x="797633" y="97041"/>
                </a:cubicBezTo>
                <a:cubicBezTo>
                  <a:pt x="803979" y="97041"/>
                  <a:pt x="809260" y="94634"/>
                  <a:pt x="813475" y="89821"/>
                </a:cubicBezTo>
                <a:cubicBezTo>
                  <a:pt x="817690" y="85008"/>
                  <a:pt x="819798" y="77671"/>
                  <a:pt x="819798" y="67810"/>
                </a:cubicBezTo>
                <a:cubicBezTo>
                  <a:pt x="819798" y="58514"/>
                  <a:pt x="817678" y="51471"/>
                  <a:pt x="813440" y="46682"/>
                </a:cubicBezTo>
                <a:cubicBezTo>
                  <a:pt x="809201" y="41893"/>
                  <a:pt x="803932" y="39498"/>
                  <a:pt x="797633" y="39498"/>
                </a:cubicBezTo>
                <a:cubicBezTo>
                  <a:pt x="791240" y="39498"/>
                  <a:pt x="785935" y="41881"/>
                  <a:pt x="781720" y="46647"/>
                </a:cubicBezTo>
                <a:cubicBezTo>
                  <a:pt x="777505" y="51412"/>
                  <a:pt x="775398" y="58608"/>
                  <a:pt x="775398" y="68234"/>
                </a:cubicBezTo>
                <a:close/>
                <a:moveTo>
                  <a:pt x="847931" y="105992"/>
                </a:moveTo>
                <a:lnTo>
                  <a:pt x="847931" y="30547"/>
                </a:lnTo>
                <a:lnTo>
                  <a:pt x="859439" y="30547"/>
                </a:lnTo>
                <a:lnTo>
                  <a:pt x="859439" y="41203"/>
                </a:lnTo>
                <a:cubicBezTo>
                  <a:pt x="864980" y="32963"/>
                  <a:pt x="872984" y="28842"/>
                  <a:pt x="883451" y="28842"/>
                </a:cubicBezTo>
                <a:cubicBezTo>
                  <a:pt x="887997" y="28842"/>
                  <a:pt x="892177" y="29659"/>
                  <a:pt x="895989" y="31293"/>
                </a:cubicBezTo>
                <a:cubicBezTo>
                  <a:pt x="899802" y="32927"/>
                  <a:pt x="902655" y="35070"/>
                  <a:pt x="904550" y="37722"/>
                </a:cubicBezTo>
                <a:cubicBezTo>
                  <a:pt x="906444" y="40374"/>
                  <a:pt x="907770" y="43524"/>
                  <a:pt x="908528" y="47171"/>
                </a:cubicBezTo>
                <a:cubicBezTo>
                  <a:pt x="909001" y="49539"/>
                  <a:pt x="909238" y="53683"/>
                  <a:pt x="909238" y="59603"/>
                </a:cubicBezTo>
                <a:lnTo>
                  <a:pt x="909238" y="105992"/>
                </a:lnTo>
                <a:lnTo>
                  <a:pt x="896451" y="105992"/>
                </a:lnTo>
                <a:lnTo>
                  <a:pt x="896451" y="60051"/>
                </a:lnTo>
                <a:cubicBezTo>
                  <a:pt x="896451" y="54836"/>
                  <a:pt x="895954" y="50936"/>
                  <a:pt x="894959" y="48352"/>
                </a:cubicBezTo>
                <a:cubicBezTo>
                  <a:pt x="893965" y="45768"/>
                  <a:pt x="892200" y="43705"/>
                  <a:pt x="889667" y="42165"/>
                </a:cubicBezTo>
                <a:cubicBezTo>
                  <a:pt x="887133" y="40624"/>
                  <a:pt x="884161" y="39853"/>
                  <a:pt x="880751" y="39853"/>
                </a:cubicBezTo>
                <a:cubicBezTo>
                  <a:pt x="875305" y="39853"/>
                  <a:pt x="870604" y="41584"/>
                  <a:pt x="866650" y="45046"/>
                </a:cubicBezTo>
                <a:cubicBezTo>
                  <a:pt x="862695" y="48506"/>
                  <a:pt x="860718" y="55072"/>
                  <a:pt x="860718" y="64744"/>
                </a:cubicBezTo>
                <a:lnTo>
                  <a:pt x="860718" y="105992"/>
                </a:lnTo>
                <a:lnTo>
                  <a:pt x="847931" y="105992"/>
                </a:lnTo>
                <a:close/>
                <a:moveTo>
                  <a:pt x="931898" y="105992"/>
                </a:moveTo>
                <a:lnTo>
                  <a:pt x="931898" y="40493"/>
                </a:lnTo>
                <a:lnTo>
                  <a:pt x="920603" y="40493"/>
                </a:lnTo>
                <a:lnTo>
                  <a:pt x="920603" y="30547"/>
                </a:lnTo>
                <a:lnTo>
                  <a:pt x="931898" y="30547"/>
                </a:lnTo>
                <a:lnTo>
                  <a:pt x="931898" y="22537"/>
                </a:lnTo>
                <a:cubicBezTo>
                  <a:pt x="931898" y="17482"/>
                  <a:pt x="932348" y="13726"/>
                  <a:pt x="933248" y="11269"/>
                </a:cubicBezTo>
                <a:cubicBezTo>
                  <a:pt x="934479" y="7962"/>
                  <a:pt x="936646" y="5281"/>
                  <a:pt x="939748" y="3226"/>
                </a:cubicBezTo>
                <a:cubicBezTo>
                  <a:pt x="942850" y="1170"/>
                  <a:pt x="947196" y="142"/>
                  <a:pt x="952784" y="142"/>
                </a:cubicBezTo>
                <a:cubicBezTo>
                  <a:pt x="956384" y="142"/>
                  <a:pt x="960362" y="568"/>
                  <a:pt x="964719" y="1421"/>
                </a:cubicBezTo>
                <a:lnTo>
                  <a:pt x="962801" y="12574"/>
                </a:lnTo>
                <a:cubicBezTo>
                  <a:pt x="960149" y="12100"/>
                  <a:pt x="957639" y="11864"/>
                  <a:pt x="955271" y="11864"/>
                </a:cubicBezTo>
                <a:cubicBezTo>
                  <a:pt x="951387" y="11864"/>
                  <a:pt x="948640" y="12690"/>
                  <a:pt x="947030" y="14341"/>
                </a:cubicBezTo>
                <a:cubicBezTo>
                  <a:pt x="945420" y="15993"/>
                  <a:pt x="944615" y="19083"/>
                  <a:pt x="944615" y="23612"/>
                </a:cubicBezTo>
                <a:lnTo>
                  <a:pt x="944615" y="30547"/>
                </a:lnTo>
                <a:lnTo>
                  <a:pt x="959320" y="30547"/>
                </a:lnTo>
                <a:lnTo>
                  <a:pt x="959320" y="40493"/>
                </a:lnTo>
                <a:lnTo>
                  <a:pt x="944615" y="40493"/>
                </a:lnTo>
                <a:lnTo>
                  <a:pt x="944615" y="105992"/>
                </a:lnTo>
                <a:lnTo>
                  <a:pt x="931898" y="105992"/>
                </a:lnTo>
                <a:close/>
                <a:moveTo>
                  <a:pt x="969336" y="16623"/>
                </a:moveTo>
                <a:lnTo>
                  <a:pt x="969336" y="1847"/>
                </a:lnTo>
                <a:lnTo>
                  <a:pt x="982124" y="1847"/>
                </a:lnTo>
                <a:lnTo>
                  <a:pt x="982124" y="16623"/>
                </a:lnTo>
                <a:lnTo>
                  <a:pt x="969336" y="16623"/>
                </a:lnTo>
                <a:moveTo>
                  <a:pt x="969336" y="105992"/>
                </a:moveTo>
                <a:lnTo>
                  <a:pt x="969336" y="30547"/>
                </a:lnTo>
                <a:lnTo>
                  <a:pt x="982124" y="30547"/>
                </a:lnTo>
                <a:lnTo>
                  <a:pt x="982124" y="105992"/>
                </a:lnTo>
                <a:lnTo>
                  <a:pt x="969336" y="105992"/>
                </a:lnTo>
                <a:close/>
                <a:moveTo>
                  <a:pt x="999245" y="112243"/>
                </a:moveTo>
                <a:lnTo>
                  <a:pt x="1011677" y="114090"/>
                </a:lnTo>
                <a:cubicBezTo>
                  <a:pt x="1012198" y="117927"/>
                  <a:pt x="1013642" y="120721"/>
                  <a:pt x="1016010" y="122473"/>
                </a:cubicBezTo>
                <a:cubicBezTo>
                  <a:pt x="1019183" y="124841"/>
                  <a:pt x="1023517" y="126025"/>
                  <a:pt x="1029011" y="126025"/>
                </a:cubicBezTo>
                <a:cubicBezTo>
                  <a:pt x="1034931" y="126025"/>
                  <a:pt x="1039501" y="124838"/>
                  <a:pt x="1042721" y="122464"/>
                </a:cubicBezTo>
                <a:cubicBezTo>
                  <a:pt x="1045942" y="120092"/>
                  <a:pt x="1048120" y="116769"/>
                  <a:pt x="1049257" y="112496"/>
                </a:cubicBezTo>
                <a:cubicBezTo>
                  <a:pt x="1049920" y="109887"/>
                  <a:pt x="1050228" y="104405"/>
                  <a:pt x="1050181" y="96051"/>
                </a:cubicBezTo>
                <a:cubicBezTo>
                  <a:pt x="1044592" y="102678"/>
                  <a:pt x="1037630" y="105992"/>
                  <a:pt x="1029295" y="105992"/>
                </a:cubicBezTo>
                <a:cubicBezTo>
                  <a:pt x="1018923" y="105992"/>
                  <a:pt x="1010895" y="102250"/>
                  <a:pt x="1005212" y="94767"/>
                </a:cubicBezTo>
                <a:cubicBezTo>
                  <a:pt x="999529" y="87285"/>
                  <a:pt x="996687" y="78310"/>
                  <a:pt x="996687" y="67843"/>
                </a:cubicBezTo>
                <a:cubicBezTo>
                  <a:pt x="996687" y="60645"/>
                  <a:pt x="997990" y="54002"/>
                  <a:pt x="1000595" y="47917"/>
                </a:cubicBezTo>
                <a:cubicBezTo>
                  <a:pt x="1003199" y="41831"/>
                  <a:pt x="1006976" y="37130"/>
                  <a:pt x="1011926" y="33815"/>
                </a:cubicBezTo>
                <a:cubicBezTo>
                  <a:pt x="1016875" y="30500"/>
                  <a:pt x="1022688" y="28842"/>
                  <a:pt x="1029366" y="28842"/>
                </a:cubicBezTo>
                <a:cubicBezTo>
                  <a:pt x="1038270" y="28842"/>
                  <a:pt x="1045610" y="32465"/>
                  <a:pt x="1051388" y="39711"/>
                </a:cubicBezTo>
                <a:lnTo>
                  <a:pt x="1051388" y="30547"/>
                </a:lnTo>
                <a:lnTo>
                  <a:pt x="1063181" y="30547"/>
                </a:lnTo>
                <a:lnTo>
                  <a:pt x="1063181" y="95806"/>
                </a:lnTo>
                <a:cubicBezTo>
                  <a:pt x="1063181" y="107559"/>
                  <a:pt x="1061985" y="115888"/>
                  <a:pt x="1059593" y="120793"/>
                </a:cubicBezTo>
                <a:cubicBezTo>
                  <a:pt x="1057202" y="125697"/>
                  <a:pt x="1053413" y="129571"/>
                  <a:pt x="1048227" y="132414"/>
                </a:cubicBezTo>
                <a:cubicBezTo>
                  <a:pt x="1043041" y="135259"/>
                  <a:pt x="1036659" y="136681"/>
                  <a:pt x="1029082" y="136681"/>
                </a:cubicBezTo>
                <a:cubicBezTo>
                  <a:pt x="1020083" y="136681"/>
                  <a:pt x="1012814" y="134651"/>
                  <a:pt x="1007272" y="130589"/>
                </a:cubicBezTo>
                <a:cubicBezTo>
                  <a:pt x="1001731" y="126528"/>
                  <a:pt x="999055" y="120413"/>
                  <a:pt x="999245" y="112243"/>
                </a:cubicBezTo>
                <a:moveTo>
                  <a:pt x="1009830" y="66922"/>
                </a:moveTo>
                <a:cubicBezTo>
                  <a:pt x="1009830" y="76795"/>
                  <a:pt x="1011795" y="83999"/>
                  <a:pt x="1015726" y="88534"/>
                </a:cubicBezTo>
                <a:cubicBezTo>
                  <a:pt x="1019657" y="93068"/>
                  <a:pt x="1024583" y="95336"/>
                  <a:pt x="1030503" y="95336"/>
                </a:cubicBezTo>
                <a:cubicBezTo>
                  <a:pt x="1036375" y="95336"/>
                  <a:pt x="1041301" y="93080"/>
                  <a:pt x="1045279" y="88569"/>
                </a:cubicBezTo>
                <a:cubicBezTo>
                  <a:pt x="1049257" y="84058"/>
                  <a:pt x="1051246" y="76984"/>
                  <a:pt x="1051246" y="67346"/>
                </a:cubicBezTo>
                <a:cubicBezTo>
                  <a:pt x="1051246" y="58134"/>
                  <a:pt x="1049198" y="51190"/>
                  <a:pt x="1045101" y="46513"/>
                </a:cubicBezTo>
                <a:cubicBezTo>
                  <a:pt x="1041005" y="41837"/>
                  <a:pt x="1036067" y="39498"/>
                  <a:pt x="1030289" y="39498"/>
                </a:cubicBezTo>
                <a:cubicBezTo>
                  <a:pt x="1024606" y="39498"/>
                  <a:pt x="1019775" y="41801"/>
                  <a:pt x="1015797" y="46407"/>
                </a:cubicBezTo>
                <a:cubicBezTo>
                  <a:pt x="1011819" y="51013"/>
                  <a:pt x="1009830" y="57851"/>
                  <a:pt x="1009830" y="66922"/>
                </a:cubicBezTo>
                <a:close/>
                <a:moveTo>
                  <a:pt x="1131948" y="105992"/>
                </a:moveTo>
                <a:lnTo>
                  <a:pt x="1131948" y="94910"/>
                </a:lnTo>
                <a:cubicBezTo>
                  <a:pt x="1126075" y="103434"/>
                  <a:pt x="1118095" y="107697"/>
                  <a:pt x="1108007" y="107697"/>
                </a:cubicBezTo>
                <a:cubicBezTo>
                  <a:pt x="1103556" y="107697"/>
                  <a:pt x="1099400" y="106844"/>
                  <a:pt x="1095540" y="105139"/>
                </a:cubicBezTo>
                <a:cubicBezTo>
                  <a:pt x="1091680" y="103434"/>
                  <a:pt x="1088815" y="101291"/>
                  <a:pt x="1086944" y="98710"/>
                </a:cubicBezTo>
                <a:cubicBezTo>
                  <a:pt x="1085073" y="96129"/>
                  <a:pt x="1083759" y="92968"/>
                  <a:pt x="1083001" y="89226"/>
                </a:cubicBezTo>
                <a:cubicBezTo>
                  <a:pt x="1082480" y="86716"/>
                  <a:pt x="1082220" y="82738"/>
                  <a:pt x="1082220" y="77292"/>
                </a:cubicBezTo>
                <a:lnTo>
                  <a:pt x="1082220" y="30547"/>
                </a:lnTo>
                <a:lnTo>
                  <a:pt x="1095007" y="30547"/>
                </a:lnTo>
                <a:lnTo>
                  <a:pt x="1095007" y="72390"/>
                </a:lnTo>
                <a:cubicBezTo>
                  <a:pt x="1095007" y="79068"/>
                  <a:pt x="1095268" y="83567"/>
                  <a:pt x="1095789" y="85887"/>
                </a:cubicBezTo>
                <a:cubicBezTo>
                  <a:pt x="1096594" y="89250"/>
                  <a:pt x="1098299" y="91890"/>
                  <a:pt x="1100903" y="93808"/>
                </a:cubicBezTo>
                <a:cubicBezTo>
                  <a:pt x="1103508" y="95727"/>
                  <a:pt x="1106729" y="96686"/>
                  <a:pt x="1110565" y="96686"/>
                </a:cubicBezTo>
                <a:cubicBezTo>
                  <a:pt x="1114401" y="96686"/>
                  <a:pt x="1118000" y="95703"/>
                  <a:pt x="1121363" y="93737"/>
                </a:cubicBezTo>
                <a:cubicBezTo>
                  <a:pt x="1124726" y="91772"/>
                  <a:pt x="1127105" y="89096"/>
                  <a:pt x="1128503" y="85710"/>
                </a:cubicBezTo>
                <a:cubicBezTo>
                  <a:pt x="1129900" y="82324"/>
                  <a:pt x="1130598" y="77410"/>
                  <a:pt x="1130598" y="70969"/>
                </a:cubicBezTo>
                <a:lnTo>
                  <a:pt x="1130598" y="30547"/>
                </a:lnTo>
                <a:lnTo>
                  <a:pt x="1143385" y="30547"/>
                </a:lnTo>
                <a:lnTo>
                  <a:pt x="1143385" y="105992"/>
                </a:lnTo>
                <a:lnTo>
                  <a:pt x="1131948" y="105992"/>
                </a:lnTo>
                <a:close/>
                <a:moveTo>
                  <a:pt x="1163276" y="105992"/>
                </a:moveTo>
                <a:lnTo>
                  <a:pt x="1163276" y="30547"/>
                </a:lnTo>
                <a:lnTo>
                  <a:pt x="1174784" y="30547"/>
                </a:lnTo>
                <a:lnTo>
                  <a:pt x="1174784" y="41914"/>
                </a:lnTo>
                <a:cubicBezTo>
                  <a:pt x="1177721" y="36592"/>
                  <a:pt x="1180432" y="33082"/>
                  <a:pt x="1182919" y="31386"/>
                </a:cubicBezTo>
                <a:cubicBezTo>
                  <a:pt x="1185405" y="29690"/>
                  <a:pt x="1188140" y="28842"/>
                  <a:pt x="1191124" y="28842"/>
                </a:cubicBezTo>
                <a:cubicBezTo>
                  <a:pt x="1195433" y="28842"/>
                  <a:pt x="1199814" y="30210"/>
                  <a:pt x="1204266" y="32945"/>
                </a:cubicBezTo>
                <a:lnTo>
                  <a:pt x="1199862" y="44755"/>
                </a:lnTo>
                <a:cubicBezTo>
                  <a:pt x="1196736" y="42908"/>
                  <a:pt x="1193610" y="41985"/>
                  <a:pt x="1190484" y="41985"/>
                </a:cubicBezTo>
                <a:cubicBezTo>
                  <a:pt x="1187690" y="41985"/>
                  <a:pt x="1185180" y="42827"/>
                  <a:pt x="1182954" y="44511"/>
                </a:cubicBezTo>
                <a:cubicBezTo>
                  <a:pt x="1180728" y="46194"/>
                  <a:pt x="1179142" y="48529"/>
                  <a:pt x="1178194" y="51515"/>
                </a:cubicBezTo>
                <a:cubicBezTo>
                  <a:pt x="1176774" y="56066"/>
                  <a:pt x="1176063" y="61044"/>
                  <a:pt x="1176063" y="66449"/>
                </a:cubicBezTo>
                <a:lnTo>
                  <a:pt x="1176063" y="105992"/>
                </a:lnTo>
                <a:lnTo>
                  <a:pt x="1163276" y="105992"/>
                </a:lnTo>
                <a:close/>
                <a:moveTo>
                  <a:pt x="1261098" y="96677"/>
                </a:moveTo>
                <a:cubicBezTo>
                  <a:pt x="1256362" y="100705"/>
                  <a:pt x="1251804" y="103549"/>
                  <a:pt x="1247423" y="105208"/>
                </a:cubicBezTo>
                <a:cubicBezTo>
                  <a:pt x="1243042" y="106867"/>
                  <a:pt x="1238342" y="107697"/>
                  <a:pt x="1233322" y="107697"/>
                </a:cubicBezTo>
                <a:cubicBezTo>
                  <a:pt x="1225034" y="107697"/>
                  <a:pt x="1218664" y="105671"/>
                  <a:pt x="1214212" y="101618"/>
                </a:cubicBezTo>
                <a:cubicBezTo>
                  <a:pt x="1209760" y="97566"/>
                  <a:pt x="1207534" y="92388"/>
                  <a:pt x="1207534" y="86085"/>
                </a:cubicBezTo>
                <a:cubicBezTo>
                  <a:pt x="1207534" y="82389"/>
                  <a:pt x="1208375" y="79014"/>
                  <a:pt x="1210056" y="75957"/>
                </a:cubicBezTo>
                <a:cubicBezTo>
                  <a:pt x="1211737" y="72900"/>
                  <a:pt x="1213940" y="70447"/>
                  <a:pt x="1216663" y="68598"/>
                </a:cubicBezTo>
                <a:cubicBezTo>
                  <a:pt x="1219386" y="66750"/>
                  <a:pt x="1222453" y="65352"/>
                  <a:pt x="1225863" y="64404"/>
                </a:cubicBezTo>
                <a:cubicBezTo>
                  <a:pt x="1228373" y="63740"/>
                  <a:pt x="1232161" y="63100"/>
                  <a:pt x="1237229" y="62484"/>
                </a:cubicBezTo>
                <a:cubicBezTo>
                  <a:pt x="1247554" y="61262"/>
                  <a:pt x="1255155" y="59804"/>
                  <a:pt x="1260033" y="58111"/>
                </a:cubicBezTo>
                <a:cubicBezTo>
                  <a:pt x="1260080" y="56366"/>
                  <a:pt x="1260104" y="55257"/>
                  <a:pt x="1260104" y="54785"/>
                </a:cubicBezTo>
                <a:cubicBezTo>
                  <a:pt x="1260104" y="49595"/>
                  <a:pt x="1258896" y="45939"/>
                  <a:pt x="1256481" y="43816"/>
                </a:cubicBezTo>
                <a:cubicBezTo>
                  <a:pt x="1253213" y="40938"/>
                  <a:pt x="1248359" y="39498"/>
                  <a:pt x="1241918" y="39498"/>
                </a:cubicBezTo>
                <a:cubicBezTo>
                  <a:pt x="1235903" y="39498"/>
                  <a:pt x="1231463" y="40552"/>
                  <a:pt x="1228598" y="42660"/>
                </a:cubicBezTo>
                <a:cubicBezTo>
                  <a:pt x="1225732" y="44767"/>
                  <a:pt x="1223613" y="48497"/>
                  <a:pt x="1222240" y="53848"/>
                </a:cubicBezTo>
                <a:lnTo>
                  <a:pt x="1209737" y="52143"/>
                </a:lnTo>
                <a:cubicBezTo>
                  <a:pt x="1210873" y="46775"/>
                  <a:pt x="1212744" y="42441"/>
                  <a:pt x="1215349" y="39139"/>
                </a:cubicBezTo>
                <a:cubicBezTo>
                  <a:pt x="1217953" y="35837"/>
                  <a:pt x="1221719" y="33296"/>
                  <a:pt x="1226644" y="31515"/>
                </a:cubicBezTo>
                <a:cubicBezTo>
                  <a:pt x="1231569" y="29733"/>
                  <a:pt x="1237276" y="28842"/>
                  <a:pt x="1243765" y="28842"/>
                </a:cubicBezTo>
                <a:cubicBezTo>
                  <a:pt x="1250206" y="28842"/>
                  <a:pt x="1255439" y="29600"/>
                  <a:pt x="1259465" y="31116"/>
                </a:cubicBezTo>
                <a:cubicBezTo>
                  <a:pt x="1263490" y="32631"/>
                  <a:pt x="1266450" y="34537"/>
                  <a:pt x="1268345" y="36834"/>
                </a:cubicBezTo>
                <a:cubicBezTo>
                  <a:pt x="1270239" y="39131"/>
                  <a:pt x="1271565" y="42032"/>
                  <a:pt x="1272323" y="45537"/>
                </a:cubicBezTo>
                <a:cubicBezTo>
                  <a:pt x="1272749" y="47715"/>
                  <a:pt x="1272962" y="51646"/>
                  <a:pt x="1272962" y="57329"/>
                </a:cubicBezTo>
                <a:lnTo>
                  <a:pt x="1272962" y="74379"/>
                </a:lnTo>
                <a:cubicBezTo>
                  <a:pt x="1272962" y="86266"/>
                  <a:pt x="1273235" y="93785"/>
                  <a:pt x="1273779" y="96934"/>
                </a:cubicBezTo>
                <a:cubicBezTo>
                  <a:pt x="1274324" y="100084"/>
                  <a:pt x="1275401" y="103103"/>
                  <a:pt x="1277011" y="105992"/>
                </a:cubicBezTo>
                <a:lnTo>
                  <a:pt x="1263656" y="105992"/>
                </a:lnTo>
                <a:cubicBezTo>
                  <a:pt x="1262330" y="103337"/>
                  <a:pt x="1261477" y="100232"/>
                  <a:pt x="1261098" y="96677"/>
                </a:cubicBezTo>
                <a:moveTo>
                  <a:pt x="1260033" y="68056"/>
                </a:moveTo>
                <a:cubicBezTo>
                  <a:pt x="1255392" y="69967"/>
                  <a:pt x="1248430" y="71591"/>
                  <a:pt x="1239147" y="72927"/>
                </a:cubicBezTo>
                <a:cubicBezTo>
                  <a:pt x="1233890" y="73688"/>
                  <a:pt x="1230172" y="74544"/>
                  <a:pt x="1227994" y="75496"/>
                </a:cubicBezTo>
                <a:cubicBezTo>
                  <a:pt x="1225815" y="76446"/>
                  <a:pt x="1224134" y="77837"/>
                  <a:pt x="1222950" y="79669"/>
                </a:cubicBezTo>
                <a:cubicBezTo>
                  <a:pt x="1221766" y="81500"/>
                  <a:pt x="1221174" y="83533"/>
                  <a:pt x="1221174" y="85768"/>
                </a:cubicBezTo>
                <a:cubicBezTo>
                  <a:pt x="1221174" y="89191"/>
                  <a:pt x="1222465" y="92044"/>
                  <a:pt x="1225046" y="94328"/>
                </a:cubicBezTo>
                <a:cubicBezTo>
                  <a:pt x="1227627" y="96610"/>
                  <a:pt x="1231404" y="97751"/>
                  <a:pt x="1236377" y="97751"/>
                </a:cubicBezTo>
                <a:cubicBezTo>
                  <a:pt x="1241302" y="97751"/>
                  <a:pt x="1245683" y="96669"/>
                  <a:pt x="1249519" y="94503"/>
                </a:cubicBezTo>
                <a:cubicBezTo>
                  <a:pt x="1253355" y="92338"/>
                  <a:pt x="1256173" y="89376"/>
                  <a:pt x="1257973" y="85617"/>
                </a:cubicBezTo>
                <a:cubicBezTo>
                  <a:pt x="1259346" y="82713"/>
                  <a:pt x="1260033" y="78430"/>
                  <a:pt x="1260033" y="72767"/>
                </a:cubicBezTo>
                <a:lnTo>
                  <a:pt x="1260033" y="68056"/>
                </a:lnTo>
                <a:close/>
                <a:moveTo>
                  <a:pt x="1320701" y="94696"/>
                </a:moveTo>
                <a:lnTo>
                  <a:pt x="1322548" y="105992"/>
                </a:lnTo>
                <a:cubicBezTo>
                  <a:pt x="1318949" y="106655"/>
                  <a:pt x="1315728" y="106986"/>
                  <a:pt x="1312887" y="106986"/>
                </a:cubicBezTo>
                <a:cubicBezTo>
                  <a:pt x="1308246" y="106986"/>
                  <a:pt x="1304646" y="106252"/>
                  <a:pt x="1302089" y="104784"/>
                </a:cubicBezTo>
                <a:cubicBezTo>
                  <a:pt x="1299531" y="103316"/>
                  <a:pt x="1297732" y="101386"/>
                  <a:pt x="1296690" y="98994"/>
                </a:cubicBezTo>
                <a:cubicBezTo>
                  <a:pt x="1295648" y="96603"/>
                  <a:pt x="1295127" y="91571"/>
                  <a:pt x="1295127" y="83898"/>
                </a:cubicBezTo>
                <a:lnTo>
                  <a:pt x="1295127" y="40493"/>
                </a:lnTo>
                <a:lnTo>
                  <a:pt x="1285749" y="40493"/>
                </a:lnTo>
                <a:lnTo>
                  <a:pt x="1285749" y="30547"/>
                </a:lnTo>
                <a:lnTo>
                  <a:pt x="1295127" y="30547"/>
                </a:lnTo>
                <a:lnTo>
                  <a:pt x="1295127" y="11813"/>
                </a:lnTo>
                <a:lnTo>
                  <a:pt x="1307843" y="4120"/>
                </a:lnTo>
                <a:lnTo>
                  <a:pt x="1307843" y="30547"/>
                </a:lnTo>
                <a:lnTo>
                  <a:pt x="1320701" y="30547"/>
                </a:lnTo>
                <a:lnTo>
                  <a:pt x="1320701" y="40493"/>
                </a:lnTo>
                <a:lnTo>
                  <a:pt x="1307843" y="40493"/>
                </a:lnTo>
                <a:lnTo>
                  <a:pt x="1307843" y="84609"/>
                </a:lnTo>
                <a:cubicBezTo>
                  <a:pt x="1307843" y="88255"/>
                  <a:pt x="1308068" y="90600"/>
                  <a:pt x="1308518" y="91642"/>
                </a:cubicBezTo>
                <a:cubicBezTo>
                  <a:pt x="1308968" y="92684"/>
                  <a:pt x="1309702" y="93512"/>
                  <a:pt x="1310720" y="94128"/>
                </a:cubicBezTo>
                <a:cubicBezTo>
                  <a:pt x="1311738" y="94744"/>
                  <a:pt x="1313195" y="95052"/>
                  <a:pt x="1315089" y="95052"/>
                </a:cubicBezTo>
                <a:cubicBezTo>
                  <a:pt x="1316510" y="95052"/>
                  <a:pt x="1318381" y="94933"/>
                  <a:pt x="1320701" y="94696"/>
                </a:cubicBezTo>
                <a:close/>
                <a:moveTo>
                  <a:pt x="1333273" y="16623"/>
                </a:moveTo>
                <a:lnTo>
                  <a:pt x="1333273" y="1847"/>
                </a:lnTo>
                <a:lnTo>
                  <a:pt x="1346061" y="1847"/>
                </a:lnTo>
                <a:lnTo>
                  <a:pt x="1346061" y="16623"/>
                </a:lnTo>
                <a:lnTo>
                  <a:pt x="1333273" y="16623"/>
                </a:lnTo>
                <a:moveTo>
                  <a:pt x="1333273" y="105992"/>
                </a:moveTo>
                <a:lnTo>
                  <a:pt x="1333273" y="30547"/>
                </a:lnTo>
                <a:lnTo>
                  <a:pt x="1346061" y="30547"/>
                </a:lnTo>
                <a:lnTo>
                  <a:pt x="1346061" y="105992"/>
                </a:lnTo>
                <a:lnTo>
                  <a:pt x="1333273" y="105992"/>
                </a:lnTo>
                <a:close/>
                <a:moveTo>
                  <a:pt x="1360768" y="68270"/>
                </a:moveTo>
                <a:cubicBezTo>
                  <a:pt x="1360768" y="54298"/>
                  <a:pt x="1364651" y="43950"/>
                  <a:pt x="1372418" y="37225"/>
                </a:cubicBezTo>
                <a:cubicBezTo>
                  <a:pt x="1378906" y="31637"/>
                  <a:pt x="1386816" y="28842"/>
                  <a:pt x="1396146" y="28842"/>
                </a:cubicBezTo>
                <a:cubicBezTo>
                  <a:pt x="1406517" y="28842"/>
                  <a:pt x="1414995" y="32240"/>
                  <a:pt x="1421578" y="39037"/>
                </a:cubicBezTo>
                <a:cubicBezTo>
                  <a:pt x="1428161" y="45833"/>
                  <a:pt x="1431452" y="55222"/>
                  <a:pt x="1431452" y="67204"/>
                </a:cubicBezTo>
                <a:cubicBezTo>
                  <a:pt x="1431452" y="76913"/>
                  <a:pt x="1429996" y="84550"/>
                  <a:pt x="1427083" y="90114"/>
                </a:cubicBezTo>
                <a:cubicBezTo>
                  <a:pt x="1424171" y="95679"/>
                  <a:pt x="1419932" y="100001"/>
                  <a:pt x="1414367" y="103079"/>
                </a:cubicBezTo>
                <a:cubicBezTo>
                  <a:pt x="1408802" y="106158"/>
                  <a:pt x="1402729" y="107697"/>
                  <a:pt x="1396146" y="107697"/>
                </a:cubicBezTo>
                <a:cubicBezTo>
                  <a:pt x="1385584" y="107697"/>
                  <a:pt x="1377048" y="104311"/>
                  <a:pt x="1370536" y="97538"/>
                </a:cubicBezTo>
                <a:cubicBezTo>
                  <a:pt x="1364024" y="90766"/>
                  <a:pt x="1360768" y="81009"/>
                  <a:pt x="1360768" y="68270"/>
                </a:cubicBezTo>
                <a:moveTo>
                  <a:pt x="1373910" y="68234"/>
                </a:moveTo>
                <a:cubicBezTo>
                  <a:pt x="1373910" y="77860"/>
                  <a:pt x="1376017" y="85068"/>
                  <a:pt x="1380233" y="89857"/>
                </a:cubicBezTo>
                <a:cubicBezTo>
                  <a:pt x="1384448" y="94646"/>
                  <a:pt x="1389752" y="97041"/>
                  <a:pt x="1396146" y="97041"/>
                </a:cubicBezTo>
                <a:cubicBezTo>
                  <a:pt x="1402492" y="97041"/>
                  <a:pt x="1407772" y="94634"/>
                  <a:pt x="1411987" y="89821"/>
                </a:cubicBezTo>
                <a:cubicBezTo>
                  <a:pt x="1416202" y="85008"/>
                  <a:pt x="1418310" y="77671"/>
                  <a:pt x="1418310" y="67810"/>
                </a:cubicBezTo>
                <a:cubicBezTo>
                  <a:pt x="1418310" y="58514"/>
                  <a:pt x="1416191" y="51471"/>
                  <a:pt x="1411952" y="46682"/>
                </a:cubicBezTo>
                <a:cubicBezTo>
                  <a:pt x="1407713" y="41893"/>
                  <a:pt x="1402444" y="39498"/>
                  <a:pt x="1396146" y="39498"/>
                </a:cubicBezTo>
                <a:cubicBezTo>
                  <a:pt x="1389752" y="39498"/>
                  <a:pt x="1384448" y="41881"/>
                  <a:pt x="1380233" y="46647"/>
                </a:cubicBezTo>
                <a:cubicBezTo>
                  <a:pt x="1376017" y="51412"/>
                  <a:pt x="1373910" y="58608"/>
                  <a:pt x="1373910" y="68234"/>
                </a:cubicBezTo>
                <a:close/>
                <a:moveTo>
                  <a:pt x="1446442" y="105992"/>
                </a:moveTo>
                <a:lnTo>
                  <a:pt x="1446442" y="30547"/>
                </a:lnTo>
                <a:lnTo>
                  <a:pt x="1457950" y="30547"/>
                </a:lnTo>
                <a:lnTo>
                  <a:pt x="1457950" y="41203"/>
                </a:lnTo>
                <a:cubicBezTo>
                  <a:pt x="1463492" y="32963"/>
                  <a:pt x="1471495" y="28842"/>
                  <a:pt x="1481962" y="28842"/>
                </a:cubicBezTo>
                <a:cubicBezTo>
                  <a:pt x="1486509" y="28842"/>
                  <a:pt x="1490688" y="29659"/>
                  <a:pt x="1494501" y="31293"/>
                </a:cubicBezTo>
                <a:cubicBezTo>
                  <a:pt x="1498313" y="32927"/>
                  <a:pt x="1501166" y="35070"/>
                  <a:pt x="1503061" y="37722"/>
                </a:cubicBezTo>
                <a:cubicBezTo>
                  <a:pt x="1504955" y="40374"/>
                  <a:pt x="1506281" y="43524"/>
                  <a:pt x="1507039" y="47171"/>
                </a:cubicBezTo>
                <a:cubicBezTo>
                  <a:pt x="1507513" y="49539"/>
                  <a:pt x="1507750" y="53683"/>
                  <a:pt x="1507750" y="59603"/>
                </a:cubicBezTo>
                <a:lnTo>
                  <a:pt x="1507750" y="105992"/>
                </a:lnTo>
                <a:lnTo>
                  <a:pt x="1494962" y="105992"/>
                </a:lnTo>
                <a:lnTo>
                  <a:pt x="1494962" y="60051"/>
                </a:lnTo>
                <a:cubicBezTo>
                  <a:pt x="1494962" y="54836"/>
                  <a:pt x="1494465" y="50936"/>
                  <a:pt x="1493470" y="48352"/>
                </a:cubicBezTo>
                <a:cubicBezTo>
                  <a:pt x="1492476" y="45768"/>
                  <a:pt x="1490712" y="43705"/>
                  <a:pt x="1488178" y="42165"/>
                </a:cubicBezTo>
                <a:cubicBezTo>
                  <a:pt x="1485644" y="40624"/>
                  <a:pt x="1482672" y="39853"/>
                  <a:pt x="1479262" y="39853"/>
                </a:cubicBezTo>
                <a:cubicBezTo>
                  <a:pt x="1473816" y="39853"/>
                  <a:pt x="1469116" y="41584"/>
                  <a:pt x="1465161" y="45046"/>
                </a:cubicBezTo>
                <a:cubicBezTo>
                  <a:pt x="1461206" y="48506"/>
                  <a:pt x="1459229" y="55072"/>
                  <a:pt x="1459229" y="64744"/>
                </a:cubicBezTo>
                <a:lnTo>
                  <a:pt x="1459229" y="105992"/>
                </a:lnTo>
                <a:lnTo>
                  <a:pt x="1446442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+modelId:String">
            <a:extLst xmlns:a="http://schemas.openxmlformats.org/drawingml/2006/main">
              <a:ext uri="{FF2B5EF4-FFF2-40B4-BE49-F238E27FC236}">
                <a16:creationId xmlns:a16="http://schemas.microsoft.com/office/drawing/2014/main" id="{8F7DE4C4-7112-428D-9608-0E083B84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1" y="5114880"/>
            <a:ext cx="1086067" cy="136681"/>
          </a:xfrm>
          <a:custGeom xmlns:a="http://schemas.openxmlformats.org/drawingml/2006/main">
            <a:pathLst>
              <a:path w="1086067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26879" y="105992"/>
                </a:moveTo>
                <a:lnTo>
                  <a:pt x="126879" y="30547"/>
                </a:lnTo>
                <a:lnTo>
                  <a:pt x="138316" y="30547"/>
                </a:lnTo>
                <a:lnTo>
                  <a:pt x="138316" y="41061"/>
                </a:lnTo>
                <a:cubicBezTo>
                  <a:pt x="140684" y="37388"/>
                  <a:pt x="143834" y="34433"/>
                  <a:pt x="147765" y="32197"/>
                </a:cubicBezTo>
                <a:cubicBezTo>
                  <a:pt x="151696" y="29960"/>
                  <a:pt x="156171" y="28842"/>
                  <a:pt x="161191" y="28842"/>
                </a:cubicBezTo>
                <a:cubicBezTo>
                  <a:pt x="166780" y="28842"/>
                  <a:pt x="171362" y="29997"/>
                  <a:pt x="174938" y="32305"/>
                </a:cubicBezTo>
                <a:cubicBezTo>
                  <a:pt x="178513" y="34613"/>
                  <a:pt x="181035" y="37839"/>
                  <a:pt x="182503" y="41985"/>
                </a:cubicBezTo>
                <a:cubicBezTo>
                  <a:pt x="188471" y="33223"/>
                  <a:pt x="196238" y="28842"/>
                  <a:pt x="205804" y="28842"/>
                </a:cubicBezTo>
                <a:cubicBezTo>
                  <a:pt x="213287" y="28842"/>
                  <a:pt x="219042" y="30914"/>
                  <a:pt x="223067" y="35058"/>
                </a:cubicBezTo>
                <a:cubicBezTo>
                  <a:pt x="227093" y="39202"/>
                  <a:pt x="229106" y="45584"/>
                  <a:pt x="229106" y="54204"/>
                </a:cubicBezTo>
                <a:lnTo>
                  <a:pt x="229106" y="105992"/>
                </a:lnTo>
                <a:lnTo>
                  <a:pt x="216389" y="105992"/>
                </a:lnTo>
                <a:lnTo>
                  <a:pt x="216389" y="58415"/>
                </a:lnTo>
                <a:cubicBezTo>
                  <a:pt x="216389" y="53294"/>
                  <a:pt x="215975" y="49608"/>
                  <a:pt x="215146" y="47357"/>
                </a:cubicBezTo>
                <a:cubicBezTo>
                  <a:pt x="214317" y="45105"/>
                  <a:pt x="212814" y="43291"/>
                  <a:pt x="210635" y="41916"/>
                </a:cubicBezTo>
                <a:cubicBezTo>
                  <a:pt x="208457" y="40541"/>
                  <a:pt x="205899" y="39853"/>
                  <a:pt x="202963" y="39853"/>
                </a:cubicBezTo>
                <a:cubicBezTo>
                  <a:pt x="197659" y="39853"/>
                  <a:pt x="193254" y="41620"/>
                  <a:pt x="189749" y="45153"/>
                </a:cubicBezTo>
                <a:cubicBezTo>
                  <a:pt x="186245" y="48684"/>
                  <a:pt x="184492" y="54338"/>
                  <a:pt x="184492" y="62113"/>
                </a:cubicBezTo>
                <a:lnTo>
                  <a:pt x="184492" y="105992"/>
                </a:lnTo>
                <a:lnTo>
                  <a:pt x="171705" y="105992"/>
                </a:lnTo>
                <a:lnTo>
                  <a:pt x="171705" y="56921"/>
                </a:lnTo>
                <a:cubicBezTo>
                  <a:pt x="171705" y="51232"/>
                  <a:pt x="170663" y="46965"/>
                  <a:pt x="168579" y="44120"/>
                </a:cubicBezTo>
                <a:cubicBezTo>
                  <a:pt x="166496" y="41276"/>
                  <a:pt x="163086" y="39853"/>
                  <a:pt x="158350" y="39853"/>
                </a:cubicBezTo>
                <a:cubicBezTo>
                  <a:pt x="154750" y="39853"/>
                  <a:pt x="151423" y="40802"/>
                  <a:pt x="148369" y="42700"/>
                </a:cubicBezTo>
                <a:cubicBezTo>
                  <a:pt x="145314" y="44595"/>
                  <a:pt x="143100" y="47369"/>
                  <a:pt x="141726" y="51020"/>
                </a:cubicBezTo>
                <a:cubicBezTo>
                  <a:pt x="140353" y="54670"/>
                  <a:pt x="139666" y="59932"/>
                  <a:pt x="139666" y="66807"/>
                </a:cubicBezTo>
                <a:lnTo>
                  <a:pt x="139666" y="105992"/>
                </a:lnTo>
                <a:lnTo>
                  <a:pt x="126879" y="105992"/>
                </a:lnTo>
                <a:close/>
                <a:moveTo>
                  <a:pt x="243319" y="68270"/>
                </a:moveTo>
                <a:cubicBezTo>
                  <a:pt x="243319" y="54298"/>
                  <a:pt x="247202" y="43950"/>
                  <a:pt x="254969" y="37225"/>
                </a:cubicBezTo>
                <a:cubicBezTo>
                  <a:pt x="261458" y="31637"/>
                  <a:pt x="269367" y="28842"/>
                  <a:pt x="278697" y="28842"/>
                </a:cubicBezTo>
                <a:cubicBezTo>
                  <a:pt x="289069" y="28842"/>
                  <a:pt x="297546" y="32240"/>
                  <a:pt x="304129" y="39037"/>
                </a:cubicBezTo>
                <a:cubicBezTo>
                  <a:pt x="310712" y="45833"/>
                  <a:pt x="314004" y="55222"/>
                  <a:pt x="314004" y="67204"/>
                </a:cubicBezTo>
                <a:cubicBezTo>
                  <a:pt x="314004" y="76913"/>
                  <a:pt x="312547" y="84550"/>
                  <a:pt x="309635" y="90114"/>
                </a:cubicBezTo>
                <a:cubicBezTo>
                  <a:pt x="306722" y="95679"/>
                  <a:pt x="302483" y="100001"/>
                  <a:pt x="296919" y="103079"/>
                </a:cubicBezTo>
                <a:cubicBezTo>
                  <a:pt x="291354" y="106158"/>
                  <a:pt x="285280" y="107697"/>
                  <a:pt x="278697" y="107697"/>
                </a:cubicBezTo>
                <a:cubicBezTo>
                  <a:pt x="268136" y="107697"/>
                  <a:pt x="259599" y="104311"/>
                  <a:pt x="253087" y="97538"/>
                </a:cubicBezTo>
                <a:cubicBezTo>
                  <a:pt x="246575" y="90766"/>
                  <a:pt x="243319" y="81009"/>
                  <a:pt x="243319" y="68270"/>
                </a:cubicBezTo>
                <a:moveTo>
                  <a:pt x="256461" y="68234"/>
                </a:moveTo>
                <a:cubicBezTo>
                  <a:pt x="256461" y="77860"/>
                  <a:pt x="258569" y="85068"/>
                  <a:pt x="262784" y="89857"/>
                </a:cubicBezTo>
                <a:cubicBezTo>
                  <a:pt x="266999" y="94646"/>
                  <a:pt x="272303" y="97041"/>
                  <a:pt x="278697" y="97041"/>
                </a:cubicBezTo>
                <a:cubicBezTo>
                  <a:pt x="285043" y="97041"/>
                  <a:pt x="290324" y="94634"/>
                  <a:pt x="294539" y="89821"/>
                </a:cubicBezTo>
                <a:cubicBezTo>
                  <a:pt x="298754" y="85008"/>
                  <a:pt x="300861" y="77671"/>
                  <a:pt x="300861" y="67810"/>
                </a:cubicBezTo>
                <a:cubicBezTo>
                  <a:pt x="300861" y="58514"/>
                  <a:pt x="298742" y="51471"/>
                  <a:pt x="294503" y="46682"/>
                </a:cubicBezTo>
                <a:cubicBezTo>
                  <a:pt x="290265" y="41893"/>
                  <a:pt x="284996" y="39498"/>
                  <a:pt x="278697" y="39498"/>
                </a:cubicBezTo>
                <a:cubicBezTo>
                  <a:pt x="272303" y="39498"/>
                  <a:pt x="266999" y="41881"/>
                  <a:pt x="262784" y="46647"/>
                </a:cubicBezTo>
                <a:cubicBezTo>
                  <a:pt x="258569" y="51412"/>
                  <a:pt x="256461" y="58608"/>
                  <a:pt x="256461" y="68234"/>
                </a:cubicBezTo>
                <a:close/>
                <a:moveTo>
                  <a:pt x="377942" y="105992"/>
                </a:moveTo>
                <a:lnTo>
                  <a:pt x="377942" y="96472"/>
                </a:lnTo>
                <a:cubicBezTo>
                  <a:pt x="373158" y="103955"/>
                  <a:pt x="366125" y="107697"/>
                  <a:pt x="356843" y="107697"/>
                </a:cubicBezTo>
                <a:cubicBezTo>
                  <a:pt x="350828" y="107697"/>
                  <a:pt x="345299" y="106039"/>
                  <a:pt x="340255" y="102724"/>
                </a:cubicBezTo>
                <a:cubicBezTo>
                  <a:pt x="335211" y="99409"/>
                  <a:pt x="331304" y="94779"/>
                  <a:pt x="328533" y="88836"/>
                </a:cubicBezTo>
                <a:cubicBezTo>
                  <a:pt x="325763" y="82892"/>
                  <a:pt x="324378" y="76060"/>
                  <a:pt x="324378" y="68341"/>
                </a:cubicBezTo>
                <a:cubicBezTo>
                  <a:pt x="324378" y="60810"/>
                  <a:pt x="325633" y="53979"/>
                  <a:pt x="328143" y="47845"/>
                </a:cubicBezTo>
                <a:cubicBezTo>
                  <a:pt x="330653" y="41712"/>
                  <a:pt x="334418" y="37012"/>
                  <a:pt x="339438" y="33744"/>
                </a:cubicBezTo>
                <a:cubicBezTo>
                  <a:pt x="344458" y="30476"/>
                  <a:pt x="350070" y="28842"/>
                  <a:pt x="356275" y="28842"/>
                </a:cubicBezTo>
                <a:cubicBezTo>
                  <a:pt x="360821" y="28842"/>
                  <a:pt x="364870" y="29801"/>
                  <a:pt x="368422" y="31719"/>
                </a:cubicBezTo>
                <a:cubicBezTo>
                  <a:pt x="371974" y="33637"/>
                  <a:pt x="374863" y="36136"/>
                  <a:pt x="377089" y="39214"/>
                </a:cubicBezTo>
                <a:lnTo>
                  <a:pt x="377089" y="1847"/>
                </a:lnTo>
                <a:lnTo>
                  <a:pt x="389805" y="1847"/>
                </a:lnTo>
                <a:lnTo>
                  <a:pt x="389805" y="105992"/>
                </a:lnTo>
                <a:lnTo>
                  <a:pt x="377942" y="105992"/>
                </a:lnTo>
                <a:moveTo>
                  <a:pt x="337520" y="68305"/>
                </a:moveTo>
                <a:cubicBezTo>
                  <a:pt x="337520" y="77931"/>
                  <a:pt x="339556" y="85127"/>
                  <a:pt x="343629" y="89892"/>
                </a:cubicBezTo>
                <a:cubicBezTo>
                  <a:pt x="347702" y="94658"/>
                  <a:pt x="352509" y="97041"/>
                  <a:pt x="358051" y="97041"/>
                </a:cubicBezTo>
                <a:cubicBezTo>
                  <a:pt x="363639" y="97041"/>
                  <a:pt x="368387" y="94765"/>
                  <a:pt x="372294" y="90212"/>
                </a:cubicBezTo>
                <a:cubicBezTo>
                  <a:pt x="376201" y="85658"/>
                  <a:pt x="378155" y="78709"/>
                  <a:pt x="378155" y="69366"/>
                </a:cubicBezTo>
                <a:cubicBezTo>
                  <a:pt x="378155" y="59080"/>
                  <a:pt x="376166" y="51531"/>
                  <a:pt x="372187" y="46718"/>
                </a:cubicBezTo>
                <a:cubicBezTo>
                  <a:pt x="368209" y="41905"/>
                  <a:pt x="363307" y="39498"/>
                  <a:pt x="357482" y="39498"/>
                </a:cubicBezTo>
                <a:cubicBezTo>
                  <a:pt x="351799" y="39498"/>
                  <a:pt x="347051" y="41811"/>
                  <a:pt x="343239" y="46436"/>
                </a:cubicBezTo>
                <a:cubicBezTo>
                  <a:pt x="339426" y="51059"/>
                  <a:pt x="337520" y="58349"/>
                  <a:pt x="337520" y="68305"/>
                </a:cubicBezTo>
                <a:close/>
                <a:moveTo>
                  <a:pt x="461556" y="81696"/>
                </a:moveTo>
                <a:lnTo>
                  <a:pt x="474770" y="83330"/>
                </a:lnTo>
                <a:cubicBezTo>
                  <a:pt x="472686" y="91050"/>
                  <a:pt x="468826" y="97041"/>
                  <a:pt x="463190" y="101303"/>
                </a:cubicBezTo>
                <a:cubicBezTo>
                  <a:pt x="457554" y="105566"/>
                  <a:pt x="450355" y="107697"/>
                  <a:pt x="441594" y="107697"/>
                </a:cubicBezTo>
                <a:cubicBezTo>
                  <a:pt x="430559" y="107697"/>
                  <a:pt x="421809" y="104299"/>
                  <a:pt x="415345" y="97503"/>
                </a:cubicBezTo>
                <a:cubicBezTo>
                  <a:pt x="408880" y="90706"/>
                  <a:pt x="405648" y="81175"/>
                  <a:pt x="405648" y="68909"/>
                </a:cubicBezTo>
                <a:cubicBezTo>
                  <a:pt x="405648" y="56216"/>
                  <a:pt x="408915" y="46365"/>
                  <a:pt x="415451" y="39356"/>
                </a:cubicBezTo>
                <a:cubicBezTo>
                  <a:pt x="421987" y="32347"/>
                  <a:pt x="430464" y="28842"/>
                  <a:pt x="440883" y="28842"/>
                </a:cubicBezTo>
                <a:cubicBezTo>
                  <a:pt x="450971" y="28842"/>
                  <a:pt x="459212" y="32271"/>
                  <a:pt x="465605" y="39128"/>
                </a:cubicBezTo>
                <a:cubicBezTo>
                  <a:pt x="471999" y="45983"/>
                  <a:pt x="475196" y="55628"/>
                  <a:pt x="475196" y="68063"/>
                </a:cubicBezTo>
                <a:cubicBezTo>
                  <a:pt x="475196" y="68819"/>
                  <a:pt x="475172" y="69954"/>
                  <a:pt x="475125" y="71466"/>
                </a:cubicBezTo>
                <a:lnTo>
                  <a:pt x="418861" y="71466"/>
                </a:lnTo>
                <a:cubicBezTo>
                  <a:pt x="419335" y="79731"/>
                  <a:pt x="421679" y="86059"/>
                  <a:pt x="425894" y="90452"/>
                </a:cubicBezTo>
                <a:cubicBezTo>
                  <a:pt x="430109" y="94844"/>
                  <a:pt x="435366" y="97041"/>
                  <a:pt x="441665" y="97041"/>
                </a:cubicBezTo>
                <a:cubicBezTo>
                  <a:pt x="446354" y="97041"/>
                  <a:pt x="450355" y="95821"/>
                  <a:pt x="453671" y="93382"/>
                </a:cubicBezTo>
                <a:cubicBezTo>
                  <a:pt x="456986" y="90942"/>
                  <a:pt x="459614" y="87046"/>
                  <a:pt x="461556" y="81696"/>
                </a:cubicBezTo>
                <a:moveTo>
                  <a:pt x="419571" y="60810"/>
                </a:moveTo>
                <a:lnTo>
                  <a:pt x="461698" y="60810"/>
                </a:lnTo>
                <a:cubicBezTo>
                  <a:pt x="461130" y="54568"/>
                  <a:pt x="459520" y="49886"/>
                  <a:pt x="456867" y="46764"/>
                </a:cubicBezTo>
                <a:cubicBezTo>
                  <a:pt x="452795" y="41920"/>
                  <a:pt x="447514" y="39498"/>
                  <a:pt x="441026" y="39498"/>
                </a:cubicBezTo>
                <a:cubicBezTo>
                  <a:pt x="435153" y="39498"/>
                  <a:pt x="430216" y="41432"/>
                  <a:pt x="426214" y="45299"/>
                </a:cubicBezTo>
                <a:cubicBezTo>
                  <a:pt x="422212" y="49165"/>
                  <a:pt x="419998" y="54335"/>
                  <a:pt x="419571" y="60810"/>
                </a:cubicBezTo>
                <a:close/>
                <a:moveTo>
                  <a:pt x="490531" y="105992"/>
                </a:moveTo>
                <a:lnTo>
                  <a:pt x="490531" y="1847"/>
                </a:lnTo>
                <a:lnTo>
                  <a:pt x="503318" y="1847"/>
                </a:lnTo>
                <a:lnTo>
                  <a:pt x="503318" y="105992"/>
                </a:lnTo>
                <a:lnTo>
                  <a:pt x="490531" y="105992"/>
                </a:lnTo>
                <a:close/>
                <a:moveTo>
                  <a:pt x="527119" y="105992"/>
                </a:moveTo>
                <a:lnTo>
                  <a:pt x="527119" y="1847"/>
                </a:lnTo>
                <a:lnTo>
                  <a:pt x="540901" y="1847"/>
                </a:lnTo>
                <a:lnTo>
                  <a:pt x="540901" y="105992"/>
                </a:lnTo>
                <a:lnTo>
                  <a:pt x="527119" y="105992"/>
                </a:lnTo>
                <a:close/>
                <a:moveTo>
                  <a:pt x="612507" y="105992"/>
                </a:moveTo>
                <a:lnTo>
                  <a:pt x="612507" y="96472"/>
                </a:lnTo>
                <a:cubicBezTo>
                  <a:pt x="607724" y="103955"/>
                  <a:pt x="600691" y="107697"/>
                  <a:pt x="591408" y="107697"/>
                </a:cubicBezTo>
                <a:cubicBezTo>
                  <a:pt x="585394" y="107697"/>
                  <a:pt x="579864" y="106039"/>
                  <a:pt x="574821" y="102724"/>
                </a:cubicBezTo>
                <a:cubicBezTo>
                  <a:pt x="569777" y="99409"/>
                  <a:pt x="565870" y="94779"/>
                  <a:pt x="563099" y="88836"/>
                </a:cubicBezTo>
                <a:cubicBezTo>
                  <a:pt x="560328" y="82892"/>
                  <a:pt x="558943" y="76060"/>
                  <a:pt x="558943" y="68341"/>
                </a:cubicBezTo>
                <a:cubicBezTo>
                  <a:pt x="558943" y="60810"/>
                  <a:pt x="560198" y="53979"/>
                  <a:pt x="562708" y="47845"/>
                </a:cubicBezTo>
                <a:cubicBezTo>
                  <a:pt x="565218" y="41712"/>
                  <a:pt x="568983" y="37012"/>
                  <a:pt x="574004" y="33744"/>
                </a:cubicBezTo>
                <a:cubicBezTo>
                  <a:pt x="579024" y="30476"/>
                  <a:pt x="584636" y="28842"/>
                  <a:pt x="590840" y="28842"/>
                </a:cubicBezTo>
                <a:cubicBezTo>
                  <a:pt x="595387" y="28842"/>
                  <a:pt x="599436" y="29801"/>
                  <a:pt x="602988" y="31719"/>
                </a:cubicBezTo>
                <a:cubicBezTo>
                  <a:pt x="606540" y="33637"/>
                  <a:pt x="609429" y="36136"/>
                  <a:pt x="611655" y="39214"/>
                </a:cubicBezTo>
                <a:lnTo>
                  <a:pt x="611655" y="1847"/>
                </a:lnTo>
                <a:lnTo>
                  <a:pt x="624371" y="1847"/>
                </a:lnTo>
                <a:lnTo>
                  <a:pt x="624371" y="105992"/>
                </a:lnTo>
                <a:lnTo>
                  <a:pt x="612507" y="105992"/>
                </a:lnTo>
                <a:moveTo>
                  <a:pt x="572086" y="68305"/>
                </a:moveTo>
                <a:cubicBezTo>
                  <a:pt x="572086" y="77931"/>
                  <a:pt x="574122" y="85127"/>
                  <a:pt x="578195" y="89892"/>
                </a:cubicBezTo>
                <a:cubicBezTo>
                  <a:pt x="582268" y="94658"/>
                  <a:pt x="587075" y="97041"/>
                  <a:pt x="592616" y="97041"/>
                </a:cubicBezTo>
                <a:cubicBezTo>
                  <a:pt x="598205" y="97041"/>
                  <a:pt x="602952" y="94765"/>
                  <a:pt x="606860" y="90212"/>
                </a:cubicBezTo>
                <a:cubicBezTo>
                  <a:pt x="610767" y="85658"/>
                  <a:pt x="612720" y="78709"/>
                  <a:pt x="612720" y="69366"/>
                </a:cubicBezTo>
                <a:cubicBezTo>
                  <a:pt x="612720" y="59080"/>
                  <a:pt x="610731" y="51531"/>
                  <a:pt x="606753" y="46718"/>
                </a:cubicBezTo>
                <a:cubicBezTo>
                  <a:pt x="602775" y="41905"/>
                  <a:pt x="597873" y="39498"/>
                  <a:pt x="592048" y="39498"/>
                </a:cubicBezTo>
                <a:cubicBezTo>
                  <a:pt x="586365" y="39498"/>
                  <a:pt x="581617" y="41811"/>
                  <a:pt x="577804" y="46436"/>
                </a:cubicBezTo>
                <a:cubicBezTo>
                  <a:pt x="573992" y="51059"/>
                  <a:pt x="572086" y="58349"/>
                  <a:pt x="572086" y="68305"/>
                </a:cubicBezTo>
                <a:close/>
                <a:moveTo>
                  <a:pt x="648028" y="45181"/>
                </a:moveTo>
                <a:lnTo>
                  <a:pt x="648028" y="30547"/>
                </a:lnTo>
                <a:lnTo>
                  <a:pt x="662591" y="30547"/>
                </a:lnTo>
                <a:lnTo>
                  <a:pt x="662591" y="45181"/>
                </a:lnTo>
                <a:lnTo>
                  <a:pt x="648028" y="45181"/>
                </a:lnTo>
                <a:moveTo>
                  <a:pt x="648028" y="105992"/>
                </a:moveTo>
                <a:lnTo>
                  <a:pt x="648028" y="91358"/>
                </a:lnTo>
                <a:lnTo>
                  <a:pt x="662591" y="91358"/>
                </a:lnTo>
                <a:lnTo>
                  <a:pt x="662591" y="105992"/>
                </a:lnTo>
                <a:lnTo>
                  <a:pt x="648028" y="105992"/>
                </a:lnTo>
                <a:close/>
                <a:moveTo>
                  <a:pt x="722270" y="72461"/>
                </a:moveTo>
                <a:lnTo>
                  <a:pt x="735271" y="71324"/>
                </a:lnTo>
                <a:cubicBezTo>
                  <a:pt x="735886" y="76534"/>
                  <a:pt x="737319" y="80808"/>
                  <a:pt x="739569" y="84147"/>
                </a:cubicBezTo>
                <a:cubicBezTo>
                  <a:pt x="741818" y="87486"/>
                  <a:pt x="745311" y="90185"/>
                  <a:pt x="750047" y="92246"/>
                </a:cubicBezTo>
                <a:cubicBezTo>
                  <a:pt x="754783" y="94306"/>
                  <a:pt x="760111" y="95336"/>
                  <a:pt x="766031" y="95336"/>
                </a:cubicBezTo>
                <a:cubicBezTo>
                  <a:pt x="771288" y="95336"/>
                  <a:pt x="775929" y="94554"/>
                  <a:pt x="779955" y="92991"/>
                </a:cubicBezTo>
                <a:cubicBezTo>
                  <a:pt x="783980" y="91429"/>
                  <a:pt x="786976" y="89286"/>
                  <a:pt x="788941" y="86562"/>
                </a:cubicBezTo>
                <a:cubicBezTo>
                  <a:pt x="790907" y="83839"/>
                  <a:pt x="791890" y="80867"/>
                  <a:pt x="791890" y="77647"/>
                </a:cubicBezTo>
                <a:cubicBezTo>
                  <a:pt x="791890" y="74379"/>
                  <a:pt x="790942" y="71526"/>
                  <a:pt x="789048" y="69086"/>
                </a:cubicBezTo>
                <a:cubicBezTo>
                  <a:pt x="787154" y="66647"/>
                  <a:pt x="784028" y="64599"/>
                  <a:pt x="779671" y="62942"/>
                </a:cubicBezTo>
                <a:cubicBezTo>
                  <a:pt x="776876" y="61852"/>
                  <a:pt x="770696" y="60159"/>
                  <a:pt x="761129" y="57862"/>
                </a:cubicBezTo>
                <a:cubicBezTo>
                  <a:pt x="751562" y="55565"/>
                  <a:pt x="744861" y="53398"/>
                  <a:pt x="741025" y="51362"/>
                </a:cubicBezTo>
                <a:cubicBezTo>
                  <a:pt x="736052" y="48757"/>
                  <a:pt x="732346" y="45525"/>
                  <a:pt x="729907" y="41665"/>
                </a:cubicBezTo>
                <a:cubicBezTo>
                  <a:pt x="727468" y="37805"/>
                  <a:pt x="726249" y="33484"/>
                  <a:pt x="726249" y="28700"/>
                </a:cubicBezTo>
                <a:cubicBezTo>
                  <a:pt x="726249" y="23443"/>
                  <a:pt x="727740" y="18530"/>
                  <a:pt x="730724" y="13959"/>
                </a:cubicBezTo>
                <a:cubicBezTo>
                  <a:pt x="733708" y="9389"/>
                  <a:pt x="738065" y="5920"/>
                  <a:pt x="743795" y="3552"/>
                </a:cubicBezTo>
                <a:cubicBezTo>
                  <a:pt x="749526" y="1184"/>
                  <a:pt x="755896" y="0"/>
                  <a:pt x="762905" y="0"/>
                </a:cubicBezTo>
                <a:cubicBezTo>
                  <a:pt x="770625" y="0"/>
                  <a:pt x="777433" y="1243"/>
                  <a:pt x="783329" y="3730"/>
                </a:cubicBezTo>
                <a:cubicBezTo>
                  <a:pt x="789226" y="6216"/>
                  <a:pt x="793760" y="9875"/>
                  <a:pt x="796933" y="14705"/>
                </a:cubicBezTo>
                <a:cubicBezTo>
                  <a:pt x="800107" y="19536"/>
                  <a:pt x="801812" y="25006"/>
                  <a:pt x="802048" y="31116"/>
                </a:cubicBezTo>
                <a:lnTo>
                  <a:pt x="788835" y="32110"/>
                </a:lnTo>
                <a:cubicBezTo>
                  <a:pt x="788124" y="25503"/>
                  <a:pt x="785721" y="20513"/>
                  <a:pt x="781624" y="17138"/>
                </a:cubicBezTo>
                <a:cubicBezTo>
                  <a:pt x="777528" y="13764"/>
                  <a:pt x="771477" y="12077"/>
                  <a:pt x="763474" y="12077"/>
                </a:cubicBezTo>
                <a:cubicBezTo>
                  <a:pt x="755138" y="12077"/>
                  <a:pt x="749064" y="13606"/>
                  <a:pt x="745252" y="16663"/>
                </a:cubicBezTo>
                <a:cubicBezTo>
                  <a:pt x="741439" y="19720"/>
                  <a:pt x="739533" y="23404"/>
                  <a:pt x="739533" y="27717"/>
                </a:cubicBezTo>
                <a:cubicBezTo>
                  <a:pt x="739533" y="31461"/>
                  <a:pt x="740883" y="34542"/>
                  <a:pt x="743582" y="36959"/>
                </a:cubicBezTo>
                <a:cubicBezTo>
                  <a:pt x="746234" y="39377"/>
                  <a:pt x="753161" y="41854"/>
                  <a:pt x="764362" y="44389"/>
                </a:cubicBezTo>
                <a:cubicBezTo>
                  <a:pt x="775562" y="46924"/>
                  <a:pt x="783246" y="49140"/>
                  <a:pt x="787414" y="51036"/>
                </a:cubicBezTo>
                <a:cubicBezTo>
                  <a:pt x="793476" y="53831"/>
                  <a:pt x="797952" y="57374"/>
                  <a:pt x="800841" y="61665"/>
                </a:cubicBezTo>
                <a:cubicBezTo>
                  <a:pt x="803730" y="65954"/>
                  <a:pt x="805174" y="70895"/>
                  <a:pt x="805174" y="76488"/>
                </a:cubicBezTo>
                <a:cubicBezTo>
                  <a:pt x="805174" y="82032"/>
                  <a:pt x="803588" y="87257"/>
                  <a:pt x="800414" y="92163"/>
                </a:cubicBezTo>
                <a:cubicBezTo>
                  <a:pt x="797241" y="97068"/>
                  <a:pt x="792683" y="100884"/>
                  <a:pt x="786739" y="103610"/>
                </a:cubicBezTo>
                <a:cubicBezTo>
                  <a:pt x="780795" y="106334"/>
                  <a:pt x="774106" y="107697"/>
                  <a:pt x="766670" y="107697"/>
                </a:cubicBezTo>
                <a:cubicBezTo>
                  <a:pt x="757246" y="107697"/>
                  <a:pt x="749348" y="106323"/>
                  <a:pt x="742978" y="103576"/>
                </a:cubicBezTo>
                <a:cubicBezTo>
                  <a:pt x="736609" y="100830"/>
                  <a:pt x="731612" y="96697"/>
                  <a:pt x="727989" y="91180"/>
                </a:cubicBezTo>
                <a:cubicBezTo>
                  <a:pt x="724366" y="85662"/>
                  <a:pt x="722460" y="79423"/>
                  <a:pt x="722270" y="72461"/>
                </a:cubicBezTo>
                <a:close/>
                <a:moveTo>
                  <a:pt x="850277" y="94696"/>
                </a:moveTo>
                <a:lnTo>
                  <a:pt x="852124" y="105992"/>
                </a:lnTo>
                <a:cubicBezTo>
                  <a:pt x="848525" y="106655"/>
                  <a:pt x="845305" y="106986"/>
                  <a:pt x="842463" y="106986"/>
                </a:cubicBezTo>
                <a:cubicBezTo>
                  <a:pt x="837822" y="106986"/>
                  <a:pt x="834222" y="106252"/>
                  <a:pt x="831665" y="104784"/>
                </a:cubicBezTo>
                <a:cubicBezTo>
                  <a:pt x="829107" y="103316"/>
                  <a:pt x="827308" y="101386"/>
                  <a:pt x="826266" y="98994"/>
                </a:cubicBezTo>
                <a:cubicBezTo>
                  <a:pt x="825224" y="96603"/>
                  <a:pt x="824703" y="91571"/>
                  <a:pt x="824703" y="83898"/>
                </a:cubicBezTo>
                <a:lnTo>
                  <a:pt x="824703" y="40493"/>
                </a:lnTo>
                <a:lnTo>
                  <a:pt x="815326" y="40493"/>
                </a:lnTo>
                <a:lnTo>
                  <a:pt x="815326" y="30547"/>
                </a:lnTo>
                <a:lnTo>
                  <a:pt x="824703" y="30547"/>
                </a:lnTo>
                <a:lnTo>
                  <a:pt x="824703" y="11813"/>
                </a:lnTo>
                <a:lnTo>
                  <a:pt x="837419" y="4120"/>
                </a:lnTo>
                <a:lnTo>
                  <a:pt x="837419" y="30547"/>
                </a:lnTo>
                <a:lnTo>
                  <a:pt x="850277" y="30547"/>
                </a:lnTo>
                <a:lnTo>
                  <a:pt x="850277" y="40493"/>
                </a:lnTo>
                <a:lnTo>
                  <a:pt x="837419" y="40493"/>
                </a:lnTo>
                <a:lnTo>
                  <a:pt x="837419" y="84609"/>
                </a:lnTo>
                <a:cubicBezTo>
                  <a:pt x="837419" y="88255"/>
                  <a:pt x="837644" y="90600"/>
                  <a:pt x="838094" y="91642"/>
                </a:cubicBezTo>
                <a:cubicBezTo>
                  <a:pt x="838544" y="92684"/>
                  <a:pt x="839278" y="93512"/>
                  <a:pt x="840296" y="94128"/>
                </a:cubicBezTo>
                <a:cubicBezTo>
                  <a:pt x="841315" y="94744"/>
                  <a:pt x="842771" y="95052"/>
                  <a:pt x="844665" y="95052"/>
                </a:cubicBezTo>
                <a:cubicBezTo>
                  <a:pt x="846086" y="95052"/>
                  <a:pt x="847957" y="94933"/>
                  <a:pt x="850277" y="94696"/>
                </a:cubicBezTo>
                <a:close/>
                <a:moveTo>
                  <a:pt x="862646" y="105992"/>
                </a:moveTo>
                <a:lnTo>
                  <a:pt x="862646" y="30547"/>
                </a:lnTo>
                <a:lnTo>
                  <a:pt x="874154" y="30547"/>
                </a:lnTo>
                <a:lnTo>
                  <a:pt x="874154" y="41914"/>
                </a:lnTo>
                <a:cubicBezTo>
                  <a:pt x="877091" y="36592"/>
                  <a:pt x="879802" y="33082"/>
                  <a:pt x="882289" y="31386"/>
                </a:cubicBezTo>
                <a:cubicBezTo>
                  <a:pt x="884775" y="29690"/>
                  <a:pt x="887510" y="28842"/>
                  <a:pt x="890494" y="28842"/>
                </a:cubicBezTo>
                <a:cubicBezTo>
                  <a:pt x="894803" y="28842"/>
                  <a:pt x="899184" y="30210"/>
                  <a:pt x="903636" y="32945"/>
                </a:cubicBezTo>
                <a:lnTo>
                  <a:pt x="899232" y="44755"/>
                </a:lnTo>
                <a:cubicBezTo>
                  <a:pt x="896106" y="42908"/>
                  <a:pt x="892980" y="41985"/>
                  <a:pt x="889854" y="41985"/>
                </a:cubicBezTo>
                <a:cubicBezTo>
                  <a:pt x="887060" y="41985"/>
                  <a:pt x="884550" y="42827"/>
                  <a:pt x="882324" y="44511"/>
                </a:cubicBezTo>
                <a:cubicBezTo>
                  <a:pt x="880098" y="46194"/>
                  <a:pt x="878512" y="48529"/>
                  <a:pt x="877564" y="51515"/>
                </a:cubicBezTo>
                <a:cubicBezTo>
                  <a:pt x="876144" y="56066"/>
                  <a:pt x="875433" y="61044"/>
                  <a:pt x="875433" y="66449"/>
                </a:cubicBezTo>
                <a:lnTo>
                  <a:pt x="875433" y="105992"/>
                </a:lnTo>
                <a:lnTo>
                  <a:pt x="862646" y="105992"/>
                </a:lnTo>
                <a:close/>
                <a:moveTo>
                  <a:pt x="911304" y="16623"/>
                </a:moveTo>
                <a:lnTo>
                  <a:pt x="911304" y="1847"/>
                </a:lnTo>
                <a:lnTo>
                  <a:pt x="924092" y="1847"/>
                </a:lnTo>
                <a:lnTo>
                  <a:pt x="924092" y="16623"/>
                </a:lnTo>
                <a:lnTo>
                  <a:pt x="911304" y="16623"/>
                </a:lnTo>
                <a:moveTo>
                  <a:pt x="911304" y="105992"/>
                </a:moveTo>
                <a:lnTo>
                  <a:pt x="911304" y="30547"/>
                </a:lnTo>
                <a:lnTo>
                  <a:pt x="924092" y="30547"/>
                </a:lnTo>
                <a:lnTo>
                  <a:pt x="924092" y="105992"/>
                </a:lnTo>
                <a:lnTo>
                  <a:pt x="911304" y="105992"/>
                </a:lnTo>
                <a:close/>
                <a:moveTo>
                  <a:pt x="943560" y="105992"/>
                </a:moveTo>
                <a:lnTo>
                  <a:pt x="943560" y="30547"/>
                </a:lnTo>
                <a:lnTo>
                  <a:pt x="955068" y="30547"/>
                </a:lnTo>
                <a:lnTo>
                  <a:pt x="955068" y="41203"/>
                </a:lnTo>
                <a:cubicBezTo>
                  <a:pt x="960609" y="32963"/>
                  <a:pt x="968613" y="28842"/>
                  <a:pt x="979080" y="28842"/>
                </a:cubicBezTo>
                <a:cubicBezTo>
                  <a:pt x="983626" y="28842"/>
                  <a:pt x="987806" y="29659"/>
                  <a:pt x="991618" y="31293"/>
                </a:cubicBezTo>
                <a:cubicBezTo>
                  <a:pt x="995431" y="32927"/>
                  <a:pt x="998284" y="35070"/>
                  <a:pt x="1000179" y="37722"/>
                </a:cubicBezTo>
                <a:cubicBezTo>
                  <a:pt x="1002073" y="40374"/>
                  <a:pt x="1003399" y="43524"/>
                  <a:pt x="1004157" y="47171"/>
                </a:cubicBezTo>
                <a:cubicBezTo>
                  <a:pt x="1004631" y="49539"/>
                  <a:pt x="1004867" y="53683"/>
                  <a:pt x="1004867" y="59603"/>
                </a:cubicBezTo>
                <a:lnTo>
                  <a:pt x="1004867" y="105992"/>
                </a:lnTo>
                <a:lnTo>
                  <a:pt x="992080" y="105992"/>
                </a:lnTo>
                <a:lnTo>
                  <a:pt x="992080" y="60051"/>
                </a:lnTo>
                <a:cubicBezTo>
                  <a:pt x="992080" y="54836"/>
                  <a:pt x="991583" y="50936"/>
                  <a:pt x="990588" y="48352"/>
                </a:cubicBezTo>
                <a:cubicBezTo>
                  <a:pt x="989594" y="45768"/>
                  <a:pt x="987830" y="43705"/>
                  <a:pt x="985296" y="42165"/>
                </a:cubicBezTo>
                <a:cubicBezTo>
                  <a:pt x="982762" y="40624"/>
                  <a:pt x="979790" y="39853"/>
                  <a:pt x="976380" y="39853"/>
                </a:cubicBezTo>
                <a:cubicBezTo>
                  <a:pt x="970934" y="39853"/>
                  <a:pt x="966233" y="41584"/>
                  <a:pt x="962279" y="45046"/>
                </a:cubicBezTo>
                <a:cubicBezTo>
                  <a:pt x="958324" y="48506"/>
                  <a:pt x="956347" y="55072"/>
                  <a:pt x="956347" y="64744"/>
                </a:cubicBezTo>
                <a:lnTo>
                  <a:pt x="956347" y="105992"/>
                </a:lnTo>
                <a:lnTo>
                  <a:pt x="943560" y="105992"/>
                </a:lnTo>
                <a:close/>
                <a:moveTo>
                  <a:pt x="1022130" y="112243"/>
                </a:moveTo>
                <a:lnTo>
                  <a:pt x="1034562" y="114090"/>
                </a:lnTo>
                <a:cubicBezTo>
                  <a:pt x="1035083" y="117927"/>
                  <a:pt x="1036528" y="120721"/>
                  <a:pt x="1038896" y="122473"/>
                </a:cubicBezTo>
                <a:cubicBezTo>
                  <a:pt x="1042069" y="124841"/>
                  <a:pt x="1046402" y="126025"/>
                  <a:pt x="1051896" y="126025"/>
                </a:cubicBezTo>
                <a:cubicBezTo>
                  <a:pt x="1057816" y="126025"/>
                  <a:pt x="1062387" y="124838"/>
                  <a:pt x="1065607" y="122464"/>
                </a:cubicBezTo>
                <a:cubicBezTo>
                  <a:pt x="1068827" y="120092"/>
                  <a:pt x="1071006" y="116769"/>
                  <a:pt x="1072143" y="112496"/>
                </a:cubicBezTo>
                <a:cubicBezTo>
                  <a:pt x="1072806" y="109887"/>
                  <a:pt x="1073114" y="104405"/>
                  <a:pt x="1073066" y="96051"/>
                </a:cubicBezTo>
                <a:cubicBezTo>
                  <a:pt x="1067478" y="102678"/>
                  <a:pt x="1060516" y="105992"/>
                  <a:pt x="1052180" y="105992"/>
                </a:cubicBezTo>
                <a:cubicBezTo>
                  <a:pt x="1041809" y="105992"/>
                  <a:pt x="1033781" y="102250"/>
                  <a:pt x="1028098" y="94767"/>
                </a:cubicBezTo>
                <a:cubicBezTo>
                  <a:pt x="1022415" y="87285"/>
                  <a:pt x="1019573" y="78310"/>
                  <a:pt x="1019573" y="67843"/>
                </a:cubicBezTo>
                <a:cubicBezTo>
                  <a:pt x="1019573" y="60645"/>
                  <a:pt x="1020875" y="54002"/>
                  <a:pt x="1023480" y="47917"/>
                </a:cubicBezTo>
                <a:cubicBezTo>
                  <a:pt x="1026085" y="41831"/>
                  <a:pt x="1029862" y="37130"/>
                  <a:pt x="1034811" y="33815"/>
                </a:cubicBezTo>
                <a:cubicBezTo>
                  <a:pt x="1039760" y="30500"/>
                  <a:pt x="1045574" y="28842"/>
                  <a:pt x="1052251" y="28842"/>
                </a:cubicBezTo>
                <a:cubicBezTo>
                  <a:pt x="1061155" y="28842"/>
                  <a:pt x="1068496" y="32465"/>
                  <a:pt x="1074274" y="39711"/>
                </a:cubicBezTo>
                <a:lnTo>
                  <a:pt x="1074274" y="30547"/>
                </a:lnTo>
                <a:lnTo>
                  <a:pt x="1086067" y="30547"/>
                </a:lnTo>
                <a:lnTo>
                  <a:pt x="1086067" y="95806"/>
                </a:lnTo>
                <a:cubicBezTo>
                  <a:pt x="1086067" y="107559"/>
                  <a:pt x="1084871" y="115888"/>
                  <a:pt x="1082479" y="120793"/>
                </a:cubicBezTo>
                <a:cubicBezTo>
                  <a:pt x="1080087" y="125697"/>
                  <a:pt x="1076299" y="129571"/>
                  <a:pt x="1071113" y="132414"/>
                </a:cubicBezTo>
                <a:cubicBezTo>
                  <a:pt x="1065927" y="135259"/>
                  <a:pt x="1059545" y="136681"/>
                  <a:pt x="1051967" y="136681"/>
                </a:cubicBezTo>
                <a:cubicBezTo>
                  <a:pt x="1042969" y="136681"/>
                  <a:pt x="1035699" y="134651"/>
                  <a:pt x="1030158" y="130589"/>
                </a:cubicBezTo>
                <a:cubicBezTo>
                  <a:pt x="1024617" y="126528"/>
                  <a:pt x="1021941" y="120413"/>
                  <a:pt x="1022130" y="112243"/>
                </a:cubicBezTo>
                <a:moveTo>
                  <a:pt x="1032715" y="66922"/>
                </a:moveTo>
                <a:cubicBezTo>
                  <a:pt x="1032715" y="76795"/>
                  <a:pt x="1034681" y="83999"/>
                  <a:pt x="1038612" y="88534"/>
                </a:cubicBezTo>
                <a:cubicBezTo>
                  <a:pt x="1042543" y="93068"/>
                  <a:pt x="1047468" y="95336"/>
                  <a:pt x="1053388" y="95336"/>
                </a:cubicBezTo>
                <a:cubicBezTo>
                  <a:pt x="1059261" y="95336"/>
                  <a:pt x="1064186" y="93080"/>
                  <a:pt x="1068164" y="88569"/>
                </a:cubicBezTo>
                <a:cubicBezTo>
                  <a:pt x="1072143" y="84058"/>
                  <a:pt x="1074132" y="76984"/>
                  <a:pt x="1074132" y="67346"/>
                </a:cubicBezTo>
                <a:cubicBezTo>
                  <a:pt x="1074132" y="58134"/>
                  <a:pt x="1072083" y="51190"/>
                  <a:pt x="1067987" y="46513"/>
                </a:cubicBezTo>
                <a:cubicBezTo>
                  <a:pt x="1063890" y="41837"/>
                  <a:pt x="1058953" y="39498"/>
                  <a:pt x="1053175" y="39498"/>
                </a:cubicBezTo>
                <a:cubicBezTo>
                  <a:pt x="1047492" y="39498"/>
                  <a:pt x="1042661" y="41801"/>
                  <a:pt x="1038683" y="46407"/>
                </a:cubicBezTo>
                <a:cubicBezTo>
                  <a:pt x="1034705" y="51013"/>
                  <a:pt x="1032715" y="57851"/>
                  <a:pt x="1032715" y="6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+encodedImage:String?">
            <a:extLst xmlns:a="http://schemas.openxmlformats.org/drawingml/2006/main">
              <a:ext uri="{FF2B5EF4-FFF2-40B4-BE49-F238E27FC236}">
                <a16:creationId xmlns:a16="http://schemas.microsoft.com/office/drawing/2014/main" id="{2E29E012-9177-4311-8394-136C7F1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1" y="5385345"/>
            <a:ext cx="1614388" cy="136681"/>
          </a:xfrm>
          <a:custGeom xmlns:a="http://schemas.openxmlformats.org/drawingml/2006/main">
            <a:pathLst>
              <a:path w="1614388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78525" y="81696"/>
                </a:moveTo>
                <a:lnTo>
                  <a:pt x="191739" y="83330"/>
                </a:lnTo>
                <a:cubicBezTo>
                  <a:pt x="189655" y="91050"/>
                  <a:pt x="185795" y="97041"/>
                  <a:pt x="180159" y="101303"/>
                </a:cubicBezTo>
                <a:cubicBezTo>
                  <a:pt x="174523" y="105566"/>
                  <a:pt x="167324" y="107697"/>
                  <a:pt x="158563" y="107697"/>
                </a:cubicBezTo>
                <a:cubicBezTo>
                  <a:pt x="147528" y="107697"/>
                  <a:pt x="138778" y="104299"/>
                  <a:pt x="132314" y="97503"/>
                </a:cubicBezTo>
                <a:cubicBezTo>
                  <a:pt x="125849" y="90706"/>
                  <a:pt x="122617" y="81175"/>
                  <a:pt x="122617" y="68909"/>
                </a:cubicBezTo>
                <a:cubicBezTo>
                  <a:pt x="122617" y="56216"/>
                  <a:pt x="125884" y="46365"/>
                  <a:pt x="132420" y="39356"/>
                </a:cubicBezTo>
                <a:cubicBezTo>
                  <a:pt x="138956" y="32347"/>
                  <a:pt x="147433" y="28842"/>
                  <a:pt x="157852" y="28842"/>
                </a:cubicBezTo>
                <a:cubicBezTo>
                  <a:pt x="167940" y="28842"/>
                  <a:pt x="176181" y="32271"/>
                  <a:pt x="182574" y="39128"/>
                </a:cubicBezTo>
                <a:cubicBezTo>
                  <a:pt x="188968" y="45983"/>
                  <a:pt x="192165" y="55628"/>
                  <a:pt x="192165" y="68063"/>
                </a:cubicBezTo>
                <a:cubicBezTo>
                  <a:pt x="192165" y="68819"/>
                  <a:pt x="192141" y="69954"/>
                  <a:pt x="192094" y="71466"/>
                </a:cubicBezTo>
                <a:lnTo>
                  <a:pt x="135830" y="71466"/>
                </a:lnTo>
                <a:cubicBezTo>
                  <a:pt x="136304" y="79731"/>
                  <a:pt x="138648" y="86059"/>
                  <a:pt x="142863" y="90452"/>
                </a:cubicBezTo>
                <a:cubicBezTo>
                  <a:pt x="147078" y="94844"/>
                  <a:pt x="152335" y="97041"/>
                  <a:pt x="158634" y="97041"/>
                </a:cubicBezTo>
                <a:cubicBezTo>
                  <a:pt x="163323" y="97041"/>
                  <a:pt x="167324" y="95821"/>
                  <a:pt x="170640" y="93382"/>
                </a:cubicBezTo>
                <a:cubicBezTo>
                  <a:pt x="173955" y="90942"/>
                  <a:pt x="176583" y="87046"/>
                  <a:pt x="178525" y="81696"/>
                </a:cubicBezTo>
                <a:moveTo>
                  <a:pt x="136540" y="60810"/>
                </a:moveTo>
                <a:lnTo>
                  <a:pt x="178667" y="60810"/>
                </a:lnTo>
                <a:cubicBezTo>
                  <a:pt x="178099" y="54568"/>
                  <a:pt x="176489" y="49886"/>
                  <a:pt x="173836" y="46764"/>
                </a:cubicBezTo>
                <a:cubicBezTo>
                  <a:pt x="169763" y="41920"/>
                  <a:pt x="164483" y="39498"/>
                  <a:pt x="157994" y="39498"/>
                </a:cubicBezTo>
                <a:cubicBezTo>
                  <a:pt x="152122" y="39498"/>
                  <a:pt x="147185" y="41432"/>
                  <a:pt x="143183" y="45299"/>
                </a:cubicBezTo>
                <a:cubicBezTo>
                  <a:pt x="139181" y="49165"/>
                  <a:pt x="136967" y="54335"/>
                  <a:pt x="136540" y="60810"/>
                </a:cubicBezTo>
                <a:close/>
                <a:moveTo>
                  <a:pt x="207794" y="105992"/>
                </a:moveTo>
                <a:lnTo>
                  <a:pt x="207794" y="30547"/>
                </a:lnTo>
                <a:lnTo>
                  <a:pt x="219302" y="30547"/>
                </a:lnTo>
                <a:lnTo>
                  <a:pt x="219302" y="41203"/>
                </a:lnTo>
                <a:cubicBezTo>
                  <a:pt x="224843" y="32963"/>
                  <a:pt x="232847" y="28842"/>
                  <a:pt x="243314" y="28842"/>
                </a:cubicBezTo>
                <a:cubicBezTo>
                  <a:pt x="247860" y="28842"/>
                  <a:pt x="252040" y="29659"/>
                  <a:pt x="255852" y="31293"/>
                </a:cubicBezTo>
                <a:cubicBezTo>
                  <a:pt x="259665" y="32927"/>
                  <a:pt x="262518" y="35070"/>
                  <a:pt x="264413" y="37722"/>
                </a:cubicBezTo>
                <a:cubicBezTo>
                  <a:pt x="266307" y="40374"/>
                  <a:pt x="267633" y="43524"/>
                  <a:pt x="268391" y="47171"/>
                </a:cubicBezTo>
                <a:cubicBezTo>
                  <a:pt x="268865" y="49539"/>
                  <a:pt x="269101" y="53683"/>
                  <a:pt x="269101" y="59603"/>
                </a:cubicBezTo>
                <a:lnTo>
                  <a:pt x="269101" y="105992"/>
                </a:lnTo>
                <a:lnTo>
                  <a:pt x="256314" y="105992"/>
                </a:lnTo>
                <a:lnTo>
                  <a:pt x="256314" y="60051"/>
                </a:lnTo>
                <a:cubicBezTo>
                  <a:pt x="256314" y="54836"/>
                  <a:pt x="255817" y="50936"/>
                  <a:pt x="254822" y="48352"/>
                </a:cubicBezTo>
                <a:cubicBezTo>
                  <a:pt x="253828" y="45768"/>
                  <a:pt x="252064" y="43705"/>
                  <a:pt x="249530" y="42165"/>
                </a:cubicBezTo>
                <a:cubicBezTo>
                  <a:pt x="246996" y="40624"/>
                  <a:pt x="244024" y="39853"/>
                  <a:pt x="240614" y="39853"/>
                </a:cubicBezTo>
                <a:cubicBezTo>
                  <a:pt x="235168" y="39853"/>
                  <a:pt x="230467" y="41584"/>
                  <a:pt x="226513" y="45046"/>
                </a:cubicBezTo>
                <a:cubicBezTo>
                  <a:pt x="222558" y="48506"/>
                  <a:pt x="220581" y="55072"/>
                  <a:pt x="220581" y="64744"/>
                </a:cubicBezTo>
                <a:lnTo>
                  <a:pt x="220581" y="105992"/>
                </a:lnTo>
                <a:lnTo>
                  <a:pt x="207794" y="105992"/>
                </a:lnTo>
                <a:close/>
                <a:moveTo>
                  <a:pt x="337940" y="78286"/>
                </a:moveTo>
                <a:lnTo>
                  <a:pt x="350514" y="79920"/>
                </a:lnTo>
                <a:cubicBezTo>
                  <a:pt x="349141" y="88609"/>
                  <a:pt x="345624" y="95411"/>
                  <a:pt x="339965" y="100326"/>
                </a:cubicBezTo>
                <a:cubicBezTo>
                  <a:pt x="334305" y="105240"/>
                  <a:pt x="327355" y="107697"/>
                  <a:pt x="319115" y="107697"/>
                </a:cubicBezTo>
                <a:cubicBezTo>
                  <a:pt x="308790" y="107697"/>
                  <a:pt x="300490" y="104322"/>
                  <a:pt x="294215" y="97574"/>
                </a:cubicBezTo>
                <a:cubicBezTo>
                  <a:pt x="287940" y="90825"/>
                  <a:pt x="284802" y="81151"/>
                  <a:pt x="284802" y="68554"/>
                </a:cubicBezTo>
                <a:cubicBezTo>
                  <a:pt x="284802" y="60408"/>
                  <a:pt x="286152" y="53280"/>
                  <a:pt x="288852" y="47171"/>
                </a:cubicBezTo>
                <a:cubicBezTo>
                  <a:pt x="291551" y="41061"/>
                  <a:pt x="295660" y="36479"/>
                  <a:pt x="301177" y="33424"/>
                </a:cubicBezTo>
                <a:cubicBezTo>
                  <a:pt x="306694" y="30370"/>
                  <a:pt x="312697" y="28842"/>
                  <a:pt x="319186" y="28842"/>
                </a:cubicBezTo>
                <a:cubicBezTo>
                  <a:pt x="327379" y="28842"/>
                  <a:pt x="334080" y="30921"/>
                  <a:pt x="339290" y="35078"/>
                </a:cubicBezTo>
                <a:cubicBezTo>
                  <a:pt x="344500" y="39234"/>
                  <a:pt x="347838" y="45136"/>
                  <a:pt x="349307" y="52783"/>
                </a:cubicBezTo>
                <a:lnTo>
                  <a:pt x="336875" y="54701"/>
                </a:lnTo>
                <a:cubicBezTo>
                  <a:pt x="335691" y="49657"/>
                  <a:pt x="333595" y="45862"/>
                  <a:pt x="330588" y="43317"/>
                </a:cubicBezTo>
                <a:cubicBezTo>
                  <a:pt x="327580" y="40771"/>
                  <a:pt x="323945" y="39498"/>
                  <a:pt x="319683" y="39498"/>
                </a:cubicBezTo>
                <a:cubicBezTo>
                  <a:pt x="313242" y="39498"/>
                  <a:pt x="308009" y="41796"/>
                  <a:pt x="303983" y="46391"/>
                </a:cubicBezTo>
                <a:cubicBezTo>
                  <a:pt x="299957" y="50985"/>
                  <a:pt x="297945" y="58254"/>
                  <a:pt x="297945" y="68198"/>
                </a:cubicBezTo>
                <a:cubicBezTo>
                  <a:pt x="297945" y="78285"/>
                  <a:pt x="299886" y="85614"/>
                  <a:pt x="303770" y="90185"/>
                </a:cubicBezTo>
                <a:cubicBezTo>
                  <a:pt x="307653" y="94756"/>
                  <a:pt x="312721" y="97041"/>
                  <a:pt x="318973" y="97041"/>
                </a:cubicBezTo>
                <a:cubicBezTo>
                  <a:pt x="323993" y="97041"/>
                  <a:pt x="328184" y="95507"/>
                  <a:pt x="331547" y="92441"/>
                </a:cubicBezTo>
                <a:cubicBezTo>
                  <a:pt x="334909" y="89374"/>
                  <a:pt x="337040" y="84656"/>
                  <a:pt x="337940" y="78286"/>
                </a:cubicBezTo>
                <a:close/>
                <a:moveTo>
                  <a:pt x="356695" y="68270"/>
                </a:moveTo>
                <a:cubicBezTo>
                  <a:pt x="356695" y="54298"/>
                  <a:pt x="360579" y="43950"/>
                  <a:pt x="368346" y="37225"/>
                </a:cubicBezTo>
                <a:cubicBezTo>
                  <a:pt x="374834" y="31637"/>
                  <a:pt x="382743" y="28842"/>
                  <a:pt x="392073" y="28842"/>
                </a:cubicBezTo>
                <a:cubicBezTo>
                  <a:pt x="402445" y="28842"/>
                  <a:pt x="410923" y="32240"/>
                  <a:pt x="417506" y="39037"/>
                </a:cubicBezTo>
                <a:cubicBezTo>
                  <a:pt x="424089" y="45833"/>
                  <a:pt x="427380" y="55222"/>
                  <a:pt x="427380" y="67204"/>
                </a:cubicBezTo>
                <a:cubicBezTo>
                  <a:pt x="427380" y="76913"/>
                  <a:pt x="425924" y="84550"/>
                  <a:pt x="423011" y="90114"/>
                </a:cubicBezTo>
                <a:cubicBezTo>
                  <a:pt x="420099" y="95679"/>
                  <a:pt x="415860" y="100001"/>
                  <a:pt x="410295" y="103079"/>
                </a:cubicBezTo>
                <a:cubicBezTo>
                  <a:pt x="404730" y="106158"/>
                  <a:pt x="398656" y="107697"/>
                  <a:pt x="392073" y="107697"/>
                </a:cubicBezTo>
                <a:cubicBezTo>
                  <a:pt x="381512" y="107697"/>
                  <a:pt x="372975" y="104311"/>
                  <a:pt x="366463" y="97538"/>
                </a:cubicBezTo>
                <a:cubicBezTo>
                  <a:pt x="359951" y="90766"/>
                  <a:pt x="356695" y="81009"/>
                  <a:pt x="356695" y="68270"/>
                </a:cubicBezTo>
                <a:moveTo>
                  <a:pt x="369838" y="68234"/>
                </a:moveTo>
                <a:cubicBezTo>
                  <a:pt x="369838" y="77860"/>
                  <a:pt x="371945" y="85068"/>
                  <a:pt x="376160" y="89857"/>
                </a:cubicBezTo>
                <a:cubicBezTo>
                  <a:pt x="380375" y="94646"/>
                  <a:pt x="385680" y="97041"/>
                  <a:pt x="392073" y="97041"/>
                </a:cubicBezTo>
                <a:cubicBezTo>
                  <a:pt x="398420" y="97041"/>
                  <a:pt x="403700" y="94634"/>
                  <a:pt x="407915" y="89821"/>
                </a:cubicBezTo>
                <a:cubicBezTo>
                  <a:pt x="412130" y="85008"/>
                  <a:pt x="414238" y="77671"/>
                  <a:pt x="414238" y="67810"/>
                </a:cubicBezTo>
                <a:cubicBezTo>
                  <a:pt x="414238" y="58514"/>
                  <a:pt x="412118" y="51471"/>
                  <a:pt x="407880" y="46682"/>
                </a:cubicBezTo>
                <a:cubicBezTo>
                  <a:pt x="403641" y="41893"/>
                  <a:pt x="398372" y="39498"/>
                  <a:pt x="392073" y="39498"/>
                </a:cubicBezTo>
                <a:cubicBezTo>
                  <a:pt x="385680" y="39498"/>
                  <a:pt x="380375" y="41881"/>
                  <a:pt x="376160" y="46647"/>
                </a:cubicBezTo>
                <a:cubicBezTo>
                  <a:pt x="371945" y="51412"/>
                  <a:pt x="369838" y="58608"/>
                  <a:pt x="369838" y="68234"/>
                </a:cubicBezTo>
                <a:close/>
                <a:moveTo>
                  <a:pt x="491317" y="105992"/>
                </a:moveTo>
                <a:lnTo>
                  <a:pt x="491317" y="96472"/>
                </a:lnTo>
                <a:cubicBezTo>
                  <a:pt x="486533" y="103955"/>
                  <a:pt x="479500" y="107697"/>
                  <a:pt x="470218" y="107697"/>
                </a:cubicBezTo>
                <a:cubicBezTo>
                  <a:pt x="464203" y="107697"/>
                  <a:pt x="458674" y="106039"/>
                  <a:pt x="453630" y="102724"/>
                </a:cubicBezTo>
                <a:cubicBezTo>
                  <a:pt x="448586" y="99409"/>
                  <a:pt x="444679" y="94779"/>
                  <a:pt x="441908" y="88836"/>
                </a:cubicBezTo>
                <a:cubicBezTo>
                  <a:pt x="439138" y="82892"/>
                  <a:pt x="437752" y="76060"/>
                  <a:pt x="437752" y="68341"/>
                </a:cubicBezTo>
                <a:cubicBezTo>
                  <a:pt x="437752" y="60810"/>
                  <a:pt x="439007" y="53979"/>
                  <a:pt x="441517" y="47845"/>
                </a:cubicBezTo>
                <a:cubicBezTo>
                  <a:pt x="444028" y="41712"/>
                  <a:pt x="447793" y="37012"/>
                  <a:pt x="452813" y="33744"/>
                </a:cubicBezTo>
                <a:cubicBezTo>
                  <a:pt x="457833" y="30476"/>
                  <a:pt x="463445" y="28842"/>
                  <a:pt x="469649" y="28842"/>
                </a:cubicBezTo>
                <a:cubicBezTo>
                  <a:pt x="474196" y="28842"/>
                  <a:pt x="478245" y="29801"/>
                  <a:pt x="481797" y="31719"/>
                </a:cubicBezTo>
                <a:cubicBezTo>
                  <a:pt x="485349" y="33637"/>
                  <a:pt x="488238" y="36136"/>
                  <a:pt x="490464" y="39214"/>
                </a:cubicBezTo>
                <a:lnTo>
                  <a:pt x="490464" y="1847"/>
                </a:lnTo>
                <a:lnTo>
                  <a:pt x="503180" y="1847"/>
                </a:lnTo>
                <a:lnTo>
                  <a:pt x="503180" y="105992"/>
                </a:lnTo>
                <a:lnTo>
                  <a:pt x="491317" y="105992"/>
                </a:lnTo>
                <a:moveTo>
                  <a:pt x="450895" y="68305"/>
                </a:moveTo>
                <a:cubicBezTo>
                  <a:pt x="450895" y="77931"/>
                  <a:pt x="452931" y="85127"/>
                  <a:pt x="457004" y="89892"/>
                </a:cubicBezTo>
                <a:cubicBezTo>
                  <a:pt x="461077" y="94658"/>
                  <a:pt x="465884" y="97041"/>
                  <a:pt x="471425" y="97041"/>
                </a:cubicBezTo>
                <a:cubicBezTo>
                  <a:pt x="477014" y="97041"/>
                  <a:pt x="481762" y="94765"/>
                  <a:pt x="485669" y="90212"/>
                </a:cubicBezTo>
                <a:cubicBezTo>
                  <a:pt x="489576" y="85658"/>
                  <a:pt x="491530" y="78709"/>
                  <a:pt x="491530" y="69366"/>
                </a:cubicBezTo>
                <a:cubicBezTo>
                  <a:pt x="491530" y="59080"/>
                  <a:pt x="489541" y="51531"/>
                  <a:pt x="485562" y="46718"/>
                </a:cubicBezTo>
                <a:cubicBezTo>
                  <a:pt x="481584" y="41905"/>
                  <a:pt x="476682" y="39498"/>
                  <a:pt x="470857" y="39498"/>
                </a:cubicBezTo>
                <a:cubicBezTo>
                  <a:pt x="465174" y="39498"/>
                  <a:pt x="460426" y="41811"/>
                  <a:pt x="456613" y="46436"/>
                </a:cubicBezTo>
                <a:cubicBezTo>
                  <a:pt x="452801" y="51059"/>
                  <a:pt x="450895" y="58349"/>
                  <a:pt x="450895" y="68305"/>
                </a:cubicBezTo>
                <a:close/>
                <a:moveTo>
                  <a:pt x="574932" y="81696"/>
                </a:moveTo>
                <a:lnTo>
                  <a:pt x="588145" y="83330"/>
                </a:lnTo>
                <a:cubicBezTo>
                  <a:pt x="586061" y="91050"/>
                  <a:pt x="582202" y="97041"/>
                  <a:pt x="576566" y="101303"/>
                </a:cubicBezTo>
                <a:cubicBezTo>
                  <a:pt x="570930" y="105566"/>
                  <a:pt x="563731" y="107697"/>
                  <a:pt x="554969" y="107697"/>
                </a:cubicBezTo>
                <a:cubicBezTo>
                  <a:pt x="543935" y="107697"/>
                  <a:pt x="535185" y="104299"/>
                  <a:pt x="528720" y="97503"/>
                </a:cubicBezTo>
                <a:cubicBezTo>
                  <a:pt x="522256" y="90706"/>
                  <a:pt x="519023" y="81175"/>
                  <a:pt x="519023" y="68909"/>
                </a:cubicBezTo>
                <a:cubicBezTo>
                  <a:pt x="519023" y="56216"/>
                  <a:pt x="522291" y="46365"/>
                  <a:pt x="528827" y="39356"/>
                </a:cubicBezTo>
                <a:cubicBezTo>
                  <a:pt x="535362" y="32347"/>
                  <a:pt x="543840" y="28842"/>
                  <a:pt x="554259" y="28842"/>
                </a:cubicBezTo>
                <a:cubicBezTo>
                  <a:pt x="564347" y="28842"/>
                  <a:pt x="572587" y="32271"/>
                  <a:pt x="578981" y="39128"/>
                </a:cubicBezTo>
                <a:cubicBezTo>
                  <a:pt x="585375" y="45983"/>
                  <a:pt x="588571" y="55628"/>
                  <a:pt x="588571" y="68063"/>
                </a:cubicBezTo>
                <a:cubicBezTo>
                  <a:pt x="588571" y="68819"/>
                  <a:pt x="588548" y="69954"/>
                  <a:pt x="588500" y="71466"/>
                </a:cubicBezTo>
                <a:lnTo>
                  <a:pt x="532237" y="71466"/>
                </a:lnTo>
                <a:cubicBezTo>
                  <a:pt x="532710" y="79731"/>
                  <a:pt x="535055" y="86059"/>
                  <a:pt x="539270" y="90452"/>
                </a:cubicBezTo>
                <a:cubicBezTo>
                  <a:pt x="543485" y="94844"/>
                  <a:pt x="548742" y="97041"/>
                  <a:pt x="555041" y="97041"/>
                </a:cubicBezTo>
                <a:cubicBezTo>
                  <a:pt x="559729" y="97041"/>
                  <a:pt x="563731" y="95821"/>
                  <a:pt x="567046" y="93382"/>
                </a:cubicBezTo>
                <a:cubicBezTo>
                  <a:pt x="570361" y="90942"/>
                  <a:pt x="572990" y="87046"/>
                  <a:pt x="574932" y="81696"/>
                </a:cubicBezTo>
                <a:moveTo>
                  <a:pt x="532947" y="60810"/>
                </a:moveTo>
                <a:lnTo>
                  <a:pt x="575074" y="60810"/>
                </a:lnTo>
                <a:cubicBezTo>
                  <a:pt x="574506" y="54568"/>
                  <a:pt x="572895" y="49886"/>
                  <a:pt x="570243" y="46764"/>
                </a:cubicBezTo>
                <a:cubicBezTo>
                  <a:pt x="566170" y="41920"/>
                  <a:pt x="560889" y="39498"/>
                  <a:pt x="554401" y="39498"/>
                </a:cubicBezTo>
                <a:cubicBezTo>
                  <a:pt x="548529" y="39498"/>
                  <a:pt x="543591" y="41432"/>
                  <a:pt x="539589" y="45299"/>
                </a:cubicBezTo>
                <a:cubicBezTo>
                  <a:pt x="535587" y="49165"/>
                  <a:pt x="533373" y="54335"/>
                  <a:pt x="532947" y="60810"/>
                </a:cubicBezTo>
                <a:close/>
                <a:moveTo>
                  <a:pt x="653149" y="105992"/>
                </a:moveTo>
                <a:lnTo>
                  <a:pt x="653149" y="96472"/>
                </a:lnTo>
                <a:cubicBezTo>
                  <a:pt x="648365" y="103955"/>
                  <a:pt x="641332" y="107697"/>
                  <a:pt x="632050" y="107697"/>
                </a:cubicBezTo>
                <a:cubicBezTo>
                  <a:pt x="626035" y="107697"/>
                  <a:pt x="620506" y="106039"/>
                  <a:pt x="615462" y="102724"/>
                </a:cubicBezTo>
                <a:cubicBezTo>
                  <a:pt x="610418" y="99409"/>
                  <a:pt x="606511" y="94779"/>
                  <a:pt x="603740" y="88836"/>
                </a:cubicBezTo>
                <a:cubicBezTo>
                  <a:pt x="600970" y="82892"/>
                  <a:pt x="599585" y="76060"/>
                  <a:pt x="599585" y="68341"/>
                </a:cubicBezTo>
                <a:cubicBezTo>
                  <a:pt x="599585" y="60810"/>
                  <a:pt x="600840" y="53979"/>
                  <a:pt x="603350" y="47845"/>
                </a:cubicBezTo>
                <a:cubicBezTo>
                  <a:pt x="605860" y="41712"/>
                  <a:pt x="609625" y="37012"/>
                  <a:pt x="614645" y="33744"/>
                </a:cubicBezTo>
                <a:cubicBezTo>
                  <a:pt x="619665" y="30476"/>
                  <a:pt x="625277" y="28842"/>
                  <a:pt x="631482" y="28842"/>
                </a:cubicBezTo>
                <a:cubicBezTo>
                  <a:pt x="636028" y="28842"/>
                  <a:pt x="640077" y="29801"/>
                  <a:pt x="643629" y="31719"/>
                </a:cubicBezTo>
                <a:cubicBezTo>
                  <a:pt x="647181" y="33637"/>
                  <a:pt x="650070" y="36136"/>
                  <a:pt x="652296" y="39214"/>
                </a:cubicBezTo>
                <a:lnTo>
                  <a:pt x="652296" y="1847"/>
                </a:lnTo>
                <a:lnTo>
                  <a:pt x="665012" y="1847"/>
                </a:lnTo>
                <a:lnTo>
                  <a:pt x="665012" y="105992"/>
                </a:lnTo>
                <a:lnTo>
                  <a:pt x="653149" y="105992"/>
                </a:lnTo>
                <a:moveTo>
                  <a:pt x="612727" y="68305"/>
                </a:moveTo>
                <a:cubicBezTo>
                  <a:pt x="612727" y="77931"/>
                  <a:pt x="614763" y="85127"/>
                  <a:pt x="618836" y="89892"/>
                </a:cubicBezTo>
                <a:cubicBezTo>
                  <a:pt x="622909" y="94658"/>
                  <a:pt x="627716" y="97041"/>
                  <a:pt x="633258" y="97041"/>
                </a:cubicBezTo>
                <a:cubicBezTo>
                  <a:pt x="638846" y="97041"/>
                  <a:pt x="643594" y="94765"/>
                  <a:pt x="647501" y="90212"/>
                </a:cubicBezTo>
                <a:cubicBezTo>
                  <a:pt x="651408" y="85658"/>
                  <a:pt x="653362" y="78709"/>
                  <a:pt x="653362" y="69366"/>
                </a:cubicBezTo>
                <a:cubicBezTo>
                  <a:pt x="653362" y="59080"/>
                  <a:pt x="651373" y="51531"/>
                  <a:pt x="647395" y="46718"/>
                </a:cubicBezTo>
                <a:cubicBezTo>
                  <a:pt x="643416" y="41905"/>
                  <a:pt x="638515" y="39498"/>
                  <a:pt x="632689" y="39498"/>
                </a:cubicBezTo>
                <a:cubicBezTo>
                  <a:pt x="627006" y="39498"/>
                  <a:pt x="622258" y="41811"/>
                  <a:pt x="618446" y="46436"/>
                </a:cubicBezTo>
                <a:cubicBezTo>
                  <a:pt x="614633" y="51059"/>
                  <a:pt x="612727" y="58349"/>
                  <a:pt x="612727" y="68305"/>
                </a:cubicBezTo>
                <a:close/>
                <a:moveTo>
                  <a:pt x="689095" y="105992"/>
                </a:moveTo>
                <a:lnTo>
                  <a:pt x="689095" y="1847"/>
                </a:lnTo>
                <a:lnTo>
                  <a:pt x="702877" y="1847"/>
                </a:lnTo>
                <a:lnTo>
                  <a:pt x="702877" y="105992"/>
                </a:lnTo>
                <a:lnTo>
                  <a:pt x="689095" y="105992"/>
                </a:lnTo>
                <a:close/>
                <a:moveTo>
                  <a:pt x="725535" y="105992"/>
                </a:moveTo>
                <a:lnTo>
                  <a:pt x="725535" y="30547"/>
                </a:lnTo>
                <a:lnTo>
                  <a:pt x="736973" y="30547"/>
                </a:lnTo>
                <a:lnTo>
                  <a:pt x="736973" y="41061"/>
                </a:lnTo>
                <a:cubicBezTo>
                  <a:pt x="739341" y="37388"/>
                  <a:pt x="742490" y="34433"/>
                  <a:pt x="746421" y="32197"/>
                </a:cubicBezTo>
                <a:cubicBezTo>
                  <a:pt x="750352" y="29960"/>
                  <a:pt x="754827" y="28842"/>
                  <a:pt x="759848" y="28842"/>
                </a:cubicBezTo>
                <a:cubicBezTo>
                  <a:pt x="765436" y="28842"/>
                  <a:pt x="770018" y="29997"/>
                  <a:pt x="773594" y="32305"/>
                </a:cubicBezTo>
                <a:cubicBezTo>
                  <a:pt x="777169" y="34613"/>
                  <a:pt x="779691" y="37839"/>
                  <a:pt x="781160" y="41985"/>
                </a:cubicBezTo>
                <a:cubicBezTo>
                  <a:pt x="787127" y="33223"/>
                  <a:pt x="794894" y="28842"/>
                  <a:pt x="804461" y="28842"/>
                </a:cubicBezTo>
                <a:cubicBezTo>
                  <a:pt x="811944" y="28842"/>
                  <a:pt x="817698" y="30914"/>
                  <a:pt x="821723" y="35058"/>
                </a:cubicBezTo>
                <a:cubicBezTo>
                  <a:pt x="825749" y="39202"/>
                  <a:pt x="827762" y="45584"/>
                  <a:pt x="827762" y="54204"/>
                </a:cubicBezTo>
                <a:lnTo>
                  <a:pt x="827762" y="105992"/>
                </a:lnTo>
                <a:lnTo>
                  <a:pt x="815046" y="105992"/>
                </a:lnTo>
                <a:lnTo>
                  <a:pt x="815046" y="58415"/>
                </a:lnTo>
                <a:cubicBezTo>
                  <a:pt x="815046" y="53294"/>
                  <a:pt x="814631" y="49608"/>
                  <a:pt x="813802" y="47357"/>
                </a:cubicBezTo>
                <a:cubicBezTo>
                  <a:pt x="812974" y="45105"/>
                  <a:pt x="811470" y="43291"/>
                  <a:pt x="809291" y="41916"/>
                </a:cubicBezTo>
                <a:cubicBezTo>
                  <a:pt x="807113" y="40541"/>
                  <a:pt x="804555" y="39853"/>
                  <a:pt x="801619" y="39853"/>
                </a:cubicBezTo>
                <a:cubicBezTo>
                  <a:pt x="796315" y="39853"/>
                  <a:pt x="791910" y="41620"/>
                  <a:pt x="788406" y="45153"/>
                </a:cubicBezTo>
                <a:cubicBezTo>
                  <a:pt x="784901" y="48684"/>
                  <a:pt x="783149" y="54338"/>
                  <a:pt x="783149" y="62113"/>
                </a:cubicBezTo>
                <a:lnTo>
                  <a:pt x="783149" y="105992"/>
                </a:lnTo>
                <a:lnTo>
                  <a:pt x="770361" y="105992"/>
                </a:lnTo>
                <a:lnTo>
                  <a:pt x="770361" y="56921"/>
                </a:lnTo>
                <a:cubicBezTo>
                  <a:pt x="770361" y="51232"/>
                  <a:pt x="769320" y="46965"/>
                  <a:pt x="767236" y="44120"/>
                </a:cubicBezTo>
                <a:cubicBezTo>
                  <a:pt x="765152" y="41276"/>
                  <a:pt x="761742" y="39853"/>
                  <a:pt x="757006" y="39853"/>
                </a:cubicBezTo>
                <a:cubicBezTo>
                  <a:pt x="753407" y="39853"/>
                  <a:pt x="750080" y="40802"/>
                  <a:pt x="747025" y="42700"/>
                </a:cubicBezTo>
                <a:cubicBezTo>
                  <a:pt x="743970" y="44595"/>
                  <a:pt x="741756" y="47369"/>
                  <a:pt x="740383" y="51020"/>
                </a:cubicBezTo>
                <a:cubicBezTo>
                  <a:pt x="739009" y="54670"/>
                  <a:pt x="738322" y="59932"/>
                  <a:pt x="738322" y="66807"/>
                </a:cubicBezTo>
                <a:lnTo>
                  <a:pt x="738322" y="105992"/>
                </a:lnTo>
                <a:lnTo>
                  <a:pt x="725535" y="105992"/>
                </a:lnTo>
                <a:close/>
                <a:moveTo>
                  <a:pt x="895956" y="96677"/>
                </a:moveTo>
                <a:cubicBezTo>
                  <a:pt x="891220" y="100705"/>
                  <a:pt x="886662" y="103549"/>
                  <a:pt x="882281" y="105208"/>
                </a:cubicBezTo>
                <a:cubicBezTo>
                  <a:pt x="877900" y="106867"/>
                  <a:pt x="873199" y="107697"/>
                  <a:pt x="868179" y="107697"/>
                </a:cubicBezTo>
                <a:cubicBezTo>
                  <a:pt x="859891" y="107697"/>
                  <a:pt x="853521" y="105671"/>
                  <a:pt x="849069" y="101618"/>
                </a:cubicBezTo>
                <a:cubicBezTo>
                  <a:pt x="844618" y="97566"/>
                  <a:pt x="842392" y="92388"/>
                  <a:pt x="842392" y="86085"/>
                </a:cubicBezTo>
                <a:cubicBezTo>
                  <a:pt x="842392" y="82389"/>
                  <a:pt x="843232" y="79014"/>
                  <a:pt x="844914" y="75957"/>
                </a:cubicBezTo>
                <a:cubicBezTo>
                  <a:pt x="846595" y="72900"/>
                  <a:pt x="848797" y="70447"/>
                  <a:pt x="851520" y="68598"/>
                </a:cubicBezTo>
                <a:cubicBezTo>
                  <a:pt x="854244" y="66750"/>
                  <a:pt x="857310" y="65352"/>
                  <a:pt x="860720" y="64404"/>
                </a:cubicBezTo>
                <a:cubicBezTo>
                  <a:pt x="863230" y="63740"/>
                  <a:pt x="867019" y="63100"/>
                  <a:pt x="872086" y="62484"/>
                </a:cubicBezTo>
                <a:cubicBezTo>
                  <a:pt x="882411" y="61262"/>
                  <a:pt x="890012" y="59804"/>
                  <a:pt x="894890" y="58111"/>
                </a:cubicBezTo>
                <a:cubicBezTo>
                  <a:pt x="894938" y="56366"/>
                  <a:pt x="894961" y="55257"/>
                  <a:pt x="894961" y="54785"/>
                </a:cubicBezTo>
                <a:cubicBezTo>
                  <a:pt x="894961" y="49595"/>
                  <a:pt x="893754" y="45939"/>
                  <a:pt x="891338" y="43816"/>
                </a:cubicBezTo>
                <a:cubicBezTo>
                  <a:pt x="888070" y="40938"/>
                  <a:pt x="883216" y="39498"/>
                  <a:pt x="876775" y="39498"/>
                </a:cubicBezTo>
                <a:cubicBezTo>
                  <a:pt x="870760" y="39498"/>
                  <a:pt x="866320" y="40552"/>
                  <a:pt x="863455" y="42660"/>
                </a:cubicBezTo>
                <a:cubicBezTo>
                  <a:pt x="860590" y="44767"/>
                  <a:pt x="858470" y="48497"/>
                  <a:pt x="857097" y="53848"/>
                </a:cubicBezTo>
                <a:lnTo>
                  <a:pt x="844594" y="52143"/>
                </a:lnTo>
                <a:cubicBezTo>
                  <a:pt x="845731" y="46775"/>
                  <a:pt x="847601" y="42441"/>
                  <a:pt x="850206" y="39139"/>
                </a:cubicBezTo>
                <a:cubicBezTo>
                  <a:pt x="852811" y="35837"/>
                  <a:pt x="856576" y="33296"/>
                  <a:pt x="861502" y="31515"/>
                </a:cubicBezTo>
                <a:cubicBezTo>
                  <a:pt x="866427" y="29733"/>
                  <a:pt x="872134" y="28842"/>
                  <a:pt x="878622" y="28842"/>
                </a:cubicBezTo>
                <a:cubicBezTo>
                  <a:pt x="885063" y="28842"/>
                  <a:pt x="890296" y="29600"/>
                  <a:pt x="894322" y="31116"/>
                </a:cubicBezTo>
                <a:cubicBezTo>
                  <a:pt x="898348" y="32631"/>
                  <a:pt x="901308" y="34537"/>
                  <a:pt x="903202" y="36834"/>
                </a:cubicBezTo>
                <a:cubicBezTo>
                  <a:pt x="905096" y="39131"/>
                  <a:pt x="906423" y="42032"/>
                  <a:pt x="907180" y="45537"/>
                </a:cubicBezTo>
                <a:cubicBezTo>
                  <a:pt x="907607" y="47715"/>
                  <a:pt x="907820" y="51646"/>
                  <a:pt x="907820" y="57329"/>
                </a:cubicBezTo>
                <a:lnTo>
                  <a:pt x="907820" y="74379"/>
                </a:lnTo>
                <a:cubicBezTo>
                  <a:pt x="907820" y="86266"/>
                  <a:pt x="908092" y="93785"/>
                  <a:pt x="908637" y="96934"/>
                </a:cubicBezTo>
                <a:cubicBezTo>
                  <a:pt x="909181" y="100084"/>
                  <a:pt x="910259" y="103103"/>
                  <a:pt x="911869" y="105992"/>
                </a:cubicBezTo>
                <a:lnTo>
                  <a:pt x="898513" y="105992"/>
                </a:lnTo>
                <a:cubicBezTo>
                  <a:pt x="897187" y="103337"/>
                  <a:pt x="896335" y="100232"/>
                  <a:pt x="895956" y="96677"/>
                </a:cubicBezTo>
                <a:moveTo>
                  <a:pt x="894890" y="68056"/>
                </a:moveTo>
                <a:cubicBezTo>
                  <a:pt x="890249" y="69967"/>
                  <a:pt x="883287" y="71591"/>
                  <a:pt x="874005" y="72927"/>
                </a:cubicBezTo>
                <a:cubicBezTo>
                  <a:pt x="868748" y="73688"/>
                  <a:pt x="865030" y="74544"/>
                  <a:pt x="862851" y="75496"/>
                </a:cubicBezTo>
                <a:cubicBezTo>
                  <a:pt x="860673" y="76446"/>
                  <a:pt x="858991" y="77837"/>
                  <a:pt x="857807" y="79669"/>
                </a:cubicBezTo>
                <a:cubicBezTo>
                  <a:pt x="856623" y="81500"/>
                  <a:pt x="856031" y="83533"/>
                  <a:pt x="856031" y="85768"/>
                </a:cubicBezTo>
                <a:cubicBezTo>
                  <a:pt x="856031" y="89191"/>
                  <a:pt x="857322" y="92044"/>
                  <a:pt x="859903" y="94328"/>
                </a:cubicBezTo>
                <a:cubicBezTo>
                  <a:pt x="862484" y="96610"/>
                  <a:pt x="866261" y="97751"/>
                  <a:pt x="871234" y="97751"/>
                </a:cubicBezTo>
                <a:cubicBezTo>
                  <a:pt x="876159" y="97751"/>
                  <a:pt x="880540" y="96669"/>
                  <a:pt x="884376" y="94503"/>
                </a:cubicBezTo>
                <a:cubicBezTo>
                  <a:pt x="888213" y="92338"/>
                  <a:pt x="891031" y="89376"/>
                  <a:pt x="892830" y="85617"/>
                </a:cubicBezTo>
                <a:cubicBezTo>
                  <a:pt x="894204" y="82713"/>
                  <a:pt x="894890" y="78430"/>
                  <a:pt x="894890" y="72767"/>
                </a:cubicBezTo>
                <a:lnTo>
                  <a:pt x="894890" y="68056"/>
                </a:lnTo>
                <a:close/>
                <a:moveTo>
                  <a:pt x="925297" y="112243"/>
                </a:moveTo>
                <a:lnTo>
                  <a:pt x="937729" y="114090"/>
                </a:lnTo>
                <a:cubicBezTo>
                  <a:pt x="938250" y="117927"/>
                  <a:pt x="939695" y="120721"/>
                  <a:pt x="942063" y="122473"/>
                </a:cubicBezTo>
                <a:cubicBezTo>
                  <a:pt x="945236" y="124841"/>
                  <a:pt x="949569" y="126025"/>
                  <a:pt x="955063" y="126025"/>
                </a:cubicBezTo>
                <a:cubicBezTo>
                  <a:pt x="960983" y="126025"/>
                  <a:pt x="965553" y="124838"/>
                  <a:pt x="968774" y="122464"/>
                </a:cubicBezTo>
                <a:cubicBezTo>
                  <a:pt x="971994" y="120092"/>
                  <a:pt x="974173" y="116769"/>
                  <a:pt x="975310" y="112496"/>
                </a:cubicBezTo>
                <a:cubicBezTo>
                  <a:pt x="975973" y="109887"/>
                  <a:pt x="976281" y="104405"/>
                  <a:pt x="976233" y="96051"/>
                </a:cubicBezTo>
                <a:cubicBezTo>
                  <a:pt x="970645" y="102678"/>
                  <a:pt x="963683" y="105992"/>
                  <a:pt x="955347" y="105992"/>
                </a:cubicBezTo>
                <a:cubicBezTo>
                  <a:pt x="944976" y="105992"/>
                  <a:pt x="936948" y="102250"/>
                  <a:pt x="931265" y="94767"/>
                </a:cubicBezTo>
                <a:cubicBezTo>
                  <a:pt x="925582" y="87285"/>
                  <a:pt x="922740" y="78310"/>
                  <a:pt x="922740" y="67843"/>
                </a:cubicBezTo>
                <a:cubicBezTo>
                  <a:pt x="922740" y="60645"/>
                  <a:pt x="924042" y="54002"/>
                  <a:pt x="926647" y="47917"/>
                </a:cubicBezTo>
                <a:cubicBezTo>
                  <a:pt x="929252" y="41831"/>
                  <a:pt x="933029" y="37130"/>
                  <a:pt x="937978" y="33815"/>
                </a:cubicBezTo>
                <a:cubicBezTo>
                  <a:pt x="942927" y="30500"/>
                  <a:pt x="948741" y="28842"/>
                  <a:pt x="955418" y="28842"/>
                </a:cubicBezTo>
                <a:cubicBezTo>
                  <a:pt x="964322" y="28842"/>
                  <a:pt x="971663" y="32465"/>
                  <a:pt x="977441" y="39711"/>
                </a:cubicBezTo>
                <a:lnTo>
                  <a:pt x="977441" y="30547"/>
                </a:lnTo>
                <a:lnTo>
                  <a:pt x="989233" y="30547"/>
                </a:lnTo>
                <a:lnTo>
                  <a:pt x="989233" y="95806"/>
                </a:lnTo>
                <a:cubicBezTo>
                  <a:pt x="989233" y="107559"/>
                  <a:pt x="988038" y="115888"/>
                  <a:pt x="985646" y="120793"/>
                </a:cubicBezTo>
                <a:cubicBezTo>
                  <a:pt x="983254" y="125697"/>
                  <a:pt x="979465" y="129571"/>
                  <a:pt x="974280" y="132414"/>
                </a:cubicBezTo>
                <a:cubicBezTo>
                  <a:pt x="969094" y="135259"/>
                  <a:pt x="962712" y="136681"/>
                  <a:pt x="955134" y="136681"/>
                </a:cubicBezTo>
                <a:cubicBezTo>
                  <a:pt x="946136" y="136681"/>
                  <a:pt x="938866" y="134651"/>
                  <a:pt x="933325" y="130589"/>
                </a:cubicBezTo>
                <a:cubicBezTo>
                  <a:pt x="927784" y="126528"/>
                  <a:pt x="925108" y="120413"/>
                  <a:pt x="925297" y="112243"/>
                </a:cubicBezTo>
                <a:moveTo>
                  <a:pt x="935882" y="66922"/>
                </a:moveTo>
                <a:cubicBezTo>
                  <a:pt x="935882" y="76795"/>
                  <a:pt x="937848" y="83999"/>
                  <a:pt x="941779" y="88534"/>
                </a:cubicBezTo>
                <a:cubicBezTo>
                  <a:pt x="945710" y="93068"/>
                  <a:pt x="950635" y="95336"/>
                  <a:pt x="956555" y="95336"/>
                </a:cubicBezTo>
                <a:cubicBezTo>
                  <a:pt x="962428" y="95336"/>
                  <a:pt x="967353" y="93080"/>
                  <a:pt x="971331" y="88569"/>
                </a:cubicBezTo>
                <a:cubicBezTo>
                  <a:pt x="975310" y="84058"/>
                  <a:pt x="977299" y="76984"/>
                  <a:pt x="977299" y="67346"/>
                </a:cubicBezTo>
                <a:cubicBezTo>
                  <a:pt x="977299" y="58134"/>
                  <a:pt x="975250" y="51190"/>
                  <a:pt x="971154" y="46513"/>
                </a:cubicBezTo>
                <a:cubicBezTo>
                  <a:pt x="967057" y="41837"/>
                  <a:pt x="962120" y="39498"/>
                  <a:pt x="956342" y="39498"/>
                </a:cubicBezTo>
                <a:cubicBezTo>
                  <a:pt x="950659" y="39498"/>
                  <a:pt x="945828" y="41801"/>
                  <a:pt x="941850" y="46407"/>
                </a:cubicBezTo>
                <a:cubicBezTo>
                  <a:pt x="937872" y="51013"/>
                  <a:pt x="935882" y="57851"/>
                  <a:pt x="935882" y="66922"/>
                </a:cubicBezTo>
                <a:close/>
                <a:moveTo>
                  <a:pt x="1060204" y="81696"/>
                </a:moveTo>
                <a:lnTo>
                  <a:pt x="1073417" y="83330"/>
                </a:lnTo>
                <a:cubicBezTo>
                  <a:pt x="1071333" y="91050"/>
                  <a:pt x="1067473" y="97041"/>
                  <a:pt x="1061837" y="101303"/>
                </a:cubicBezTo>
                <a:cubicBezTo>
                  <a:pt x="1056202" y="105566"/>
                  <a:pt x="1049003" y="107697"/>
                  <a:pt x="1040241" y="107697"/>
                </a:cubicBezTo>
                <a:cubicBezTo>
                  <a:pt x="1029206" y="107697"/>
                  <a:pt x="1020457" y="104299"/>
                  <a:pt x="1013992" y="97503"/>
                </a:cubicBezTo>
                <a:cubicBezTo>
                  <a:pt x="1007527" y="90706"/>
                  <a:pt x="1004295" y="81175"/>
                  <a:pt x="1004295" y="68909"/>
                </a:cubicBezTo>
                <a:cubicBezTo>
                  <a:pt x="1004295" y="56216"/>
                  <a:pt x="1007563" y="46365"/>
                  <a:pt x="1014099" y="39356"/>
                </a:cubicBezTo>
                <a:cubicBezTo>
                  <a:pt x="1020634" y="32347"/>
                  <a:pt x="1029112" y="28842"/>
                  <a:pt x="1039531" y="28842"/>
                </a:cubicBezTo>
                <a:cubicBezTo>
                  <a:pt x="1049619" y="28842"/>
                  <a:pt x="1057859" y="32271"/>
                  <a:pt x="1064253" y="39128"/>
                </a:cubicBezTo>
                <a:cubicBezTo>
                  <a:pt x="1070646" y="45983"/>
                  <a:pt x="1073843" y="55628"/>
                  <a:pt x="1073843" y="68063"/>
                </a:cubicBezTo>
                <a:cubicBezTo>
                  <a:pt x="1073843" y="68819"/>
                  <a:pt x="1073820" y="69954"/>
                  <a:pt x="1073772" y="71466"/>
                </a:cubicBezTo>
                <a:lnTo>
                  <a:pt x="1017508" y="71466"/>
                </a:lnTo>
                <a:cubicBezTo>
                  <a:pt x="1017982" y="79731"/>
                  <a:pt x="1020326" y="86059"/>
                  <a:pt x="1024541" y="90452"/>
                </a:cubicBezTo>
                <a:cubicBezTo>
                  <a:pt x="1028756" y="94844"/>
                  <a:pt x="1034013" y="97041"/>
                  <a:pt x="1040312" y="97041"/>
                </a:cubicBezTo>
                <a:cubicBezTo>
                  <a:pt x="1045001" y="97041"/>
                  <a:pt x="1049003" y="95821"/>
                  <a:pt x="1052318" y="93382"/>
                </a:cubicBezTo>
                <a:cubicBezTo>
                  <a:pt x="1055633" y="90942"/>
                  <a:pt x="1058262" y="87046"/>
                  <a:pt x="1060204" y="81696"/>
                </a:cubicBezTo>
                <a:moveTo>
                  <a:pt x="1018219" y="60810"/>
                </a:moveTo>
                <a:lnTo>
                  <a:pt x="1060346" y="60810"/>
                </a:lnTo>
                <a:cubicBezTo>
                  <a:pt x="1059777" y="54568"/>
                  <a:pt x="1058167" y="49886"/>
                  <a:pt x="1055515" y="46764"/>
                </a:cubicBezTo>
                <a:cubicBezTo>
                  <a:pt x="1051442" y="41920"/>
                  <a:pt x="1046161" y="39498"/>
                  <a:pt x="1039673" y="39498"/>
                </a:cubicBezTo>
                <a:cubicBezTo>
                  <a:pt x="1033800" y="39498"/>
                  <a:pt x="1028863" y="41432"/>
                  <a:pt x="1024861" y="45299"/>
                </a:cubicBezTo>
                <a:cubicBezTo>
                  <a:pt x="1020859" y="49165"/>
                  <a:pt x="1018645" y="54335"/>
                  <a:pt x="1018219" y="60810"/>
                </a:cubicBezTo>
                <a:close/>
                <a:moveTo>
                  <a:pt x="1093026" y="45181"/>
                </a:moveTo>
                <a:lnTo>
                  <a:pt x="1093026" y="30547"/>
                </a:lnTo>
                <a:lnTo>
                  <a:pt x="1107589" y="30547"/>
                </a:lnTo>
                <a:lnTo>
                  <a:pt x="1107589" y="45181"/>
                </a:lnTo>
                <a:lnTo>
                  <a:pt x="1093026" y="45181"/>
                </a:lnTo>
                <a:moveTo>
                  <a:pt x="1093026" y="105992"/>
                </a:moveTo>
                <a:lnTo>
                  <a:pt x="1093026" y="91358"/>
                </a:lnTo>
                <a:lnTo>
                  <a:pt x="1107589" y="91358"/>
                </a:lnTo>
                <a:lnTo>
                  <a:pt x="1107589" y="105992"/>
                </a:lnTo>
                <a:lnTo>
                  <a:pt x="1093026" y="105992"/>
                </a:lnTo>
                <a:close/>
                <a:moveTo>
                  <a:pt x="1167263" y="72461"/>
                </a:moveTo>
                <a:lnTo>
                  <a:pt x="1180263" y="71324"/>
                </a:lnTo>
                <a:cubicBezTo>
                  <a:pt x="1180879" y="76534"/>
                  <a:pt x="1182311" y="80808"/>
                  <a:pt x="1184561" y="84147"/>
                </a:cubicBezTo>
                <a:cubicBezTo>
                  <a:pt x="1186810" y="87486"/>
                  <a:pt x="1190303" y="90185"/>
                  <a:pt x="1195039" y="92246"/>
                </a:cubicBezTo>
                <a:cubicBezTo>
                  <a:pt x="1199775" y="94306"/>
                  <a:pt x="1205103" y="95336"/>
                  <a:pt x="1211023" y="95336"/>
                </a:cubicBezTo>
                <a:cubicBezTo>
                  <a:pt x="1216280" y="95336"/>
                  <a:pt x="1220922" y="94554"/>
                  <a:pt x="1224947" y="92991"/>
                </a:cubicBezTo>
                <a:cubicBezTo>
                  <a:pt x="1228973" y="91429"/>
                  <a:pt x="1231968" y="89286"/>
                  <a:pt x="1233934" y="86562"/>
                </a:cubicBezTo>
                <a:cubicBezTo>
                  <a:pt x="1235899" y="83839"/>
                  <a:pt x="1236882" y="80867"/>
                  <a:pt x="1236882" y="77647"/>
                </a:cubicBezTo>
                <a:cubicBezTo>
                  <a:pt x="1236882" y="74379"/>
                  <a:pt x="1235935" y="71526"/>
                  <a:pt x="1234040" y="69086"/>
                </a:cubicBezTo>
                <a:cubicBezTo>
                  <a:pt x="1232146" y="66647"/>
                  <a:pt x="1229020" y="64599"/>
                  <a:pt x="1224663" y="62942"/>
                </a:cubicBezTo>
                <a:cubicBezTo>
                  <a:pt x="1221869" y="61852"/>
                  <a:pt x="1215688" y="60159"/>
                  <a:pt x="1206122" y="57862"/>
                </a:cubicBezTo>
                <a:cubicBezTo>
                  <a:pt x="1196555" y="55565"/>
                  <a:pt x="1189853" y="53398"/>
                  <a:pt x="1186017" y="51362"/>
                </a:cubicBezTo>
                <a:cubicBezTo>
                  <a:pt x="1181044" y="48757"/>
                  <a:pt x="1177338" y="45525"/>
                  <a:pt x="1174899" y="41665"/>
                </a:cubicBezTo>
                <a:cubicBezTo>
                  <a:pt x="1172460" y="37805"/>
                  <a:pt x="1171241" y="33484"/>
                  <a:pt x="1171241" y="28700"/>
                </a:cubicBezTo>
                <a:cubicBezTo>
                  <a:pt x="1171241" y="23443"/>
                  <a:pt x="1172733" y="18530"/>
                  <a:pt x="1175716" y="13959"/>
                </a:cubicBezTo>
                <a:cubicBezTo>
                  <a:pt x="1178700" y="9389"/>
                  <a:pt x="1183057" y="5920"/>
                  <a:pt x="1188788" y="3552"/>
                </a:cubicBezTo>
                <a:cubicBezTo>
                  <a:pt x="1194518" y="1184"/>
                  <a:pt x="1200888" y="0"/>
                  <a:pt x="1207898" y="0"/>
                </a:cubicBezTo>
                <a:cubicBezTo>
                  <a:pt x="1215617" y="0"/>
                  <a:pt x="1222425" y="1243"/>
                  <a:pt x="1228322" y="3730"/>
                </a:cubicBezTo>
                <a:cubicBezTo>
                  <a:pt x="1234218" y="6216"/>
                  <a:pt x="1238753" y="9875"/>
                  <a:pt x="1241926" y="14705"/>
                </a:cubicBezTo>
                <a:cubicBezTo>
                  <a:pt x="1245099" y="19536"/>
                  <a:pt x="1246804" y="25006"/>
                  <a:pt x="1247041" y="31116"/>
                </a:cubicBezTo>
                <a:lnTo>
                  <a:pt x="1233827" y="32110"/>
                </a:lnTo>
                <a:cubicBezTo>
                  <a:pt x="1233117" y="25503"/>
                  <a:pt x="1230713" y="20513"/>
                  <a:pt x="1226617" y="17138"/>
                </a:cubicBezTo>
                <a:cubicBezTo>
                  <a:pt x="1222520" y="13764"/>
                  <a:pt x="1216470" y="12077"/>
                  <a:pt x="1208466" y="12077"/>
                </a:cubicBezTo>
                <a:cubicBezTo>
                  <a:pt x="1200130" y="12077"/>
                  <a:pt x="1194057" y="13606"/>
                  <a:pt x="1190244" y="16663"/>
                </a:cubicBezTo>
                <a:cubicBezTo>
                  <a:pt x="1186432" y="19720"/>
                  <a:pt x="1184525" y="23404"/>
                  <a:pt x="1184525" y="27717"/>
                </a:cubicBezTo>
                <a:cubicBezTo>
                  <a:pt x="1184525" y="31461"/>
                  <a:pt x="1185875" y="34542"/>
                  <a:pt x="1188575" y="36959"/>
                </a:cubicBezTo>
                <a:cubicBezTo>
                  <a:pt x="1191227" y="39377"/>
                  <a:pt x="1198153" y="41854"/>
                  <a:pt x="1209354" y="44389"/>
                </a:cubicBezTo>
                <a:cubicBezTo>
                  <a:pt x="1220555" y="46924"/>
                  <a:pt x="1228239" y="49140"/>
                  <a:pt x="1232406" y="51036"/>
                </a:cubicBezTo>
                <a:cubicBezTo>
                  <a:pt x="1238468" y="53831"/>
                  <a:pt x="1242944" y="57374"/>
                  <a:pt x="1245833" y="61665"/>
                </a:cubicBezTo>
                <a:cubicBezTo>
                  <a:pt x="1248722" y="65954"/>
                  <a:pt x="1250166" y="70895"/>
                  <a:pt x="1250166" y="76488"/>
                </a:cubicBezTo>
                <a:cubicBezTo>
                  <a:pt x="1250166" y="82032"/>
                  <a:pt x="1248580" y="87257"/>
                  <a:pt x="1245407" y="92163"/>
                </a:cubicBezTo>
                <a:cubicBezTo>
                  <a:pt x="1242234" y="97068"/>
                  <a:pt x="1237675" y="100884"/>
                  <a:pt x="1231731" y="103610"/>
                </a:cubicBezTo>
                <a:cubicBezTo>
                  <a:pt x="1225788" y="106334"/>
                  <a:pt x="1219098" y="107697"/>
                  <a:pt x="1211663" y="107697"/>
                </a:cubicBezTo>
                <a:cubicBezTo>
                  <a:pt x="1202238" y="107697"/>
                  <a:pt x="1194341" y="106323"/>
                  <a:pt x="1187971" y="103576"/>
                </a:cubicBezTo>
                <a:cubicBezTo>
                  <a:pt x="1181601" y="100830"/>
                  <a:pt x="1176604" y="96697"/>
                  <a:pt x="1172981" y="91180"/>
                </a:cubicBezTo>
                <a:cubicBezTo>
                  <a:pt x="1169358" y="85662"/>
                  <a:pt x="1167452" y="79423"/>
                  <a:pt x="1167263" y="72461"/>
                </a:cubicBezTo>
                <a:close/>
                <a:moveTo>
                  <a:pt x="1295277" y="94696"/>
                </a:moveTo>
                <a:lnTo>
                  <a:pt x="1297124" y="105992"/>
                </a:lnTo>
                <a:cubicBezTo>
                  <a:pt x="1293524" y="106655"/>
                  <a:pt x="1290304" y="106986"/>
                  <a:pt x="1287462" y="106986"/>
                </a:cubicBezTo>
                <a:cubicBezTo>
                  <a:pt x="1282821" y="106986"/>
                  <a:pt x="1279222" y="106252"/>
                  <a:pt x="1276664" y="104784"/>
                </a:cubicBezTo>
                <a:cubicBezTo>
                  <a:pt x="1274107" y="103316"/>
                  <a:pt x="1272307" y="101386"/>
                  <a:pt x="1271265" y="98994"/>
                </a:cubicBezTo>
                <a:cubicBezTo>
                  <a:pt x="1270223" y="96603"/>
                  <a:pt x="1269702" y="91571"/>
                  <a:pt x="1269702" y="83898"/>
                </a:cubicBezTo>
                <a:lnTo>
                  <a:pt x="1269702" y="40493"/>
                </a:lnTo>
                <a:lnTo>
                  <a:pt x="1260325" y="40493"/>
                </a:lnTo>
                <a:lnTo>
                  <a:pt x="1260325" y="30547"/>
                </a:lnTo>
                <a:lnTo>
                  <a:pt x="1269702" y="30547"/>
                </a:lnTo>
                <a:lnTo>
                  <a:pt x="1269702" y="11813"/>
                </a:lnTo>
                <a:lnTo>
                  <a:pt x="1282418" y="4120"/>
                </a:lnTo>
                <a:lnTo>
                  <a:pt x="1282418" y="30547"/>
                </a:lnTo>
                <a:lnTo>
                  <a:pt x="1295277" y="30547"/>
                </a:lnTo>
                <a:lnTo>
                  <a:pt x="1295277" y="40493"/>
                </a:lnTo>
                <a:lnTo>
                  <a:pt x="1282418" y="40493"/>
                </a:lnTo>
                <a:lnTo>
                  <a:pt x="1282418" y="84609"/>
                </a:lnTo>
                <a:cubicBezTo>
                  <a:pt x="1282418" y="88255"/>
                  <a:pt x="1282643" y="90600"/>
                  <a:pt x="1283093" y="91642"/>
                </a:cubicBezTo>
                <a:cubicBezTo>
                  <a:pt x="1283543" y="92684"/>
                  <a:pt x="1284277" y="93512"/>
                  <a:pt x="1285296" y="94128"/>
                </a:cubicBezTo>
                <a:cubicBezTo>
                  <a:pt x="1286314" y="94744"/>
                  <a:pt x="1287770" y="95052"/>
                  <a:pt x="1289664" y="95052"/>
                </a:cubicBezTo>
                <a:cubicBezTo>
                  <a:pt x="1291085" y="95052"/>
                  <a:pt x="1292956" y="94933"/>
                  <a:pt x="1295277" y="94696"/>
                </a:cubicBezTo>
                <a:close/>
                <a:moveTo>
                  <a:pt x="1307637" y="105992"/>
                </a:moveTo>
                <a:lnTo>
                  <a:pt x="1307637" y="30547"/>
                </a:lnTo>
                <a:lnTo>
                  <a:pt x="1319145" y="30547"/>
                </a:lnTo>
                <a:lnTo>
                  <a:pt x="1319145" y="41914"/>
                </a:lnTo>
                <a:cubicBezTo>
                  <a:pt x="1322081" y="36592"/>
                  <a:pt x="1324793" y="33082"/>
                  <a:pt x="1327279" y="31386"/>
                </a:cubicBezTo>
                <a:cubicBezTo>
                  <a:pt x="1329766" y="29690"/>
                  <a:pt x="1332501" y="28842"/>
                  <a:pt x="1335484" y="28842"/>
                </a:cubicBezTo>
                <a:cubicBezTo>
                  <a:pt x="1339794" y="28842"/>
                  <a:pt x="1344175" y="30210"/>
                  <a:pt x="1348627" y="32945"/>
                </a:cubicBezTo>
                <a:lnTo>
                  <a:pt x="1344222" y="44755"/>
                </a:lnTo>
                <a:cubicBezTo>
                  <a:pt x="1341097" y="42908"/>
                  <a:pt x="1337971" y="41985"/>
                  <a:pt x="1334845" y="41985"/>
                </a:cubicBezTo>
                <a:cubicBezTo>
                  <a:pt x="1332051" y="41985"/>
                  <a:pt x="1329541" y="42827"/>
                  <a:pt x="1327315" y="44511"/>
                </a:cubicBezTo>
                <a:cubicBezTo>
                  <a:pt x="1325089" y="46194"/>
                  <a:pt x="1323502" y="48529"/>
                  <a:pt x="1322555" y="51515"/>
                </a:cubicBezTo>
                <a:cubicBezTo>
                  <a:pt x="1321134" y="56066"/>
                  <a:pt x="1320424" y="61044"/>
                  <a:pt x="1320424" y="66449"/>
                </a:cubicBezTo>
                <a:lnTo>
                  <a:pt x="1320424" y="105992"/>
                </a:lnTo>
                <a:lnTo>
                  <a:pt x="1307637" y="105992"/>
                </a:lnTo>
                <a:close/>
                <a:moveTo>
                  <a:pt x="1356299" y="16623"/>
                </a:moveTo>
                <a:lnTo>
                  <a:pt x="1356299" y="1847"/>
                </a:lnTo>
                <a:lnTo>
                  <a:pt x="1369087" y="1847"/>
                </a:lnTo>
                <a:lnTo>
                  <a:pt x="1369087" y="16623"/>
                </a:lnTo>
                <a:lnTo>
                  <a:pt x="1356299" y="16623"/>
                </a:lnTo>
                <a:moveTo>
                  <a:pt x="1356299" y="105992"/>
                </a:moveTo>
                <a:lnTo>
                  <a:pt x="1356299" y="30547"/>
                </a:lnTo>
                <a:lnTo>
                  <a:pt x="1369087" y="30547"/>
                </a:lnTo>
                <a:lnTo>
                  <a:pt x="1369087" y="105992"/>
                </a:lnTo>
                <a:lnTo>
                  <a:pt x="1356299" y="105992"/>
                </a:lnTo>
                <a:close/>
                <a:moveTo>
                  <a:pt x="1388552" y="105992"/>
                </a:moveTo>
                <a:lnTo>
                  <a:pt x="1388552" y="30547"/>
                </a:lnTo>
                <a:lnTo>
                  <a:pt x="1400061" y="30547"/>
                </a:lnTo>
                <a:lnTo>
                  <a:pt x="1400061" y="41203"/>
                </a:lnTo>
                <a:cubicBezTo>
                  <a:pt x="1405602" y="32963"/>
                  <a:pt x="1413606" y="28842"/>
                  <a:pt x="1424072" y="28842"/>
                </a:cubicBezTo>
                <a:cubicBezTo>
                  <a:pt x="1428619" y="28842"/>
                  <a:pt x="1432798" y="29659"/>
                  <a:pt x="1436611" y="31293"/>
                </a:cubicBezTo>
                <a:cubicBezTo>
                  <a:pt x="1440423" y="32927"/>
                  <a:pt x="1443277" y="35070"/>
                  <a:pt x="1445171" y="37722"/>
                </a:cubicBezTo>
                <a:cubicBezTo>
                  <a:pt x="1447066" y="40374"/>
                  <a:pt x="1448392" y="43524"/>
                  <a:pt x="1449150" y="47171"/>
                </a:cubicBezTo>
                <a:cubicBezTo>
                  <a:pt x="1449623" y="49539"/>
                  <a:pt x="1449860" y="53683"/>
                  <a:pt x="1449860" y="59603"/>
                </a:cubicBezTo>
                <a:lnTo>
                  <a:pt x="1449860" y="105992"/>
                </a:lnTo>
                <a:lnTo>
                  <a:pt x="1437073" y="105992"/>
                </a:lnTo>
                <a:lnTo>
                  <a:pt x="1437073" y="60051"/>
                </a:lnTo>
                <a:cubicBezTo>
                  <a:pt x="1437073" y="54836"/>
                  <a:pt x="1436575" y="50936"/>
                  <a:pt x="1435581" y="48352"/>
                </a:cubicBezTo>
                <a:cubicBezTo>
                  <a:pt x="1434586" y="45768"/>
                  <a:pt x="1432822" y="43705"/>
                  <a:pt x="1430288" y="42165"/>
                </a:cubicBezTo>
                <a:cubicBezTo>
                  <a:pt x="1427755" y="40624"/>
                  <a:pt x="1424783" y="39853"/>
                  <a:pt x="1421373" y="39853"/>
                </a:cubicBezTo>
                <a:cubicBezTo>
                  <a:pt x="1415926" y="39853"/>
                  <a:pt x="1411226" y="41584"/>
                  <a:pt x="1407271" y="45046"/>
                </a:cubicBezTo>
                <a:cubicBezTo>
                  <a:pt x="1403317" y="48506"/>
                  <a:pt x="1401340" y="55072"/>
                  <a:pt x="1401340" y="64744"/>
                </a:cubicBezTo>
                <a:lnTo>
                  <a:pt x="1401340" y="105992"/>
                </a:lnTo>
                <a:lnTo>
                  <a:pt x="1388552" y="105992"/>
                </a:lnTo>
                <a:close/>
                <a:moveTo>
                  <a:pt x="1467123" y="112243"/>
                </a:moveTo>
                <a:lnTo>
                  <a:pt x="1479555" y="114090"/>
                </a:lnTo>
                <a:cubicBezTo>
                  <a:pt x="1480076" y="117927"/>
                  <a:pt x="1481520" y="120721"/>
                  <a:pt x="1483888" y="122473"/>
                </a:cubicBezTo>
                <a:cubicBezTo>
                  <a:pt x="1487061" y="124841"/>
                  <a:pt x="1491395" y="126025"/>
                  <a:pt x="1496889" y="126025"/>
                </a:cubicBezTo>
                <a:cubicBezTo>
                  <a:pt x="1502809" y="126025"/>
                  <a:pt x="1507379" y="124838"/>
                  <a:pt x="1510599" y="122464"/>
                </a:cubicBezTo>
                <a:cubicBezTo>
                  <a:pt x="1513820" y="120092"/>
                  <a:pt x="1515998" y="116769"/>
                  <a:pt x="1517135" y="112496"/>
                </a:cubicBezTo>
                <a:cubicBezTo>
                  <a:pt x="1517798" y="109887"/>
                  <a:pt x="1518106" y="104405"/>
                  <a:pt x="1518058" y="96051"/>
                </a:cubicBezTo>
                <a:cubicBezTo>
                  <a:pt x="1512470" y="102678"/>
                  <a:pt x="1505508" y="105992"/>
                  <a:pt x="1497173" y="105992"/>
                </a:cubicBezTo>
                <a:cubicBezTo>
                  <a:pt x="1486801" y="105992"/>
                  <a:pt x="1478773" y="102250"/>
                  <a:pt x="1473090" y="94767"/>
                </a:cubicBezTo>
                <a:cubicBezTo>
                  <a:pt x="1467407" y="87285"/>
                  <a:pt x="1464565" y="78310"/>
                  <a:pt x="1464565" y="67843"/>
                </a:cubicBezTo>
                <a:cubicBezTo>
                  <a:pt x="1464565" y="60645"/>
                  <a:pt x="1465868" y="54002"/>
                  <a:pt x="1468472" y="47917"/>
                </a:cubicBezTo>
                <a:cubicBezTo>
                  <a:pt x="1471077" y="41831"/>
                  <a:pt x="1474854" y="37130"/>
                  <a:pt x="1479803" y="33815"/>
                </a:cubicBezTo>
                <a:cubicBezTo>
                  <a:pt x="1484752" y="30500"/>
                  <a:pt x="1490566" y="28842"/>
                  <a:pt x="1497244" y="28842"/>
                </a:cubicBezTo>
                <a:cubicBezTo>
                  <a:pt x="1506147" y="28842"/>
                  <a:pt x="1513488" y="32465"/>
                  <a:pt x="1519266" y="39711"/>
                </a:cubicBezTo>
                <a:lnTo>
                  <a:pt x="1519266" y="30547"/>
                </a:lnTo>
                <a:lnTo>
                  <a:pt x="1531059" y="30547"/>
                </a:lnTo>
                <a:lnTo>
                  <a:pt x="1531059" y="95806"/>
                </a:lnTo>
                <a:cubicBezTo>
                  <a:pt x="1531059" y="107559"/>
                  <a:pt x="1529863" y="115888"/>
                  <a:pt x="1527471" y="120793"/>
                </a:cubicBezTo>
                <a:cubicBezTo>
                  <a:pt x="1525080" y="125697"/>
                  <a:pt x="1521291" y="129571"/>
                  <a:pt x="1516105" y="132414"/>
                </a:cubicBezTo>
                <a:cubicBezTo>
                  <a:pt x="1510919" y="135259"/>
                  <a:pt x="1504537" y="136681"/>
                  <a:pt x="1496960" y="136681"/>
                </a:cubicBezTo>
                <a:cubicBezTo>
                  <a:pt x="1487961" y="136681"/>
                  <a:pt x="1480691" y="134651"/>
                  <a:pt x="1475150" y="130589"/>
                </a:cubicBezTo>
                <a:cubicBezTo>
                  <a:pt x="1469609" y="126528"/>
                  <a:pt x="1466933" y="120413"/>
                  <a:pt x="1467123" y="112243"/>
                </a:cubicBezTo>
                <a:moveTo>
                  <a:pt x="1477708" y="66922"/>
                </a:moveTo>
                <a:cubicBezTo>
                  <a:pt x="1477708" y="76795"/>
                  <a:pt x="1479673" y="83999"/>
                  <a:pt x="1483604" y="88534"/>
                </a:cubicBezTo>
                <a:cubicBezTo>
                  <a:pt x="1487535" y="93068"/>
                  <a:pt x="1492460" y="95336"/>
                  <a:pt x="1498380" y="95336"/>
                </a:cubicBezTo>
                <a:cubicBezTo>
                  <a:pt x="1504253" y="95336"/>
                  <a:pt x="1509178" y="93080"/>
                  <a:pt x="1513157" y="88569"/>
                </a:cubicBezTo>
                <a:cubicBezTo>
                  <a:pt x="1517135" y="84058"/>
                  <a:pt x="1519124" y="76984"/>
                  <a:pt x="1519124" y="67346"/>
                </a:cubicBezTo>
                <a:cubicBezTo>
                  <a:pt x="1519124" y="58134"/>
                  <a:pt x="1517076" y="51190"/>
                  <a:pt x="1512979" y="46513"/>
                </a:cubicBezTo>
                <a:cubicBezTo>
                  <a:pt x="1508882" y="41837"/>
                  <a:pt x="1503945" y="39498"/>
                  <a:pt x="1498167" y="39498"/>
                </a:cubicBezTo>
                <a:cubicBezTo>
                  <a:pt x="1492484" y="39498"/>
                  <a:pt x="1487653" y="41801"/>
                  <a:pt x="1483675" y="46407"/>
                </a:cubicBezTo>
                <a:cubicBezTo>
                  <a:pt x="1479697" y="51013"/>
                  <a:pt x="1477708" y="57851"/>
                  <a:pt x="1477708" y="66922"/>
                </a:cubicBezTo>
                <a:close/>
                <a:moveTo>
                  <a:pt x="1574322" y="80275"/>
                </a:moveTo>
                <a:cubicBezTo>
                  <a:pt x="1574274" y="78578"/>
                  <a:pt x="1574251" y="77304"/>
                  <a:pt x="1574251" y="76455"/>
                </a:cubicBezTo>
                <a:cubicBezTo>
                  <a:pt x="1574251" y="71455"/>
                  <a:pt x="1574961" y="67140"/>
                  <a:pt x="1576382" y="63508"/>
                </a:cubicBezTo>
                <a:cubicBezTo>
                  <a:pt x="1577424" y="60771"/>
                  <a:pt x="1579105" y="58012"/>
                  <a:pt x="1581426" y="55229"/>
                </a:cubicBezTo>
                <a:cubicBezTo>
                  <a:pt x="1583131" y="53202"/>
                  <a:pt x="1586197" y="50242"/>
                  <a:pt x="1590625" y="46351"/>
                </a:cubicBezTo>
                <a:cubicBezTo>
                  <a:pt x="1595053" y="42459"/>
                  <a:pt x="1597931" y="39358"/>
                  <a:pt x="1599257" y="37047"/>
                </a:cubicBezTo>
                <a:cubicBezTo>
                  <a:pt x="1600583" y="34736"/>
                  <a:pt x="1601246" y="32212"/>
                  <a:pt x="1601246" y="29477"/>
                </a:cubicBezTo>
                <a:cubicBezTo>
                  <a:pt x="1601246" y="24524"/>
                  <a:pt x="1599304" y="20172"/>
                  <a:pt x="1595421" y="16424"/>
                </a:cubicBezTo>
                <a:cubicBezTo>
                  <a:pt x="1591537" y="12673"/>
                  <a:pt x="1586777" y="10798"/>
                  <a:pt x="1581141" y="10798"/>
                </a:cubicBezTo>
                <a:cubicBezTo>
                  <a:pt x="1575695" y="10798"/>
                  <a:pt x="1571148" y="12497"/>
                  <a:pt x="1567502" y="15895"/>
                </a:cubicBezTo>
                <a:cubicBezTo>
                  <a:pt x="1563855" y="19293"/>
                  <a:pt x="1561463" y="24604"/>
                  <a:pt x="1560327" y="31826"/>
                </a:cubicBezTo>
                <a:lnTo>
                  <a:pt x="1547184" y="30263"/>
                </a:lnTo>
                <a:cubicBezTo>
                  <a:pt x="1548368" y="20531"/>
                  <a:pt x="1551885" y="13077"/>
                  <a:pt x="1557734" y="7903"/>
                </a:cubicBezTo>
                <a:cubicBezTo>
                  <a:pt x="1563583" y="2729"/>
                  <a:pt x="1571314" y="142"/>
                  <a:pt x="1580928" y="142"/>
                </a:cubicBezTo>
                <a:cubicBezTo>
                  <a:pt x="1591111" y="142"/>
                  <a:pt x="1599233" y="2908"/>
                  <a:pt x="1605295" y="8440"/>
                </a:cubicBezTo>
                <a:cubicBezTo>
                  <a:pt x="1611357" y="13971"/>
                  <a:pt x="1614388" y="20660"/>
                  <a:pt x="1614388" y="28507"/>
                </a:cubicBezTo>
                <a:cubicBezTo>
                  <a:pt x="1614388" y="33046"/>
                  <a:pt x="1613323" y="37231"/>
                  <a:pt x="1611191" y="41061"/>
                </a:cubicBezTo>
                <a:cubicBezTo>
                  <a:pt x="1609060" y="44890"/>
                  <a:pt x="1604893" y="49546"/>
                  <a:pt x="1598688" y="55029"/>
                </a:cubicBezTo>
                <a:cubicBezTo>
                  <a:pt x="1594521" y="58718"/>
                  <a:pt x="1591797" y="61436"/>
                  <a:pt x="1590519" y="63186"/>
                </a:cubicBezTo>
                <a:cubicBezTo>
                  <a:pt x="1589240" y="64935"/>
                  <a:pt x="1588293" y="66944"/>
                  <a:pt x="1587677" y="69213"/>
                </a:cubicBezTo>
                <a:cubicBezTo>
                  <a:pt x="1587061" y="71482"/>
                  <a:pt x="1586706" y="75169"/>
                  <a:pt x="1586612" y="80275"/>
                </a:cubicBezTo>
                <a:lnTo>
                  <a:pt x="1574322" y="80275"/>
                </a:lnTo>
                <a:moveTo>
                  <a:pt x="1573540" y="105992"/>
                </a:moveTo>
                <a:lnTo>
                  <a:pt x="1573540" y="91358"/>
                </a:lnTo>
                <a:lnTo>
                  <a:pt x="1588103" y="91358"/>
                </a:lnTo>
                <a:lnTo>
                  <a:pt x="1588103" y="105992"/>
                </a:lnTo>
                <a:lnTo>
                  <a:pt x="1573540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+systemContent:String">
            <a:extLst xmlns:a="http://schemas.openxmlformats.org/drawingml/2006/main">
              <a:ext uri="{FF2B5EF4-FFF2-40B4-BE49-F238E27FC236}">
                <a16:creationId xmlns:a16="http://schemas.microsoft.com/office/drawing/2014/main" id="{5ED93620-99C7-4485-B3B7-8AC1B7A7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1" y="5655808"/>
            <a:ext cx="1538802" cy="136681"/>
          </a:xfrm>
          <a:custGeom xmlns:a="http://schemas.openxmlformats.org/drawingml/2006/main">
            <a:pathLst>
              <a:path w="1538802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21764" y="83401"/>
                </a:moveTo>
                <a:lnTo>
                  <a:pt x="134409" y="81412"/>
                </a:lnTo>
                <a:cubicBezTo>
                  <a:pt x="135120" y="86457"/>
                  <a:pt x="137097" y="90324"/>
                  <a:pt x="140341" y="93011"/>
                </a:cubicBezTo>
                <a:cubicBezTo>
                  <a:pt x="143585" y="95698"/>
                  <a:pt x="148120" y="97041"/>
                  <a:pt x="153945" y="97041"/>
                </a:cubicBezTo>
                <a:cubicBezTo>
                  <a:pt x="159818" y="97041"/>
                  <a:pt x="164175" y="95855"/>
                  <a:pt x="167017" y="93482"/>
                </a:cubicBezTo>
                <a:cubicBezTo>
                  <a:pt x="169858" y="91108"/>
                  <a:pt x="171279" y="88324"/>
                  <a:pt x="171279" y="85130"/>
                </a:cubicBezTo>
                <a:cubicBezTo>
                  <a:pt x="171279" y="82264"/>
                  <a:pt x="170024" y="80008"/>
                  <a:pt x="167514" y="78364"/>
                </a:cubicBezTo>
                <a:cubicBezTo>
                  <a:pt x="165762" y="77236"/>
                  <a:pt x="161404" y="75803"/>
                  <a:pt x="154442" y="74064"/>
                </a:cubicBezTo>
                <a:cubicBezTo>
                  <a:pt x="145065" y="71694"/>
                  <a:pt x="138565" y="69644"/>
                  <a:pt x="134942" y="67914"/>
                </a:cubicBezTo>
                <a:cubicBezTo>
                  <a:pt x="131319" y="66184"/>
                  <a:pt x="128572" y="63790"/>
                  <a:pt x="126701" y="60733"/>
                </a:cubicBezTo>
                <a:cubicBezTo>
                  <a:pt x="124831" y="57675"/>
                  <a:pt x="123895" y="54298"/>
                  <a:pt x="123895" y="50601"/>
                </a:cubicBezTo>
                <a:cubicBezTo>
                  <a:pt x="123895" y="47235"/>
                  <a:pt x="124665" y="44118"/>
                  <a:pt x="126204" y="41250"/>
                </a:cubicBezTo>
                <a:cubicBezTo>
                  <a:pt x="127743" y="38382"/>
                  <a:pt x="129839" y="36000"/>
                  <a:pt x="132491" y="34104"/>
                </a:cubicBezTo>
                <a:cubicBezTo>
                  <a:pt x="134480" y="32634"/>
                  <a:pt x="137192" y="31390"/>
                  <a:pt x="140625" y="30372"/>
                </a:cubicBezTo>
                <a:cubicBezTo>
                  <a:pt x="144059" y="29352"/>
                  <a:pt x="147741" y="28842"/>
                  <a:pt x="151672" y="28842"/>
                </a:cubicBezTo>
                <a:cubicBezTo>
                  <a:pt x="157592" y="28842"/>
                  <a:pt x="162790" y="29701"/>
                  <a:pt x="167265" y="31417"/>
                </a:cubicBezTo>
                <a:cubicBezTo>
                  <a:pt x="171741" y="33133"/>
                  <a:pt x="175044" y="35457"/>
                  <a:pt x="177175" y="38390"/>
                </a:cubicBezTo>
                <a:cubicBezTo>
                  <a:pt x="179307" y="41322"/>
                  <a:pt x="180775" y="45244"/>
                  <a:pt x="181580" y="50154"/>
                </a:cubicBezTo>
                <a:lnTo>
                  <a:pt x="169077" y="51859"/>
                </a:lnTo>
                <a:cubicBezTo>
                  <a:pt x="168508" y="47976"/>
                  <a:pt x="166863" y="44945"/>
                  <a:pt x="164139" y="42766"/>
                </a:cubicBezTo>
                <a:cubicBezTo>
                  <a:pt x="161416" y="40588"/>
                  <a:pt x="157568" y="39498"/>
                  <a:pt x="152595" y="39498"/>
                </a:cubicBezTo>
                <a:cubicBezTo>
                  <a:pt x="146723" y="39498"/>
                  <a:pt x="142531" y="40465"/>
                  <a:pt x="140021" y="42398"/>
                </a:cubicBezTo>
                <a:cubicBezTo>
                  <a:pt x="137511" y="44329"/>
                  <a:pt x="136256" y="46591"/>
                  <a:pt x="136256" y="49184"/>
                </a:cubicBezTo>
                <a:cubicBezTo>
                  <a:pt x="136256" y="50833"/>
                  <a:pt x="136777" y="52317"/>
                  <a:pt x="137819" y="53637"/>
                </a:cubicBezTo>
                <a:cubicBezTo>
                  <a:pt x="138861" y="55004"/>
                  <a:pt x="140495" y="56134"/>
                  <a:pt x="142721" y="57030"/>
                </a:cubicBezTo>
                <a:cubicBezTo>
                  <a:pt x="144000" y="57502"/>
                  <a:pt x="147765" y="58586"/>
                  <a:pt x="154016" y="60282"/>
                </a:cubicBezTo>
                <a:cubicBezTo>
                  <a:pt x="163062" y="62696"/>
                  <a:pt x="169373" y="64672"/>
                  <a:pt x="172948" y="66209"/>
                </a:cubicBezTo>
                <a:cubicBezTo>
                  <a:pt x="176524" y="67747"/>
                  <a:pt x="179330" y="69983"/>
                  <a:pt x="181367" y="72918"/>
                </a:cubicBezTo>
                <a:cubicBezTo>
                  <a:pt x="183403" y="75852"/>
                  <a:pt x="184421" y="79495"/>
                  <a:pt x="184421" y="83847"/>
                </a:cubicBezTo>
                <a:cubicBezTo>
                  <a:pt x="184421" y="88107"/>
                  <a:pt x="183178" y="92118"/>
                  <a:pt x="180692" y="95880"/>
                </a:cubicBezTo>
                <a:cubicBezTo>
                  <a:pt x="178205" y="99640"/>
                  <a:pt x="174618" y="102550"/>
                  <a:pt x="169929" y="104609"/>
                </a:cubicBezTo>
                <a:cubicBezTo>
                  <a:pt x="165241" y="106667"/>
                  <a:pt x="159936" y="107697"/>
                  <a:pt x="154016" y="107697"/>
                </a:cubicBezTo>
                <a:cubicBezTo>
                  <a:pt x="144213" y="107697"/>
                  <a:pt x="136742" y="105654"/>
                  <a:pt x="131603" y="101570"/>
                </a:cubicBezTo>
                <a:cubicBezTo>
                  <a:pt x="126465" y="97485"/>
                  <a:pt x="123185" y="91429"/>
                  <a:pt x="121764" y="83401"/>
                </a:cubicBezTo>
                <a:close/>
                <a:moveTo>
                  <a:pt x="199054" y="135118"/>
                </a:moveTo>
                <a:lnTo>
                  <a:pt x="197634" y="123112"/>
                </a:lnTo>
                <a:cubicBezTo>
                  <a:pt x="200428" y="123870"/>
                  <a:pt x="202867" y="124249"/>
                  <a:pt x="204951" y="124249"/>
                </a:cubicBezTo>
                <a:cubicBezTo>
                  <a:pt x="207792" y="124249"/>
                  <a:pt x="210066" y="123770"/>
                  <a:pt x="211771" y="122811"/>
                </a:cubicBezTo>
                <a:cubicBezTo>
                  <a:pt x="213476" y="121853"/>
                  <a:pt x="214873" y="120511"/>
                  <a:pt x="215962" y="118786"/>
                </a:cubicBezTo>
                <a:cubicBezTo>
                  <a:pt x="216767" y="117492"/>
                  <a:pt x="218070" y="114282"/>
                  <a:pt x="219869" y="109155"/>
                </a:cubicBezTo>
                <a:cubicBezTo>
                  <a:pt x="220106" y="108436"/>
                  <a:pt x="220485" y="107382"/>
                  <a:pt x="221006" y="105992"/>
                </a:cubicBezTo>
                <a:lnTo>
                  <a:pt x="192377" y="30547"/>
                </a:lnTo>
                <a:lnTo>
                  <a:pt x="206158" y="30547"/>
                </a:lnTo>
                <a:lnTo>
                  <a:pt x="221858" y="74135"/>
                </a:lnTo>
                <a:cubicBezTo>
                  <a:pt x="223895" y="79664"/>
                  <a:pt x="225718" y="85476"/>
                  <a:pt x="227328" y="91571"/>
                </a:cubicBezTo>
                <a:cubicBezTo>
                  <a:pt x="228797" y="85711"/>
                  <a:pt x="230549" y="79994"/>
                  <a:pt x="232585" y="74419"/>
                </a:cubicBezTo>
                <a:lnTo>
                  <a:pt x="248711" y="30547"/>
                </a:lnTo>
                <a:lnTo>
                  <a:pt x="261499" y="30547"/>
                </a:lnTo>
                <a:lnTo>
                  <a:pt x="232798" y="107322"/>
                </a:lnTo>
                <a:cubicBezTo>
                  <a:pt x="229720" y="115616"/>
                  <a:pt x="227328" y="121326"/>
                  <a:pt x="225623" y="124453"/>
                </a:cubicBezTo>
                <a:cubicBezTo>
                  <a:pt x="223350" y="128671"/>
                  <a:pt x="220745" y="131764"/>
                  <a:pt x="217809" y="133731"/>
                </a:cubicBezTo>
                <a:cubicBezTo>
                  <a:pt x="214873" y="135698"/>
                  <a:pt x="211368" y="136681"/>
                  <a:pt x="207295" y="136681"/>
                </a:cubicBezTo>
                <a:cubicBezTo>
                  <a:pt x="204832" y="136681"/>
                  <a:pt x="202085" y="136160"/>
                  <a:pt x="199054" y="135118"/>
                </a:cubicBezTo>
                <a:close/>
                <a:moveTo>
                  <a:pt x="267253" y="83401"/>
                </a:moveTo>
                <a:lnTo>
                  <a:pt x="279899" y="81412"/>
                </a:lnTo>
                <a:cubicBezTo>
                  <a:pt x="280609" y="86457"/>
                  <a:pt x="282586" y="90324"/>
                  <a:pt x="285830" y="93011"/>
                </a:cubicBezTo>
                <a:cubicBezTo>
                  <a:pt x="289075" y="95698"/>
                  <a:pt x="293609" y="97041"/>
                  <a:pt x="299435" y="97041"/>
                </a:cubicBezTo>
                <a:cubicBezTo>
                  <a:pt x="305307" y="97041"/>
                  <a:pt x="309664" y="95855"/>
                  <a:pt x="312506" y="93482"/>
                </a:cubicBezTo>
                <a:cubicBezTo>
                  <a:pt x="315348" y="91108"/>
                  <a:pt x="316768" y="88324"/>
                  <a:pt x="316768" y="85130"/>
                </a:cubicBezTo>
                <a:cubicBezTo>
                  <a:pt x="316768" y="82264"/>
                  <a:pt x="315513" y="80008"/>
                  <a:pt x="313003" y="78364"/>
                </a:cubicBezTo>
                <a:cubicBezTo>
                  <a:pt x="311251" y="77236"/>
                  <a:pt x="306894" y="75803"/>
                  <a:pt x="299932" y="74064"/>
                </a:cubicBezTo>
                <a:cubicBezTo>
                  <a:pt x="290555" y="71694"/>
                  <a:pt x="284054" y="69644"/>
                  <a:pt x="280431" y="67914"/>
                </a:cubicBezTo>
                <a:cubicBezTo>
                  <a:pt x="276808" y="66184"/>
                  <a:pt x="274061" y="63790"/>
                  <a:pt x="272191" y="60733"/>
                </a:cubicBezTo>
                <a:cubicBezTo>
                  <a:pt x="270320" y="57675"/>
                  <a:pt x="269385" y="54298"/>
                  <a:pt x="269385" y="50601"/>
                </a:cubicBezTo>
                <a:cubicBezTo>
                  <a:pt x="269385" y="47235"/>
                  <a:pt x="270154" y="44118"/>
                  <a:pt x="271693" y="41250"/>
                </a:cubicBezTo>
                <a:cubicBezTo>
                  <a:pt x="273233" y="38382"/>
                  <a:pt x="275328" y="36000"/>
                  <a:pt x="277980" y="34104"/>
                </a:cubicBezTo>
                <a:cubicBezTo>
                  <a:pt x="279970" y="32634"/>
                  <a:pt x="282681" y="31390"/>
                  <a:pt x="286115" y="30372"/>
                </a:cubicBezTo>
                <a:cubicBezTo>
                  <a:pt x="289548" y="29352"/>
                  <a:pt x="293230" y="28842"/>
                  <a:pt x="297161" y="28842"/>
                </a:cubicBezTo>
                <a:cubicBezTo>
                  <a:pt x="303081" y="28842"/>
                  <a:pt x="308279" y="29701"/>
                  <a:pt x="312755" y="31417"/>
                </a:cubicBezTo>
                <a:cubicBezTo>
                  <a:pt x="317230" y="33133"/>
                  <a:pt x="320534" y="35457"/>
                  <a:pt x="322665" y="38390"/>
                </a:cubicBezTo>
                <a:cubicBezTo>
                  <a:pt x="324796" y="41322"/>
                  <a:pt x="326264" y="45244"/>
                  <a:pt x="327069" y="50154"/>
                </a:cubicBezTo>
                <a:lnTo>
                  <a:pt x="314566" y="51859"/>
                </a:lnTo>
                <a:cubicBezTo>
                  <a:pt x="313998" y="47976"/>
                  <a:pt x="312352" y="44945"/>
                  <a:pt x="309629" y="42766"/>
                </a:cubicBezTo>
                <a:cubicBezTo>
                  <a:pt x="306906" y="40588"/>
                  <a:pt x="303058" y="39498"/>
                  <a:pt x="298085" y="39498"/>
                </a:cubicBezTo>
                <a:cubicBezTo>
                  <a:pt x="292212" y="39498"/>
                  <a:pt x="288021" y="40465"/>
                  <a:pt x="285511" y="42398"/>
                </a:cubicBezTo>
                <a:cubicBezTo>
                  <a:pt x="283001" y="44329"/>
                  <a:pt x="281746" y="46591"/>
                  <a:pt x="281746" y="49184"/>
                </a:cubicBezTo>
                <a:cubicBezTo>
                  <a:pt x="281746" y="50833"/>
                  <a:pt x="282267" y="52317"/>
                  <a:pt x="283308" y="53637"/>
                </a:cubicBezTo>
                <a:cubicBezTo>
                  <a:pt x="284350" y="55004"/>
                  <a:pt x="285984" y="56134"/>
                  <a:pt x="288210" y="57030"/>
                </a:cubicBezTo>
                <a:cubicBezTo>
                  <a:pt x="289489" y="57502"/>
                  <a:pt x="293254" y="58586"/>
                  <a:pt x="299506" y="60282"/>
                </a:cubicBezTo>
                <a:cubicBezTo>
                  <a:pt x="308551" y="62696"/>
                  <a:pt x="314862" y="64672"/>
                  <a:pt x="318438" y="66209"/>
                </a:cubicBezTo>
                <a:cubicBezTo>
                  <a:pt x="322014" y="67747"/>
                  <a:pt x="324820" y="69983"/>
                  <a:pt x="326856" y="72918"/>
                </a:cubicBezTo>
                <a:cubicBezTo>
                  <a:pt x="328893" y="75852"/>
                  <a:pt x="329911" y="79495"/>
                  <a:pt x="329911" y="83847"/>
                </a:cubicBezTo>
                <a:cubicBezTo>
                  <a:pt x="329911" y="88107"/>
                  <a:pt x="328668" y="92118"/>
                  <a:pt x="326181" y="95880"/>
                </a:cubicBezTo>
                <a:cubicBezTo>
                  <a:pt x="323695" y="99640"/>
                  <a:pt x="320107" y="102550"/>
                  <a:pt x="315419" y="104609"/>
                </a:cubicBezTo>
                <a:cubicBezTo>
                  <a:pt x="310730" y="106667"/>
                  <a:pt x="305426" y="107697"/>
                  <a:pt x="299506" y="107697"/>
                </a:cubicBezTo>
                <a:cubicBezTo>
                  <a:pt x="289702" y="107697"/>
                  <a:pt x="282231" y="105654"/>
                  <a:pt x="277092" y="101570"/>
                </a:cubicBezTo>
                <a:cubicBezTo>
                  <a:pt x="271954" y="97485"/>
                  <a:pt x="268674" y="91429"/>
                  <a:pt x="267253" y="83401"/>
                </a:cubicBezTo>
                <a:close/>
                <a:moveTo>
                  <a:pt x="373033" y="94696"/>
                </a:moveTo>
                <a:lnTo>
                  <a:pt x="374880" y="105992"/>
                </a:lnTo>
                <a:cubicBezTo>
                  <a:pt x="371280" y="106655"/>
                  <a:pt x="368060" y="106986"/>
                  <a:pt x="365218" y="106986"/>
                </a:cubicBezTo>
                <a:cubicBezTo>
                  <a:pt x="360577" y="106986"/>
                  <a:pt x="356978" y="106252"/>
                  <a:pt x="354420" y="104784"/>
                </a:cubicBezTo>
                <a:cubicBezTo>
                  <a:pt x="351863" y="103316"/>
                  <a:pt x="350063" y="101386"/>
                  <a:pt x="349021" y="98994"/>
                </a:cubicBezTo>
                <a:cubicBezTo>
                  <a:pt x="347979" y="96603"/>
                  <a:pt x="347458" y="91571"/>
                  <a:pt x="347458" y="83898"/>
                </a:cubicBezTo>
                <a:lnTo>
                  <a:pt x="347458" y="40493"/>
                </a:lnTo>
                <a:lnTo>
                  <a:pt x="338081" y="40493"/>
                </a:lnTo>
                <a:lnTo>
                  <a:pt x="338081" y="30547"/>
                </a:lnTo>
                <a:lnTo>
                  <a:pt x="347458" y="30547"/>
                </a:lnTo>
                <a:lnTo>
                  <a:pt x="347458" y="11813"/>
                </a:lnTo>
                <a:lnTo>
                  <a:pt x="360174" y="4120"/>
                </a:lnTo>
                <a:lnTo>
                  <a:pt x="360174" y="30547"/>
                </a:lnTo>
                <a:lnTo>
                  <a:pt x="373033" y="30547"/>
                </a:lnTo>
                <a:lnTo>
                  <a:pt x="373033" y="40493"/>
                </a:lnTo>
                <a:lnTo>
                  <a:pt x="360174" y="40493"/>
                </a:lnTo>
                <a:lnTo>
                  <a:pt x="360174" y="84609"/>
                </a:lnTo>
                <a:cubicBezTo>
                  <a:pt x="360174" y="88255"/>
                  <a:pt x="360399" y="90600"/>
                  <a:pt x="360849" y="91642"/>
                </a:cubicBezTo>
                <a:cubicBezTo>
                  <a:pt x="361299" y="92684"/>
                  <a:pt x="362033" y="93512"/>
                  <a:pt x="363052" y="94128"/>
                </a:cubicBezTo>
                <a:cubicBezTo>
                  <a:pt x="364070" y="94744"/>
                  <a:pt x="365526" y="95052"/>
                  <a:pt x="367420" y="95052"/>
                </a:cubicBezTo>
                <a:cubicBezTo>
                  <a:pt x="368841" y="95052"/>
                  <a:pt x="370712" y="94933"/>
                  <a:pt x="373033" y="94696"/>
                </a:cubicBezTo>
                <a:close/>
                <a:moveTo>
                  <a:pt x="437190" y="81696"/>
                </a:moveTo>
                <a:lnTo>
                  <a:pt x="450403" y="83330"/>
                </a:lnTo>
                <a:cubicBezTo>
                  <a:pt x="448319" y="91050"/>
                  <a:pt x="444459" y="97041"/>
                  <a:pt x="438823" y="101303"/>
                </a:cubicBezTo>
                <a:cubicBezTo>
                  <a:pt x="433188" y="105566"/>
                  <a:pt x="425989" y="107697"/>
                  <a:pt x="417227" y="107697"/>
                </a:cubicBezTo>
                <a:cubicBezTo>
                  <a:pt x="406192" y="107697"/>
                  <a:pt x="397443" y="104299"/>
                  <a:pt x="390978" y="97503"/>
                </a:cubicBezTo>
                <a:cubicBezTo>
                  <a:pt x="384513" y="90706"/>
                  <a:pt x="381281" y="81175"/>
                  <a:pt x="381281" y="68909"/>
                </a:cubicBezTo>
                <a:cubicBezTo>
                  <a:pt x="381281" y="56216"/>
                  <a:pt x="384549" y="46365"/>
                  <a:pt x="391085" y="39356"/>
                </a:cubicBezTo>
                <a:cubicBezTo>
                  <a:pt x="397620" y="32347"/>
                  <a:pt x="406098" y="28842"/>
                  <a:pt x="416517" y="28842"/>
                </a:cubicBezTo>
                <a:cubicBezTo>
                  <a:pt x="426605" y="28842"/>
                  <a:pt x="434845" y="32271"/>
                  <a:pt x="441239" y="39128"/>
                </a:cubicBezTo>
                <a:cubicBezTo>
                  <a:pt x="447632" y="45983"/>
                  <a:pt x="450829" y="55628"/>
                  <a:pt x="450829" y="68063"/>
                </a:cubicBezTo>
                <a:cubicBezTo>
                  <a:pt x="450829" y="68819"/>
                  <a:pt x="450806" y="69954"/>
                  <a:pt x="450758" y="71466"/>
                </a:cubicBezTo>
                <a:lnTo>
                  <a:pt x="394494" y="71466"/>
                </a:lnTo>
                <a:cubicBezTo>
                  <a:pt x="394968" y="79731"/>
                  <a:pt x="397312" y="86059"/>
                  <a:pt x="401527" y="90452"/>
                </a:cubicBezTo>
                <a:cubicBezTo>
                  <a:pt x="405742" y="94844"/>
                  <a:pt x="410999" y="97041"/>
                  <a:pt x="417298" y="97041"/>
                </a:cubicBezTo>
                <a:cubicBezTo>
                  <a:pt x="421987" y="97041"/>
                  <a:pt x="425989" y="95821"/>
                  <a:pt x="429304" y="93382"/>
                </a:cubicBezTo>
                <a:cubicBezTo>
                  <a:pt x="432619" y="90942"/>
                  <a:pt x="435248" y="87046"/>
                  <a:pt x="437190" y="81696"/>
                </a:cubicBezTo>
                <a:moveTo>
                  <a:pt x="395205" y="60810"/>
                </a:moveTo>
                <a:lnTo>
                  <a:pt x="437332" y="60810"/>
                </a:lnTo>
                <a:cubicBezTo>
                  <a:pt x="436763" y="54568"/>
                  <a:pt x="435153" y="49886"/>
                  <a:pt x="432501" y="46764"/>
                </a:cubicBezTo>
                <a:cubicBezTo>
                  <a:pt x="428428" y="41920"/>
                  <a:pt x="423147" y="39498"/>
                  <a:pt x="416659" y="39498"/>
                </a:cubicBezTo>
                <a:cubicBezTo>
                  <a:pt x="410786" y="39498"/>
                  <a:pt x="405849" y="41432"/>
                  <a:pt x="401847" y="45299"/>
                </a:cubicBezTo>
                <a:cubicBezTo>
                  <a:pt x="397845" y="49165"/>
                  <a:pt x="395631" y="54335"/>
                  <a:pt x="395205" y="60810"/>
                </a:cubicBezTo>
                <a:close/>
                <a:moveTo>
                  <a:pt x="466449" y="105992"/>
                </a:moveTo>
                <a:lnTo>
                  <a:pt x="466449" y="30547"/>
                </a:lnTo>
                <a:lnTo>
                  <a:pt x="477886" y="30547"/>
                </a:lnTo>
                <a:lnTo>
                  <a:pt x="477886" y="41061"/>
                </a:lnTo>
                <a:cubicBezTo>
                  <a:pt x="480254" y="37388"/>
                  <a:pt x="483404" y="34433"/>
                  <a:pt x="487334" y="32197"/>
                </a:cubicBezTo>
                <a:cubicBezTo>
                  <a:pt x="491265" y="29960"/>
                  <a:pt x="495741" y="28842"/>
                  <a:pt x="500761" y="28842"/>
                </a:cubicBezTo>
                <a:cubicBezTo>
                  <a:pt x="506350" y="28842"/>
                  <a:pt x="510932" y="29997"/>
                  <a:pt x="514507" y="32305"/>
                </a:cubicBezTo>
                <a:cubicBezTo>
                  <a:pt x="518083" y="34613"/>
                  <a:pt x="520605" y="37839"/>
                  <a:pt x="522073" y="41985"/>
                </a:cubicBezTo>
                <a:cubicBezTo>
                  <a:pt x="528040" y="33223"/>
                  <a:pt x="535807" y="28842"/>
                  <a:pt x="545374" y="28842"/>
                </a:cubicBezTo>
                <a:cubicBezTo>
                  <a:pt x="552857" y="28842"/>
                  <a:pt x="558611" y="30914"/>
                  <a:pt x="562637" y="35058"/>
                </a:cubicBezTo>
                <a:cubicBezTo>
                  <a:pt x="566663" y="39202"/>
                  <a:pt x="568675" y="45584"/>
                  <a:pt x="568675" y="54204"/>
                </a:cubicBezTo>
                <a:lnTo>
                  <a:pt x="568675" y="105992"/>
                </a:lnTo>
                <a:lnTo>
                  <a:pt x="555959" y="105992"/>
                </a:lnTo>
                <a:lnTo>
                  <a:pt x="555959" y="58415"/>
                </a:lnTo>
                <a:cubicBezTo>
                  <a:pt x="555959" y="53294"/>
                  <a:pt x="555545" y="49608"/>
                  <a:pt x="554716" y="47357"/>
                </a:cubicBezTo>
                <a:cubicBezTo>
                  <a:pt x="553887" y="45105"/>
                  <a:pt x="552383" y="43291"/>
                  <a:pt x="550205" y="41916"/>
                </a:cubicBezTo>
                <a:cubicBezTo>
                  <a:pt x="548026" y="40541"/>
                  <a:pt x="545469" y="39853"/>
                  <a:pt x="542533" y="39853"/>
                </a:cubicBezTo>
                <a:cubicBezTo>
                  <a:pt x="537228" y="39853"/>
                  <a:pt x="532824" y="41620"/>
                  <a:pt x="529319" y="45153"/>
                </a:cubicBezTo>
                <a:cubicBezTo>
                  <a:pt x="525814" y="48684"/>
                  <a:pt x="524062" y="54338"/>
                  <a:pt x="524062" y="62113"/>
                </a:cubicBezTo>
                <a:lnTo>
                  <a:pt x="524062" y="105992"/>
                </a:lnTo>
                <a:lnTo>
                  <a:pt x="511275" y="105992"/>
                </a:lnTo>
                <a:lnTo>
                  <a:pt x="511275" y="56921"/>
                </a:lnTo>
                <a:cubicBezTo>
                  <a:pt x="511275" y="51232"/>
                  <a:pt x="510233" y="46965"/>
                  <a:pt x="508149" y="44120"/>
                </a:cubicBezTo>
                <a:cubicBezTo>
                  <a:pt x="506065" y="41276"/>
                  <a:pt x="502655" y="39853"/>
                  <a:pt x="497919" y="39853"/>
                </a:cubicBezTo>
                <a:cubicBezTo>
                  <a:pt x="494320" y="39853"/>
                  <a:pt x="490993" y="40802"/>
                  <a:pt x="487938" y="42700"/>
                </a:cubicBezTo>
                <a:cubicBezTo>
                  <a:pt x="484884" y="44595"/>
                  <a:pt x="482669" y="47369"/>
                  <a:pt x="481296" y="51020"/>
                </a:cubicBezTo>
                <a:cubicBezTo>
                  <a:pt x="479923" y="54670"/>
                  <a:pt x="479236" y="59932"/>
                  <a:pt x="479236" y="66807"/>
                </a:cubicBezTo>
                <a:lnTo>
                  <a:pt x="479236" y="105992"/>
                </a:lnTo>
                <a:lnTo>
                  <a:pt x="466449" y="105992"/>
                </a:lnTo>
                <a:close/>
                <a:moveTo>
                  <a:pt x="663590" y="69335"/>
                </a:moveTo>
                <a:lnTo>
                  <a:pt x="677372" y="72816"/>
                </a:lnTo>
                <a:cubicBezTo>
                  <a:pt x="674483" y="84159"/>
                  <a:pt x="669285" y="92808"/>
                  <a:pt x="661779" y="98763"/>
                </a:cubicBezTo>
                <a:cubicBezTo>
                  <a:pt x="654272" y="104719"/>
                  <a:pt x="645096" y="107697"/>
                  <a:pt x="634251" y="107697"/>
                </a:cubicBezTo>
                <a:cubicBezTo>
                  <a:pt x="623026" y="107697"/>
                  <a:pt x="613898" y="105412"/>
                  <a:pt x="606865" y="100841"/>
                </a:cubicBezTo>
                <a:cubicBezTo>
                  <a:pt x="599832" y="96271"/>
                  <a:pt x="594480" y="89653"/>
                  <a:pt x="590810" y="80986"/>
                </a:cubicBezTo>
                <a:cubicBezTo>
                  <a:pt x="587139" y="72319"/>
                  <a:pt x="585304" y="63013"/>
                  <a:pt x="585304" y="53067"/>
                </a:cubicBezTo>
                <a:cubicBezTo>
                  <a:pt x="585304" y="42221"/>
                  <a:pt x="587376" y="32761"/>
                  <a:pt x="591520" y="24686"/>
                </a:cubicBezTo>
                <a:cubicBezTo>
                  <a:pt x="595664" y="16612"/>
                  <a:pt x="601560" y="10478"/>
                  <a:pt x="609209" y="6287"/>
                </a:cubicBezTo>
                <a:cubicBezTo>
                  <a:pt x="616858" y="2096"/>
                  <a:pt x="625276" y="0"/>
                  <a:pt x="634464" y="0"/>
                </a:cubicBezTo>
                <a:cubicBezTo>
                  <a:pt x="644883" y="0"/>
                  <a:pt x="653644" y="2652"/>
                  <a:pt x="660748" y="7956"/>
                </a:cubicBezTo>
                <a:cubicBezTo>
                  <a:pt x="667852" y="13261"/>
                  <a:pt x="672802" y="20720"/>
                  <a:pt x="675596" y="30334"/>
                </a:cubicBezTo>
                <a:lnTo>
                  <a:pt x="662027" y="33531"/>
                </a:lnTo>
                <a:cubicBezTo>
                  <a:pt x="659612" y="25928"/>
                  <a:pt x="656107" y="20393"/>
                  <a:pt x="651513" y="16925"/>
                </a:cubicBezTo>
                <a:cubicBezTo>
                  <a:pt x="646919" y="13456"/>
                  <a:pt x="641141" y="11722"/>
                  <a:pt x="634180" y="11722"/>
                </a:cubicBezTo>
                <a:cubicBezTo>
                  <a:pt x="626176" y="11722"/>
                  <a:pt x="619486" y="13643"/>
                  <a:pt x="614111" y="17487"/>
                </a:cubicBezTo>
                <a:cubicBezTo>
                  <a:pt x="608735" y="21329"/>
                  <a:pt x="604958" y="26488"/>
                  <a:pt x="602780" y="32965"/>
                </a:cubicBezTo>
                <a:cubicBezTo>
                  <a:pt x="600601" y="39440"/>
                  <a:pt x="599512" y="46116"/>
                  <a:pt x="599512" y="52994"/>
                </a:cubicBezTo>
                <a:cubicBezTo>
                  <a:pt x="599512" y="61865"/>
                  <a:pt x="600803" y="69610"/>
                  <a:pt x="603384" y="76228"/>
                </a:cubicBezTo>
                <a:cubicBezTo>
                  <a:pt x="605965" y="82847"/>
                  <a:pt x="609979" y="87793"/>
                  <a:pt x="615425" y="91067"/>
                </a:cubicBezTo>
                <a:cubicBezTo>
                  <a:pt x="620871" y="94339"/>
                  <a:pt x="626768" y="95975"/>
                  <a:pt x="633114" y="95975"/>
                </a:cubicBezTo>
                <a:cubicBezTo>
                  <a:pt x="640834" y="95975"/>
                  <a:pt x="647369" y="93737"/>
                  <a:pt x="652721" y="89262"/>
                </a:cubicBezTo>
                <a:cubicBezTo>
                  <a:pt x="658073" y="84786"/>
                  <a:pt x="661696" y="78144"/>
                  <a:pt x="663590" y="69335"/>
                </a:cubicBezTo>
                <a:close/>
                <a:moveTo>
                  <a:pt x="687960" y="68270"/>
                </a:moveTo>
                <a:cubicBezTo>
                  <a:pt x="687960" y="54298"/>
                  <a:pt x="691843" y="43950"/>
                  <a:pt x="699610" y="37225"/>
                </a:cubicBezTo>
                <a:cubicBezTo>
                  <a:pt x="706099" y="31637"/>
                  <a:pt x="714008" y="28842"/>
                  <a:pt x="723338" y="28842"/>
                </a:cubicBezTo>
                <a:cubicBezTo>
                  <a:pt x="733710" y="28842"/>
                  <a:pt x="742187" y="32240"/>
                  <a:pt x="748770" y="39037"/>
                </a:cubicBezTo>
                <a:cubicBezTo>
                  <a:pt x="755353" y="45833"/>
                  <a:pt x="758645" y="55222"/>
                  <a:pt x="758645" y="67204"/>
                </a:cubicBezTo>
                <a:cubicBezTo>
                  <a:pt x="758645" y="76913"/>
                  <a:pt x="757188" y="84550"/>
                  <a:pt x="754276" y="90114"/>
                </a:cubicBezTo>
                <a:cubicBezTo>
                  <a:pt x="751363" y="95679"/>
                  <a:pt x="747124" y="100001"/>
                  <a:pt x="741559" y="103079"/>
                </a:cubicBezTo>
                <a:cubicBezTo>
                  <a:pt x="735995" y="106158"/>
                  <a:pt x="729921" y="107697"/>
                  <a:pt x="723338" y="107697"/>
                </a:cubicBezTo>
                <a:cubicBezTo>
                  <a:pt x="712776" y="107697"/>
                  <a:pt x="704240" y="104311"/>
                  <a:pt x="697728" y="97538"/>
                </a:cubicBezTo>
                <a:cubicBezTo>
                  <a:pt x="691216" y="90766"/>
                  <a:pt x="687960" y="81009"/>
                  <a:pt x="687960" y="68270"/>
                </a:cubicBezTo>
                <a:moveTo>
                  <a:pt x="701102" y="68234"/>
                </a:moveTo>
                <a:cubicBezTo>
                  <a:pt x="701102" y="77860"/>
                  <a:pt x="703210" y="85068"/>
                  <a:pt x="707425" y="89857"/>
                </a:cubicBezTo>
                <a:cubicBezTo>
                  <a:pt x="711640" y="94646"/>
                  <a:pt x="716944" y="97041"/>
                  <a:pt x="723338" y="97041"/>
                </a:cubicBezTo>
                <a:cubicBezTo>
                  <a:pt x="729684" y="97041"/>
                  <a:pt x="734965" y="94634"/>
                  <a:pt x="739180" y="89821"/>
                </a:cubicBezTo>
                <a:cubicBezTo>
                  <a:pt x="743395" y="85008"/>
                  <a:pt x="745502" y="77671"/>
                  <a:pt x="745502" y="67810"/>
                </a:cubicBezTo>
                <a:cubicBezTo>
                  <a:pt x="745502" y="58514"/>
                  <a:pt x="743383" y="51471"/>
                  <a:pt x="739144" y="46682"/>
                </a:cubicBezTo>
                <a:cubicBezTo>
                  <a:pt x="734905" y="41893"/>
                  <a:pt x="729637" y="39498"/>
                  <a:pt x="723338" y="39498"/>
                </a:cubicBezTo>
                <a:cubicBezTo>
                  <a:pt x="716944" y="39498"/>
                  <a:pt x="711640" y="41881"/>
                  <a:pt x="707425" y="46647"/>
                </a:cubicBezTo>
                <a:cubicBezTo>
                  <a:pt x="703210" y="51412"/>
                  <a:pt x="701102" y="58608"/>
                  <a:pt x="701102" y="68234"/>
                </a:cubicBezTo>
                <a:close/>
                <a:moveTo>
                  <a:pt x="773625" y="105992"/>
                </a:moveTo>
                <a:lnTo>
                  <a:pt x="773625" y="30547"/>
                </a:lnTo>
                <a:lnTo>
                  <a:pt x="785133" y="30547"/>
                </a:lnTo>
                <a:lnTo>
                  <a:pt x="785133" y="41203"/>
                </a:lnTo>
                <a:cubicBezTo>
                  <a:pt x="790674" y="32963"/>
                  <a:pt x="798678" y="28842"/>
                  <a:pt x="809145" y="28842"/>
                </a:cubicBezTo>
                <a:cubicBezTo>
                  <a:pt x="813691" y="28842"/>
                  <a:pt x="817871" y="29659"/>
                  <a:pt x="821683" y="31293"/>
                </a:cubicBezTo>
                <a:cubicBezTo>
                  <a:pt x="825496" y="32927"/>
                  <a:pt x="828349" y="35070"/>
                  <a:pt x="830244" y="37722"/>
                </a:cubicBezTo>
                <a:cubicBezTo>
                  <a:pt x="832138" y="40374"/>
                  <a:pt x="833464" y="43524"/>
                  <a:pt x="834222" y="47171"/>
                </a:cubicBezTo>
                <a:cubicBezTo>
                  <a:pt x="834695" y="49539"/>
                  <a:pt x="834932" y="53683"/>
                  <a:pt x="834932" y="59603"/>
                </a:cubicBezTo>
                <a:lnTo>
                  <a:pt x="834932" y="105992"/>
                </a:lnTo>
                <a:lnTo>
                  <a:pt x="822145" y="105992"/>
                </a:lnTo>
                <a:lnTo>
                  <a:pt x="822145" y="60051"/>
                </a:lnTo>
                <a:cubicBezTo>
                  <a:pt x="822145" y="54836"/>
                  <a:pt x="821648" y="50936"/>
                  <a:pt x="820653" y="48352"/>
                </a:cubicBezTo>
                <a:cubicBezTo>
                  <a:pt x="819659" y="45768"/>
                  <a:pt x="817894" y="43705"/>
                  <a:pt x="815361" y="42165"/>
                </a:cubicBezTo>
                <a:cubicBezTo>
                  <a:pt x="812827" y="40624"/>
                  <a:pt x="809855" y="39853"/>
                  <a:pt x="806445" y="39853"/>
                </a:cubicBezTo>
                <a:cubicBezTo>
                  <a:pt x="800999" y="39853"/>
                  <a:pt x="796298" y="41584"/>
                  <a:pt x="792344" y="45046"/>
                </a:cubicBezTo>
                <a:cubicBezTo>
                  <a:pt x="788389" y="48506"/>
                  <a:pt x="786412" y="55072"/>
                  <a:pt x="786412" y="64744"/>
                </a:cubicBezTo>
                <a:lnTo>
                  <a:pt x="786412" y="105992"/>
                </a:lnTo>
                <a:lnTo>
                  <a:pt x="773625" y="105992"/>
                </a:lnTo>
                <a:close/>
                <a:moveTo>
                  <a:pt x="882459" y="94696"/>
                </a:moveTo>
                <a:lnTo>
                  <a:pt x="884306" y="105992"/>
                </a:lnTo>
                <a:cubicBezTo>
                  <a:pt x="880707" y="106655"/>
                  <a:pt x="877486" y="106986"/>
                  <a:pt x="874645" y="106986"/>
                </a:cubicBezTo>
                <a:cubicBezTo>
                  <a:pt x="870003" y="106986"/>
                  <a:pt x="866404" y="106252"/>
                  <a:pt x="863847" y="104784"/>
                </a:cubicBezTo>
                <a:cubicBezTo>
                  <a:pt x="861289" y="103316"/>
                  <a:pt x="859489" y="101386"/>
                  <a:pt x="858448" y="98994"/>
                </a:cubicBezTo>
                <a:cubicBezTo>
                  <a:pt x="857406" y="96603"/>
                  <a:pt x="856885" y="91571"/>
                  <a:pt x="856885" y="83898"/>
                </a:cubicBezTo>
                <a:lnTo>
                  <a:pt x="856885" y="40493"/>
                </a:lnTo>
                <a:lnTo>
                  <a:pt x="847507" y="40493"/>
                </a:lnTo>
                <a:lnTo>
                  <a:pt x="847507" y="30547"/>
                </a:lnTo>
                <a:lnTo>
                  <a:pt x="856885" y="30547"/>
                </a:lnTo>
                <a:lnTo>
                  <a:pt x="856885" y="11813"/>
                </a:lnTo>
                <a:lnTo>
                  <a:pt x="869601" y="4120"/>
                </a:lnTo>
                <a:lnTo>
                  <a:pt x="869601" y="30547"/>
                </a:lnTo>
                <a:lnTo>
                  <a:pt x="882459" y="30547"/>
                </a:lnTo>
                <a:lnTo>
                  <a:pt x="882459" y="40493"/>
                </a:lnTo>
                <a:lnTo>
                  <a:pt x="869601" y="40493"/>
                </a:lnTo>
                <a:lnTo>
                  <a:pt x="869601" y="84609"/>
                </a:lnTo>
                <a:cubicBezTo>
                  <a:pt x="869601" y="88255"/>
                  <a:pt x="869826" y="90600"/>
                  <a:pt x="870276" y="91642"/>
                </a:cubicBezTo>
                <a:cubicBezTo>
                  <a:pt x="870726" y="92684"/>
                  <a:pt x="871460" y="93512"/>
                  <a:pt x="872478" y="94128"/>
                </a:cubicBezTo>
                <a:cubicBezTo>
                  <a:pt x="873496" y="94744"/>
                  <a:pt x="874953" y="95052"/>
                  <a:pt x="876847" y="95052"/>
                </a:cubicBezTo>
                <a:cubicBezTo>
                  <a:pt x="878268" y="95052"/>
                  <a:pt x="880138" y="94933"/>
                  <a:pt x="882459" y="94696"/>
                </a:cubicBezTo>
                <a:close/>
                <a:moveTo>
                  <a:pt x="946617" y="81696"/>
                </a:moveTo>
                <a:lnTo>
                  <a:pt x="959830" y="83330"/>
                </a:lnTo>
                <a:cubicBezTo>
                  <a:pt x="957747" y="91050"/>
                  <a:pt x="953887" y="97041"/>
                  <a:pt x="948251" y="101303"/>
                </a:cubicBezTo>
                <a:cubicBezTo>
                  <a:pt x="942615" y="105566"/>
                  <a:pt x="935416" y="107697"/>
                  <a:pt x="926655" y="107697"/>
                </a:cubicBezTo>
                <a:cubicBezTo>
                  <a:pt x="915620" y="107697"/>
                  <a:pt x="906870" y="104299"/>
                  <a:pt x="900405" y="97503"/>
                </a:cubicBezTo>
                <a:cubicBezTo>
                  <a:pt x="893941" y="90706"/>
                  <a:pt x="890708" y="81175"/>
                  <a:pt x="890708" y="68909"/>
                </a:cubicBezTo>
                <a:cubicBezTo>
                  <a:pt x="890708" y="56216"/>
                  <a:pt x="893976" y="46365"/>
                  <a:pt x="900512" y="39356"/>
                </a:cubicBezTo>
                <a:cubicBezTo>
                  <a:pt x="907048" y="32347"/>
                  <a:pt x="915525" y="28842"/>
                  <a:pt x="925944" y="28842"/>
                </a:cubicBezTo>
                <a:cubicBezTo>
                  <a:pt x="936032" y="28842"/>
                  <a:pt x="944273" y="32271"/>
                  <a:pt x="950666" y="39128"/>
                </a:cubicBezTo>
                <a:cubicBezTo>
                  <a:pt x="957060" y="45983"/>
                  <a:pt x="960257" y="55628"/>
                  <a:pt x="960257" y="68063"/>
                </a:cubicBezTo>
                <a:cubicBezTo>
                  <a:pt x="960257" y="68819"/>
                  <a:pt x="960233" y="69954"/>
                  <a:pt x="960186" y="71466"/>
                </a:cubicBezTo>
                <a:lnTo>
                  <a:pt x="903922" y="71466"/>
                </a:lnTo>
                <a:cubicBezTo>
                  <a:pt x="904395" y="79731"/>
                  <a:pt x="906740" y="86059"/>
                  <a:pt x="910955" y="90452"/>
                </a:cubicBezTo>
                <a:cubicBezTo>
                  <a:pt x="915170" y="94844"/>
                  <a:pt x="920427" y="97041"/>
                  <a:pt x="926726" y="97041"/>
                </a:cubicBezTo>
                <a:cubicBezTo>
                  <a:pt x="931414" y="97041"/>
                  <a:pt x="935416" y="95821"/>
                  <a:pt x="938731" y="93382"/>
                </a:cubicBezTo>
                <a:cubicBezTo>
                  <a:pt x="942047" y="90942"/>
                  <a:pt x="944675" y="87046"/>
                  <a:pt x="946617" y="81696"/>
                </a:cubicBezTo>
                <a:moveTo>
                  <a:pt x="904632" y="60810"/>
                </a:moveTo>
                <a:lnTo>
                  <a:pt x="946759" y="60810"/>
                </a:lnTo>
                <a:cubicBezTo>
                  <a:pt x="946191" y="54568"/>
                  <a:pt x="944580" y="49886"/>
                  <a:pt x="941928" y="46764"/>
                </a:cubicBezTo>
                <a:cubicBezTo>
                  <a:pt x="937855" y="41920"/>
                  <a:pt x="932575" y="39498"/>
                  <a:pt x="926086" y="39498"/>
                </a:cubicBezTo>
                <a:cubicBezTo>
                  <a:pt x="920214" y="39498"/>
                  <a:pt x="915276" y="41432"/>
                  <a:pt x="911274" y="45299"/>
                </a:cubicBezTo>
                <a:cubicBezTo>
                  <a:pt x="907273" y="49165"/>
                  <a:pt x="905058" y="54335"/>
                  <a:pt x="904632" y="60810"/>
                </a:cubicBezTo>
                <a:close/>
                <a:moveTo>
                  <a:pt x="975886" y="105992"/>
                </a:moveTo>
                <a:lnTo>
                  <a:pt x="975886" y="30547"/>
                </a:lnTo>
                <a:lnTo>
                  <a:pt x="987394" y="30547"/>
                </a:lnTo>
                <a:lnTo>
                  <a:pt x="987394" y="41203"/>
                </a:lnTo>
                <a:cubicBezTo>
                  <a:pt x="992935" y="32963"/>
                  <a:pt x="1000939" y="28842"/>
                  <a:pt x="1011406" y="28842"/>
                </a:cubicBezTo>
                <a:cubicBezTo>
                  <a:pt x="1015952" y="28842"/>
                  <a:pt x="1020132" y="29659"/>
                  <a:pt x="1023944" y="31293"/>
                </a:cubicBezTo>
                <a:cubicBezTo>
                  <a:pt x="1027757" y="32927"/>
                  <a:pt x="1030610" y="35070"/>
                  <a:pt x="1032505" y="37722"/>
                </a:cubicBezTo>
                <a:cubicBezTo>
                  <a:pt x="1034399" y="40374"/>
                  <a:pt x="1035725" y="43524"/>
                  <a:pt x="1036483" y="47171"/>
                </a:cubicBezTo>
                <a:cubicBezTo>
                  <a:pt x="1036956" y="49539"/>
                  <a:pt x="1037193" y="53683"/>
                  <a:pt x="1037193" y="59603"/>
                </a:cubicBezTo>
                <a:lnTo>
                  <a:pt x="1037193" y="105992"/>
                </a:lnTo>
                <a:lnTo>
                  <a:pt x="1024406" y="105992"/>
                </a:lnTo>
                <a:lnTo>
                  <a:pt x="1024406" y="60051"/>
                </a:lnTo>
                <a:cubicBezTo>
                  <a:pt x="1024406" y="54836"/>
                  <a:pt x="1023909" y="50936"/>
                  <a:pt x="1022914" y="48352"/>
                </a:cubicBezTo>
                <a:cubicBezTo>
                  <a:pt x="1021920" y="45768"/>
                  <a:pt x="1020155" y="43705"/>
                  <a:pt x="1017622" y="42165"/>
                </a:cubicBezTo>
                <a:cubicBezTo>
                  <a:pt x="1015088" y="40624"/>
                  <a:pt x="1012116" y="39853"/>
                  <a:pt x="1008706" y="39853"/>
                </a:cubicBezTo>
                <a:cubicBezTo>
                  <a:pt x="1003260" y="39853"/>
                  <a:pt x="998559" y="41584"/>
                  <a:pt x="994605" y="45046"/>
                </a:cubicBezTo>
                <a:cubicBezTo>
                  <a:pt x="990650" y="48506"/>
                  <a:pt x="988673" y="55072"/>
                  <a:pt x="988673" y="64744"/>
                </a:cubicBezTo>
                <a:lnTo>
                  <a:pt x="988673" y="105992"/>
                </a:lnTo>
                <a:lnTo>
                  <a:pt x="975886" y="105992"/>
                </a:lnTo>
                <a:close/>
                <a:moveTo>
                  <a:pt x="1084710" y="94696"/>
                </a:moveTo>
                <a:lnTo>
                  <a:pt x="1086557" y="105992"/>
                </a:lnTo>
                <a:cubicBezTo>
                  <a:pt x="1082957" y="106655"/>
                  <a:pt x="1079737" y="106986"/>
                  <a:pt x="1076895" y="106986"/>
                </a:cubicBezTo>
                <a:cubicBezTo>
                  <a:pt x="1072254" y="106986"/>
                  <a:pt x="1068655" y="106252"/>
                  <a:pt x="1066097" y="104784"/>
                </a:cubicBezTo>
                <a:cubicBezTo>
                  <a:pt x="1063540" y="103316"/>
                  <a:pt x="1061740" y="101386"/>
                  <a:pt x="1060698" y="98994"/>
                </a:cubicBezTo>
                <a:cubicBezTo>
                  <a:pt x="1059656" y="96603"/>
                  <a:pt x="1059135" y="91571"/>
                  <a:pt x="1059135" y="83898"/>
                </a:cubicBezTo>
                <a:lnTo>
                  <a:pt x="1059135" y="40493"/>
                </a:lnTo>
                <a:lnTo>
                  <a:pt x="1049758" y="40493"/>
                </a:lnTo>
                <a:lnTo>
                  <a:pt x="1049758" y="30547"/>
                </a:lnTo>
                <a:lnTo>
                  <a:pt x="1059135" y="30547"/>
                </a:lnTo>
                <a:lnTo>
                  <a:pt x="1059135" y="11813"/>
                </a:lnTo>
                <a:lnTo>
                  <a:pt x="1071851" y="4120"/>
                </a:lnTo>
                <a:lnTo>
                  <a:pt x="1071851" y="30547"/>
                </a:lnTo>
                <a:lnTo>
                  <a:pt x="1084710" y="30547"/>
                </a:lnTo>
                <a:lnTo>
                  <a:pt x="1084710" y="40493"/>
                </a:lnTo>
                <a:lnTo>
                  <a:pt x="1071851" y="40493"/>
                </a:lnTo>
                <a:lnTo>
                  <a:pt x="1071851" y="84609"/>
                </a:lnTo>
                <a:cubicBezTo>
                  <a:pt x="1071851" y="88255"/>
                  <a:pt x="1072076" y="90600"/>
                  <a:pt x="1072526" y="91642"/>
                </a:cubicBezTo>
                <a:cubicBezTo>
                  <a:pt x="1072976" y="92684"/>
                  <a:pt x="1073710" y="93512"/>
                  <a:pt x="1074728" y="94128"/>
                </a:cubicBezTo>
                <a:cubicBezTo>
                  <a:pt x="1075747" y="94744"/>
                  <a:pt x="1077203" y="95052"/>
                  <a:pt x="1079097" y="95052"/>
                </a:cubicBezTo>
                <a:cubicBezTo>
                  <a:pt x="1080518" y="95052"/>
                  <a:pt x="1082389" y="94933"/>
                  <a:pt x="1084710" y="94696"/>
                </a:cubicBezTo>
                <a:close/>
                <a:moveTo>
                  <a:pt x="1100769" y="45181"/>
                </a:moveTo>
                <a:lnTo>
                  <a:pt x="1100769" y="30547"/>
                </a:lnTo>
                <a:lnTo>
                  <a:pt x="1115332" y="30547"/>
                </a:lnTo>
                <a:lnTo>
                  <a:pt x="1115332" y="45181"/>
                </a:lnTo>
                <a:lnTo>
                  <a:pt x="1100769" y="45181"/>
                </a:lnTo>
                <a:moveTo>
                  <a:pt x="1100769" y="105992"/>
                </a:moveTo>
                <a:lnTo>
                  <a:pt x="1100769" y="91358"/>
                </a:lnTo>
                <a:lnTo>
                  <a:pt x="1115332" y="91358"/>
                </a:lnTo>
                <a:lnTo>
                  <a:pt x="1115332" y="105992"/>
                </a:lnTo>
                <a:lnTo>
                  <a:pt x="1100769" y="105992"/>
                </a:lnTo>
                <a:close/>
                <a:moveTo>
                  <a:pt x="1175005" y="72461"/>
                </a:moveTo>
                <a:lnTo>
                  <a:pt x="1188006" y="71324"/>
                </a:lnTo>
                <a:cubicBezTo>
                  <a:pt x="1188621" y="76534"/>
                  <a:pt x="1190054" y="80808"/>
                  <a:pt x="1192304" y="84147"/>
                </a:cubicBezTo>
                <a:cubicBezTo>
                  <a:pt x="1194553" y="87486"/>
                  <a:pt x="1198046" y="90185"/>
                  <a:pt x="1202782" y="92246"/>
                </a:cubicBezTo>
                <a:cubicBezTo>
                  <a:pt x="1207518" y="94306"/>
                  <a:pt x="1212846" y="95336"/>
                  <a:pt x="1218766" y="95336"/>
                </a:cubicBezTo>
                <a:cubicBezTo>
                  <a:pt x="1224023" y="95336"/>
                  <a:pt x="1228664" y="94554"/>
                  <a:pt x="1232690" y="92991"/>
                </a:cubicBezTo>
                <a:cubicBezTo>
                  <a:pt x="1236716" y="91429"/>
                  <a:pt x="1239711" y="89286"/>
                  <a:pt x="1241677" y="86562"/>
                </a:cubicBezTo>
                <a:cubicBezTo>
                  <a:pt x="1243642" y="83839"/>
                  <a:pt x="1244625" y="80867"/>
                  <a:pt x="1244625" y="77647"/>
                </a:cubicBezTo>
                <a:cubicBezTo>
                  <a:pt x="1244625" y="74379"/>
                  <a:pt x="1243678" y="71526"/>
                  <a:pt x="1241783" y="69086"/>
                </a:cubicBezTo>
                <a:cubicBezTo>
                  <a:pt x="1239889" y="66647"/>
                  <a:pt x="1236763" y="64599"/>
                  <a:pt x="1232406" y="62942"/>
                </a:cubicBezTo>
                <a:cubicBezTo>
                  <a:pt x="1229612" y="61852"/>
                  <a:pt x="1223431" y="60159"/>
                  <a:pt x="1213864" y="57862"/>
                </a:cubicBezTo>
                <a:cubicBezTo>
                  <a:pt x="1204298" y="55565"/>
                  <a:pt x="1197596" y="53398"/>
                  <a:pt x="1193760" y="51362"/>
                </a:cubicBezTo>
                <a:cubicBezTo>
                  <a:pt x="1188787" y="48757"/>
                  <a:pt x="1185081" y="45525"/>
                  <a:pt x="1182642" y="41665"/>
                </a:cubicBezTo>
                <a:cubicBezTo>
                  <a:pt x="1180203" y="37805"/>
                  <a:pt x="1178984" y="33484"/>
                  <a:pt x="1178984" y="28700"/>
                </a:cubicBezTo>
                <a:cubicBezTo>
                  <a:pt x="1178984" y="23443"/>
                  <a:pt x="1180476" y="18530"/>
                  <a:pt x="1183459" y="13959"/>
                </a:cubicBezTo>
                <a:cubicBezTo>
                  <a:pt x="1186443" y="9389"/>
                  <a:pt x="1190800" y="5920"/>
                  <a:pt x="1196531" y="3552"/>
                </a:cubicBezTo>
                <a:cubicBezTo>
                  <a:pt x="1202261" y="1184"/>
                  <a:pt x="1208631" y="0"/>
                  <a:pt x="1215640" y="0"/>
                </a:cubicBezTo>
                <a:cubicBezTo>
                  <a:pt x="1223360" y="0"/>
                  <a:pt x="1230168" y="1243"/>
                  <a:pt x="1236064" y="3730"/>
                </a:cubicBezTo>
                <a:cubicBezTo>
                  <a:pt x="1241961" y="6216"/>
                  <a:pt x="1246495" y="9875"/>
                  <a:pt x="1249669" y="14705"/>
                </a:cubicBezTo>
                <a:cubicBezTo>
                  <a:pt x="1252842" y="19536"/>
                  <a:pt x="1254547" y="25006"/>
                  <a:pt x="1254783" y="31116"/>
                </a:cubicBezTo>
                <a:lnTo>
                  <a:pt x="1241570" y="32110"/>
                </a:lnTo>
                <a:cubicBezTo>
                  <a:pt x="1240860" y="25503"/>
                  <a:pt x="1238456" y="20513"/>
                  <a:pt x="1234359" y="17138"/>
                </a:cubicBezTo>
                <a:cubicBezTo>
                  <a:pt x="1230263" y="13764"/>
                  <a:pt x="1224213" y="12077"/>
                  <a:pt x="1216209" y="12077"/>
                </a:cubicBezTo>
                <a:cubicBezTo>
                  <a:pt x="1207873" y="12077"/>
                  <a:pt x="1201799" y="13606"/>
                  <a:pt x="1197987" y="16663"/>
                </a:cubicBezTo>
                <a:cubicBezTo>
                  <a:pt x="1194174" y="19720"/>
                  <a:pt x="1192268" y="23404"/>
                  <a:pt x="1192268" y="27717"/>
                </a:cubicBezTo>
                <a:cubicBezTo>
                  <a:pt x="1192268" y="31461"/>
                  <a:pt x="1193618" y="34542"/>
                  <a:pt x="1196317" y="36959"/>
                </a:cubicBezTo>
                <a:cubicBezTo>
                  <a:pt x="1198970" y="39377"/>
                  <a:pt x="1205896" y="41854"/>
                  <a:pt x="1217097" y="44389"/>
                </a:cubicBezTo>
                <a:cubicBezTo>
                  <a:pt x="1228297" y="46924"/>
                  <a:pt x="1235982" y="49140"/>
                  <a:pt x="1240149" y="51036"/>
                </a:cubicBezTo>
                <a:cubicBezTo>
                  <a:pt x="1246211" y="53831"/>
                  <a:pt x="1250687" y="57374"/>
                  <a:pt x="1253576" y="61665"/>
                </a:cubicBezTo>
                <a:cubicBezTo>
                  <a:pt x="1256465" y="65954"/>
                  <a:pt x="1257909" y="70895"/>
                  <a:pt x="1257909" y="76488"/>
                </a:cubicBezTo>
                <a:cubicBezTo>
                  <a:pt x="1257909" y="82032"/>
                  <a:pt x="1256323" y="87257"/>
                  <a:pt x="1253150" y="92163"/>
                </a:cubicBezTo>
                <a:cubicBezTo>
                  <a:pt x="1249976" y="97068"/>
                  <a:pt x="1245418" y="100884"/>
                  <a:pt x="1239474" y="103610"/>
                </a:cubicBezTo>
                <a:cubicBezTo>
                  <a:pt x="1233531" y="106334"/>
                  <a:pt x="1226841" y="107697"/>
                  <a:pt x="1219406" y="107697"/>
                </a:cubicBezTo>
                <a:cubicBezTo>
                  <a:pt x="1209981" y="107697"/>
                  <a:pt x="1202084" y="106323"/>
                  <a:pt x="1195714" y="103576"/>
                </a:cubicBezTo>
                <a:cubicBezTo>
                  <a:pt x="1189344" y="100830"/>
                  <a:pt x="1184347" y="96697"/>
                  <a:pt x="1180724" y="91180"/>
                </a:cubicBezTo>
                <a:cubicBezTo>
                  <a:pt x="1177101" y="85662"/>
                  <a:pt x="1175195" y="79423"/>
                  <a:pt x="1175005" y="72461"/>
                </a:cubicBezTo>
                <a:close/>
                <a:moveTo>
                  <a:pt x="1303020" y="94696"/>
                </a:moveTo>
                <a:lnTo>
                  <a:pt x="1304867" y="105992"/>
                </a:lnTo>
                <a:cubicBezTo>
                  <a:pt x="1301268" y="106655"/>
                  <a:pt x="1298048" y="106986"/>
                  <a:pt x="1295206" y="106986"/>
                </a:cubicBezTo>
                <a:cubicBezTo>
                  <a:pt x="1290565" y="106986"/>
                  <a:pt x="1286965" y="106252"/>
                  <a:pt x="1284408" y="104784"/>
                </a:cubicBezTo>
                <a:cubicBezTo>
                  <a:pt x="1281850" y="103316"/>
                  <a:pt x="1280051" y="101386"/>
                  <a:pt x="1279009" y="98994"/>
                </a:cubicBezTo>
                <a:cubicBezTo>
                  <a:pt x="1277967" y="96603"/>
                  <a:pt x="1277446" y="91571"/>
                  <a:pt x="1277446" y="83898"/>
                </a:cubicBezTo>
                <a:lnTo>
                  <a:pt x="1277446" y="40493"/>
                </a:lnTo>
                <a:lnTo>
                  <a:pt x="1268069" y="40493"/>
                </a:lnTo>
                <a:lnTo>
                  <a:pt x="1268069" y="30547"/>
                </a:lnTo>
                <a:lnTo>
                  <a:pt x="1277446" y="30547"/>
                </a:lnTo>
                <a:lnTo>
                  <a:pt x="1277446" y="11813"/>
                </a:lnTo>
                <a:lnTo>
                  <a:pt x="1290162" y="4120"/>
                </a:lnTo>
                <a:lnTo>
                  <a:pt x="1290162" y="30547"/>
                </a:lnTo>
                <a:lnTo>
                  <a:pt x="1303020" y="30547"/>
                </a:lnTo>
                <a:lnTo>
                  <a:pt x="1303020" y="40493"/>
                </a:lnTo>
                <a:lnTo>
                  <a:pt x="1290162" y="40493"/>
                </a:lnTo>
                <a:lnTo>
                  <a:pt x="1290162" y="84609"/>
                </a:lnTo>
                <a:cubicBezTo>
                  <a:pt x="1290162" y="88255"/>
                  <a:pt x="1290387" y="90600"/>
                  <a:pt x="1290837" y="91642"/>
                </a:cubicBezTo>
                <a:cubicBezTo>
                  <a:pt x="1291287" y="92684"/>
                  <a:pt x="1292021" y="93512"/>
                  <a:pt x="1293039" y="94128"/>
                </a:cubicBezTo>
                <a:cubicBezTo>
                  <a:pt x="1294057" y="94744"/>
                  <a:pt x="1295514" y="95052"/>
                  <a:pt x="1297408" y="95052"/>
                </a:cubicBezTo>
                <a:cubicBezTo>
                  <a:pt x="1298829" y="95052"/>
                  <a:pt x="1300700" y="94933"/>
                  <a:pt x="1303020" y="94696"/>
                </a:cubicBezTo>
                <a:close/>
                <a:moveTo>
                  <a:pt x="1315380" y="105992"/>
                </a:moveTo>
                <a:lnTo>
                  <a:pt x="1315380" y="30547"/>
                </a:lnTo>
                <a:lnTo>
                  <a:pt x="1326889" y="30547"/>
                </a:lnTo>
                <a:lnTo>
                  <a:pt x="1326889" y="41914"/>
                </a:lnTo>
                <a:cubicBezTo>
                  <a:pt x="1329825" y="36592"/>
                  <a:pt x="1332536" y="33082"/>
                  <a:pt x="1335023" y="31386"/>
                </a:cubicBezTo>
                <a:cubicBezTo>
                  <a:pt x="1337509" y="29690"/>
                  <a:pt x="1340244" y="28842"/>
                  <a:pt x="1343228" y="28842"/>
                </a:cubicBezTo>
                <a:cubicBezTo>
                  <a:pt x="1347538" y="28842"/>
                  <a:pt x="1351919" y="30210"/>
                  <a:pt x="1356370" y="32945"/>
                </a:cubicBezTo>
                <a:lnTo>
                  <a:pt x="1351966" y="44755"/>
                </a:lnTo>
                <a:cubicBezTo>
                  <a:pt x="1348840" y="42908"/>
                  <a:pt x="1345714" y="41985"/>
                  <a:pt x="1342589" y="41985"/>
                </a:cubicBezTo>
                <a:cubicBezTo>
                  <a:pt x="1339794" y="41985"/>
                  <a:pt x="1337284" y="42827"/>
                  <a:pt x="1335058" y="44511"/>
                </a:cubicBezTo>
                <a:cubicBezTo>
                  <a:pt x="1332832" y="46194"/>
                  <a:pt x="1331246" y="48529"/>
                  <a:pt x="1330299" y="51515"/>
                </a:cubicBezTo>
                <a:cubicBezTo>
                  <a:pt x="1328878" y="56066"/>
                  <a:pt x="1328167" y="61044"/>
                  <a:pt x="1328167" y="66449"/>
                </a:cubicBezTo>
                <a:lnTo>
                  <a:pt x="1328167" y="105992"/>
                </a:lnTo>
                <a:lnTo>
                  <a:pt x="1315380" y="105992"/>
                </a:lnTo>
                <a:close/>
                <a:moveTo>
                  <a:pt x="1364042" y="16623"/>
                </a:moveTo>
                <a:lnTo>
                  <a:pt x="1364042" y="1847"/>
                </a:lnTo>
                <a:lnTo>
                  <a:pt x="1376830" y="1847"/>
                </a:lnTo>
                <a:lnTo>
                  <a:pt x="1376830" y="16623"/>
                </a:lnTo>
                <a:lnTo>
                  <a:pt x="1364042" y="16623"/>
                </a:lnTo>
                <a:moveTo>
                  <a:pt x="1364042" y="105992"/>
                </a:moveTo>
                <a:lnTo>
                  <a:pt x="1364042" y="30547"/>
                </a:lnTo>
                <a:lnTo>
                  <a:pt x="1376830" y="30547"/>
                </a:lnTo>
                <a:lnTo>
                  <a:pt x="1376830" y="105992"/>
                </a:lnTo>
                <a:lnTo>
                  <a:pt x="1364042" y="105992"/>
                </a:lnTo>
                <a:close/>
                <a:moveTo>
                  <a:pt x="1396296" y="105992"/>
                </a:moveTo>
                <a:lnTo>
                  <a:pt x="1396296" y="30547"/>
                </a:lnTo>
                <a:lnTo>
                  <a:pt x="1407804" y="30547"/>
                </a:lnTo>
                <a:lnTo>
                  <a:pt x="1407804" y="41203"/>
                </a:lnTo>
                <a:cubicBezTo>
                  <a:pt x="1413346" y="32963"/>
                  <a:pt x="1421349" y="28842"/>
                  <a:pt x="1431816" y="28842"/>
                </a:cubicBezTo>
                <a:cubicBezTo>
                  <a:pt x="1436362" y="28842"/>
                  <a:pt x="1440542" y="29659"/>
                  <a:pt x="1444355" y="31293"/>
                </a:cubicBezTo>
                <a:cubicBezTo>
                  <a:pt x="1448167" y="32927"/>
                  <a:pt x="1451020" y="35070"/>
                  <a:pt x="1452915" y="37722"/>
                </a:cubicBezTo>
                <a:cubicBezTo>
                  <a:pt x="1454809" y="40374"/>
                  <a:pt x="1456135" y="43524"/>
                  <a:pt x="1456893" y="47171"/>
                </a:cubicBezTo>
                <a:cubicBezTo>
                  <a:pt x="1457367" y="49539"/>
                  <a:pt x="1457603" y="53683"/>
                  <a:pt x="1457603" y="59603"/>
                </a:cubicBezTo>
                <a:lnTo>
                  <a:pt x="1457603" y="105992"/>
                </a:lnTo>
                <a:lnTo>
                  <a:pt x="1444816" y="105992"/>
                </a:lnTo>
                <a:lnTo>
                  <a:pt x="1444816" y="60051"/>
                </a:lnTo>
                <a:cubicBezTo>
                  <a:pt x="1444816" y="54836"/>
                  <a:pt x="1444319" y="50936"/>
                  <a:pt x="1443324" y="48352"/>
                </a:cubicBezTo>
                <a:cubicBezTo>
                  <a:pt x="1442330" y="45768"/>
                  <a:pt x="1440566" y="43705"/>
                  <a:pt x="1438032" y="42165"/>
                </a:cubicBezTo>
                <a:cubicBezTo>
                  <a:pt x="1435498" y="40624"/>
                  <a:pt x="1432526" y="39853"/>
                  <a:pt x="1429116" y="39853"/>
                </a:cubicBezTo>
                <a:cubicBezTo>
                  <a:pt x="1423670" y="39853"/>
                  <a:pt x="1418970" y="41584"/>
                  <a:pt x="1415015" y="45046"/>
                </a:cubicBezTo>
                <a:cubicBezTo>
                  <a:pt x="1411060" y="48506"/>
                  <a:pt x="1409083" y="55072"/>
                  <a:pt x="1409083" y="64744"/>
                </a:cubicBezTo>
                <a:lnTo>
                  <a:pt x="1409083" y="105992"/>
                </a:lnTo>
                <a:lnTo>
                  <a:pt x="1396296" y="105992"/>
                </a:lnTo>
                <a:close/>
                <a:moveTo>
                  <a:pt x="1474866" y="112243"/>
                </a:moveTo>
                <a:lnTo>
                  <a:pt x="1487298" y="114090"/>
                </a:lnTo>
                <a:cubicBezTo>
                  <a:pt x="1487819" y="117927"/>
                  <a:pt x="1489263" y="120721"/>
                  <a:pt x="1491631" y="122473"/>
                </a:cubicBezTo>
                <a:cubicBezTo>
                  <a:pt x="1494804" y="124841"/>
                  <a:pt x="1499138" y="126025"/>
                  <a:pt x="1504631" y="126025"/>
                </a:cubicBezTo>
                <a:cubicBezTo>
                  <a:pt x="1510551" y="126025"/>
                  <a:pt x="1515122" y="124838"/>
                  <a:pt x="1518342" y="122464"/>
                </a:cubicBezTo>
                <a:cubicBezTo>
                  <a:pt x="1521563" y="120092"/>
                  <a:pt x="1523741" y="116769"/>
                  <a:pt x="1524878" y="112496"/>
                </a:cubicBezTo>
                <a:cubicBezTo>
                  <a:pt x="1525541" y="109887"/>
                  <a:pt x="1525849" y="104405"/>
                  <a:pt x="1525801" y="96051"/>
                </a:cubicBezTo>
                <a:cubicBezTo>
                  <a:pt x="1520213" y="102678"/>
                  <a:pt x="1513251" y="105992"/>
                  <a:pt x="1504916" y="105992"/>
                </a:cubicBezTo>
                <a:cubicBezTo>
                  <a:pt x="1494544" y="105992"/>
                  <a:pt x="1486516" y="102250"/>
                  <a:pt x="1480833" y="94767"/>
                </a:cubicBezTo>
                <a:cubicBezTo>
                  <a:pt x="1475150" y="87285"/>
                  <a:pt x="1472308" y="78310"/>
                  <a:pt x="1472308" y="67843"/>
                </a:cubicBezTo>
                <a:cubicBezTo>
                  <a:pt x="1472308" y="60645"/>
                  <a:pt x="1473611" y="54002"/>
                  <a:pt x="1476215" y="47917"/>
                </a:cubicBezTo>
                <a:cubicBezTo>
                  <a:pt x="1478820" y="41831"/>
                  <a:pt x="1482597" y="37130"/>
                  <a:pt x="1487546" y="33815"/>
                </a:cubicBezTo>
                <a:cubicBezTo>
                  <a:pt x="1492495" y="30500"/>
                  <a:pt x="1498309" y="28842"/>
                  <a:pt x="1504987" y="28842"/>
                </a:cubicBezTo>
                <a:cubicBezTo>
                  <a:pt x="1513890" y="28842"/>
                  <a:pt x="1521231" y="32465"/>
                  <a:pt x="1527009" y="39711"/>
                </a:cubicBezTo>
                <a:lnTo>
                  <a:pt x="1527009" y="30547"/>
                </a:lnTo>
                <a:lnTo>
                  <a:pt x="1538802" y="30547"/>
                </a:lnTo>
                <a:lnTo>
                  <a:pt x="1538802" y="95806"/>
                </a:lnTo>
                <a:cubicBezTo>
                  <a:pt x="1538802" y="107559"/>
                  <a:pt x="1537606" y="115888"/>
                  <a:pt x="1535214" y="120793"/>
                </a:cubicBezTo>
                <a:cubicBezTo>
                  <a:pt x="1532823" y="125697"/>
                  <a:pt x="1529034" y="129571"/>
                  <a:pt x="1523848" y="132414"/>
                </a:cubicBezTo>
                <a:cubicBezTo>
                  <a:pt x="1518662" y="135259"/>
                  <a:pt x="1512280" y="136681"/>
                  <a:pt x="1504703" y="136681"/>
                </a:cubicBezTo>
                <a:cubicBezTo>
                  <a:pt x="1495704" y="136681"/>
                  <a:pt x="1488434" y="134651"/>
                  <a:pt x="1482893" y="130589"/>
                </a:cubicBezTo>
                <a:cubicBezTo>
                  <a:pt x="1477352" y="126528"/>
                  <a:pt x="1474676" y="120413"/>
                  <a:pt x="1474866" y="112243"/>
                </a:cubicBezTo>
                <a:moveTo>
                  <a:pt x="1485451" y="66922"/>
                </a:moveTo>
                <a:cubicBezTo>
                  <a:pt x="1485451" y="76795"/>
                  <a:pt x="1487416" y="83999"/>
                  <a:pt x="1491347" y="88534"/>
                </a:cubicBezTo>
                <a:cubicBezTo>
                  <a:pt x="1495278" y="93068"/>
                  <a:pt x="1500203" y="95336"/>
                  <a:pt x="1506123" y="95336"/>
                </a:cubicBezTo>
                <a:cubicBezTo>
                  <a:pt x="1511996" y="95336"/>
                  <a:pt x="1516921" y="93080"/>
                  <a:pt x="1520900" y="88569"/>
                </a:cubicBezTo>
                <a:cubicBezTo>
                  <a:pt x="1524878" y="84058"/>
                  <a:pt x="1526867" y="76984"/>
                  <a:pt x="1526867" y="67346"/>
                </a:cubicBezTo>
                <a:cubicBezTo>
                  <a:pt x="1526867" y="58134"/>
                  <a:pt x="1524819" y="51190"/>
                  <a:pt x="1520722" y="46513"/>
                </a:cubicBezTo>
                <a:cubicBezTo>
                  <a:pt x="1516625" y="41837"/>
                  <a:pt x="1511688" y="39498"/>
                  <a:pt x="1505910" y="39498"/>
                </a:cubicBezTo>
                <a:cubicBezTo>
                  <a:pt x="1500227" y="39498"/>
                  <a:pt x="1495396" y="41801"/>
                  <a:pt x="1491418" y="46407"/>
                </a:cubicBezTo>
                <a:cubicBezTo>
                  <a:pt x="1487440" y="51013"/>
                  <a:pt x="1485451" y="57851"/>
                  <a:pt x="1485451" y="6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+userContent:String">
            <a:extLst xmlns:a="http://schemas.openxmlformats.org/drawingml/2006/main">
              <a:ext uri="{FF2B5EF4-FFF2-40B4-BE49-F238E27FC236}">
                <a16:creationId xmlns:a16="http://schemas.microsoft.com/office/drawing/2014/main" id="{C456FC4C-AF48-4405-AECB-B408CC34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1" y="5926097"/>
            <a:ext cx="1361058" cy="136681"/>
          </a:xfrm>
          <a:custGeom xmlns:a="http://schemas.openxmlformats.org/drawingml/2006/main">
            <a:pathLst>
              <a:path w="1361058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76323" y="105992"/>
                </a:moveTo>
                <a:lnTo>
                  <a:pt x="176323" y="94910"/>
                </a:lnTo>
                <a:cubicBezTo>
                  <a:pt x="170450" y="103434"/>
                  <a:pt x="162470" y="107697"/>
                  <a:pt x="152382" y="107697"/>
                </a:cubicBezTo>
                <a:cubicBezTo>
                  <a:pt x="147930" y="107697"/>
                  <a:pt x="143775" y="106844"/>
                  <a:pt x="139915" y="105139"/>
                </a:cubicBezTo>
                <a:cubicBezTo>
                  <a:pt x="136055" y="103434"/>
                  <a:pt x="133190" y="101291"/>
                  <a:pt x="131319" y="98710"/>
                </a:cubicBezTo>
                <a:cubicBezTo>
                  <a:pt x="129448" y="96129"/>
                  <a:pt x="128134" y="92968"/>
                  <a:pt x="127376" y="89226"/>
                </a:cubicBezTo>
                <a:cubicBezTo>
                  <a:pt x="126855" y="86716"/>
                  <a:pt x="126595" y="82738"/>
                  <a:pt x="126595" y="77292"/>
                </a:cubicBezTo>
                <a:lnTo>
                  <a:pt x="126595" y="30547"/>
                </a:lnTo>
                <a:lnTo>
                  <a:pt x="139382" y="30547"/>
                </a:lnTo>
                <a:lnTo>
                  <a:pt x="139382" y="72390"/>
                </a:lnTo>
                <a:cubicBezTo>
                  <a:pt x="139382" y="79068"/>
                  <a:pt x="139642" y="83567"/>
                  <a:pt x="140163" y="85887"/>
                </a:cubicBezTo>
                <a:cubicBezTo>
                  <a:pt x="140969" y="89250"/>
                  <a:pt x="142674" y="91890"/>
                  <a:pt x="145278" y="93808"/>
                </a:cubicBezTo>
                <a:cubicBezTo>
                  <a:pt x="147883" y="95727"/>
                  <a:pt x="151104" y="96686"/>
                  <a:pt x="154940" y="96686"/>
                </a:cubicBezTo>
                <a:cubicBezTo>
                  <a:pt x="158776" y="96686"/>
                  <a:pt x="162375" y="95703"/>
                  <a:pt x="165738" y="93737"/>
                </a:cubicBezTo>
                <a:cubicBezTo>
                  <a:pt x="169100" y="91772"/>
                  <a:pt x="171480" y="89096"/>
                  <a:pt x="172877" y="85710"/>
                </a:cubicBezTo>
                <a:cubicBezTo>
                  <a:pt x="174275" y="82324"/>
                  <a:pt x="174973" y="77410"/>
                  <a:pt x="174973" y="70969"/>
                </a:cubicBezTo>
                <a:lnTo>
                  <a:pt x="174973" y="30547"/>
                </a:lnTo>
                <a:lnTo>
                  <a:pt x="187760" y="30547"/>
                </a:lnTo>
                <a:lnTo>
                  <a:pt x="187760" y="105992"/>
                </a:lnTo>
                <a:lnTo>
                  <a:pt x="176323" y="105992"/>
                </a:lnTo>
                <a:close/>
                <a:moveTo>
                  <a:pt x="202679" y="83401"/>
                </a:moveTo>
                <a:lnTo>
                  <a:pt x="215324" y="81412"/>
                </a:lnTo>
                <a:cubicBezTo>
                  <a:pt x="216034" y="86457"/>
                  <a:pt x="218012" y="90324"/>
                  <a:pt x="221256" y="93011"/>
                </a:cubicBezTo>
                <a:cubicBezTo>
                  <a:pt x="224500" y="95698"/>
                  <a:pt x="229035" y="97041"/>
                  <a:pt x="234860" y="97041"/>
                </a:cubicBezTo>
                <a:cubicBezTo>
                  <a:pt x="240733" y="97041"/>
                  <a:pt x="245090" y="95855"/>
                  <a:pt x="247931" y="93482"/>
                </a:cubicBezTo>
                <a:cubicBezTo>
                  <a:pt x="250773" y="91108"/>
                  <a:pt x="252194" y="88324"/>
                  <a:pt x="252194" y="85130"/>
                </a:cubicBezTo>
                <a:cubicBezTo>
                  <a:pt x="252194" y="82264"/>
                  <a:pt x="250939" y="80008"/>
                  <a:pt x="248429" y="78364"/>
                </a:cubicBezTo>
                <a:cubicBezTo>
                  <a:pt x="246676" y="77236"/>
                  <a:pt x="242319" y="75803"/>
                  <a:pt x="235357" y="74064"/>
                </a:cubicBezTo>
                <a:cubicBezTo>
                  <a:pt x="225980" y="71694"/>
                  <a:pt x="219480" y="69644"/>
                  <a:pt x="215857" y="67914"/>
                </a:cubicBezTo>
                <a:cubicBezTo>
                  <a:pt x="212234" y="66184"/>
                  <a:pt x="209487" y="63790"/>
                  <a:pt x="207616" y="60733"/>
                </a:cubicBezTo>
                <a:cubicBezTo>
                  <a:pt x="205745" y="57675"/>
                  <a:pt x="204810" y="54298"/>
                  <a:pt x="204810" y="50601"/>
                </a:cubicBezTo>
                <a:cubicBezTo>
                  <a:pt x="204810" y="47235"/>
                  <a:pt x="205580" y="44118"/>
                  <a:pt x="207119" y="41250"/>
                </a:cubicBezTo>
                <a:cubicBezTo>
                  <a:pt x="208658" y="38382"/>
                  <a:pt x="210754" y="36000"/>
                  <a:pt x="213406" y="34104"/>
                </a:cubicBezTo>
                <a:cubicBezTo>
                  <a:pt x="215395" y="32634"/>
                  <a:pt x="218106" y="31390"/>
                  <a:pt x="221540" y="30372"/>
                </a:cubicBezTo>
                <a:cubicBezTo>
                  <a:pt x="224974" y="29352"/>
                  <a:pt x="228656" y="28842"/>
                  <a:pt x="232587" y="28842"/>
                </a:cubicBezTo>
                <a:cubicBezTo>
                  <a:pt x="238507" y="28842"/>
                  <a:pt x="243705" y="29701"/>
                  <a:pt x="248180" y="31417"/>
                </a:cubicBezTo>
                <a:cubicBezTo>
                  <a:pt x="252656" y="33133"/>
                  <a:pt x="255959" y="35457"/>
                  <a:pt x="258090" y="38390"/>
                </a:cubicBezTo>
                <a:cubicBezTo>
                  <a:pt x="260221" y="41322"/>
                  <a:pt x="261690" y="45244"/>
                  <a:pt x="262495" y="50154"/>
                </a:cubicBezTo>
                <a:lnTo>
                  <a:pt x="249992" y="51859"/>
                </a:lnTo>
                <a:cubicBezTo>
                  <a:pt x="249423" y="47976"/>
                  <a:pt x="247778" y="44945"/>
                  <a:pt x="245054" y="42766"/>
                </a:cubicBezTo>
                <a:cubicBezTo>
                  <a:pt x="242331" y="40588"/>
                  <a:pt x="238483" y="39498"/>
                  <a:pt x="233510" y="39498"/>
                </a:cubicBezTo>
                <a:cubicBezTo>
                  <a:pt x="227638" y="39498"/>
                  <a:pt x="223446" y="40465"/>
                  <a:pt x="220936" y="42398"/>
                </a:cubicBezTo>
                <a:cubicBezTo>
                  <a:pt x="218426" y="44329"/>
                  <a:pt x="217171" y="46591"/>
                  <a:pt x="217171" y="49184"/>
                </a:cubicBezTo>
                <a:cubicBezTo>
                  <a:pt x="217171" y="50833"/>
                  <a:pt x="217692" y="52317"/>
                  <a:pt x="218734" y="53637"/>
                </a:cubicBezTo>
                <a:cubicBezTo>
                  <a:pt x="219776" y="55004"/>
                  <a:pt x="221410" y="56134"/>
                  <a:pt x="223636" y="57030"/>
                </a:cubicBezTo>
                <a:cubicBezTo>
                  <a:pt x="224914" y="57502"/>
                  <a:pt x="228680" y="58586"/>
                  <a:pt x="234931" y="60282"/>
                </a:cubicBezTo>
                <a:cubicBezTo>
                  <a:pt x="243977" y="62696"/>
                  <a:pt x="250288" y="64672"/>
                  <a:pt x="253863" y="66209"/>
                </a:cubicBezTo>
                <a:cubicBezTo>
                  <a:pt x="257439" y="67747"/>
                  <a:pt x="260245" y="69983"/>
                  <a:pt x="262282" y="72918"/>
                </a:cubicBezTo>
                <a:cubicBezTo>
                  <a:pt x="264318" y="75852"/>
                  <a:pt x="265336" y="79495"/>
                  <a:pt x="265336" y="83847"/>
                </a:cubicBezTo>
                <a:cubicBezTo>
                  <a:pt x="265336" y="88107"/>
                  <a:pt x="264093" y="92118"/>
                  <a:pt x="261607" y="95880"/>
                </a:cubicBezTo>
                <a:cubicBezTo>
                  <a:pt x="259120" y="99640"/>
                  <a:pt x="255533" y="102550"/>
                  <a:pt x="250844" y="104609"/>
                </a:cubicBezTo>
                <a:cubicBezTo>
                  <a:pt x="246155" y="106667"/>
                  <a:pt x="240851" y="107697"/>
                  <a:pt x="234931" y="107697"/>
                </a:cubicBezTo>
                <a:cubicBezTo>
                  <a:pt x="225128" y="107697"/>
                  <a:pt x="217657" y="105654"/>
                  <a:pt x="212518" y="101570"/>
                </a:cubicBezTo>
                <a:cubicBezTo>
                  <a:pt x="207379" y="97485"/>
                  <a:pt x="204100" y="91429"/>
                  <a:pt x="202679" y="83401"/>
                </a:cubicBezTo>
                <a:close/>
                <a:moveTo>
                  <a:pt x="332185" y="81696"/>
                </a:moveTo>
                <a:lnTo>
                  <a:pt x="345398" y="83330"/>
                </a:lnTo>
                <a:cubicBezTo>
                  <a:pt x="343314" y="91050"/>
                  <a:pt x="339454" y="97041"/>
                  <a:pt x="333819" y="101303"/>
                </a:cubicBezTo>
                <a:cubicBezTo>
                  <a:pt x="328183" y="105566"/>
                  <a:pt x="320984" y="107697"/>
                  <a:pt x="312222" y="107697"/>
                </a:cubicBezTo>
                <a:cubicBezTo>
                  <a:pt x="301187" y="107697"/>
                  <a:pt x="292438" y="104299"/>
                  <a:pt x="285973" y="97503"/>
                </a:cubicBezTo>
                <a:cubicBezTo>
                  <a:pt x="279508" y="90706"/>
                  <a:pt x="276276" y="81175"/>
                  <a:pt x="276276" y="68909"/>
                </a:cubicBezTo>
                <a:cubicBezTo>
                  <a:pt x="276276" y="56216"/>
                  <a:pt x="279544" y="46365"/>
                  <a:pt x="286080" y="39356"/>
                </a:cubicBezTo>
                <a:cubicBezTo>
                  <a:pt x="292615" y="32347"/>
                  <a:pt x="301093" y="28842"/>
                  <a:pt x="311512" y="28842"/>
                </a:cubicBezTo>
                <a:cubicBezTo>
                  <a:pt x="321600" y="28842"/>
                  <a:pt x="329840" y="32271"/>
                  <a:pt x="336234" y="39128"/>
                </a:cubicBezTo>
                <a:cubicBezTo>
                  <a:pt x="342627" y="45983"/>
                  <a:pt x="345824" y="55628"/>
                  <a:pt x="345824" y="68063"/>
                </a:cubicBezTo>
                <a:cubicBezTo>
                  <a:pt x="345824" y="68819"/>
                  <a:pt x="345801" y="69954"/>
                  <a:pt x="345753" y="71466"/>
                </a:cubicBezTo>
                <a:lnTo>
                  <a:pt x="289490" y="71466"/>
                </a:lnTo>
                <a:cubicBezTo>
                  <a:pt x="289963" y="79731"/>
                  <a:pt x="292307" y="86059"/>
                  <a:pt x="296522" y="90452"/>
                </a:cubicBezTo>
                <a:cubicBezTo>
                  <a:pt x="300738" y="94844"/>
                  <a:pt x="305994" y="97041"/>
                  <a:pt x="312293" y="97041"/>
                </a:cubicBezTo>
                <a:cubicBezTo>
                  <a:pt x="316982" y="97041"/>
                  <a:pt x="320984" y="95821"/>
                  <a:pt x="324299" y="93382"/>
                </a:cubicBezTo>
                <a:cubicBezTo>
                  <a:pt x="327614" y="90942"/>
                  <a:pt x="330243" y="87046"/>
                  <a:pt x="332185" y="81696"/>
                </a:cubicBezTo>
                <a:moveTo>
                  <a:pt x="290200" y="60810"/>
                </a:moveTo>
                <a:lnTo>
                  <a:pt x="332327" y="60810"/>
                </a:lnTo>
                <a:cubicBezTo>
                  <a:pt x="331758" y="54568"/>
                  <a:pt x="330148" y="49886"/>
                  <a:pt x="327496" y="46764"/>
                </a:cubicBezTo>
                <a:cubicBezTo>
                  <a:pt x="323423" y="41920"/>
                  <a:pt x="318142" y="39498"/>
                  <a:pt x="311654" y="39498"/>
                </a:cubicBezTo>
                <a:cubicBezTo>
                  <a:pt x="305781" y="39498"/>
                  <a:pt x="300844" y="41432"/>
                  <a:pt x="296842" y="45299"/>
                </a:cubicBezTo>
                <a:cubicBezTo>
                  <a:pt x="292840" y="49165"/>
                  <a:pt x="290626" y="54335"/>
                  <a:pt x="290200" y="60810"/>
                </a:cubicBezTo>
                <a:close/>
                <a:moveTo>
                  <a:pt x="361313" y="105992"/>
                </a:moveTo>
                <a:lnTo>
                  <a:pt x="361313" y="30547"/>
                </a:lnTo>
                <a:lnTo>
                  <a:pt x="372821" y="30547"/>
                </a:lnTo>
                <a:lnTo>
                  <a:pt x="372821" y="41914"/>
                </a:lnTo>
                <a:cubicBezTo>
                  <a:pt x="375758" y="36592"/>
                  <a:pt x="378469" y="33082"/>
                  <a:pt x="380956" y="31386"/>
                </a:cubicBezTo>
                <a:cubicBezTo>
                  <a:pt x="383442" y="29690"/>
                  <a:pt x="386177" y="28842"/>
                  <a:pt x="389161" y="28842"/>
                </a:cubicBezTo>
                <a:cubicBezTo>
                  <a:pt x="393470" y="28842"/>
                  <a:pt x="397851" y="30210"/>
                  <a:pt x="402303" y="32945"/>
                </a:cubicBezTo>
                <a:lnTo>
                  <a:pt x="397899" y="44755"/>
                </a:lnTo>
                <a:cubicBezTo>
                  <a:pt x="394773" y="42908"/>
                  <a:pt x="391647" y="41985"/>
                  <a:pt x="388521" y="41985"/>
                </a:cubicBezTo>
                <a:cubicBezTo>
                  <a:pt x="385727" y="41985"/>
                  <a:pt x="383217" y="42827"/>
                  <a:pt x="380991" y="44511"/>
                </a:cubicBezTo>
                <a:cubicBezTo>
                  <a:pt x="378765" y="46194"/>
                  <a:pt x="377179" y="48529"/>
                  <a:pt x="376231" y="51515"/>
                </a:cubicBezTo>
                <a:cubicBezTo>
                  <a:pt x="374811" y="56066"/>
                  <a:pt x="374100" y="61044"/>
                  <a:pt x="374100" y="66449"/>
                </a:cubicBezTo>
                <a:lnTo>
                  <a:pt x="374100" y="105992"/>
                </a:lnTo>
                <a:lnTo>
                  <a:pt x="361313" y="105992"/>
                </a:lnTo>
                <a:close/>
                <a:moveTo>
                  <a:pt x="485852" y="69335"/>
                </a:moveTo>
                <a:lnTo>
                  <a:pt x="499634" y="72816"/>
                </a:lnTo>
                <a:cubicBezTo>
                  <a:pt x="496745" y="84159"/>
                  <a:pt x="491547" y="92808"/>
                  <a:pt x="484040" y="98763"/>
                </a:cubicBezTo>
                <a:cubicBezTo>
                  <a:pt x="476534" y="104719"/>
                  <a:pt x="467358" y="107697"/>
                  <a:pt x="456512" y="107697"/>
                </a:cubicBezTo>
                <a:cubicBezTo>
                  <a:pt x="445288" y="107697"/>
                  <a:pt x="436159" y="105412"/>
                  <a:pt x="429126" y="100841"/>
                </a:cubicBezTo>
                <a:cubicBezTo>
                  <a:pt x="422093" y="96271"/>
                  <a:pt x="416742" y="89653"/>
                  <a:pt x="413071" y="80986"/>
                </a:cubicBezTo>
                <a:cubicBezTo>
                  <a:pt x="409401" y="72319"/>
                  <a:pt x="407566" y="63013"/>
                  <a:pt x="407566" y="53067"/>
                </a:cubicBezTo>
                <a:cubicBezTo>
                  <a:pt x="407566" y="42221"/>
                  <a:pt x="409638" y="32761"/>
                  <a:pt x="413782" y="24686"/>
                </a:cubicBezTo>
                <a:cubicBezTo>
                  <a:pt x="417926" y="16612"/>
                  <a:pt x="423822" y="10478"/>
                  <a:pt x="431471" y="6287"/>
                </a:cubicBezTo>
                <a:cubicBezTo>
                  <a:pt x="439119" y="2096"/>
                  <a:pt x="447538" y="0"/>
                  <a:pt x="456725" y="0"/>
                </a:cubicBezTo>
                <a:cubicBezTo>
                  <a:pt x="467145" y="0"/>
                  <a:pt x="475906" y="2652"/>
                  <a:pt x="483010" y="7956"/>
                </a:cubicBezTo>
                <a:cubicBezTo>
                  <a:pt x="490114" y="13261"/>
                  <a:pt x="495063" y="20720"/>
                  <a:pt x="497858" y="30334"/>
                </a:cubicBezTo>
                <a:lnTo>
                  <a:pt x="484289" y="33531"/>
                </a:lnTo>
                <a:cubicBezTo>
                  <a:pt x="481874" y="25928"/>
                  <a:pt x="478369" y="20393"/>
                  <a:pt x="473775" y="16925"/>
                </a:cubicBezTo>
                <a:cubicBezTo>
                  <a:pt x="469181" y="13456"/>
                  <a:pt x="463403" y="11722"/>
                  <a:pt x="456441" y="11722"/>
                </a:cubicBezTo>
                <a:cubicBezTo>
                  <a:pt x="448437" y="11722"/>
                  <a:pt x="441748" y="13643"/>
                  <a:pt x="436372" y="17487"/>
                </a:cubicBezTo>
                <a:cubicBezTo>
                  <a:pt x="430997" y="21329"/>
                  <a:pt x="427220" y="26488"/>
                  <a:pt x="425042" y="32965"/>
                </a:cubicBezTo>
                <a:cubicBezTo>
                  <a:pt x="422863" y="39440"/>
                  <a:pt x="421774" y="46116"/>
                  <a:pt x="421774" y="52994"/>
                </a:cubicBezTo>
                <a:cubicBezTo>
                  <a:pt x="421774" y="61865"/>
                  <a:pt x="423064" y="69610"/>
                  <a:pt x="425645" y="76228"/>
                </a:cubicBezTo>
                <a:cubicBezTo>
                  <a:pt x="428226" y="82847"/>
                  <a:pt x="432240" y="87793"/>
                  <a:pt x="437687" y="91067"/>
                </a:cubicBezTo>
                <a:cubicBezTo>
                  <a:pt x="443133" y="94339"/>
                  <a:pt x="449029" y="95975"/>
                  <a:pt x="455376" y="95975"/>
                </a:cubicBezTo>
                <a:cubicBezTo>
                  <a:pt x="463095" y="95975"/>
                  <a:pt x="469631" y="93737"/>
                  <a:pt x="474983" y="89262"/>
                </a:cubicBezTo>
                <a:cubicBezTo>
                  <a:pt x="480334" y="84786"/>
                  <a:pt x="483957" y="78144"/>
                  <a:pt x="485852" y="69335"/>
                </a:cubicBezTo>
                <a:close/>
                <a:moveTo>
                  <a:pt x="510212" y="68270"/>
                </a:moveTo>
                <a:cubicBezTo>
                  <a:pt x="510212" y="54298"/>
                  <a:pt x="514095" y="43950"/>
                  <a:pt x="521862" y="37225"/>
                </a:cubicBezTo>
                <a:cubicBezTo>
                  <a:pt x="528351" y="31637"/>
                  <a:pt x="536260" y="28842"/>
                  <a:pt x="545590" y="28842"/>
                </a:cubicBezTo>
                <a:cubicBezTo>
                  <a:pt x="555962" y="28842"/>
                  <a:pt x="564439" y="32240"/>
                  <a:pt x="571022" y="39037"/>
                </a:cubicBezTo>
                <a:cubicBezTo>
                  <a:pt x="577605" y="45833"/>
                  <a:pt x="580897" y="55222"/>
                  <a:pt x="580897" y="67204"/>
                </a:cubicBezTo>
                <a:cubicBezTo>
                  <a:pt x="580897" y="76913"/>
                  <a:pt x="579440" y="84550"/>
                  <a:pt x="576528" y="90114"/>
                </a:cubicBezTo>
                <a:cubicBezTo>
                  <a:pt x="573615" y="95679"/>
                  <a:pt x="569376" y="100001"/>
                  <a:pt x="563812" y="103079"/>
                </a:cubicBezTo>
                <a:cubicBezTo>
                  <a:pt x="558247" y="106158"/>
                  <a:pt x="552173" y="107697"/>
                  <a:pt x="545590" y="107697"/>
                </a:cubicBezTo>
                <a:cubicBezTo>
                  <a:pt x="535029" y="107697"/>
                  <a:pt x="526492" y="104311"/>
                  <a:pt x="519980" y="97538"/>
                </a:cubicBezTo>
                <a:cubicBezTo>
                  <a:pt x="513468" y="90766"/>
                  <a:pt x="510212" y="81009"/>
                  <a:pt x="510212" y="68270"/>
                </a:cubicBezTo>
                <a:moveTo>
                  <a:pt x="523354" y="68234"/>
                </a:moveTo>
                <a:cubicBezTo>
                  <a:pt x="523354" y="77860"/>
                  <a:pt x="525462" y="85068"/>
                  <a:pt x="529677" y="89857"/>
                </a:cubicBezTo>
                <a:cubicBezTo>
                  <a:pt x="533892" y="94646"/>
                  <a:pt x="539196" y="97041"/>
                  <a:pt x="545590" y="97041"/>
                </a:cubicBezTo>
                <a:cubicBezTo>
                  <a:pt x="551936" y="97041"/>
                  <a:pt x="557217" y="94634"/>
                  <a:pt x="561432" y="89821"/>
                </a:cubicBezTo>
                <a:cubicBezTo>
                  <a:pt x="565647" y="85008"/>
                  <a:pt x="567754" y="77671"/>
                  <a:pt x="567754" y="67810"/>
                </a:cubicBezTo>
                <a:cubicBezTo>
                  <a:pt x="567754" y="58514"/>
                  <a:pt x="565635" y="51471"/>
                  <a:pt x="561396" y="46682"/>
                </a:cubicBezTo>
                <a:cubicBezTo>
                  <a:pt x="557158" y="41893"/>
                  <a:pt x="551889" y="39498"/>
                  <a:pt x="545590" y="39498"/>
                </a:cubicBezTo>
                <a:cubicBezTo>
                  <a:pt x="539196" y="39498"/>
                  <a:pt x="533892" y="41881"/>
                  <a:pt x="529677" y="46647"/>
                </a:cubicBezTo>
                <a:cubicBezTo>
                  <a:pt x="525462" y="51412"/>
                  <a:pt x="523354" y="58608"/>
                  <a:pt x="523354" y="68234"/>
                </a:cubicBezTo>
                <a:close/>
                <a:moveTo>
                  <a:pt x="595886" y="105992"/>
                </a:moveTo>
                <a:lnTo>
                  <a:pt x="595886" y="30547"/>
                </a:lnTo>
                <a:lnTo>
                  <a:pt x="607394" y="30547"/>
                </a:lnTo>
                <a:lnTo>
                  <a:pt x="607394" y="41203"/>
                </a:lnTo>
                <a:cubicBezTo>
                  <a:pt x="612935" y="32963"/>
                  <a:pt x="620939" y="28842"/>
                  <a:pt x="631406" y="28842"/>
                </a:cubicBezTo>
                <a:cubicBezTo>
                  <a:pt x="635952" y="28842"/>
                  <a:pt x="640132" y="29659"/>
                  <a:pt x="643944" y="31293"/>
                </a:cubicBezTo>
                <a:cubicBezTo>
                  <a:pt x="647757" y="32927"/>
                  <a:pt x="650610" y="35070"/>
                  <a:pt x="652504" y="37722"/>
                </a:cubicBezTo>
                <a:cubicBezTo>
                  <a:pt x="654399" y="40374"/>
                  <a:pt x="655725" y="43524"/>
                  <a:pt x="656483" y="47171"/>
                </a:cubicBezTo>
                <a:cubicBezTo>
                  <a:pt x="656956" y="49539"/>
                  <a:pt x="657193" y="53683"/>
                  <a:pt x="657193" y="59603"/>
                </a:cubicBezTo>
                <a:lnTo>
                  <a:pt x="657193" y="105992"/>
                </a:lnTo>
                <a:lnTo>
                  <a:pt x="644406" y="105992"/>
                </a:lnTo>
                <a:lnTo>
                  <a:pt x="644406" y="60051"/>
                </a:lnTo>
                <a:cubicBezTo>
                  <a:pt x="644406" y="54836"/>
                  <a:pt x="643909" y="50936"/>
                  <a:pt x="642914" y="48352"/>
                </a:cubicBezTo>
                <a:cubicBezTo>
                  <a:pt x="641920" y="45768"/>
                  <a:pt x="640155" y="43705"/>
                  <a:pt x="637622" y="42165"/>
                </a:cubicBezTo>
                <a:cubicBezTo>
                  <a:pt x="635088" y="40624"/>
                  <a:pt x="632116" y="39853"/>
                  <a:pt x="628706" y="39853"/>
                </a:cubicBezTo>
                <a:cubicBezTo>
                  <a:pt x="623260" y="39853"/>
                  <a:pt x="618559" y="41584"/>
                  <a:pt x="614605" y="45046"/>
                </a:cubicBezTo>
                <a:cubicBezTo>
                  <a:pt x="610650" y="48506"/>
                  <a:pt x="608673" y="55072"/>
                  <a:pt x="608673" y="64744"/>
                </a:cubicBezTo>
                <a:lnTo>
                  <a:pt x="608673" y="105992"/>
                </a:lnTo>
                <a:lnTo>
                  <a:pt x="595886" y="105992"/>
                </a:lnTo>
                <a:close/>
                <a:moveTo>
                  <a:pt x="704721" y="94696"/>
                </a:moveTo>
                <a:lnTo>
                  <a:pt x="706568" y="105992"/>
                </a:lnTo>
                <a:cubicBezTo>
                  <a:pt x="702969" y="106655"/>
                  <a:pt x="699748" y="106986"/>
                  <a:pt x="696906" y="106986"/>
                </a:cubicBezTo>
                <a:cubicBezTo>
                  <a:pt x="692265" y="106986"/>
                  <a:pt x="688666" y="106252"/>
                  <a:pt x="686108" y="104784"/>
                </a:cubicBezTo>
                <a:cubicBezTo>
                  <a:pt x="683551" y="103316"/>
                  <a:pt x="681751" y="101386"/>
                  <a:pt x="680709" y="98994"/>
                </a:cubicBezTo>
                <a:cubicBezTo>
                  <a:pt x="679667" y="96603"/>
                  <a:pt x="679146" y="91571"/>
                  <a:pt x="679146" y="83898"/>
                </a:cubicBezTo>
                <a:lnTo>
                  <a:pt x="679146" y="40493"/>
                </a:lnTo>
                <a:lnTo>
                  <a:pt x="669769" y="40493"/>
                </a:lnTo>
                <a:lnTo>
                  <a:pt x="669769" y="30547"/>
                </a:lnTo>
                <a:lnTo>
                  <a:pt x="679146" y="30547"/>
                </a:lnTo>
                <a:lnTo>
                  <a:pt x="679146" y="11813"/>
                </a:lnTo>
                <a:lnTo>
                  <a:pt x="691863" y="4120"/>
                </a:lnTo>
                <a:lnTo>
                  <a:pt x="691863" y="30547"/>
                </a:lnTo>
                <a:lnTo>
                  <a:pt x="704721" y="30547"/>
                </a:lnTo>
                <a:lnTo>
                  <a:pt x="704721" y="40493"/>
                </a:lnTo>
                <a:lnTo>
                  <a:pt x="691863" y="40493"/>
                </a:lnTo>
                <a:lnTo>
                  <a:pt x="691863" y="84609"/>
                </a:lnTo>
                <a:cubicBezTo>
                  <a:pt x="691863" y="88255"/>
                  <a:pt x="692088" y="90600"/>
                  <a:pt x="692537" y="91642"/>
                </a:cubicBezTo>
                <a:cubicBezTo>
                  <a:pt x="692987" y="92684"/>
                  <a:pt x="693721" y="93512"/>
                  <a:pt x="694740" y="94128"/>
                </a:cubicBezTo>
                <a:cubicBezTo>
                  <a:pt x="695758" y="94744"/>
                  <a:pt x="697214" y="95052"/>
                  <a:pt x="699109" y="95052"/>
                </a:cubicBezTo>
                <a:cubicBezTo>
                  <a:pt x="700529" y="95052"/>
                  <a:pt x="702400" y="94933"/>
                  <a:pt x="704721" y="94696"/>
                </a:cubicBezTo>
                <a:close/>
                <a:moveTo>
                  <a:pt x="768867" y="81696"/>
                </a:moveTo>
                <a:lnTo>
                  <a:pt x="782081" y="83330"/>
                </a:lnTo>
                <a:cubicBezTo>
                  <a:pt x="779997" y="91050"/>
                  <a:pt x="776137" y="97041"/>
                  <a:pt x="770501" y="101303"/>
                </a:cubicBezTo>
                <a:cubicBezTo>
                  <a:pt x="764865" y="105566"/>
                  <a:pt x="757667" y="107697"/>
                  <a:pt x="748905" y="107697"/>
                </a:cubicBezTo>
                <a:cubicBezTo>
                  <a:pt x="737870" y="107697"/>
                  <a:pt x="729120" y="104299"/>
                  <a:pt x="722656" y="97503"/>
                </a:cubicBezTo>
                <a:cubicBezTo>
                  <a:pt x="716191" y="90706"/>
                  <a:pt x="712959" y="81175"/>
                  <a:pt x="712959" y="68909"/>
                </a:cubicBezTo>
                <a:cubicBezTo>
                  <a:pt x="712959" y="56216"/>
                  <a:pt x="716227" y="46365"/>
                  <a:pt x="722762" y="39356"/>
                </a:cubicBezTo>
                <a:cubicBezTo>
                  <a:pt x="729298" y="32347"/>
                  <a:pt x="737775" y="28842"/>
                  <a:pt x="748195" y="28842"/>
                </a:cubicBezTo>
                <a:cubicBezTo>
                  <a:pt x="758282" y="28842"/>
                  <a:pt x="766523" y="32271"/>
                  <a:pt x="772917" y="39128"/>
                </a:cubicBezTo>
                <a:cubicBezTo>
                  <a:pt x="779310" y="45983"/>
                  <a:pt x="782507" y="55628"/>
                  <a:pt x="782507" y="68063"/>
                </a:cubicBezTo>
                <a:cubicBezTo>
                  <a:pt x="782507" y="68819"/>
                  <a:pt x="782483" y="69954"/>
                  <a:pt x="782436" y="71466"/>
                </a:cubicBezTo>
                <a:lnTo>
                  <a:pt x="726172" y="71466"/>
                </a:lnTo>
                <a:cubicBezTo>
                  <a:pt x="726646" y="79731"/>
                  <a:pt x="728990" y="86059"/>
                  <a:pt x="733205" y="90452"/>
                </a:cubicBezTo>
                <a:cubicBezTo>
                  <a:pt x="737420" y="94844"/>
                  <a:pt x="742677" y="97041"/>
                  <a:pt x="748976" y="97041"/>
                </a:cubicBezTo>
                <a:cubicBezTo>
                  <a:pt x="753665" y="97041"/>
                  <a:pt x="757667" y="95821"/>
                  <a:pt x="760982" y="93382"/>
                </a:cubicBezTo>
                <a:cubicBezTo>
                  <a:pt x="764297" y="90942"/>
                  <a:pt x="766926" y="87046"/>
                  <a:pt x="768867" y="81696"/>
                </a:cubicBezTo>
                <a:moveTo>
                  <a:pt x="726883" y="60810"/>
                </a:moveTo>
                <a:lnTo>
                  <a:pt x="769009" y="60810"/>
                </a:lnTo>
                <a:cubicBezTo>
                  <a:pt x="768441" y="54568"/>
                  <a:pt x="766831" y="49886"/>
                  <a:pt x="764179" y="46764"/>
                </a:cubicBezTo>
                <a:cubicBezTo>
                  <a:pt x="760106" y="41920"/>
                  <a:pt x="754825" y="39498"/>
                  <a:pt x="748337" y="39498"/>
                </a:cubicBezTo>
                <a:cubicBezTo>
                  <a:pt x="742464" y="39498"/>
                  <a:pt x="737527" y="41432"/>
                  <a:pt x="733525" y="45299"/>
                </a:cubicBezTo>
                <a:cubicBezTo>
                  <a:pt x="729523" y="49165"/>
                  <a:pt x="727309" y="54335"/>
                  <a:pt x="726883" y="60810"/>
                </a:cubicBezTo>
                <a:close/>
                <a:moveTo>
                  <a:pt x="798137" y="105992"/>
                </a:moveTo>
                <a:lnTo>
                  <a:pt x="798137" y="30547"/>
                </a:lnTo>
                <a:lnTo>
                  <a:pt x="809645" y="30547"/>
                </a:lnTo>
                <a:lnTo>
                  <a:pt x="809645" y="41203"/>
                </a:lnTo>
                <a:cubicBezTo>
                  <a:pt x="815186" y="32963"/>
                  <a:pt x="823190" y="28842"/>
                  <a:pt x="833657" y="28842"/>
                </a:cubicBezTo>
                <a:cubicBezTo>
                  <a:pt x="838203" y="28842"/>
                  <a:pt x="842383" y="29659"/>
                  <a:pt x="846195" y="31293"/>
                </a:cubicBezTo>
                <a:cubicBezTo>
                  <a:pt x="850008" y="32927"/>
                  <a:pt x="852861" y="35070"/>
                  <a:pt x="854756" y="37722"/>
                </a:cubicBezTo>
                <a:cubicBezTo>
                  <a:pt x="856650" y="40374"/>
                  <a:pt x="857976" y="43524"/>
                  <a:pt x="858734" y="47171"/>
                </a:cubicBezTo>
                <a:cubicBezTo>
                  <a:pt x="859208" y="49539"/>
                  <a:pt x="859444" y="53683"/>
                  <a:pt x="859444" y="59603"/>
                </a:cubicBezTo>
                <a:lnTo>
                  <a:pt x="859444" y="105992"/>
                </a:lnTo>
                <a:lnTo>
                  <a:pt x="846657" y="105992"/>
                </a:lnTo>
                <a:lnTo>
                  <a:pt x="846657" y="60051"/>
                </a:lnTo>
                <a:cubicBezTo>
                  <a:pt x="846657" y="54836"/>
                  <a:pt x="846160" y="50936"/>
                  <a:pt x="845165" y="48352"/>
                </a:cubicBezTo>
                <a:cubicBezTo>
                  <a:pt x="844171" y="45768"/>
                  <a:pt x="842407" y="43705"/>
                  <a:pt x="839873" y="42165"/>
                </a:cubicBezTo>
                <a:cubicBezTo>
                  <a:pt x="837339" y="40624"/>
                  <a:pt x="834367" y="39853"/>
                  <a:pt x="830957" y="39853"/>
                </a:cubicBezTo>
                <a:cubicBezTo>
                  <a:pt x="825511" y="39853"/>
                  <a:pt x="820810" y="41584"/>
                  <a:pt x="816856" y="45046"/>
                </a:cubicBezTo>
                <a:cubicBezTo>
                  <a:pt x="812901" y="48506"/>
                  <a:pt x="810924" y="55072"/>
                  <a:pt x="810924" y="64744"/>
                </a:cubicBezTo>
                <a:lnTo>
                  <a:pt x="810924" y="105992"/>
                </a:lnTo>
                <a:lnTo>
                  <a:pt x="798137" y="105992"/>
                </a:lnTo>
                <a:close/>
                <a:moveTo>
                  <a:pt x="906970" y="94696"/>
                </a:moveTo>
                <a:lnTo>
                  <a:pt x="908817" y="105992"/>
                </a:lnTo>
                <a:cubicBezTo>
                  <a:pt x="905218" y="106655"/>
                  <a:pt x="901998" y="106986"/>
                  <a:pt x="899156" y="106986"/>
                </a:cubicBezTo>
                <a:cubicBezTo>
                  <a:pt x="894515" y="106986"/>
                  <a:pt x="890915" y="106252"/>
                  <a:pt x="888358" y="104784"/>
                </a:cubicBezTo>
                <a:cubicBezTo>
                  <a:pt x="885800" y="103316"/>
                  <a:pt x="884001" y="101386"/>
                  <a:pt x="882959" y="98994"/>
                </a:cubicBezTo>
                <a:cubicBezTo>
                  <a:pt x="881917" y="96603"/>
                  <a:pt x="881396" y="91571"/>
                  <a:pt x="881396" y="83898"/>
                </a:cubicBezTo>
                <a:lnTo>
                  <a:pt x="881396" y="40493"/>
                </a:lnTo>
                <a:lnTo>
                  <a:pt x="872019" y="40493"/>
                </a:lnTo>
                <a:lnTo>
                  <a:pt x="872019" y="30547"/>
                </a:lnTo>
                <a:lnTo>
                  <a:pt x="881396" y="30547"/>
                </a:lnTo>
                <a:lnTo>
                  <a:pt x="881396" y="11813"/>
                </a:lnTo>
                <a:lnTo>
                  <a:pt x="894112" y="4120"/>
                </a:lnTo>
                <a:lnTo>
                  <a:pt x="894112" y="30547"/>
                </a:lnTo>
                <a:lnTo>
                  <a:pt x="906970" y="30547"/>
                </a:lnTo>
                <a:lnTo>
                  <a:pt x="906970" y="40493"/>
                </a:lnTo>
                <a:lnTo>
                  <a:pt x="894112" y="40493"/>
                </a:lnTo>
                <a:lnTo>
                  <a:pt x="894112" y="84609"/>
                </a:lnTo>
                <a:cubicBezTo>
                  <a:pt x="894112" y="88255"/>
                  <a:pt x="894337" y="90600"/>
                  <a:pt x="894787" y="91642"/>
                </a:cubicBezTo>
                <a:cubicBezTo>
                  <a:pt x="895237" y="92684"/>
                  <a:pt x="895971" y="93512"/>
                  <a:pt x="896989" y="94128"/>
                </a:cubicBezTo>
                <a:cubicBezTo>
                  <a:pt x="898008" y="94744"/>
                  <a:pt x="899464" y="95052"/>
                  <a:pt x="901358" y="95052"/>
                </a:cubicBezTo>
                <a:cubicBezTo>
                  <a:pt x="902779" y="95052"/>
                  <a:pt x="904650" y="94933"/>
                  <a:pt x="906970" y="94696"/>
                </a:cubicBezTo>
                <a:close/>
                <a:moveTo>
                  <a:pt x="923023" y="45181"/>
                </a:moveTo>
                <a:lnTo>
                  <a:pt x="923023" y="30547"/>
                </a:lnTo>
                <a:lnTo>
                  <a:pt x="937586" y="30547"/>
                </a:lnTo>
                <a:lnTo>
                  <a:pt x="937586" y="45181"/>
                </a:lnTo>
                <a:lnTo>
                  <a:pt x="923023" y="45181"/>
                </a:lnTo>
                <a:moveTo>
                  <a:pt x="923023" y="105992"/>
                </a:moveTo>
                <a:lnTo>
                  <a:pt x="923023" y="91358"/>
                </a:lnTo>
                <a:lnTo>
                  <a:pt x="937586" y="91358"/>
                </a:lnTo>
                <a:lnTo>
                  <a:pt x="937586" y="105992"/>
                </a:lnTo>
                <a:lnTo>
                  <a:pt x="923023" y="105992"/>
                </a:lnTo>
                <a:close/>
                <a:moveTo>
                  <a:pt x="997265" y="72461"/>
                </a:moveTo>
                <a:lnTo>
                  <a:pt x="1010266" y="71324"/>
                </a:lnTo>
                <a:cubicBezTo>
                  <a:pt x="1010881" y="76534"/>
                  <a:pt x="1012314" y="80808"/>
                  <a:pt x="1014564" y="84147"/>
                </a:cubicBezTo>
                <a:cubicBezTo>
                  <a:pt x="1016813" y="87486"/>
                  <a:pt x="1020306" y="90185"/>
                  <a:pt x="1025042" y="92246"/>
                </a:cubicBezTo>
                <a:cubicBezTo>
                  <a:pt x="1029778" y="94306"/>
                  <a:pt x="1035106" y="95336"/>
                  <a:pt x="1041026" y="95336"/>
                </a:cubicBezTo>
                <a:cubicBezTo>
                  <a:pt x="1046283" y="95336"/>
                  <a:pt x="1050924" y="94554"/>
                  <a:pt x="1054950" y="92991"/>
                </a:cubicBezTo>
                <a:cubicBezTo>
                  <a:pt x="1058976" y="91429"/>
                  <a:pt x="1061971" y="89286"/>
                  <a:pt x="1063936" y="86562"/>
                </a:cubicBezTo>
                <a:cubicBezTo>
                  <a:pt x="1065902" y="83839"/>
                  <a:pt x="1066885" y="80867"/>
                  <a:pt x="1066885" y="77647"/>
                </a:cubicBezTo>
                <a:cubicBezTo>
                  <a:pt x="1066885" y="74379"/>
                  <a:pt x="1065937" y="71526"/>
                  <a:pt x="1064043" y="69086"/>
                </a:cubicBezTo>
                <a:cubicBezTo>
                  <a:pt x="1062149" y="66647"/>
                  <a:pt x="1059023" y="64599"/>
                  <a:pt x="1054666" y="62942"/>
                </a:cubicBezTo>
                <a:cubicBezTo>
                  <a:pt x="1051872" y="61852"/>
                  <a:pt x="1045691" y="60159"/>
                  <a:pt x="1036124" y="57862"/>
                </a:cubicBezTo>
                <a:cubicBezTo>
                  <a:pt x="1026558" y="55565"/>
                  <a:pt x="1019856" y="53398"/>
                  <a:pt x="1016020" y="51362"/>
                </a:cubicBezTo>
                <a:cubicBezTo>
                  <a:pt x="1011047" y="48757"/>
                  <a:pt x="1007341" y="45525"/>
                  <a:pt x="1004902" y="41665"/>
                </a:cubicBezTo>
                <a:cubicBezTo>
                  <a:pt x="1002463" y="37805"/>
                  <a:pt x="1001244" y="33484"/>
                  <a:pt x="1001244" y="28700"/>
                </a:cubicBezTo>
                <a:cubicBezTo>
                  <a:pt x="1001244" y="23443"/>
                  <a:pt x="1002735" y="18530"/>
                  <a:pt x="1005719" y="13959"/>
                </a:cubicBezTo>
                <a:cubicBezTo>
                  <a:pt x="1008703" y="9389"/>
                  <a:pt x="1013060" y="5920"/>
                  <a:pt x="1018791" y="3552"/>
                </a:cubicBezTo>
                <a:cubicBezTo>
                  <a:pt x="1024521" y="1184"/>
                  <a:pt x="1030891" y="0"/>
                  <a:pt x="1037900" y="0"/>
                </a:cubicBezTo>
                <a:cubicBezTo>
                  <a:pt x="1045620" y="0"/>
                  <a:pt x="1052428" y="1243"/>
                  <a:pt x="1058324" y="3730"/>
                </a:cubicBezTo>
                <a:cubicBezTo>
                  <a:pt x="1064221" y="6216"/>
                  <a:pt x="1068755" y="9875"/>
                  <a:pt x="1071929" y="14705"/>
                </a:cubicBezTo>
                <a:cubicBezTo>
                  <a:pt x="1075102" y="19536"/>
                  <a:pt x="1076807" y="25006"/>
                  <a:pt x="1077043" y="31116"/>
                </a:cubicBezTo>
                <a:lnTo>
                  <a:pt x="1063830" y="32110"/>
                </a:lnTo>
                <a:cubicBezTo>
                  <a:pt x="1063120" y="25503"/>
                  <a:pt x="1060716" y="20513"/>
                  <a:pt x="1056619" y="17138"/>
                </a:cubicBezTo>
                <a:cubicBezTo>
                  <a:pt x="1052523" y="13764"/>
                  <a:pt x="1046472" y="12077"/>
                  <a:pt x="1038469" y="12077"/>
                </a:cubicBezTo>
                <a:cubicBezTo>
                  <a:pt x="1030133" y="12077"/>
                  <a:pt x="1024059" y="13606"/>
                  <a:pt x="1020247" y="16663"/>
                </a:cubicBezTo>
                <a:cubicBezTo>
                  <a:pt x="1016434" y="19720"/>
                  <a:pt x="1014528" y="23404"/>
                  <a:pt x="1014528" y="27717"/>
                </a:cubicBezTo>
                <a:cubicBezTo>
                  <a:pt x="1014528" y="31461"/>
                  <a:pt x="1015878" y="34542"/>
                  <a:pt x="1018577" y="36959"/>
                </a:cubicBezTo>
                <a:cubicBezTo>
                  <a:pt x="1021230" y="39377"/>
                  <a:pt x="1028156" y="41854"/>
                  <a:pt x="1039357" y="44389"/>
                </a:cubicBezTo>
                <a:cubicBezTo>
                  <a:pt x="1050557" y="46924"/>
                  <a:pt x="1058241" y="49140"/>
                  <a:pt x="1062409" y="51036"/>
                </a:cubicBezTo>
                <a:cubicBezTo>
                  <a:pt x="1068471" y="53831"/>
                  <a:pt x="1072947" y="57374"/>
                  <a:pt x="1075836" y="61665"/>
                </a:cubicBezTo>
                <a:cubicBezTo>
                  <a:pt x="1078725" y="65954"/>
                  <a:pt x="1080169" y="70895"/>
                  <a:pt x="1080169" y="76488"/>
                </a:cubicBezTo>
                <a:cubicBezTo>
                  <a:pt x="1080169" y="82032"/>
                  <a:pt x="1078583" y="87257"/>
                  <a:pt x="1075409" y="92163"/>
                </a:cubicBezTo>
                <a:cubicBezTo>
                  <a:pt x="1072236" y="97068"/>
                  <a:pt x="1067678" y="100884"/>
                  <a:pt x="1061734" y="103610"/>
                </a:cubicBezTo>
                <a:cubicBezTo>
                  <a:pt x="1055791" y="106334"/>
                  <a:pt x="1049101" y="107697"/>
                  <a:pt x="1041665" y="107697"/>
                </a:cubicBezTo>
                <a:cubicBezTo>
                  <a:pt x="1032241" y="107697"/>
                  <a:pt x="1024343" y="106323"/>
                  <a:pt x="1017974" y="103576"/>
                </a:cubicBezTo>
                <a:cubicBezTo>
                  <a:pt x="1011604" y="100830"/>
                  <a:pt x="1006607" y="96697"/>
                  <a:pt x="1002984" y="91180"/>
                </a:cubicBezTo>
                <a:cubicBezTo>
                  <a:pt x="999361" y="85662"/>
                  <a:pt x="997455" y="79423"/>
                  <a:pt x="997265" y="72461"/>
                </a:cubicBezTo>
                <a:close/>
                <a:moveTo>
                  <a:pt x="1125277" y="94696"/>
                </a:moveTo>
                <a:lnTo>
                  <a:pt x="1127124" y="105992"/>
                </a:lnTo>
                <a:cubicBezTo>
                  <a:pt x="1123525" y="106655"/>
                  <a:pt x="1120304" y="106986"/>
                  <a:pt x="1117462" y="106986"/>
                </a:cubicBezTo>
                <a:cubicBezTo>
                  <a:pt x="1112821" y="106986"/>
                  <a:pt x="1109222" y="106252"/>
                  <a:pt x="1106664" y="104784"/>
                </a:cubicBezTo>
                <a:cubicBezTo>
                  <a:pt x="1104107" y="103316"/>
                  <a:pt x="1102307" y="101386"/>
                  <a:pt x="1101265" y="98994"/>
                </a:cubicBezTo>
                <a:cubicBezTo>
                  <a:pt x="1100223" y="96603"/>
                  <a:pt x="1099702" y="91571"/>
                  <a:pt x="1099702" y="83898"/>
                </a:cubicBezTo>
                <a:lnTo>
                  <a:pt x="1099702" y="40493"/>
                </a:lnTo>
                <a:lnTo>
                  <a:pt x="1090325" y="40493"/>
                </a:lnTo>
                <a:lnTo>
                  <a:pt x="1090325" y="30547"/>
                </a:lnTo>
                <a:lnTo>
                  <a:pt x="1099702" y="30547"/>
                </a:lnTo>
                <a:lnTo>
                  <a:pt x="1099702" y="11813"/>
                </a:lnTo>
                <a:lnTo>
                  <a:pt x="1112419" y="4120"/>
                </a:lnTo>
                <a:lnTo>
                  <a:pt x="1112419" y="30547"/>
                </a:lnTo>
                <a:lnTo>
                  <a:pt x="1125277" y="30547"/>
                </a:lnTo>
                <a:lnTo>
                  <a:pt x="1125277" y="40493"/>
                </a:lnTo>
                <a:lnTo>
                  <a:pt x="1112419" y="40493"/>
                </a:lnTo>
                <a:lnTo>
                  <a:pt x="1112419" y="84609"/>
                </a:lnTo>
                <a:cubicBezTo>
                  <a:pt x="1112419" y="88255"/>
                  <a:pt x="1112644" y="90600"/>
                  <a:pt x="1113094" y="91642"/>
                </a:cubicBezTo>
                <a:cubicBezTo>
                  <a:pt x="1113543" y="92684"/>
                  <a:pt x="1114278" y="93512"/>
                  <a:pt x="1115296" y="94128"/>
                </a:cubicBezTo>
                <a:cubicBezTo>
                  <a:pt x="1116314" y="94744"/>
                  <a:pt x="1117770" y="95052"/>
                  <a:pt x="1119665" y="95052"/>
                </a:cubicBezTo>
                <a:cubicBezTo>
                  <a:pt x="1121086" y="95052"/>
                  <a:pt x="1122956" y="94933"/>
                  <a:pt x="1125277" y="94696"/>
                </a:cubicBezTo>
                <a:close/>
                <a:moveTo>
                  <a:pt x="1137639" y="105992"/>
                </a:moveTo>
                <a:lnTo>
                  <a:pt x="1137639" y="30547"/>
                </a:lnTo>
                <a:lnTo>
                  <a:pt x="1149147" y="30547"/>
                </a:lnTo>
                <a:lnTo>
                  <a:pt x="1149147" y="41914"/>
                </a:lnTo>
                <a:cubicBezTo>
                  <a:pt x="1152083" y="36592"/>
                  <a:pt x="1154795" y="33082"/>
                  <a:pt x="1157281" y="31386"/>
                </a:cubicBezTo>
                <a:cubicBezTo>
                  <a:pt x="1159768" y="29690"/>
                  <a:pt x="1162503" y="28842"/>
                  <a:pt x="1165486" y="28842"/>
                </a:cubicBezTo>
                <a:cubicBezTo>
                  <a:pt x="1169796" y="28842"/>
                  <a:pt x="1174177" y="30210"/>
                  <a:pt x="1178629" y="32945"/>
                </a:cubicBezTo>
                <a:lnTo>
                  <a:pt x="1174224" y="44755"/>
                </a:lnTo>
                <a:cubicBezTo>
                  <a:pt x="1171098" y="42908"/>
                  <a:pt x="1167973" y="41985"/>
                  <a:pt x="1164847" y="41985"/>
                </a:cubicBezTo>
                <a:cubicBezTo>
                  <a:pt x="1162053" y="41985"/>
                  <a:pt x="1159543" y="42827"/>
                  <a:pt x="1157317" y="44511"/>
                </a:cubicBezTo>
                <a:cubicBezTo>
                  <a:pt x="1155091" y="46194"/>
                  <a:pt x="1153504" y="48529"/>
                  <a:pt x="1152557" y="51515"/>
                </a:cubicBezTo>
                <a:cubicBezTo>
                  <a:pt x="1151136" y="56066"/>
                  <a:pt x="1150426" y="61044"/>
                  <a:pt x="1150426" y="66449"/>
                </a:cubicBezTo>
                <a:lnTo>
                  <a:pt x="1150426" y="105992"/>
                </a:lnTo>
                <a:lnTo>
                  <a:pt x="1137639" y="105992"/>
                </a:lnTo>
                <a:close/>
                <a:moveTo>
                  <a:pt x="1186301" y="16623"/>
                </a:moveTo>
                <a:lnTo>
                  <a:pt x="1186301" y="1847"/>
                </a:lnTo>
                <a:lnTo>
                  <a:pt x="1199089" y="1847"/>
                </a:lnTo>
                <a:lnTo>
                  <a:pt x="1199089" y="16623"/>
                </a:lnTo>
                <a:lnTo>
                  <a:pt x="1186301" y="16623"/>
                </a:lnTo>
                <a:moveTo>
                  <a:pt x="1186301" y="105992"/>
                </a:moveTo>
                <a:lnTo>
                  <a:pt x="1186301" y="30547"/>
                </a:lnTo>
                <a:lnTo>
                  <a:pt x="1199089" y="30547"/>
                </a:lnTo>
                <a:lnTo>
                  <a:pt x="1199089" y="105992"/>
                </a:lnTo>
                <a:lnTo>
                  <a:pt x="1186301" y="105992"/>
                </a:lnTo>
                <a:close/>
                <a:moveTo>
                  <a:pt x="1218552" y="105992"/>
                </a:moveTo>
                <a:lnTo>
                  <a:pt x="1218552" y="30547"/>
                </a:lnTo>
                <a:lnTo>
                  <a:pt x="1230061" y="30547"/>
                </a:lnTo>
                <a:lnTo>
                  <a:pt x="1230061" y="41203"/>
                </a:lnTo>
                <a:cubicBezTo>
                  <a:pt x="1235602" y="32963"/>
                  <a:pt x="1243606" y="28842"/>
                  <a:pt x="1254073" y="28842"/>
                </a:cubicBezTo>
                <a:cubicBezTo>
                  <a:pt x="1258619" y="28842"/>
                  <a:pt x="1262799" y="29659"/>
                  <a:pt x="1266611" y="31293"/>
                </a:cubicBezTo>
                <a:cubicBezTo>
                  <a:pt x="1270424" y="32927"/>
                  <a:pt x="1273277" y="35070"/>
                  <a:pt x="1275171" y="37722"/>
                </a:cubicBezTo>
                <a:cubicBezTo>
                  <a:pt x="1277066" y="40374"/>
                  <a:pt x="1278392" y="43524"/>
                  <a:pt x="1279150" y="47171"/>
                </a:cubicBezTo>
                <a:cubicBezTo>
                  <a:pt x="1279623" y="49539"/>
                  <a:pt x="1279860" y="53683"/>
                  <a:pt x="1279860" y="59603"/>
                </a:cubicBezTo>
                <a:lnTo>
                  <a:pt x="1279860" y="105992"/>
                </a:lnTo>
                <a:lnTo>
                  <a:pt x="1267073" y="105992"/>
                </a:lnTo>
                <a:lnTo>
                  <a:pt x="1267073" y="60051"/>
                </a:lnTo>
                <a:cubicBezTo>
                  <a:pt x="1267073" y="54836"/>
                  <a:pt x="1266576" y="50936"/>
                  <a:pt x="1265581" y="48352"/>
                </a:cubicBezTo>
                <a:cubicBezTo>
                  <a:pt x="1264586" y="45768"/>
                  <a:pt x="1262822" y="43705"/>
                  <a:pt x="1260289" y="42165"/>
                </a:cubicBezTo>
                <a:cubicBezTo>
                  <a:pt x="1257755" y="40624"/>
                  <a:pt x="1254783" y="39853"/>
                  <a:pt x="1251373" y="39853"/>
                </a:cubicBezTo>
                <a:cubicBezTo>
                  <a:pt x="1245927" y="39853"/>
                  <a:pt x="1241226" y="41584"/>
                  <a:pt x="1237272" y="45046"/>
                </a:cubicBezTo>
                <a:cubicBezTo>
                  <a:pt x="1233317" y="48506"/>
                  <a:pt x="1231340" y="55072"/>
                  <a:pt x="1231340" y="64744"/>
                </a:cubicBezTo>
                <a:lnTo>
                  <a:pt x="1231340" y="105992"/>
                </a:lnTo>
                <a:lnTo>
                  <a:pt x="1218552" y="105992"/>
                </a:lnTo>
                <a:close/>
                <a:moveTo>
                  <a:pt x="1297122" y="112243"/>
                </a:moveTo>
                <a:lnTo>
                  <a:pt x="1309554" y="114090"/>
                </a:lnTo>
                <a:cubicBezTo>
                  <a:pt x="1310075" y="117927"/>
                  <a:pt x="1311519" y="120721"/>
                  <a:pt x="1313887" y="122473"/>
                </a:cubicBezTo>
                <a:cubicBezTo>
                  <a:pt x="1317061" y="124841"/>
                  <a:pt x="1321394" y="126025"/>
                  <a:pt x="1326888" y="126025"/>
                </a:cubicBezTo>
                <a:cubicBezTo>
                  <a:pt x="1332808" y="126025"/>
                  <a:pt x="1337378" y="124838"/>
                  <a:pt x="1340599" y="122464"/>
                </a:cubicBezTo>
                <a:cubicBezTo>
                  <a:pt x="1343819" y="120092"/>
                  <a:pt x="1345998" y="116769"/>
                  <a:pt x="1347134" y="112496"/>
                </a:cubicBezTo>
                <a:cubicBezTo>
                  <a:pt x="1347797" y="109887"/>
                  <a:pt x="1348105" y="104405"/>
                  <a:pt x="1348058" y="96051"/>
                </a:cubicBezTo>
                <a:cubicBezTo>
                  <a:pt x="1342469" y="102678"/>
                  <a:pt x="1335507" y="105992"/>
                  <a:pt x="1327172" y="105992"/>
                </a:cubicBezTo>
                <a:cubicBezTo>
                  <a:pt x="1316800" y="105992"/>
                  <a:pt x="1308773" y="102250"/>
                  <a:pt x="1303089" y="94767"/>
                </a:cubicBezTo>
                <a:cubicBezTo>
                  <a:pt x="1297406" y="87285"/>
                  <a:pt x="1294565" y="78310"/>
                  <a:pt x="1294565" y="67843"/>
                </a:cubicBezTo>
                <a:cubicBezTo>
                  <a:pt x="1294565" y="60645"/>
                  <a:pt x="1295867" y="54002"/>
                  <a:pt x="1298472" y="47917"/>
                </a:cubicBezTo>
                <a:cubicBezTo>
                  <a:pt x="1301077" y="41831"/>
                  <a:pt x="1304854" y="37130"/>
                  <a:pt x="1309803" y="33815"/>
                </a:cubicBezTo>
                <a:cubicBezTo>
                  <a:pt x="1314752" y="30500"/>
                  <a:pt x="1320565" y="28842"/>
                  <a:pt x="1327243" y="28842"/>
                </a:cubicBezTo>
                <a:cubicBezTo>
                  <a:pt x="1336147" y="28842"/>
                  <a:pt x="1343488" y="32465"/>
                  <a:pt x="1349265" y="39711"/>
                </a:cubicBezTo>
                <a:lnTo>
                  <a:pt x="1349265" y="30547"/>
                </a:lnTo>
                <a:lnTo>
                  <a:pt x="1361058" y="30547"/>
                </a:lnTo>
                <a:lnTo>
                  <a:pt x="1361058" y="95806"/>
                </a:lnTo>
                <a:cubicBezTo>
                  <a:pt x="1361058" y="107559"/>
                  <a:pt x="1359862" y="115888"/>
                  <a:pt x="1357471" y="120793"/>
                </a:cubicBezTo>
                <a:cubicBezTo>
                  <a:pt x="1355079" y="125697"/>
                  <a:pt x="1351290" y="129571"/>
                  <a:pt x="1346104" y="132414"/>
                </a:cubicBezTo>
                <a:cubicBezTo>
                  <a:pt x="1340918" y="135259"/>
                  <a:pt x="1334536" y="136681"/>
                  <a:pt x="1326959" y="136681"/>
                </a:cubicBezTo>
                <a:cubicBezTo>
                  <a:pt x="1317960" y="136681"/>
                  <a:pt x="1310691" y="134651"/>
                  <a:pt x="1305150" y="130589"/>
                </a:cubicBezTo>
                <a:cubicBezTo>
                  <a:pt x="1299608" y="126528"/>
                  <a:pt x="1296933" y="120413"/>
                  <a:pt x="1297122" y="112243"/>
                </a:cubicBezTo>
                <a:moveTo>
                  <a:pt x="1307707" y="66922"/>
                </a:moveTo>
                <a:cubicBezTo>
                  <a:pt x="1307707" y="76795"/>
                  <a:pt x="1309672" y="83999"/>
                  <a:pt x="1313603" y="88534"/>
                </a:cubicBezTo>
                <a:cubicBezTo>
                  <a:pt x="1317534" y="93068"/>
                  <a:pt x="1322460" y="95336"/>
                  <a:pt x="1328380" y="95336"/>
                </a:cubicBezTo>
                <a:cubicBezTo>
                  <a:pt x="1334252" y="95336"/>
                  <a:pt x="1339178" y="93080"/>
                  <a:pt x="1343156" y="88569"/>
                </a:cubicBezTo>
                <a:cubicBezTo>
                  <a:pt x="1347134" y="84058"/>
                  <a:pt x="1349123" y="76984"/>
                  <a:pt x="1349123" y="67346"/>
                </a:cubicBezTo>
                <a:cubicBezTo>
                  <a:pt x="1349123" y="58134"/>
                  <a:pt x="1347075" y="51190"/>
                  <a:pt x="1342978" y="46513"/>
                </a:cubicBezTo>
                <a:cubicBezTo>
                  <a:pt x="1338882" y="41837"/>
                  <a:pt x="1333944" y="39498"/>
                  <a:pt x="1328167" y="39498"/>
                </a:cubicBezTo>
                <a:cubicBezTo>
                  <a:pt x="1322483" y="39498"/>
                  <a:pt x="1317653" y="41801"/>
                  <a:pt x="1313674" y="46407"/>
                </a:cubicBezTo>
                <a:cubicBezTo>
                  <a:pt x="1309696" y="51013"/>
                  <a:pt x="1307707" y="57851"/>
                  <a:pt x="1307707" y="6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54689-AF69-484B-B13A-ADD4CF51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6141425"/>
            <a:ext cx="1965585" cy="10"/>
          </a:xfrm>
          <a:custGeom xmlns:a="http://schemas.openxmlformats.org/drawingml/2006/main">
            <a:pathLst>
              <a:path w="1965585" h="1" fill="none">
                <a:moveTo>
                  <a:pt x="0" y="0"/>
                </a:moveTo>
                <a:lnTo>
                  <a:pt x="19655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9876C-BF2E-45FF-8230-9208BD7A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7" y="2771852"/>
            <a:ext cx="1975985" cy="270397"/>
          </a:xfrm>
          <a:custGeom xmlns:a="http://schemas.openxmlformats.org/drawingml/2006/main">
            <a:pathLst>
              <a:path w="1975985" h="270397">
                <a:moveTo>
                  <a:pt x="0" y="270397"/>
                </a:moveTo>
                <a:lnTo>
                  <a:pt x="0" y="0"/>
                </a:lnTo>
                <a:lnTo>
                  <a:pt x="1975985" y="0"/>
                </a:lnTo>
                <a:lnTo>
                  <a:pt x="1975985" y="27039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A0631-563D-4671-A9DE-9001C055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2771851"/>
            <a:ext cx="1975985" cy="270398"/>
          </a:xfrm>
          <a:custGeom xmlns:a="http://schemas.openxmlformats.org/drawingml/2006/main">
            <a:pathLst>
              <a:path w="1975985" h="270398" fill="none">
                <a:moveTo>
                  <a:pt x="0" y="270398"/>
                </a:moveTo>
                <a:lnTo>
                  <a:pt x="0" y="0"/>
                </a:lnTo>
                <a:lnTo>
                  <a:pt x="1975985" y="0"/>
                </a:lnTo>
                <a:lnTo>
                  <a:pt x="1975985" y="270398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7275D-0B50-471F-BF09-948F86F7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3042249"/>
            <a:ext cx="1975985" cy="1164791"/>
          </a:xfrm>
          <a:custGeom xmlns:a="http://schemas.openxmlformats.org/drawingml/2006/main">
            <a:pathLst>
              <a:path w="1975985" h="1164791" fill="none">
                <a:moveTo>
                  <a:pt x="0" y="0"/>
                </a:moveTo>
                <a:lnTo>
                  <a:pt x="0" y="1164791"/>
                </a:lnTo>
                <a:lnTo>
                  <a:pt x="1975985" y="1164791"/>
                </a:lnTo>
                <a:lnTo>
                  <a:pt x="19759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1D877-844C-45A0-A29C-C592BABA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3042249"/>
            <a:ext cx="1975985" cy="10"/>
          </a:xfrm>
          <a:custGeom xmlns:a="http://schemas.openxmlformats.org/drawingml/2006/main">
            <a:pathLst>
              <a:path w="1975985" h="1" fill="none">
                <a:moveTo>
                  <a:pt x="0" y="0"/>
                </a:moveTo>
                <a:lnTo>
                  <a:pt x="19759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61" name="Text PromptConfiguration">
            <a:extLst xmlns:a="http://schemas.openxmlformats.org/drawingml/2006/main">
              <a:ext uri="{FF2B5EF4-FFF2-40B4-BE49-F238E27FC236}">
                <a16:creationId xmlns:a16="http://schemas.microsoft.com/office/drawing/2014/main" id="{C68E0840-EFE7-47EA-9F1F-C4BD3D55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22" y="2868558"/>
            <a:ext cx="1313104" cy="136681"/>
          </a:xfrm>
          <a:custGeom xmlns:a="http://schemas.openxmlformats.org/drawingml/2006/main">
            <a:pathLst>
              <a:path w="1313104" h="136681">
                <a:moveTo>
                  <a:pt x="0" y="105992"/>
                </a:moveTo>
                <a:lnTo>
                  <a:pt x="0" y="1847"/>
                </a:lnTo>
                <a:lnTo>
                  <a:pt x="39285" y="1847"/>
                </a:lnTo>
                <a:cubicBezTo>
                  <a:pt x="46200" y="1847"/>
                  <a:pt x="51480" y="2178"/>
                  <a:pt x="55127" y="2839"/>
                </a:cubicBezTo>
                <a:cubicBezTo>
                  <a:pt x="60242" y="3692"/>
                  <a:pt x="64528" y="5312"/>
                  <a:pt x="67985" y="7701"/>
                </a:cubicBezTo>
                <a:cubicBezTo>
                  <a:pt x="71443" y="10090"/>
                  <a:pt x="74225" y="13437"/>
                  <a:pt x="76333" y="17742"/>
                </a:cubicBezTo>
                <a:cubicBezTo>
                  <a:pt x="78440" y="22046"/>
                  <a:pt x="79494" y="26776"/>
                  <a:pt x="79494" y="31933"/>
                </a:cubicBezTo>
                <a:cubicBezTo>
                  <a:pt x="79494" y="40780"/>
                  <a:pt x="76676" y="48267"/>
                  <a:pt x="71040" y="54392"/>
                </a:cubicBezTo>
                <a:cubicBezTo>
                  <a:pt x="65404" y="60518"/>
                  <a:pt x="55222" y="63581"/>
                  <a:pt x="40493" y="63581"/>
                </a:cubicBezTo>
                <a:lnTo>
                  <a:pt x="13782" y="63581"/>
                </a:lnTo>
                <a:lnTo>
                  <a:pt x="13782" y="105992"/>
                </a:lnTo>
                <a:lnTo>
                  <a:pt x="0" y="105992"/>
                </a:lnTo>
                <a:moveTo>
                  <a:pt x="13782" y="51291"/>
                </a:moveTo>
                <a:lnTo>
                  <a:pt x="40706" y="51291"/>
                </a:lnTo>
                <a:cubicBezTo>
                  <a:pt x="49610" y="51291"/>
                  <a:pt x="55932" y="49637"/>
                  <a:pt x="59674" y="46329"/>
                </a:cubicBezTo>
                <a:cubicBezTo>
                  <a:pt x="63415" y="43020"/>
                  <a:pt x="65286" y="38363"/>
                  <a:pt x="65286" y="32359"/>
                </a:cubicBezTo>
                <a:cubicBezTo>
                  <a:pt x="65286" y="28011"/>
                  <a:pt x="64185" y="24288"/>
                  <a:pt x="61982" y="21192"/>
                </a:cubicBezTo>
                <a:cubicBezTo>
                  <a:pt x="59780" y="18096"/>
                  <a:pt x="56879" y="16051"/>
                  <a:pt x="53280" y="15058"/>
                </a:cubicBezTo>
                <a:cubicBezTo>
                  <a:pt x="50959" y="14444"/>
                  <a:pt x="46673" y="14137"/>
                  <a:pt x="40422" y="14137"/>
                </a:cubicBezTo>
                <a:lnTo>
                  <a:pt x="13782" y="14137"/>
                </a:lnTo>
                <a:lnTo>
                  <a:pt x="13782" y="51291"/>
                </a:lnTo>
                <a:close/>
                <a:moveTo>
                  <a:pt x="95270" y="105992"/>
                </a:moveTo>
                <a:lnTo>
                  <a:pt x="95270" y="30547"/>
                </a:lnTo>
                <a:lnTo>
                  <a:pt x="106778" y="30547"/>
                </a:lnTo>
                <a:lnTo>
                  <a:pt x="106778" y="41914"/>
                </a:lnTo>
                <a:cubicBezTo>
                  <a:pt x="109715" y="36592"/>
                  <a:pt x="112426" y="33082"/>
                  <a:pt x="114912" y="31386"/>
                </a:cubicBezTo>
                <a:cubicBezTo>
                  <a:pt x="117399" y="29690"/>
                  <a:pt x="120134" y="28842"/>
                  <a:pt x="123118" y="28842"/>
                </a:cubicBezTo>
                <a:cubicBezTo>
                  <a:pt x="127427" y="28842"/>
                  <a:pt x="131808" y="30210"/>
                  <a:pt x="136260" y="32945"/>
                </a:cubicBezTo>
                <a:lnTo>
                  <a:pt x="131855" y="44755"/>
                </a:lnTo>
                <a:cubicBezTo>
                  <a:pt x="128730" y="42908"/>
                  <a:pt x="125604" y="41985"/>
                  <a:pt x="122478" y="41985"/>
                </a:cubicBezTo>
                <a:cubicBezTo>
                  <a:pt x="119684" y="41985"/>
                  <a:pt x="117174" y="42827"/>
                  <a:pt x="114948" y="44511"/>
                </a:cubicBezTo>
                <a:cubicBezTo>
                  <a:pt x="112722" y="46194"/>
                  <a:pt x="111135" y="48529"/>
                  <a:pt x="110188" y="51515"/>
                </a:cubicBezTo>
                <a:cubicBezTo>
                  <a:pt x="108767" y="56066"/>
                  <a:pt x="108057" y="61044"/>
                  <a:pt x="108057" y="66449"/>
                </a:cubicBezTo>
                <a:lnTo>
                  <a:pt x="108057" y="105992"/>
                </a:lnTo>
                <a:lnTo>
                  <a:pt x="95270" y="105992"/>
                </a:lnTo>
                <a:close/>
                <a:moveTo>
                  <a:pt x="139096" y="68270"/>
                </a:moveTo>
                <a:cubicBezTo>
                  <a:pt x="139096" y="54298"/>
                  <a:pt x="142979" y="43950"/>
                  <a:pt x="150746" y="37225"/>
                </a:cubicBezTo>
                <a:cubicBezTo>
                  <a:pt x="157235" y="31637"/>
                  <a:pt x="165144" y="28842"/>
                  <a:pt x="174474" y="28842"/>
                </a:cubicBezTo>
                <a:cubicBezTo>
                  <a:pt x="184846" y="28842"/>
                  <a:pt x="193323" y="32240"/>
                  <a:pt x="199906" y="39037"/>
                </a:cubicBezTo>
                <a:cubicBezTo>
                  <a:pt x="206489" y="45833"/>
                  <a:pt x="209781" y="55222"/>
                  <a:pt x="209781" y="67204"/>
                </a:cubicBezTo>
                <a:cubicBezTo>
                  <a:pt x="209781" y="76913"/>
                  <a:pt x="208324" y="84550"/>
                  <a:pt x="205412" y="90114"/>
                </a:cubicBezTo>
                <a:cubicBezTo>
                  <a:pt x="202499" y="95679"/>
                  <a:pt x="198260" y="100001"/>
                  <a:pt x="192696" y="103079"/>
                </a:cubicBezTo>
                <a:cubicBezTo>
                  <a:pt x="187131" y="106158"/>
                  <a:pt x="181057" y="107697"/>
                  <a:pt x="174474" y="107697"/>
                </a:cubicBezTo>
                <a:cubicBezTo>
                  <a:pt x="163912" y="107697"/>
                  <a:pt x="155376" y="104311"/>
                  <a:pt x="148864" y="97538"/>
                </a:cubicBezTo>
                <a:cubicBezTo>
                  <a:pt x="142352" y="90766"/>
                  <a:pt x="139096" y="81009"/>
                  <a:pt x="139096" y="68270"/>
                </a:cubicBezTo>
                <a:moveTo>
                  <a:pt x="152238" y="68234"/>
                </a:moveTo>
                <a:cubicBezTo>
                  <a:pt x="152238" y="77860"/>
                  <a:pt x="154346" y="85068"/>
                  <a:pt x="158561" y="89857"/>
                </a:cubicBezTo>
                <a:cubicBezTo>
                  <a:pt x="162776" y="94646"/>
                  <a:pt x="168080" y="97041"/>
                  <a:pt x="174474" y="97041"/>
                </a:cubicBezTo>
                <a:cubicBezTo>
                  <a:pt x="180820" y="97041"/>
                  <a:pt x="186101" y="94634"/>
                  <a:pt x="190316" y="89821"/>
                </a:cubicBezTo>
                <a:cubicBezTo>
                  <a:pt x="194531" y="85008"/>
                  <a:pt x="196638" y="77671"/>
                  <a:pt x="196638" y="67810"/>
                </a:cubicBezTo>
                <a:cubicBezTo>
                  <a:pt x="196638" y="58514"/>
                  <a:pt x="194519" y="51471"/>
                  <a:pt x="190280" y="46682"/>
                </a:cubicBezTo>
                <a:cubicBezTo>
                  <a:pt x="186041" y="41893"/>
                  <a:pt x="180773" y="39498"/>
                  <a:pt x="174474" y="39498"/>
                </a:cubicBezTo>
                <a:cubicBezTo>
                  <a:pt x="168080" y="39498"/>
                  <a:pt x="162776" y="41881"/>
                  <a:pt x="158561" y="46647"/>
                </a:cubicBezTo>
                <a:cubicBezTo>
                  <a:pt x="154346" y="51412"/>
                  <a:pt x="152238" y="58608"/>
                  <a:pt x="152238" y="68234"/>
                </a:cubicBezTo>
                <a:close/>
                <a:moveTo>
                  <a:pt x="224772" y="105992"/>
                </a:moveTo>
                <a:lnTo>
                  <a:pt x="224772" y="30547"/>
                </a:lnTo>
                <a:lnTo>
                  <a:pt x="236209" y="30547"/>
                </a:lnTo>
                <a:lnTo>
                  <a:pt x="236209" y="41061"/>
                </a:lnTo>
                <a:cubicBezTo>
                  <a:pt x="238577" y="37388"/>
                  <a:pt x="241727" y="34433"/>
                  <a:pt x="245658" y="32197"/>
                </a:cubicBezTo>
                <a:cubicBezTo>
                  <a:pt x="249589" y="29960"/>
                  <a:pt x="254064" y="28842"/>
                  <a:pt x="259084" y="28842"/>
                </a:cubicBezTo>
                <a:cubicBezTo>
                  <a:pt x="264673" y="28842"/>
                  <a:pt x="269255" y="29997"/>
                  <a:pt x="272831" y="32305"/>
                </a:cubicBezTo>
                <a:cubicBezTo>
                  <a:pt x="276406" y="34613"/>
                  <a:pt x="278928" y="37839"/>
                  <a:pt x="280396" y="41985"/>
                </a:cubicBezTo>
                <a:cubicBezTo>
                  <a:pt x="286364" y="33223"/>
                  <a:pt x="294131" y="28842"/>
                  <a:pt x="303698" y="28842"/>
                </a:cubicBezTo>
                <a:cubicBezTo>
                  <a:pt x="311180" y="28842"/>
                  <a:pt x="316935" y="30914"/>
                  <a:pt x="320960" y="35058"/>
                </a:cubicBezTo>
                <a:cubicBezTo>
                  <a:pt x="324986" y="39202"/>
                  <a:pt x="326999" y="45584"/>
                  <a:pt x="326999" y="54204"/>
                </a:cubicBezTo>
                <a:lnTo>
                  <a:pt x="326999" y="105992"/>
                </a:lnTo>
                <a:lnTo>
                  <a:pt x="314283" y="105992"/>
                </a:lnTo>
                <a:lnTo>
                  <a:pt x="314283" y="58415"/>
                </a:lnTo>
                <a:cubicBezTo>
                  <a:pt x="314283" y="53294"/>
                  <a:pt x="313868" y="49608"/>
                  <a:pt x="313039" y="47357"/>
                </a:cubicBezTo>
                <a:cubicBezTo>
                  <a:pt x="312211" y="45105"/>
                  <a:pt x="310707" y="43291"/>
                  <a:pt x="308528" y="41916"/>
                </a:cubicBezTo>
                <a:cubicBezTo>
                  <a:pt x="306350" y="40541"/>
                  <a:pt x="303792" y="39853"/>
                  <a:pt x="300856" y="39853"/>
                </a:cubicBezTo>
                <a:cubicBezTo>
                  <a:pt x="295552" y="39853"/>
                  <a:pt x="291147" y="41620"/>
                  <a:pt x="287643" y="45153"/>
                </a:cubicBezTo>
                <a:cubicBezTo>
                  <a:pt x="284138" y="48684"/>
                  <a:pt x="282386" y="54338"/>
                  <a:pt x="282386" y="62113"/>
                </a:cubicBezTo>
                <a:lnTo>
                  <a:pt x="282386" y="105992"/>
                </a:lnTo>
                <a:lnTo>
                  <a:pt x="269598" y="105992"/>
                </a:lnTo>
                <a:lnTo>
                  <a:pt x="269598" y="56921"/>
                </a:lnTo>
                <a:cubicBezTo>
                  <a:pt x="269598" y="51232"/>
                  <a:pt x="268556" y="46965"/>
                  <a:pt x="266473" y="44120"/>
                </a:cubicBezTo>
                <a:cubicBezTo>
                  <a:pt x="264389" y="41276"/>
                  <a:pt x="260979" y="39853"/>
                  <a:pt x="256243" y="39853"/>
                </a:cubicBezTo>
                <a:cubicBezTo>
                  <a:pt x="252643" y="39853"/>
                  <a:pt x="249316" y="40802"/>
                  <a:pt x="246262" y="42700"/>
                </a:cubicBezTo>
                <a:cubicBezTo>
                  <a:pt x="243207" y="44595"/>
                  <a:pt x="240993" y="47369"/>
                  <a:pt x="239619" y="51020"/>
                </a:cubicBezTo>
                <a:cubicBezTo>
                  <a:pt x="238246" y="54670"/>
                  <a:pt x="237559" y="59932"/>
                  <a:pt x="237559" y="66807"/>
                </a:cubicBezTo>
                <a:lnTo>
                  <a:pt x="237559" y="105992"/>
                </a:lnTo>
                <a:lnTo>
                  <a:pt x="224772" y="105992"/>
                </a:lnTo>
                <a:close/>
                <a:moveTo>
                  <a:pt x="345961" y="134976"/>
                </a:moveTo>
                <a:lnTo>
                  <a:pt x="345961" y="30547"/>
                </a:lnTo>
                <a:lnTo>
                  <a:pt x="357612" y="30547"/>
                </a:lnTo>
                <a:lnTo>
                  <a:pt x="357612" y="40280"/>
                </a:lnTo>
                <a:cubicBezTo>
                  <a:pt x="360359" y="36467"/>
                  <a:pt x="363461" y="33608"/>
                  <a:pt x="366918" y="31702"/>
                </a:cubicBezTo>
                <a:cubicBezTo>
                  <a:pt x="370375" y="29795"/>
                  <a:pt x="374567" y="28842"/>
                  <a:pt x="379492" y="28842"/>
                </a:cubicBezTo>
                <a:cubicBezTo>
                  <a:pt x="385933" y="28842"/>
                  <a:pt x="391616" y="30500"/>
                  <a:pt x="396542" y="33815"/>
                </a:cubicBezTo>
                <a:cubicBezTo>
                  <a:pt x="401467" y="37130"/>
                  <a:pt x="405185" y="41807"/>
                  <a:pt x="407695" y="47845"/>
                </a:cubicBezTo>
                <a:cubicBezTo>
                  <a:pt x="410205" y="53884"/>
                  <a:pt x="411460" y="60502"/>
                  <a:pt x="411460" y="67701"/>
                </a:cubicBezTo>
                <a:cubicBezTo>
                  <a:pt x="411460" y="75421"/>
                  <a:pt x="410075" y="82371"/>
                  <a:pt x="407304" y="88551"/>
                </a:cubicBezTo>
                <a:cubicBezTo>
                  <a:pt x="404534" y="94732"/>
                  <a:pt x="400508" y="99468"/>
                  <a:pt x="395227" y="102759"/>
                </a:cubicBezTo>
                <a:cubicBezTo>
                  <a:pt x="389947" y="106051"/>
                  <a:pt x="384394" y="107697"/>
                  <a:pt x="378568" y="107697"/>
                </a:cubicBezTo>
                <a:cubicBezTo>
                  <a:pt x="374306" y="107697"/>
                  <a:pt x="370482" y="106785"/>
                  <a:pt x="367095" y="104962"/>
                </a:cubicBezTo>
                <a:cubicBezTo>
                  <a:pt x="363709" y="103137"/>
                  <a:pt x="360927" y="100833"/>
                  <a:pt x="358748" y="98049"/>
                </a:cubicBezTo>
                <a:lnTo>
                  <a:pt x="358748" y="134976"/>
                </a:lnTo>
                <a:lnTo>
                  <a:pt x="345961" y="134976"/>
                </a:lnTo>
                <a:moveTo>
                  <a:pt x="357541" y="68589"/>
                </a:moveTo>
                <a:cubicBezTo>
                  <a:pt x="357541" y="78286"/>
                  <a:pt x="359506" y="85452"/>
                  <a:pt x="363437" y="90088"/>
                </a:cubicBezTo>
                <a:cubicBezTo>
                  <a:pt x="367368" y="94723"/>
                  <a:pt x="372127" y="97041"/>
                  <a:pt x="377716" y="97041"/>
                </a:cubicBezTo>
                <a:cubicBezTo>
                  <a:pt x="383399" y="97041"/>
                  <a:pt x="388265" y="94640"/>
                  <a:pt x="392315" y="89839"/>
                </a:cubicBezTo>
                <a:cubicBezTo>
                  <a:pt x="396364" y="85038"/>
                  <a:pt x="398389" y="77599"/>
                  <a:pt x="398389" y="67524"/>
                </a:cubicBezTo>
                <a:cubicBezTo>
                  <a:pt x="398389" y="57921"/>
                  <a:pt x="396411" y="50731"/>
                  <a:pt x="392457" y="45954"/>
                </a:cubicBezTo>
                <a:cubicBezTo>
                  <a:pt x="388502" y="41177"/>
                  <a:pt x="383778" y="38788"/>
                  <a:pt x="378284" y="38788"/>
                </a:cubicBezTo>
                <a:cubicBezTo>
                  <a:pt x="372838" y="38788"/>
                  <a:pt x="368019" y="41331"/>
                  <a:pt x="363828" y="46416"/>
                </a:cubicBezTo>
                <a:cubicBezTo>
                  <a:pt x="359636" y="51501"/>
                  <a:pt x="357541" y="58892"/>
                  <a:pt x="357541" y="68589"/>
                </a:cubicBezTo>
                <a:close/>
                <a:moveTo>
                  <a:pt x="454796" y="94696"/>
                </a:moveTo>
                <a:lnTo>
                  <a:pt x="456643" y="105992"/>
                </a:lnTo>
                <a:cubicBezTo>
                  <a:pt x="453043" y="106655"/>
                  <a:pt x="449823" y="106986"/>
                  <a:pt x="446981" y="106986"/>
                </a:cubicBezTo>
                <a:cubicBezTo>
                  <a:pt x="442340" y="106986"/>
                  <a:pt x="438741" y="106252"/>
                  <a:pt x="436183" y="104784"/>
                </a:cubicBezTo>
                <a:cubicBezTo>
                  <a:pt x="433626" y="103316"/>
                  <a:pt x="431826" y="101386"/>
                  <a:pt x="430784" y="98994"/>
                </a:cubicBezTo>
                <a:cubicBezTo>
                  <a:pt x="429742" y="96603"/>
                  <a:pt x="429221" y="91571"/>
                  <a:pt x="429221" y="83898"/>
                </a:cubicBezTo>
                <a:lnTo>
                  <a:pt x="429221" y="40493"/>
                </a:lnTo>
                <a:lnTo>
                  <a:pt x="419844" y="40493"/>
                </a:lnTo>
                <a:lnTo>
                  <a:pt x="419844" y="30547"/>
                </a:lnTo>
                <a:lnTo>
                  <a:pt x="429221" y="30547"/>
                </a:lnTo>
                <a:lnTo>
                  <a:pt x="429221" y="11813"/>
                </a:lnTo>
                <a:lnTo>
                  <a:pt x="441937" y="4120"/>
                </a:lnTo>
                <a:lnTo>
                  <a:pt x="441937" y="30547"/>
                </a:lnTo>
                <a:lnTo>
                  <a:pt x="454796" y="30547"/>
                </a:lnTo>
                <a:lnTo>
                  <a:pt x="454796" y="40493"/>
                </a:lnTo>
                <a:lnTo>
                  <a:pt x="441937" y="40493"/>
                </a:lnTo>
                <a:lnTo>
                  <a:pt x="441937" y="84609"/>
                </a:lnTo>
                <a:cubicBezTo>
                  <a:pt x="441937" y="88255"/>
                  <a:pt x="442162" y="90600"/>
                  <a:pt x="442612" y="91642"/>
                </a:cubicBezTo>
                <a:cubicBezTo>
                  <a:pt x="443062" y="92684"/>
                  <a:pt x="443796" y="93512"/>
                  <a:pt x="444814" y="94128"/>
                </a:cubicBezTo>
                <a:cubicBezTo>
                  <a:pt x="445833" y="94744"/>
                  <a:pt x="447289" y="95052"/>
                  <a:pt x="449183" y="95052"/>
                </a:cubicBezTo>
                <a:cubicBezTo>
                  <a:pt x="450604" y="95052"/>
                  <a:pt x="452475" y="94933"/>
                  <a:pt x="454796" y="94696"/>
                </a:cubicBezTo>
                <a:close/>
                <a:moveTo>
                  <a:pt x="543248" y="69335"/>
                </a:moveTo>
                <a:lnTo>
                  <a:pt x="557030" y="72816"/>
                </a:lnTo>
                <a:cubicBezTo>
                  <a:pt x="554141" y="84159"/>
                  <a:pt x="548943" y="92808"/>
                  <a:pt x="541437" y="98763"/>
                </a:cubicBezTo>
                <a:cubicBezTo>
                  <a:pt x="533930" y="104719"/>
                  <a:pt x="524754" y="107697"/>
                  <a:pt x="513909" y="107697"/>
                </a:cubicBezTo>
                <a:cubicBezTo>
                  <a:pt x="502684" y="107697"/>
                  <a:pt x="493556" y="105412"/>
                  <a:pt x="486523" y="100841"/>
                </a:cubicBezTo>
                <a:cubicBezTo>
                  <a:pt x="479490" y="96271"/>
                  <a:pt x="474138" y="89653"/>
                  <a:pt x="470468" y="80986"/>
                </a:cubicBezTo>
                <a:cubicBezTo>
                  <a:pt x="466797" y="72319"/>
                  <a:pt x="464962" y="63013"/>
                  <a:pt x="464962" y="53067"/>
                </a:cubicBezTo>
                <a:cubicBezTo>
                  <a:pt x="464962" y="42221"/>
                  <a:pt x="467034" y="32761"/>
                  <a:pt x="471178" y="24686"/>
                </a:cubicBezTo>
                <a:cubicBezTo>
                  <a:pt x="475322" y="16612"/>
                  <a:pt x="481218" y="10478"/>
                  <a:pt x="488867" y="6287"/>
                </a:cubicBezTo>
                <a:cubicBezTo>
                  <a:pt x="496516" y="2096"/>
                  <a:pt x="504934" y="0"/>
                  <a:pt x="514122" y="0"/>
                </a:cubicBezTo>
                <a:cubicBezTo>
                  <a:pt x="524541" y="0"/>
                  <a:pt x="533303" y="2652"/>
                  <a:pt x="540407" y="7956"/>
                </a:cubicBezTo>
                <a:cubicBezTo>
                  <a:pt x="547511" y="13261"/>
                  <a:pt x="552460" y="20720"/>
                  <a:pt x="555254" y="30334"/>
                </a:cubicBezTo>
                <a:lnTo>
                  <a:pt x="541685" y="33531"/>
                </a:lnTo>
                <a:cubicBezTo>
                  <a:pt x="539270" y="25928"/>
                  <a:pt x="535765" y="20393"/>
                  <a:pt x="531171" y="16925"/>
                </a:cubicBezTo>
                <a:cubicBezTo>
                  <a:pt x="526577" y="13456"/>
                  <a:pt x="520800" y="11722"/>
                  <a:pt x="513838" y="11722"/>
                </a:cubicBezTo>
                <a:cubicBezTo>
                  <a:pt x="505834" y="11722"/>
                  <a:pt x="499144" y="13643"/>
                  <a:pt x="493769" y="17487"/>
                </a:cubicBezTo>
                <a:cubicBezTo>
                  <a:pt x="488393" y="21329"/>
                  <a:pt x="484616" y="26488"/>
                  <a:pt x="482438" y="32965"/>
                </a:cubicBezTo>
                <a:cubicBezTo>
                  <a:pt x="480259" y="39440"/>
                  <a:pt x="479170" y="46116"/>
                  <a:pt x="479170" y="52994"/>
                </a:cubicBezTo>
                <a:cubicBezTo>
                  <a:pt x="479170" y="61865"/>
                  <a:pt x="480461" y="69610"/>
                  <a:pt x="483042" y="76228"/>
                </a:cubicBezTo>
                <a:cubicBezTo>
                  <a:pt x="485623" y="82847"/>
                  <a:pt x="489637" y="87793"/>
                  <a:pt x="495083" y="91067"/>
                </a:cubicBezTo>
                <a:cubicBezTo>
                  <a:pt x="500529" y="94339"/>
                  <a:pt x="506426" y="95975"/>
                  <a:pt x="512772" y="95975"/>
                </a:cubicBezTo>
                <a:cubicBezTo>
                  <a:pt x="520492" y="95975"/>
                  <a:pt x="527027" y="93737"/>
                  <a:pt x="532379" y="89262"/>
                </a:cubicBezTo>
                <a:cubicBezTo>
                  <a:pt x="537731" y="84786"/>
                  <a:pt x="541354" y="78144"/>
                  <a:pt x="543248" y="69335"/>
                </a:cubicBezTo>
                <a:close/>
                <a:moveTo>
                  <a:pt x="567607" y="68270"/>
                </a:moveTo>
                <a:cubicBezTo>
                  <a:pt x="567607" y="54298"/>
                  <a:pt x="571491" y="43950"/>
                  <a:pt x="579258" y="37225"/>
                </a:cubicBezTo>
                <a:cubicBezTo>
                  <a:pt x="585746" y="31637"/>
                  <a:pt x="593655" y="28842"/>
                  <a:pt x="602985" y="28842"/>
                </a:cubicBezTo>
                <a:cubicBezTo>
                  <a:pt x="613357" y="28842"/>
                  <a:pt x="621835" y="32240"/>
                  <a:pt x="628418" y="39037"/>
                </a:cubicBezTo>
                <a:cubicBezTo>
                  <a:pt x="635001" y="45833"/>
                  <a:pt x="638292" y="55222"/>
                  <a:pt x="638292" y="67204"/>
                </a:cubicBezTo>
                <a:cubicBezTo>
                  <a:pt x="638292" y="76913"/>
                  <a:pt x="636836" y="84550"/>
                  <a:pt x="633923" y="90114"/>
                </a:cubicBezTo>
                <a:cubicBezTo>
                  <a:pt x="631011" y="95679"/>
                  <a:pt x="626772" y="100001"/>
                  <a:pt x="621207" y="103079"/>
                </a:cubicBezTo>
                <a:cubicBezTo>
                  <a:pt x="615642" y="106158"/>
                  <a:pt x="609568" y="107697"/>
                  <a:pt x="602985" y="107697"/>
                </a:cubicBezTo>
                <a:cubicBezTo>
                  <a:pt x="592424" y="107697"/>
                  <a:pt x="583887" y="104311"/>
                  <a:pt x="577375" y="97538"/>
                </a:cubicBezTo>
                <a:cubicBezTo>
                  <a:pt x="570863" y="90766"/>
                  <a:pt x="567607" y="81009"/>
                  <a:pt x="567607" y="68270"/>
                </a:cubicBezTo>
                <a:moveTo>
                  <a:pt x="580750" y="68234"/>
                </a:moveTo>
                <a:cubicBezTo>
                  <a:pt x="580750" y="77860"/>
                  <a:pt x="582857" y="85068"/>
                  <a:pt x="587072" y="89857"/>
                </a:cubicBezTo>
                <a:cubicBezTo>
                  <a:pt x="591287" y="94646"/>
                  <a:pt x="596592" y="97041"/>
                  <a:pt x="602985" y="97041"/>
                </a:cubicBezTo>
                <a:cubicBezTo>
                  <a:pt x="609332" y="97041"/>
                  <a:pt x="614612" y="94634"/>
                  <a:pt x="618827" y="89821"/>
                </a:cubicBezTo>
                <a:cubicBezTo>
                  <a:pt x="623042" y="85008"/>
                  <a:pt x="625150" y="77671"/>
                  <a:pt x="625150" y="67810"/>
                </a:cubicBezTo>
                <a:cubicBezTo>
                  <a:pt x="625150" y="58514"/>
                  <a:pt x="623030" y="51471"/>
                  <a:pt x="618792" y="46682"/>
                </a:cubicBezTo>
                <a:cubicBezTo>
                  <a:pt x="614553" y="41893"/>
                  <a:pt x="609284" y="39498"/>
                  <a:pt x="602985" y="39498"/>
                </a:cubicBezTo>
                <a:cubicBezTo>
                  <a:pt x="596592" y="39498"/>
                  <a:pt x="591287" y="41881"/>
                  <a:pt x="587072" y="46647"/>
                </a:cubicBezTo>
                <a:cubicBezTo>
                  <a:pt x="582857" y="51412"/>
                  <a:pt x="580750" y="58608"/>
                  <a:pt x="580750" y="68234"/>
                </a:cubicBezTo>
                <a:close/>
                <a:moveTo>
                  <a:pt x="653283" y="105992"/>
                </a:moveTo>
                <a:lnTo>
                  <a:pt x="653283" y="30547"/>
                </a:lnTo>
                <a:lnTo>
                  <a:pt x="664791" y="30547"/>
                </a:lnTo>
                <a:lnTo>
                  <a:pt x="664791" y="41203"/>
                </a:lnTo>
                <a:cubicBezTo>
                  <a:pt x="670332" y="32963"/>
                  <a:pt x="678336" y="28842"/>
                  <a:pt x="688803" y="28842"/>
                </a:cubicBezTo>
                <a:cubicBezTo>
                  <a:pt x="693349" y="28842"/>
                  <a:pt x="697529" y="29659"/>
                  <a:pt x="701341" y="31293"/>
                </a:cubicBezTo>
                <a:cubicBezTo>
                  <a:pt x="705154" y="32927"/>
                  <a:pt x="708007" y="35070"/>
                  <a:pt x="709902" y="37722"/>
                </a:cubicBezTo>
                <a:cubicBezTo>
                  <a:pt x="711796" y="40374"/>
                  <a:pt x="713122" y="43524"/>
                  <a:pt x="713880" y="47171"/>
                </a:cubicBezTo>
                <a:cubicBezTo>
                  <a:pt x="714354" y="49539"/>
                  <a:pt x="714590" y="53683"/>
                  <a:pt x="714590" y="59603"/>
                </a:cubicBezTo>
                <a:lnTo>
                  <a:pt x="714590" y="105992"/>
                </a:lnTo>
                <a:lnTo>
                  <a:pt x="701803" y="105992"/>
                </a:lnTo>
                <a:lnTo>
                  <a:pt x="701803" y="60051"/>
                </a:lnTo>
                <a:cubicBezTo>
                  <a:pt x="701803" y="54836"/>
                  <a:pt x="701306" y="50936"/>
                  <a:pt x="700311" y="48352"/>
                </a:cubicBezTo>
                <a:cubicBezTo>
                  <a:pt x="699317" y="45768"/>
                  <a:pt x="697553" y="43705"/>
                  <a:pt x="695019" y="42165"/>
                </a:cubicBezTo>
                <a:cubicBezTo>
                  <a:pt x="692485" y="40624"/>
                  <a:pt x="689513" y="39853"/>
                  <a:pt x="686103" y="39853"/>
                </a:cubicBezTo>
                <a:cubicBezTo>
                  <a:pt x="680657" y="39853"/>
                  <a:pt x="675956" y="41584"/>
                  <a:pt x="672002" y="45046"/>
                </a:cubicBezTo>
                <a:cubicBezTo>
                  <a:pt x="668047" y="48506"/>
                  <a:pt x="666070" y="55072"/>
                  <a:pt x="666070" y="64744"/>
                </a:cubicBezTo>
                <a:lnTo>
                  <a:pt x="666070" y="105992"/>
                </a:lnTo>
                <a:lnTo>
                  <a:pt x="653283" y="105992"/>
                </a:lnTo>
                <a:close/>
                <a:moveTo>
                  <a:pt x="737253" y="105992"/>
                </a:moveTo>
                <a:lnTo>
                  <a:pt x="737253" y="40493"/>
                </a:lnTo>
                <a:lnTo>
                  <a:pt x="725958" y="40493"/>
                </a:lnTo>
                <a:lnTo>
                  <a:pt x="725958" y="30547"/>
                </a:lnTo>
                <a:lnTo>
                  <a:pt x="737253" y="30547"/>
                </a:lnTo>
                <a:lnTo>
                  <a:pt x="737253" y="22537"/>
                </a:lnTo>
                <a:cubicBezTo>
                  <a:pt x="737253" y="17482"/>
                  <a:pt x="737703" y="13726"/>
                  <a:pt x="738603" y="11269"/>
                </a:cubicBezTo>
                <a:cubicBezTo>
                  <a:pt x="739834" y="7962"/>
                  <a:pt x="742001" y="5281"/>
                  <a:pt x="745103" y="3226"/>
                </a:cubicBezTo>
                <a:cubicBezTo>
                  <a:pt x="748205" y="1170"/>
                  <a:pt x="752550" y="142"/>
                  <a:pt x="758139" y="142"/>
                </a:cubicBezTo>
                <a:cubicBezTo>
                  <a:pt x="761738" y="142"/>
                  <a:pt x="765717" y="568"/>
                  <a:pt x="770074" y="1421"/>
                </a:cubicBezTo>
                <a:lnTo>
                  <a:pt x="768156" y="12574"/>
                </a:lnTo>
                <a:cubicBezTo>
                  <a:pt x="765503" y="12100"/>
                  <a:pt x="762993" y="11864"/>
                  <a:pt x="760625" y="11864"/>
                </a:cubicBezTo>
                <a:cubicBezTo>
                  <a:pt x="756742" y="11864"/>
                  <a:pt x="753995" y="12690"/>
                  <a:pt x="752385" y="14341"/>
                </a:cubicBezTo>
                <a:cubicBezTo>
                  <a:pt x="750774" y="15993"/>
                  <a:pt x="749969" y="19083"/>
                  <a:pt x="749969" y="23612"/>
                </a:cubicBezTo>
                <a:lnTo>
                  <a:pt x="749969" y="30547"/>
                </a:lnTo>
                <a:lnTo>
                  <a:pt x="764675" y="30547"/>
                </a:lnTo>
                <a:lnTo>
                  <a:pt x="764675" y="40493"/>
                </a:lnTo>
                <a:lnTo>
                  <a:pt x="749969" y="40493"/>
                </a:lnTo>
                <a:lnTo>
                  <a:pt x="749969" y="105992"/>
                </a:lnTo>
                <a:lnTo>
                  <a:pt x="737253" y="105992"/>
                </a:lnTo>
                <a:close/>
                <a:moveTo>
                  <a:pt x="774689" y="16623"/>
                </a:moveTo>
                <a:lnTo>
                  <a:pt x="774689" y="1847"/>
                </a:lnTo>
                <a:lnTo>
                  <a:pt x="787476" y="1847"/>
                </a:lnTo>
                <a:lnTo>
                  <a:pt x="787476" y="16623"/>
                </a:lnTo>
                <a:lnTo>
                  <a:pt x="774689" y="16623"/>
                </a:lnTo>
                <a:moveTo>
                  <a:pt x="774689" y="105992"/>
                </a:moveTo>
                <a:lnTo>
                  <a:pt x="774689" y="30547"/>
                </a:lnTo>
                <a:lnTo>
                  <a:pt x="787476" y="30547"/>
                </a:lnTo>
                <a:lnTo>
                  <a:pt x="787476" y="105992"/>
                </a:lnTo>
                <a:lnTo>
                  <a:pt x="774689" y="105992"/>
                </a:lnTo>
                <a:close/>
                <a:moveTo>
                  <a:pt x="804600" y="112243"/>
                </a:moveTo>
                <a:lnTo>
                  <a:pt x="817032" y="114090"/>
                </a:lnTo>
                <a:cubicBezTo>
                  <a:pt x="817553" y="117927"/>
                  <a:pt x="818997" y="120721"/>
                  <a:pt x="821365" y="122473"/>
                </a:cubicBezTo>
                <a:cubicBezTo>
                  <a:pt x="824538" y="124841"/>
                  <a:pt x="828872" y="126025"/>
                  <a:pt x="834366" y="126025"/>
                </a:cubicBezTo>
                <a:cubicBezTo>
                  <a:pt x="840286" y="126025"/>
                  <a:pt x="844856" y="124838"/>
                  <a:pt x="848076" y="122464"/>
                </a:cubicBezTo>
                <a:cubicBezTo>
                  <a:pt x="851297" y="120092"/>
                  <a:pt x="853475" y="116769"/>
                  <a:pt x="854612" y="112496"/>
                </a:cubicBezTo>
                <a:cubicBezTo>
                  <a:pt x="855275" y="109887"/>
                  <a:pt x="855583" y="104405"/>
                  <a:pt x="855535" y="96051"/>
                </a:cubicBezTo>
                <a:cubicBezTo>
                  <a:pt x="849947" y="102678"/>
                  <a:pt x="842985" y="105992"/>
                  <a:pt x="834650" y="105992"/>
                </a:cubicBezTo>
                <a:cubicBezTo>
                  <a:pt x="824278" y="105992"/>
                  <a:pt x="816250" y="102250"/>
                  <a:pt x="810567" y="94767"/>
                </a:cubicBezTo>
                <a:cubicBezTo>
                  <a:pt x="804884" y="87285"/>
                  <a:pt x="802042" y="78310"/>
                  <a:pt x="802042" y="67843"/>
                </a:cubicBezTo>
                <a:cubicBezTo>
                  <a:pt x="802042" y="60645"/>
                  <a:pt x="803345" y="54002"/>
                  <a:pt x="805949" y="47917"/>
                </a:cubicBezTo>
                <a:cubicBezTo>
                  <a:pt x="808554" y="41831"/>
                  <a:pt x="812331" y="37130"/>
                  <a:pt x="817280" y="33815"/>
                </a:cubicBezTo>
                <a:cubicBezTo>
                  <a:pt x="822230" y="30500"/>
                  <a:pt x="828043" y="28842"/>
                  <a:pt x="834721" y="28842"/>
                </a:cubicBezTo>
                <a:cubicBezTo>
                  <a:pt x="843624" y="28842"/>
                  <a:pt x="850965" y="32465"/>
                  <a:pt x="856743" y="39711"/>
                </a:cubicBezTo>
                <a:lnTo>
                  <a:pt x="856743" y="30547"/>
                </a:lnTo>
                <a:lnTo>
                  <a:pt x="868536" y="30547"/>
                </a:lnTo>
                <a:lnTo>
                  <a:pt x="868536" y="95806"/>
                </a:lnTo>
                <a:cubicBezTo>
                  <a:pt x="868536" y="107559"/>
                  <a:pt x="867340" y="115888"/>
                  <a:pt x="864948" y="120793"/>
                </a:cubicBezTo>
                <a:cubicBezTo>
                  <a:pt x="862557" y="125697"/>
                  <a:pt x="858768" y="129571"/>
                  <a:pt x="853582" y="132414"/>
                </a:cubicBezTo>
                <a:cubicBezTo>
                  <a:pt x="848396" y="135259"/>
                  <a:pt x="842014" y="136681"/>
                  <a:pt x="834437" y="136681"/>
                </a:cubicBezTo>
                <a:cubicBezTo>
                  <a:pt x="825438" y="136681"/>
                  <a:pt x="818168" y="134651"/>
                  <a:pt x="812627" y="130589"/>
                </a:cubicBezTo>
                <a:cubicBezTo>
                  <a:pt x="807086" y="126528"/>
                  <a:pt x="804410" y="120413"/>
                  <a:pt x="804600" y="112243"/>
                </a:cubicBezTo>
                <a:moveTo>
                  <a:pt x="815185" y="66922"/>
                </a:moveTo>
                <a:cubicBezTo>
                  <a:pt x="815185" y="76795"/>
                  <a:pt x="817150" y="83999"/>
                  <a:pt x="821081" y="88534"/>
                </a:cubicBezTo>
                <a:cubicBezTo>
                  <a:pt x="825012" y="93068"/>
                  <a:pt x="829937" y="95336"/>
                  <a:pt x="835857" y="95336"/>
                </a:cubicBezTo>
                <a:cubicBezTo>
                  <a:pt x="841730" y="95336"/>
                  <a:pt x="846655" y="93080"/>
                  <a:pt x="850634" y="88569"/>
                </a:cubicBezTo>
                <a:cubicBezTo>
                  <a:pt x="854612" y="84058"/>
                  <a:pt x="856601" y="76984"/>
                  <a:pt x="856601" y="67346"/>
                </a:cubicBezTo>
                <a:cubicBezTo>
                  <a:pt x="856601" y="58134"/>
                  <a:pt x="854553" y="51190"/>
                  <a:pt x="850456" y="46513"/>
                </a:cubicBezTo>
                <a:cubicBezTo>
                  <a:pt x="846359" y="41837"/>
                  <a:pt x="841422" y="39498"/>
                  <a:pt x="835644" y="39498"/>
                </a:cubicBezTo>
                <a:cubicBezTo>
                  <a:pt x="829961" y="39498"/>
                  <a:pt x="825130" y="41801"/>
                  <a:pt x="821152" y="46407"/>
                </a:cubicBezTo>
                <a:cubicBezTo>
                  <a:pt x="817174" y="51013"/>
                  <a:pt x="815185" y="57851"/>
                  <a:pt x="815185" y="66922"/>
                </a:cubicBezTo>
                <a:close/>
                <a:moveTo>
                  <a:pt x="937303" y="105992"/>
                </a:moveTo>
                <a:lnTo>
                  <a:pt x="937303" y="94910"/>
                </a:lnTo>
                <a:cubicBezTo>
                  <a:pt x="931430" y="103434"/>
                  <a:pt x="923450" y="107697"/>
                  <a:pt x="913362" y="107697"/>
                </a:cubicBezTo>
                <a:cubicBezTo>
                  <a:pt x="908910" y="107697"/>
                  <a:pt x="904755" y="106844"/>
                  <a:pt x="900895" y="105139"/>
                </a:cubicBezTo>
                <a:cubicBezTo>
                  <a:pt x="897035" y="103434"/>
                  <a:pt x="894170" y="101291"/>
                  <a:pt x="892299" y="98710"/>
                </a:cubicBezTo>
                <a:cubicBezTo>
                  <a:pt x="890428" y="96129"/>
                  <a:pt x="889114" y="92968"/>
                  <a:pt x="888356" y="89226"/>
                </a:cubicBezTo>
                <a:cubicBezTo>
                  <a:pt x="887835" y="86716"/>
                  <a:pt x="887575" y="82738"/>
                  <a:pt x="887575" y="77292"/>
                </a:cubicBezTo>
                <a:lnTo>
                  <a:pt x="887575" y="30547"/>
                </a:lnTo>
                <a:lnTo>
                  <a:pt x="900362" y="30547"/>
                </a:lnTo>
                <a:lnTo>
                  <a:pt x="900362" y="72390"/>
                </a:lnTo>
                <a:cubicBezTo>
                  <a:pt x="900362" y="79068"/>
                  <a:pt x="900622" y="83567"/>
                  <a:pt x="901143" y="85887"/>
                </a:cubicBezTo>
                <a:cubicBezTo>
                  <a:pt x="901948" y="89250"/>
                  <a:pt x="903653" y="91890"/>
                  <a:pt x="906258" y="93808"/>
                </a:cubicBezTo>
                <a:cubicBezTo>
                  <a:pt x="908863" y="95727"/>
                  <a:pt x="912084" y="96686"/>
                  <a:pt x="915920" y="96686"/>
                </a:cubicBezTo>
                <a:cubicBezTo>
                  <a:pt x="919756" y="96686"/>
                  <a:pt x="923355" y="95703"/>
                  <a:pt x="926718" y="93737"/>
                </a:cubicBezTo>
                <a:cubicBezTo>
                  <a:pt x="930080" y="91772"/>
                  <a:pt x="932460" y="89096"/>
                  <a:pt x="933857" y="85710"/>
                </a:cubicBezTo>
                <a:cubicBezTo>
                  <a:pt x="935254" y="82324"/>
                  <a:pt x="935953" y="77410"/>
                  <a:pt x="935953" y="70969"/>
                </a:cubicBezTo>
                <a:lnTo>
                  <a:pt x="935953" y="30547"/>
                </a:lnTo>
                <a:lnTo>
                  <a:pt x="948740" y="30547"/>
                </a:lnTo>
                <a:lnTo>
                  <a:pt x="948740" y="105992"/>
                </a:lnTo>
                <a:lnTo>
                  <a:pt x="937303" y="105992"/>
                </a:lnTo>
                <a:close/>
                <a:moveTo>
                  <a:pt x="968632" y="105992"/>
                </a:moveTo>
                <a:lnTo>
                  <a:pt x="968632" y="30547"/>
                </a:lnTo>
                <a:lnTo>
                  <a:pt x="980140" y="30547"/>
                </a:lnTo>
                <a:lnTo>
                  <a:pt x="980140" y="41914"/>
                </a:lnTo>
                <a:cubicBezTo>
                  <a:pt x="983076" y="36592"/>
                  <a:pt x="985788" y="33082"/>
                  <a:pt x="988274" y="31386"/>
                </a:cubicBezTo>
                <a:cubicBezTo>
                  <a:pt x="990761" y="29690"/>
                  <a:pt x="993496" y="28842"/>
                  <a:pt x="996479" y="28842"/>
                </a:cubicBezTo>
                <a:cubicBezTo>
                  <a:pt x="1000789" y="28842"/>
                  <a:pt x="1005170" y="30210"/>
                  <a:pt x="1009622" y="32945"/>
                </a:cubicBezTo>
                <a:lnTo>
                  <a:pt x="1005217" y="44755"/>
                </a:lnTo>
                <a:cubicBezTo>
                  <a:pt x="1002092" y="42908"/>
                  <a:pt x="998966" y="41985"/>
                  <a:pt x="995840" y="41985"/>
                </a:cubicBezTo>
                <a:cubicBezTo>
                  <a:pt x="993046" y="41985"/>
                  <a:pt x="990536" y="42827"/>
                  <a:pt x="988310" y="44511"/>
                </a:cubicBezTo>
                <a:cubicBezTo>
                  <a:pt x="986084" y="46194"/>
                  <a:pt x="984497" y="48529"/>
                  <a:pt x="983550" y="51515"/>
                </a:cubicBezTo>
                <a:cubicBezTo>
                  <a:pt x="982129" y="56066"/>
                  <a:pt x="981419" y="61044"/>
                  <a:pt x="981419" y="66449"/>
                </a:cubicBezTo>
                <a:lnTo>
                  <a:pt x="981419" y="105992"/>
                </a:lnTo>
                <a:lnTo>
                  <a:pt x="968632" y="105992"/>
                </a:lnTo>
                <a:close/>
                <a:moveTo>
                  <a:pt x="1066454" y="96677"/>
                </a:moveTo>
                <a:cubicBezTo>
                  <a:pt x="1061718" y="100705"/>
                  <a:pt x="1057160" y="103549"/>
                  <a:pt x="1052779" y="105208"/>
                </a:cubicBezTo>
                <a:cubicBezTo>
                  <a:pt x="1048398" y="106867"/>
                  <a:pt x="1043698" y="107697"/>
                  <a:pt x="1038677" y="107697"/>
                </a:cubicBezTo>
                <a:cubicBezTo>
                  <a:pt x="1030389" y="107697"/>
                  <a:pt x="1024020" y="105671"/>
                  <a:pt x="1019568" y="101618"/>
                </a:cubicBezTo>
                <a:cubicBezTo>
                  <a:pt x="1015116" y="97566"/>
                  <a:pt x="1012890" y="92388"/>
                  <a:pt x="1012890" y="86085"/>
                </a:cubicBezTo>
                <a:cubicBezTo>
                  <a:pt x="1012890" y="82389"/>
                  <a:pt x="1013731" y="79014"/>
                  <a:pt x="1015412" y="75957"/>
                </a:cubicBezTo>
                <a:cubicBezTo>
                  <a:pt x="1017093" y="72900"/>
                  <a:pt x="1019295" y="70447"/>
                  <a:pt x="1022019" y="68598"/>
                </a:cubicBezTo>
                <a:cubicBezTo>
                  <a:pt x="1024742" y="66750"/>
                  <a:pt x="1027808" y="65352"/>
                  <a:pt x="1031218" y="64404"/>
                </a:cubicBezTo>
                <a:cubicBezTo>
                  <a:pt x="1033728" y="63740"/>
                  <a:pt x="1037517" y="63100"/>
                  <a:pt x="1042585" y="62484"/>
                </a:cubicBezTo>
                <a:cubicBezTo>
                  <a:pt x="1052909" y="61262"/>
                  <a:pt x="1060510" y="59804"/>
                  <a:pt x="1065389" y="58111"/>
                </a:cubicBezTo>
                <a:cubicBezTo>
                  <a:pt x="1065436" y="56366"/>
                  <a:pt x="1065460" y="55257"/>
                  <a:pt x="1065460" y="54785"/>
                </a:cubicBezTo>
                <a:cubicBezTo>
                  <a:pt x="1065460" y="49595"/>
                  <a:pt x="1064252" y="45939"/>
                  <a:pt x="1061837" y="43816"/>
                </a:cubicBezTo>
                <a:cubicBezTo>
                  <a:pt x="1058569" y="40938"/>
                  <a:pt x="1053714" y="39498"/>
                  <a:pt x="1047273" y="39498"/>
                </a:cubicBezTo>
                <a:cubicBezTo>
                  <a:pt x="1041259" y="39498"/>
                  <a:pt x="1036819" y="40552"/>
                  <a:pt x="1033953" y="42660"/>
                </a:cubicBezTo>
                <a:cubicBezTo>
                  <a:pt x="1031088" y="44767"/>
                  <a:pt x="1028969" y="48497"/>
                  <a:pt x="1027595" y="53848"/>
                </a:cubicBezTo>
                <a:lnTo>
                  <a:pt x="1015092" y="52143"/>
                </a:lnTo>
                <a:cubicBezTo>
                  <a:pt x="1016229" y="46775"/>
                  <a:pt x="1018100" y="42441"/>
                  <a:pt x="1020704" y="39139"/>
                </a:cubicBezTo>
                <a:cubicBezTo>
                  <a:pt x="1023309" y="35837"/>
                  <a:pt x="1027074" y="33296"/>
                  <a:pt x="1032000" y="31515"/>
                </a:cubicBezTo>
                <a:cubicBezTo>
                  <a:pt x="1036925" y="29733"/>
                  <a:pt x="1042632" y="28842"/>
                  <a:pt x="1049120" y="28842"/>
                </a:cubicBezTo>
                <a:cubicBezTo>
                  <a:pt x="1055561" y="28842"/>
                  <a:pt x="1060795" y="29600"/>
                  <a:pt x="1064820" y="31116"/>
                </a:cubicBezTo>
                <a:cubicBezTo>
                  <a:pt x="1068846" y="32631"/>
                  <a:pt x="1071806" y="34537"/>
                  <a:pt x="1073700" y="36834"/>
                </a:cubicBezTo>
                <a:cubicBezTo>
                  <a:pt x="1075595" y="39131"/>
                  <a:pt x="1076921" y="42032"/>
                  <a:pt x="1077678" y="45537"/>
                </a:cubicBezTo>
                <a:cubicBezTo>
                  <a:pt x="1078105" y="47715"/>
                  <a:pt x="1078318" y="51646"/>
                  <a:pt x="1078318" y="57329"/>
                </a:cubicBezTo>
                <a:lnTo>
                  <a:pt x="1078318" y="74379"/>
                </a:lnTo>
                <a:cubicBezTo>
                  <a:pt x="1078318" y="86266"/>
                  <a:pt x="1078590" y="93785"/>
                  <a:pt x="1079135" y="96934"/>
                </a:cubicBezTo>
                <a:cubicBezTo>
                  <a:pt x="1079679" y="100084"/>
                  <a:pt x="1080757" y="103103"/>
                  <a:pt x="1082367" y="105992"/>
                </a:cubicBezTo>
                <a:lnTo>
                  <a:pt x="1069012" y="105992"/>
                </a:lnTo>
                <a:cubicBezTo>
                  <a:pt x="1067686" y="103337"/>
                  <a:pt x="1066833" y="100232"/>
                  <a:pt x="1066454" y="96677"/>
                </a:cubicBezTo>
                <a:moveTo>
                  <a:pt x="1065389" y="68056"/>
                </a:moveTo>
                <a:cubicBezTo>
                  <a:pt x="1060747" y="69967"/>
                  <a:pt x="1053785" y="71591"/>
                  <a:pt x="1044503" y="72927"/>
                </a:cubicBezTo>
                <a:cubicBezTo>
                  <a:pt x="1039246" y="73688"/>
                  <a:pt x="1035528" y="74544"/>
                  <a:pt x="1033349" y="75496"/>
                </a:cubicBezTo>
                <a:cubicBezTo>
                  <a:pt x="1031171" y="76446"/>
                  <a:pt x="1029490" y="77837"/>
                  <a:pt x="1028306" y="79669"/>
                </a:cubicBezTo>
                <a:cubicBezTo>
                  <a:pt x="1027122" y="81500"/>
                  <a:pt x="1026530" y="83533"/>
                  <a:pt x="1026530" y="85768"/>
                </a:cubicBezTo>
                <a:cubicBezTo>
                  <a:pt x="1026530" y="89191"/>
                  <a:pt x="1027820" y="92044"/>
                  <a:pt x="1030401" y="94328"/>
                </a:cubicBezTo>
                <a:cubicBezTo>
                  <a:pt x="1032982" y="96610"/>
                  <a:pt x="1036759" y="97751"/>
                  <a:pt x="1041732" y="97751"/>
                </a:cubicBezTo>
                <a:cubicBezTo>
                  <a:pt x="1046658" y="97751"/>
                  <a:pt x="1051038" y="96669"/>
                  <a:pt x="1054875" y="94503"/>
                </a:cubicBezTo>
                <a:cubicBezTo>
                  <a:pt x="1058711" y="92338"/>
                  <a:pt x="1061529" y="89376"/>
                  <a:pt x="1063328" y="85617"/>
                </a:cubicBezTo>
                <a:cubicBezTo>
                  <a:pt x="1064702" y="82713"/>
                  <a:pt x="1065389" y="78430"/>
                  <a:pt x="1065389" y="72767"/>
                </a:cubicBezTo>
                <a:lnTo>
                  <a:pt x="1065389" y="68056"/>
                </a:lnTo>
                <a:close/>
                <a:moveTo>
                  <a:pt x="1126056" y="94696"/>
                </a:moveTo>
                <a:lnTo>
                  <a:pt x="1127903" y="105992"/>
                </a:lnTo>
                <a:cubicBezTo>
                  <a:pt x="1124304" y="106655"/>
                  <a:pt x="1121083" y="106986"/>
                  <a:pt x="1118242" y="106986"/>
                </a:cubicBezTo>
                <a:cubicBezTo>
                  <a:pt x="1113600" y="106986"/>
                  <a:pt x="1110001" y="106252"/>
                  <a:pt x="1107444" y="104784"/>
                </a:cubicBezTo>
                <a:cubicBezTo>
                  <a:pt x="1104886" y="103316"/>
                  <a:pt x="1103086" y="101386"/>
                  <a:pt x="1102045" y="98994"/>
                </a:cubicBezTo>
                <a:cubicBezTo>
                  <a:pt x="1101003" y="96603"/>
                  <a:pt x="1100482" y="91571"/>
                  <a:pt x="1100482" y="83898"/>
                </a:cubicBezTo>
                <a:lnTo>
                  <a:pt x="1100482" y="40493"/>
                </a:lnTo>
                <a:lnTo>
                  <a:pt x="1091104" y="40493"/>
                </a:lnTo>
                <a:lnTo>
                  <a:pt x="1091104" y="30547"/>
                </a:lnTo>
                <a:lnTo>
                  <a:pt x="1100482" y="30547"/>
                </a:lnTo>
                <a:lnTo>
                  <a:pt x="1100482" y="11813"/>
                </a:lnTo>
                <a:lnTo>
                  <a:pt x="1113198" y="4120"/>
                </a:lnTo>
                <a:lnTo>
                  <a:pt x="1113198" y="30547"/>
                </a:lnTo>
                <a:lnTo>
                  <a:pt x="1126056" y="30547"/>
                </a:lnTo>
                <a:lnTo>
                  <a:pt x="1126056" y="40493"/>
                </a:lnTo>
                <a:lnTo>
                  <a:pt x="1113198" y="40493"/>
                </a:lnTo>
                <a:lnTo>
                  <a:pt x="1113198" y="84609"/>
                </a:lnTo>
                <a:cubicBezTo>
                  <a:pt x="1113198" y="88255"/>
                  <a:pt x="1113423" y="90600"/>
                  <a:pt x="1113873" y="91642"/>
                </a:cubicBezTo>
                <a:cubicBezTo>
                  <a:pt x="1114323" y="92684"/>
                  <a:pt x="1115057" y="93512"/>
                  <a:pt x="1116075" y="94128"/>
                </a:cubicBezTo>
                <a:cubicBezTo>
                  <a:pt x="1117093" y="94744"/>
                  <a:pt x="1118550" y="95052"/>
                  <a:pt x="1120444" y="95052"/>
                </a:cubicBezTo>
                <a:cubicBezTo>
                  <a:pt x="1121865" y="95052"/>
                  <a:pt x="1123735" y="94933"/>
                  <a:pt x="1126056" y="94696"/>
                </a:cubicBezTo>
                <a:close/>
                <a:moveTo>
                  <a:pt x="1138630" y="16623"/>
                </a:moveTo>
                <a:lnTo>
                  <a:pt x="1138630" y="1847"/>
                </a:lnTo>
                <a:lnTo>
                  <a:pt x="1151417" y="1847"/>
                </a:lnTo>
                <a:lnTo>
                  <a:pt x="1151417" y="16623"/>
                </a:lnTo>
                <a:lnTo>
                  <a:pt x="1138630" y="16623"/>
                </a:lnTo>
                <a:moveTo>
                  <a:pt x="1138630" y="105992"/>
                </a:moveTo>
                <a:lnTo>
                  <a:pt x="1138630" y="30547"/>
                </a:lnTo>
                <a:lnTo>
                  <a:pt x="1151417" y="30547"/>
                </a:lnTo>
                <a:lnTo>
                  <a:pt x="1151417" y="105992"/>
                </a:lnTo>
                <a:lnTo>
                  <a:pt x="1138630" y="105992"/>
                </a:lnTo>
                <a:close/>
                <a:moveTo>
                  <a:pt x="1166123" y="68270"/>
                </a:moveTo>
                <a:cubicBezTo>
                  <a:pt x="1166123" y="54298"/>
                  <a:pt x="1170007" y="43950"/>
                  <a:pt x="1177774" y="37225"/>
                </a:cubicBezTo>
                <a:cubicBezTo>
                  <a:pt x="1184262" y="31637"/>
                  <a:pt x="1192171" y="28842"/>
                  <a:pt x="1201501" y="28842"/>
                </a:cubicBezTo>
                <a:cubicBezTo>
                  <a:pt x="1211873" y="28842"/>
                  <a:pt x="1220351" y="32240"/>
                  <a:pt x="1226934" y="39037"/>
                </a:cubicBezTo>
                <a:cubicBezTo>
                  <a:pt x="1233517" y="45833"/>
                  <a:pt x="1236808" y="55222"/>
                  <a:pt x="1236808" y="67204"/>
                </a:cubicBezTo>
                <a:cubicBezTo>
                  <a:pt x="1236808" y="76913"/>
                  <a:pt x="1235352" y="84550"/>
                  <a:pt x="1232439" y="90114"/>
                </a:cubicBezTo>
                <a:cubicBezTo>
                  <a:pt x="1229527" y="95679"/>
                  <a:pt x="1225288" y="100001"/>
                  <a:pt x="1219723" y="103079"/>
                </a:cubicBezTo>
                <a:cubicBezTo>
                  <a:pt x="1214158" y="106158"/>
                  <a:pt x="1208084" y="107697"/>
                  <a:pt x="1201501" y="107697"/>
                </a:cubicBezTo>
                <a:cubicBezTo>
                  <a:pt x="1190940" y="107697"/>
                  <a:pt x="1182403" y="104311"/>
                  <a:pt x="1175891" y="97538"/>
                </a:cubicBezTo>
                <a:cubicBezTo>
                  <a:pt x="1169379" y="90766"/>
                  <a:pt x="1166123" y="81009"/>
                  <a:pt x="1166123" y="68270"/>
                </a:cubicBezTo>
                <a:moveTo>
                  <a:pt x="1179266" y="68234"/>
                </a:moveTo>
                <a:cubicBezTo>
                  <a:pt x="1179266" y="77860"/>
                  <a:pt x="1181373" y="85068"/>
                  <a:pt x="1185588" y="89857"/>
                </a:cubicBezTo>
                <a:cubicBezTo>
                  <a:pt x="1189803" y="94646"/>
                  <a:pt x="1195108" y="97041"/>
                  <a:pt x="1201501" y="97041"/>
                </a:cubicBezTo>
                <a:cubicBezTo>
                  <a:pt x="1207847" y="97041"/>
                  <a:pt x="1213128" y="94634"/>
                  <a:pt x="1217343" y="89821"/>
                </a:cubicBezTo>
                <a:cubicBezTo>
                  <a:pt x="1221558" y="85008"/>
                  <a:pt x="1223666" y="77671"/>
                  <a:pt x="1223666" y="67810"/>
                </a:cubicBezTo>
                <a:cubicBezTo>
                  <a:pt x="1223666" y="58514"/>
                  <a:pt x="1221546" y="51471"/>
                  <a:pt x="1217308" y="46682"/>
                </a:cubicBezTo>
                <a:cubicBezTo>
                  <a:pt x="1213069" y="41893"/>
                  <a:pt x="1207800" y="39498"/>
                  <a:pt x="1201501" y="39498"/>
                </a:cubicBezTo>
                <a:cubicBezTo>
                  <a:pt x="1195108" y="39498"/>
                  <a:pt x="1189803" y="41881"/>
                  <a:pt x="1185588" y="46647"/>
                </a:cubicBezTo>
                <a:cubicBezTo>
                  <a:pt x="1181373" y="51412"/>
                  <a:pt x="1179266" y="58608"/>
                  <a:pt x="1179266" y="68234"/>
                </a:cubicBezTo>
                <a:close/>
                <a:moveTo>
                  <a:pt x="1251797" y="105992"/>
                </a:moveTo>
                <a:lnTo>
                  <a:pt x="1251797" y="30547"/>
                </a:lnTo>
                <a:lnTo>
                  <a:pt x="1263305" y="30547"/>
                </a:lnTo>
                <a:lnTo>
                  <a:pt x="1263305" y="41203"/>
                </a:lnTo>
                <a:cubicBezTo>
                  <a:pt x="1268846" y="32963"/>
                  <a:pt x="1276850" y="28842"/>
                  <a:pt x="1287317" y="28842"/>
                </a:cubicBezTo>
                <a:cubicBezTo>
                  <a:pt x="1291863" y="28842"/>
                  <a:pt x="1296043" y="29659"/>
                  <a:pt x="1299855" y="31293"/>
                </a:cubicBezTo>
                <a:cubicBezTo>
                  <a:pt x="1303668" y="32927"/>
                  <a:pt x="1306521" y="35070"/>
                  <a:pt x="1308416" y="37722"/>
                </a:cubicBezTo>
                <a:cubicBezTo>
                  <a:pt x="1310310" y="40374"/>
                  <a:pt x="1311636" y="43524"/>
                  <a:pt x="1312394" y="47171"/>
                </a:cubicBezTo>
                <a:cubicBezTo>
                  <a:pt x="1312868" y="49539"/>
                  <a:pt x="1313104" y="53683"/>
                  <a:pt x="1313104" y="59603"/>
                </a:cubicBezTo>
                <a:lnTo>
                  <a:pt x="1313104" y="105992"/>
                </a:lnTo>
                <a:lnTo>
                  <a:pt x="1300317" y="105992"/>
                </a:lnTo>
                <a:lnTo>
                  <a:pt x="1300317" y="60051"/>
                </a:lnTo>
                <a:cubicBezTo>
                  <a:pt x="1300317" y="54836"/>
                  <a:pt x="1299820" y="50936"/>
                  <a:pt x="1298825" y="48352"/>
                </a:cubicBezTo>
                <a:cubicBezTo>
                  <a:pt x="1297831" y="45768"/>
                  <a:pt x="1296067" y="43705"/>
                  <a:pt x="1293533" y="42165"/>
                </a:cubicBezTo>
                <a:cubicBezTo>
                  <a:pt x="1290999" y="40624"/>
                  <a:pt x="1288027" y="39853"/>
                  <a:pt x="1284617" y="39853"/>
                </a:cubicBezTo>
                <a:cubicBezTo>
                  <a:pt x="1279171" y="39853"/>
                  <a:pt x="1274470" y="41584"/>
                  <a:pt x="1270516" y="45046"/>
                </a:cubicBezTo>
                <a:cubicBezTo>
                  <a:pt x="1266561" y="48506"/>
                  <a:pt x="1264584" y="55072"/>
                  <a:pt x="1264584" y="64744"/>
                </a:cubicBezTo>
                <a:lnTo>
                  <a:pt x="1264584" y="105992"/>
                </a:lnTo>
                <a:lnTo>
                  <a:pt x="1251797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+appOverview:String">
            <a:extLst xmlns:a="http://schemas.openxmlformats.org/drawingml/2006/main">
              <a:ext uri="{FF2B5EF4-FFF2-40B4-BE49-F238E27FC236}">
                <a16:creationId xmlns:a16="http://schemas.microsoft.com/office/drawing/2014/main" id="{F60AEA24-277B-44C1-AA7D-54C4D8F9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1" y="3139022"/>
            <a:ext cx="1417536" cy="136681"/>
          </a:xfrm>
          <a:custGeom xmlns:a="http://schemas.openxmlformats.org/drawingml/2006/main">
            <a:pathLst>
              <a:path w="1417536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76110" y="96677"/>
                </a:moveTo>
                <a:cubicBezTo>
                  <a:pt x="171374" y="100705"/>
                  <a:pt x="166815" y="103549"/>
                  <a:pt x="162435" y="105208"/>
                </a:cubicBezTo>
                <a:cubicBezTo>
                  <a:pt x="158054" y="106867"/>
                  <a:pt x="153353" y="107697"/>
                  <a:pt x="148333" y="107697"/>
                </a:cubicBezTo>
                <a:cubicBezTo>
                  <a:pt x="140045" y="107697"/>
                  <a:pt x="133675" y="105671"/>
                  <a:pt x="129223" y="101618"/>
                </a:cubicBezTo>
                <a:cubicBezTo>
                  <a:pt x="124771" y="97566"/>
                  <a:pt x="122545" y="92388"/>
                  <a:pt x="122545" y="86085"/>
                </a:cubicBezTo>
                <a:cubicBezTo>
                  <a:pt x="122545" y="82389"/>
                  <a:pt x="123386" y="79014"/>
                  <a:pt x="125067" y="75957"/>
                </a:cubicBezTo>
                <a:cubicBezTo>
                  <a:pt x="126749" y="72900"/>
                  <a:pt x="128951" y="70447"/>
                  <a:pt x="131674" y="68598"/>
                </a:cubicBezTo>
                <a:cubicBezTo>
                  <a:pt x="134397" y="66750"/>
                  <a:pt x="137464" y="65352"/>
                  <a:pt x="140874" y="64404"/>
                </a:cubicBezTo>
                <a:cubicBezTo>
                  <a:pt x="143384" y="63740"/>
                  <a:pt x="147173" y="63100"/>
                  <a:pt x="152240" y="62484"/>
                </a:cubicBezTo>
                <a:cubicBezTo>
                  <a:pt x="162565" y="61262"/>
                  <a:pt x="170166" y="59804"/>
                  <a:pt x="175044" y="58111"/>
                </a:cubicBezTo>
                <a:cubicBezTo>
                  <a:pt x="175091" y="56366"/>
                  <a:pt x="175115" y="55257"/>
                  <a:pt x="175115" y="54785"/>
                </a:cubicBezTo>
                <a:cubicBezTo>
                  <a:pt x="175115" y="49595"/>
                  <a:pt x="173907" y="45939"/>
                  <a:pt x="171492" y="43816"/>
                </a:cubicBezTo>
                <a:cubicBezTo>
                  <a:pt x="168224" y="40938"/>
                  <a:pt x="163370" y="39498"/>
                  <a:pt x="156929" y="39498"/>
                </a:cubicBezTo>
                <a:cubicBezTo>
                  <a:pt x="150914" y="39498"/>
                  <a:pt x="146474" y="40552"/>
                  <a:pt x="143609" y="42660"/>
                </a:cubicBezTo>
                <a:cubicBezTo>
                  <a:pt x="140744" y="44767"/>
                  <a:pt x="138624" y="48497"/>
                  <a:pt x="137251" y="53848"/>
                </a:cubicBezTo>
                <a:lnTo>
                  <a:pt x="124748" y="52143"/>
                </a:lnTo>
                <a:cubicBezTo>
                  <a:pt x="125884" y="46775"/>
                  <a:pt x="127755" y="42441"/>
                  <a:pt x="130360" y="39139"/>
                </a:cubicBezTo>
                <a:cubicBezTo>
                  <a:pt x="132965" y="35837"/>
                  <a:pt x="136730" y="33296"/>
                  <a:pt x="141655" y="31515"/>
                </a:cubicBezTo>
                <a:cubicBezTo>
                  <a:pt x="146581" y="29733"/>
                  <a:pt x="152288" y="28842"/>
                  <a:pt x="158776" y="28842"/>
                </a:cubicBezTo>
                <a:cubicBezTo>
                  <a:pt x="165217" y="28842"/>
                  <a:pt x="170450" y="29600"/>
                  <a:pt x="174476" y="31116"/>
                </a:cubicBezTo>
                <a:cubicBezTo>
                  <a:pt x="178501" y="32631"/>
                  <a:pt x="181461" y="34537"/>
                  <a:pt x="183356" y="36834"/>
                </a:cubicBezTo>
                <a:cubicBezTo>
                  <a:pt x="185250" y="39131"/>
                  <a:pt x="186576" y="42032"/>
                  <a:pt x="187334" y="45537"/>
                </a:cubicBezTo>
                <a:cubicBezTo>
                  <a:pt x="187760" y="47715"/>
                  <a:pt x="187973" y="51646"/>
                  <a:pt x="187973" y="57329"/>
                </a:cubicBezTo>
                <a:lnTo>
                  <a:pt x="187973" y="74379"/>
                </a:lnTo>
                <a:cubicBezTo>
                  <a:pt x="187973" y="86266"/>
                  <a:pt x="188246" y="93785"/>
                  <a:pt x="188790" y="96934"/>
                </a:cubicBezTo>
                <a:cubicBezTo>
                  <a:pt x="189335" y="100084"/>
                  <a:pt x="190412" y="103103"/>
                  <a:pt x="192023" y="105992"/>
                </a:cubicBezTo>
                <a:lnTo>
                  <a:pt x="178667" y="105992"/>
                </a:lnTo>
                <a:cubicBezTo>
                  <a:pt x="177341" y="103337"/>
                  <a:pt x="176489" y="100232"/>
                  <a:pt x="176110" y="96677"/>
                </a:cubicBezTo>
                <a:moveTo>
                  <a:pt x="175044" y="68056"/>
                </a:moveTo>
                <a:cubicBezTo>
                  <a:pt x="170403" y="69967"/>
                  <a:pt x="163441" y="71591"/>
                  <a:pt x="154158" y="72927"/>
                </a:cubicBezTo>
                <a:cubicBezTo>
                  <a:pt x="148901" y="73688"/>
                  <a:pt x="145184" y="74544"/>
                  <a:pt x="143005" y="75496"/>
                </a:cubicBezTo>
                <a:cubicBezTo>
                  <a:pt x="140826" y="76446"/>
                  <a:pt x="139145" y="77837"/>
                  <a:pt x="137961" y="79669"/>
                </a:cubicBezTo>
                <a:cubicBezTo>
                  <a:pt x="136777" y="81500"/>
                  <a:pt x="136185" y="83533"/>
                  <a:pt x="136185" y="85768"/>
                </a:cubicBezTo>
                <a:cubicBezTo>
                  <a:pt x="136185" y="89191"/>
                  <a:pt x="137476" y="92044"/>
                  <a:pt x="140057" y="94328"/>
                </a:cubicBezTo>
                <a:cubicBezTo>
                  <a:pt x="142638" y="96610"/>
                  <a:pt x="146415" y="97751"/>
                  <a:pt x="151388" y="97751"/>
                </a:cubicBezTo>
                <a:cubicBezTo>
                  <a:pt x="156313" y="97751"/>
                  <a:pt x="160694" y="96669"/>
                  <a:pt x="164530" y="94503"/>
                </a:cubicBezTo>
                <a:cubicBezTo>
                  <a:pt x="168366" y="92338"/>
                  <a:pt x="171184" y="89376"/>
                  <a:pt x="172984" y="85617"/>
                </a:cubicBezTo>
                <a:cubicBezTo>
                  <a:pt x="174357" y="82713"/>
                  <a:pt x="175044" y="78430"/>
                  <a:pt x="175044" y="72767"/>
                </a:cubicBezTo>
                <a:lnTo>
                  <a:pt x="175044" y="68056"/>
                </a:lnTo>
                <a:close/>
                <a:moveTo>
                  <a:pt x="207794" y="134976"/>
                </a:moveTo>
                <a:lnTo>
                  <a:pt x="207794" y="30547"/>
                </a:lnTo>
                <a:lnTo>
                  <a:pt x="219444" y="30547"/>
                </a:lnTo>
                <a:lnTo>
                  <a:pt x="219444" y="40280"/>
                </a:lnTo>
                <a:cubicBezTo>
                  <a:pt x="222191" y="36467"/>
                  <a:pt x="225293" y="33608"/>
                  <a:pt x="228751" y="31702"/>
                </a:cubicBezTo>
                <a:cubicBezTo>
                  <a:pt x="232208" y="29795"/>
                  <a:pt x="236399" y="28842"/>
                  <a:pt x="241325" y="28842"/>
                </a:cubicBezTo>
                <a:cubicBezTo>
                  <a:pt x="247766" y="28842"/>
                  <a:pt x="253449" y="30500"/>
                  <a:pt x="258374" y="33815"/>
                </a:cubicBezTo>
                <a:cubicBezTo>
                  <a:pt x="263300" y="37130"/>
                  <a:pt x="267018" y="41807"/>
                  <a:pt x="269528" y="47845"/>
                </a:cubicBezTo>
                <a:cubicBezTo>
                  <a:pt x="272038" y="53884"/>
                  <a:pt x="273293" y="60502"/>
                  <a:pt x="273293" y="67701"/>
                </a:cubicBezTo>
                <a:cubicBezTo>
                  <a:pt x="273293" y="75421"/>
                  <a:pt x="271907" y="82371"/>
                  <a:pt x="269137" y="88551"/>
                </a:cubicBezTo>
                <a:cubicBezTo>
                  <a:pt x="266366" y="94732"/>
                  <a:pt x="262341" y="99468"/>
                  <a:pt x="257060" y="102759"/>
                </a:cubicBezTo>
                <a:cubicBezTo>
                  <a:pt x="251779" y="106051"/>
                  <a:pt x="246226" y="107697"/>
                  <a:pt x="240401" y="107697"/>
                </a:cubicBezTo>
                <a:cubicBezTo>
                  <a:pt x="236139" y="107697"/>
                  <a:pt x="232314" y="106785"/>
                  <a:pt x="228928" y="104962"/>
                </a:cubicBezTo>
                <a:cubicBezTo>
                  <a:pt x="225542" y="103137"/>
                  <a:pt x="222760" y="100833"/>
                  <a:pt x="220581" y="98049"/>
                </a:cubicBezTo>
                <a:lnTo>
                  <a:pt x="220581" y="134976"/>
                </a:lnTo>
                <a:lnTo>
                  <a:pt x="207794" y="134976"/>
                </a:lnTo>
                <a:moveTo>
                  <a:pt x="219373" y="68589"/>
                </a:moveTo>
                <a:cubicBezTo>
                  <a:pt x="219373" y="78286"/>
                  <a:pt x="221339" y="85452"/>
                  <a:pt x="225270" y="90088"/>
                </a:cubicBezTo>
                <a:cubicBezTo>
                  <a:pt x="229201" y="94723"/>
                  <a:pt x="233960" y="97041"/>
                  <a:pt x="239549" y="97041"/>
                </a:cubicBezTo>
                <a:cubicBezTo>
                  <a:pt x="245232" y="97041"/>
                  <a:pt x="250098" y="94640"/>
                  <a:pt x="254147" y="89839"/>
                </a:cubicBezTo>
                <a:cubicBezTo>
                  <a:pt x="258197" y="85038"/>
                  <a:pt x="260221" y="77599"/>
                  <a:pt x="260221" y="67524"/>
                </a:cubicBezTo>
                <a:cubicBezTo>
                  <a:pt x="260221" y="57921"/>
                  <a:pt x="258244" y="50731"/>
                  <a:pt x="254290" y="45954"/>
                </a:cubicBezTo>
                <a:cubicBezTo>
                  <a:pt x="250335" y="41177"/>
                  <a:pt x="245611" y="38788"/>
                  <a:pt x="240117" y="38788"/>
                </a:cubicBezTo>
                <a:cubicBezTo>
                  <a:pt x="234671" y="38788"/>
                  <a:pt x="229852" y="41331"/>
                  <a:pt x="225660" y="46416"/>
                </a:cubicBezTo>
                <a:cubicBezTo>
                  <a:pt x="221469" y="51501"/>
                  <a:pt x="219373" y="58892"/>
                  <a:pt x="219373" y="68589"/>
                </a:cubicBezTo>
                <a:close/>
                <a:moveTo>
                  <a:pt x="288709" y="134976"/>
                </a:moveTo>
                <a:lnTo>
                  <a:pt x="288709" y="30547"/>
                </a:lnTo>
                <a:lnTo>
                  <a:pt x="300360" y="30547"/>
                </a:lnTo>
                <a:lnTo>
                  <a:pt x="300360" y="40280"/>
                </a:lnTo>
                <a:cubicBezTo>
                  <a:pt x="303107" y="36467"/>
                  <a:pt x="306209" y="33608"/>
                  <a:pt x="309666" y="31702"/>
                </a:cubicBezTo>
                <a:cubicBezTo>
                  <a:pt x="313124" y="29795"/>
                  <a:pt x="317315" y="28842"/>
                  <a:pt x="322240" y="28842"/>
                </a:cubicBezTo>
                <a:cubicBezTo>
                  <a:pt x="328681" y="28842"/>
                  <a:pt x="334365" y="30500"/>
                  <a:pt x="339290" y="33815"/>
                </a:cubicBezTo>
                <a:cubicBezTo>
                  <a:pt x="344215" y="37130"/>
                  <a:pt x="347933" y="41807"/>
                  <a:pt x="350443" y="47845"/>
                </a:cubicBezTo>
                <a:cubicBezTo>
                  <a:pt x="352953" y="53884"/>
                  <a:pt x="354208" y="60502"/>
                  <a:pt x="354208" y="67701"/>
                </a:cubicBezTo>
                <a:cubicBezTo>
                  <a:pt x="354208" y="75421"/>
                  <a:pt x="352823" y="82371"/>
                  <a:pt x="350053" y="88551"/>
                </a:cubicBezTo>
                <a:cubicBezTo>
                  <a:pt x="347282" y="94732"/>
                  <a:pt x="343256" y="99468"/>
                  <a:pt x="337976" y="102759"/>
                </a:cubicBezTo>
                <a:cubicBezTo>
                  <a:pt x="332695" y="106051"/>
                  <a:pt x="327142" y="107697"/>
                  <a:pt x="321317" y="107697"/>
                </a:cubicBezTo>
                <a:cubicBezTo>
                  <a:pt x="317054" y="107697"/>
                  <a:pt x="313230" y="106785"/>
                  <a:pt x="309844" y="104962"/>
                </a:cubicBezTo>
                <a:cubicBezTo>
                  <a:pt x="306458" y="103137"/>
                  <a:pt x="303675" y="100833"/>
                  <a:pt x="301497" y="98049"/>
                </a:cubicBezTo>
                <a:lnTo>
                  <a:pt x="301497" y="134976"/>
                </a:lnTo>
                <a:lnTo>
                  <a:pt x="288709" y="134976"/>
                </a:lnTo>
                <a:moveTo>
                  <a:pt x="300289" y="68589"/>
                </a:moveTo>
                <a:cubicBezTo>
                  <a:pt x="300289" y="78286"/>
                  <a:pt x="302254" y="85452"/>
                  <a:pt x="306185" y="90088"/>
                </a:cubicBezTo>
                <a:cubicBezTo>
                  <a:pt x="310116" y="94723"/>
                  <a:pt x="314876" y="97041"/>
                  <a:pt x="320464" y="97041"/>
                </a:cubicBezTo>
                <a:cubicBezTo>
                  <a:pt x="326148" y="97041"/>
                  <a:pt x="331014" y="94640"/>
                  <a:pt x="335063" y="89839"/>
                </a:cubicBezTo>
                <a:cubicBezTo>
                  <a:pt x="339112" y="85038"/>
                  <a:pt x="341137" y="77599"/>
                  <a:pt x="341137" y="67524"/>
                </a:cubicBezTo>
                <a:cubicBezTo>
                  <a:pt x="341137" y="57921"/>
                  <a:pt x="339160" y="50731"/>
                  <a:pt x="335205" y="45954"/>
                </a:cubicBezTo>
                <a:cubicBezTo>
                  <a:pt x="331251" y="41177"/>
                  <a:pt x="326526" y="38788"/>
                  <a:pt x="321033" y="38788"/>
                </a:cubicBezTo>
                <a:cubicBezTo>
                  <a:pt x="315586" y="38788"/>
                  <a:pt x="310767" y="41331"/>
                  <a:pt x="306576" y="46416"/>
                </a:cubicBezTo>
                <a:cubicBezTo>
                  <a:pt x="302385" y="51501"/>
                  <a:pt x="300289" y="58892"/>
                  <a:pt x="300289" y="68589"/>
                </a:cubicBezTo>
                <a:close/>
                <a:moveTo>
                  <a:pt x="367069" y="55234"/>
                </a:moveTo>
                <a:cubicBezTo>
                  <a:pt x="367069" y="37958"/>
                  <a:pt x="371710" y="24433"/>
                  <a:pt x="380992" y="14661"/>
                </a:cubicBezTo>
                <a:cubicBezTo>
                  <a:pt x="390275" y="4887"/>
                  <a:pt x="402257" y="0"/>
                  <a:pt x="416939" y="0"/>
                </a:cubicBezTo>
                <a:cubicBezTo>
                  <a:pt x="426553" y="0"/>
                  <a:pt x="435220" y="2295"/>
                  <a:pt x="442939" y="6886"/>
                </a:cubicBezTo>
                <a:cubicBezTo>
                  <a:pt x="450659" y="11477"/>
                  <a:pt x="456544" y="17879"/>
                  <a:pt x="460593" y="26092"/>
                </a:cubicBezTo>
                <a:cubicBezTo>
                  <a:pt x="464642" y="34303"/>
                  <a:pt x="466667" y="43614"/>
                  <a:pt x="466667" y="54026"/>
                </a:cubicBezTo>
                <a:cubicBezTo>
                  <a:pt x="466667" y="64580"/>
                  <a:pt x="464536" y="74022"/>
                  <a:pt x="460273" y="82353"/>
                </a:cubicBezTo>
                <a:cubicBezTo>
                  <a:pt x="456011" y="90683"/>
                  <a:pt x="449972" y="96989"/>
                  <a:pt x="442158" y="101272"/>
                </a:cubicBezTo>
                <a:cubicBezTo>
                  <a:pt x="434344" y="105555"/>
                  <a:pt x="425913" y="107697"/>
                  <a:pt x="416868" y="107697"/>
                </a:cubicBezTo>
                <a:cubicBezTo>
                  <a:pt x="407064" y="107697"/>
                  <a:pt x="398303" y="105330"/>
                  <a:pt x="390583" y="100597"/>
                </a:cubicBezTo>
                <a:cubicBezTo>
                  <a:pt x="382863" y="95864"/>
                  <a:pt x="377014" y="89404"/>
                  <a:pt x="373036" y="81217"/>
                </a:cubicBezTo>
                <a:cubicBezTo>
                  <a:pt x="369058" y="73029"/>
                  <a:pt x="367069" y="64368"/>
                  <a:pt x="367069" y="55234"/>
                </a:cubicBezTo>
                <a:moveTo>
                  <a:pt x="381277" y="55413"/>
                </a:moveTo>
                <a:cubicBezTo>
                  <a:pt x="381277" y="67986"/>
                  <a:pt x="384651" y="77890"/>
                  <a:pt x="391400" y="85124"/>
                </a:cubicBezTo>
                <a:cubicBezTo>
                  <a:pt x="398149" y="92358"/>
                  <a:pt x="406614" y="95975"/>
                  <a:pt x="416797" y="95975"/>
                </a:cubicBezTo>
                <a:cubicBezTo>
                  <a:pt x="427169" y="95975"/>
                  <a:pt x="435705" y="92323"/>
                  <a:pt x="442407" y="85017"/>
                </a:cubicBezTo>
                <a:cubicBezTo>
                  <a:pt x="449108" y="77710"/>
                  <a:pt x="452459" y="67345"/>
                  <a:pt x="452459" y="53919"/>
                </a:cubicBezTo>
                <a:cubicBezTo>
                  <a:pt x="452459" y="45427"/>
                  <a:pt x="451026" y="38015"/>
                  <a:pt x="448161" y="31682"/>
                </a:cubicBezTo>
                <a:cubicBezTo>
                  <a:pt x="445296" y="25349"/>
                  <a:pt x="441104" y="20439"/>
                  <a:pt x="435587" y="16952"/>
                </a:cubicBezTo>
                <a:cubicBezTo>
                  <a:pt x="430069" y="13465"/>
                  <a:pt x="423877" y="11722"/>
                  <a:pt x="417010" y="11722"/>
                </a:cubicBezTo>
                <a:cubicBezTo>
                  <a:pt x="407254" y="11722"/>
                  <a:pt x="398859" y="15078"/>
                  <a:pt x="391826" y="21792"/>
                </a:cubicBezTo>
                <a:cubicBezTo>
                  <a:pt x="384793" y="28503"/>
                  <a:pt x="381277" y="39711"/>
                  <a:pt x="381277" y="55413"/>
                </a:cubicBezTo>
                <a:close/>
                <a:moveTo>
                  <a:pt x="503745" y="105992"/>
                </a:moveTo>
                <a:lnTo>
                  <a:pt x="475045" y="30547"/>
                </a:lnTo>
                <a:lnTo>
                  <a:pt x="488542" y="30547"/>
                </a:lnTo>
                <a:lnTo>
                  <a:pt x="504739" y="75729"/>
                </a:lnTo>
                <a:cubicBezTo>
                  <a:pt x="506492" y="80607"/>
                  <a:pt x="508102" y="85674"/>
                  <a:pt x="509570" y="90931"/>
                </a:cubicBezTo>
                <a:cubicBezTo>
                  <a:pt x="510707" y="86953"/>
                  <a:pt x="512293" y="82170"/>
                  <a:pt x="514330" y="76581"/>
                </a:cubicBezTo>
                <a:lnTo>
                  <a:pt x="531095" y="30547"/>
                </a:lnTo>
                <a:lnTo>
                  <a:pt x="544238" y="30547"/>
                </a:lnTo>
                <a:lnTo>
                  <a:pt x="515680" y="105992"/>
                </a:lnTo>
                <a:lnTo>
                  <a:pt x="503745" y="105992"/>
                </a:lnTo>
                <a:close/>
                <a:moveTo>
                  <a:pt x="607180" y="81696"/>
                </a:moveTo>
                <a:lnTo>
                  <a:pt x="620393" y="83330"/>
                </a:lnTo>
                <a:cubicBezTo>
                  <a:pt x="618309" y="91050"/>
                  <a:pt x="614450" y="97041"/>
                  <a:pt x="608814" y="101303"/>
                </a:cubicBezTo>
                <a:cubicBezTo>
                  <a:pt x="603178" y="105566"/>
                  <a:pt x="595979" y="107697"/>
                  <a:pt x="587218" y="107697"/>
                </a:cubicBezTo>
                <a:cubicBezTo>
                  <a:pt x="576183" y="107697"/>
                  <a:pt x="567433" y="104299"/>
                  <a:pt x="560968" y="97503"/>
                </a:cubicBezTo>
                <a:cubicBezTo>
                  <a:pt x="554504" y="90706"/>
                  <a:pt x="551271" y="81175"/>
                  <a:pt x="551271" y="68909"/>
                </a:cubicBezTo>
                <a:cubicBezTo>
                  <a:pt x="551271" y="56216"/>
                  <a:pt x="554539" y="46365"/>
                  <a:pt x="561075" y="39356"/>
                </a:cubicBezTo>
                <a:cubicBezTo>
                  <a:pt x="567610" y="32347"/>
                  <a:pt x="576088" y="28842"/>
                  <a:pt x="586507" y="28842"/>
                </a:cubicBezTo>
                <a:cubicBezTo>
                  <a:pt x="596595" y="28842"/>
                  <a:pt x="604835" y="32271"/>
                  <a:pt x="611229" y="39128"/>
                </a:cubicBezTo>
                <a:cubicBezTo>
                  <a:pt x="617623" y="45983"/>
                  <a:pt x="620819" y="55628"/>
                  <a:pt x="620819" y="68063"/>
                </a:cubicBezTo>
                <a:cubicBezTo>
                  <a:pt x="620819" y="68819"/>
                  <a:pt x="620796" y="69954"/>
                  <a:pt x="620748" y="71466"/>
                </a:cubicBezTo>
                <a:lnTo>
                  <a:pt x="564485" y="71466"/>
                </a:lnTo>
                <a:cubicBezTo>
                  <a:pt x="564958" y="79731"/>
                  <a:pt x="567303" y="86059"/>
                  <a:pt x="571518" y="90452"/>
                </a:cubicBezTo>
                <a:cubicBezTo>
                  <a:pt x="575733" y="94844"/>
                  <a:pt x="580990" y="97041"/>
                  <a:pt x="587289" y="97041"/>
                </a:cubicBezTo>
                <a:cubicBezTo>
                  <a:pt x="591977" y="97041"/>
                  <a:pt x="595979" y="95821"/>
                  <a:pt x="599294" y="93382"/>
                </a:cubicBezTo>
                <a:cubicBezTo>
                  <a:pt x="602610" y="90942"/>
                  <a:pt x="605238" y="87046"/>
                  <a:pt x="607180" y="81696"/>
                </a:cubicBezTo>
                <a:moveTo>
                  <a:pt x="565195" y="60810"/>
                </a:moveTo>
                <a:lnTo>
                  <a:pt x="607322" y="60810"/>
                </a:lnTo>
                <a:cubicBezTo>
                  <a:pt x="606754" y="54568"/>
                  <a:pt x="605143" y="49886"/>
                  <a:pt x="602491" y="46764"/>
                </a:cubicBezTo>
                <a:cubicBezTo>
                  <a:pt x="598418" y="41920"/>
                  <a:pt x="593138" y="39498"/>
                  <a:pt x="586649" y="39498"/>
                </a:cubicBezTo>
                <a:cubicBezTo>
                  <a:pt x="580777" y="39498"/>
                  <a:pt x="575839" y="41432"/>
                  <a:pt x="571837" y="45299"/>
                </a:cubicBezTo>
                <a:cubicBezTo>
                  <a:pt x="567835" y="49165"/>
                  <a:pt x="565621" y="54335"/>
                  <a:pt x="565195" y="60810"/>
                </a:cubicBezTo>
                <a:close/>
                <a:moveTo>
                  <a:pt x="636308" y="105992"/>
                </a:moveTo>
                <a:lnTo>
                  <a:pt x="636308" y="30547"/>
                </a:lnTo>
                <a:lnTo>
                  <a:pt x="647817" y="30547"/>
                </a:lnTo>
                <a:lnTo>
                  <a:pt x="647817" y="41914"/>
                </a:lnTo>
                <a:cubicBezTo>
                  <a:pt x="650753" y="36592"/>
                  <a:pt x="653464" y="33082"/>
                  <a:pt x="655951" y="31386"/>
                </a:cubicBezTo>
                <a:cubicBezTo>
                  <a:pt x="658437" y="29690"/>
                  <a:pt x="661172" y="28842"/>
                  <a:pt x="664156" y="28842"/>
                </a:cubicBezTo>
                <a:cubicBezTo>
                  <a:pt x="668466" y="28842"/>
                  <a:pt x="672846" y="30210"/>
                  <a:pt x="677298" y="32945"/>
                </a:cubicBezTo>
                <a:lnTo>
                  <a:pt x="672894" y="44755"/>
                </a:lnTo>
                <a:cubicBezTo>
                  <a:pt x="669768" y="42908"/>
                  <a:pt x="666642" y="41985"/>
                  <a:pt x="663516" y="41985"/>
                </a:cubicBezTo>
                <a:cubicBezTo>
                  <a:pt x="660722" y="41985"/>
                  <a:pt x="658212" y="42827"/>
                  <a:pt x="655986" y="44511"/>
                </a:cubicBezTo>
                <a:cubicBezTo>
                  <a:pt x="653760" y="46194"/>
                  <a:pt x="652174" y="48529"/>
                  <a:pt x="651227" y="51515"/>
                </a:cubicBezTo>
                <a:cubicBezTo>
                  <a:pt x="649806" y="56066"/>
                  <a:pt x="649095" y="61044"/>
                  <a:pt x="649095" y="66449"/>
                </a:cubicBezTo>
                <a:lnTo>
                  <a:pt x="649095" y="105992"/>
                </a:lnTo>
                <a:lnTo>
                  <a:pt x="636308" y="105992"/>
                </a:lnTo>
                <a:close/>
                <a:moveTo>
                  <a:pt x="705863" y="105992"/>
                </a:moveTo>
                <a:lnTo>
                  <a:pt x="677163" y="30547"/>
                </a:lnTo>
                <a:lnTo>
                  <a:pt x="690660" y="30547"/>
                </a:lnTo>
                <a:lnTo>
                  <a:pt x="706857" y="75729"/>
                </a:lnTo>
                <a:cubicBezTo>
                  <a:pt x="708610" y="80607"/>
                  <a:pt x="710220" y="85674"/>
                  <a:pt x="711688" y="90931"/>
                </a:cubicBezTo>
                <a:cubicBezTo>
                  <a:pt x="712825" y="86953"/>
                  <a:pt x="714411" y="82170"/>
                  <a:pt x="716448" y="76581"/>
                </a:cubicBezTo>
                <a:lnTo>
                  <a:pt x="733213" y="30547"/>
                </a:lnTo>
                <a:lnTo>
                  <a:pt x="746356" y="30547"/>
                </a:lnTo>
                <a:lnTo>
                  <a:pt x="717798" y="105992"/>
                </a:lnTo>
                <a:lnTo>
                  <a:pt x="705863" y="105992"/>
                </a:lnTo>
                <a:close/>
                <a:moveTo>
                  <a:pt x="757722" y="16623"/>
                </a:moveTo>
                <a:lnTo>
                  <a:pt x="757722" y="1847"/>
                </a:lnTo>
                <a:lnTo>
                  <a:pt x="770509" y="1847"/>
                </a:lnTo>
                <a:lnTo>
                  <a:pt x="770509" y="16623"/>
                </a:lnTo>
                <a:lnTo>
                  <a:pt x="757722" y="16623"/>
                </a:lnTo>
                <a:moveTo>
                  <a:pt x="757722" y="105992"/>
                </a:moveTo>
                <a:lnTo>
                  <a:pt x="757722" y="30547"/>
                </a:lnTo>
                <a:lnTo>
                  <a:pt x="770509" y="30547"/>
                </a:lnTo>
                <a:lnTo>
                  <a:pt x="770509" y="105992"/>
                </a:lnTo>
                <a:lnTo>
                  <a:pt x="757722" y="105992"/>
                </a:lnTo>
                <a:close/>
                <a:moveTo>
                  <a:pt x="841612" y="81696"/>
                </a:moveTo>
                <a:lnTo>
                  <a:pt x="854825" y="83330"/>
                </a:lnTo>
                <a:cubicBezTo>
                  <a:pt x="852742" y="91050"/>
                  <a:pt x="848882" y="97041"/>
                  <a:pt x="843246" y="101303"/>
                </a:cubicBezTo>
                <a:cubicBezTo>
                  <a:pt x="837610" y="105566"/>
                  <a:pt x="830411" y="107697"/>
                  <a:pt x="821650" y="107697"/>
                </a:cubicBezTo>
                <a:cubicBezTo>
                  <a:pt x="810615" y="107697"/>
                  <a:pt x="801865" y="104299"/>
                  <a:pt x="795400" y="97503"/>
                </a:cubicBezTo>
                <a:cubicBezTo>
                  <a:pt x="788936" y="90706"/>
                  <a:pt x="785703" y="81175"/>
                  <a:pt x="785703" y="68909"/>
                </a:cubicBezTo>
                <a:cubicBezTo>
                  <a:pt x="785703" y="56216"/>
                  <a:pt x="788971" y="46365"/>
                  <a:pt x="795507" y="39356"/>
                </a:cubicBezTo>
                <a:cubicBezTo>
                  <a:pt x="802043" y="32347"/>
                  <a:pt x="810520" y="28842"/>
                  <a:pt x="820939" y="28842"/>
                </a:cubicBezTo>
                <a:cubicBezTo>
                  <a:pt x="831027" y="28842"/>
                  <a:pt x="839268" y="32271"/>
                  <a:pt x="845661" y="39128"/>
                </a:cubicBezTo>
                <a:cubicBezTo>
                  <a:pt x="852055" y="45983"/>
                  <a:pt x="855252" y="55628"/>
                  <a:pt x="855252" y="68063"/>
                </a:cubicBezTo>
                <a:cubicBezTo>
                  <a:pt x="855252" y="68819"/>
                  <a:pt x="855228" y="69954"/>
                  <a:pt x="855181" y="71466"/>
                </a:cubicBezTo>
                <a:lnTo>
                  <a:pt x="798917" y="71466"/>
                </a:lnTo>
                <a:cubicBezTo>
                  <a:pt x="799390" y="79731"/>
                  <a:pt x="801735" y="86059"/>
                  <a:pt x="805950" y="90452"/>
                </a:cubicBezTo>
                <a:cubicBezTo>
                  <a:pt x="810165" y="94844"/>
                  <a:pt x="815422" y="97041"/>
                  <a:pt x="821721" y="97041"/>
                </a:cubicBezTo>
                <a:cubicBezTo>
                  <a:pt x="826409" y="97041"/>
                  <a:pt x="830411" y="95821"/>
                  <a:pt x="833727" y="93382"/>
                </a:cubicBezTo>
                <a:cubicBezTo>
                  <a:pt x="837042" y="90942"/>
                  <a:pt x="839670" y="87046"/>
                  <a:pt x="841612" y="81696"/>
                </a:cubicBezTo>
                <a:moveTo>
                  <a:pt x="799627" y="60810"/>
                </a:moveTo>
                <a:lnTo>
                  <a:pt x="841754" y="60810"/>
                </a:lnTo>
                <a:cubicBezTo>
                  <a:pt x="841186" y="54568"/>
                  <a:pt x="839575" y="49886"/>
                  <a:pt x="836923" y="46764"/>
                </a:cubicBezTo>
                <a:cubicBezTo>
                  <a:pt x="832850" y="41920"/>
                  <a:pt x="827570" y="39498"/>
                  <a:pt x="821081" y="39498"/>
                </a:cubicBezTo>
                <a:cubicBezTo>
                  <a:pt x="815209" y="39498"/>
                  <a:pt x="810271" y="41432"/>
                  <a:pt x="806270" y="45299"/>
                </a:cubicBezTo>
                <a:cubicBezTo>
                  <a:pt x="802268" y="49165"/>
                  <a:pt x="800054" y="54335"/>
                  <a:pt x="799627" y="60810"/>
                </a:cubicBezTo>
                <a:close/>
                <a:moveTo>
                  <a:pt x="884805" y="105992"/>
                </a:moveTo>
                <a:lnTo>
                  <a:pt x="861717" y="30547"/>
                </a:lnTo>
                <a:lnTo>
                  <a:pt x="874931" y="30547"/>
                </a:lnTo>
                <a:lnTo>
                  <a:pt x="886937" y="74088"/>
                </a:lnTo>
                <a:lnTo>
                  <a:pt x="891412" y="90292"/>
                </a:lnTo>
                <a:cubicBezTo>
                  <a:pt x="891602" y="89488"/>
                  <a:pt x="892904" y="84308"/>
                  <a:pt x="895319" y="74750"/>
                </a:cubicBezTo>
                <a:lnTo>
                  <a:pt x="907325" y="30547"/>
                </a:lnTo>
                <a:lnTo>
                  <a:pt x="920468" y="30547"/>
                </a:lnTo>
                <a:lnTo>
                  <a:pt x="931763" y="74299"/>
                </a:lnTo>
                <a:lnTo>
                  <a:pt x="935528" y="88729"/>
                </a:lnTo>
                <a:lnTo>
                  <a:pt x="939861" y="74164"/>
                </a:lnTo>
                <a:lnTo>
                  <a:pt x="952791" y="30547"/>
                </a:lnTo>
                <a:lnTo>
                  <a:pt x="965223" y="30547"/>
                </a:lnTo>
                <a:lnTo>
                  <a:pt x="941637" y="105992"/>
                </a:lnTo>
                <a:lnTo>
                  <a:pt x="928353" y="105992"/>
                </a:lnTo>
                <a:lnTo>
                  <a:pt x="916347" y="60786"/>
                </a:lnTo>
                <a:lnTo>
                  <a:pt x="913435" y="47952"/>
                </a:lnTo>
                <a:lnTo>
                  <a:pt x="898161" y="105992"/>
                </a:lnTo>
                <a:lnTo>
                  <a:pt x="884805" y="105992"/>
                </a:lnTo>
                <a:close/>
                <a:moveTo>
                  <a:pt x="979505" y="45181"/>
                </a:moveTo>
                <a:lnTo>
                  <a:pt x="979505" y="30547"/>
                </a:lnTo>
                <a:lnTo>
                  <a:pt x="994068" y="30547"/>
                </a:lnTo>
                <a:lnTo>
                  <a:pt x="994068" y="45181"/>
                </a:lnTo>
                <a:lnTo>
                  <a:pt x="979505" y="45181"/>
                </a:lnTo>
                <a:moveTo>
                  <a:pt x="979505" y="105992"/>
                </a:moveTo>
                <a:lnTo>
                  <a:pt x="979505" y="91358"/>
                </a:lnTo>
                <a:lnTo>
                  <a:pt x="994068" y="91358"/>
                </a:lnTo>
                <a:lnTo>
                  <a:pt x="994068" y="105992"/>
                </a:lnTo>
                <a:lnTo>
                  <a:pt x="979505" y="105992"/>
                </a:lnTo>
                <a:close/>
                <a:moveTo>
                  <a:pt x="1053736" y="72461"/>
                </a:moveTo>
                <a:lnTo>
                  <a:pt x="1066736" y="71324"/>
                </a:lnTo>
                <a:cubicBezTo>
                  <a:pt x="1067352" y="76534"/>
                  <a:pt x="1068785" y="80808"/>
                  <a:pt x="1071034" y="84147"/>
                </a:cubicBezTo>
                <a:cubicBezTo>
                  <a:pt x="1073284" y="87486"/>
                  <a:pt x="1076777" y="90185"/>
                  <a:pt x="1081513" y="92246"/>
                </a:cubicBezTo>
                <a:cubicBezTo>
                  <a:pt x="1086249" y="94306"/>
                  <a:pt x="1091577" y="95336"/>
                  <a:pt x="1097497" y="95336"/>
                </a:cubicBezTo>
                <a:cubicBezTo>
                  <a:pt x="1102754" y="95336"/>
                  <a:pt x="1107395" y="94554"/>
                  <a:pt x="1111421" y="92991"/>
                </a:cubicBezTo>
                <a:cubicBezTo>
                  <a:pt x="1115446" y="91429"/>
                  <a:pt x="1118442" y="89286"/>
                  <a:pt x="1120407" y="86562"/>
                </a:cubicBezTo>
                <a:cubicBezTo>
                  <a:pt x="1122373" y="83839"/>
                  <a:pt x="1123355" y="80867"/>
                  <a:pt x="1123355" y="77647"/>
                </a:cubicBezTo>
                <a:cubicBezTo>
                  <a:pt x="1123355" y="74379"/>
                  <a:pt x="1122408" y="71526"/>
                  <a:pt x="1120514" y="69086"/>
                </a:cubicBezTo>
                <a:cubicBezTo>
                  <a:pt x="1118619" y="66647"/>
                  <a:pt x="1115494" y="64599"/>
                  <a:pt x="1111136" y="62942"/>
                </a:cubicBezTo>
                <a:cubicBezTo>
                  <a:pt x="1108342" y="61852"/>
                  <a:pt x="1102162" y="60159"/>
                  <a:pt x="1092595" y="57862"/>
                </a:cubicBezTo>
                <a:cubicBezTo>
                  <a:pt x="1083028" y="55565"/>
                  <a:pt x="1076327" y="53398"/>
                  <a:pt x="1072491" y="51362"/>
                </a:cubicBezTo>
                <a:cubicBezTo>
                  <a:pt x="1067518" y="48757"/>
                  <a:pt x="1063812" y="45525"/>
                  <a:pt x="1061373" y="41665"/>
                </a:cubicBezTo>
                <a:cubicBezTo>
                  <a:pt x="1058934" y="37805"/>
                  <a:pt x="1057714" y="33484"/>
                  <a:pt x="1057714" y="28700"/>
                </a:cubicBezTo>
                <a:cubicBezTo>
                  <a:pt x="1057714" y="23443"/>
                  <a:pt x="1059206" y="18530"/>
                  <a:pt x="1062190" y="13959"/>
                </a:cubicBezTo>
                <a:cubicBezTo>
                  <a:pt x="1065174" y="9389"/>
                  <a:pt x="1069531" y="5920"/>
                  <a:pt x="1075261" y="3552"/>
                </a:cubicBezTo>
                <a:cubicBezTo>
                  <a:pt x="1080992" y="1184"/>
                  <a:pt x="1087362" y="0"/>
                  <a:pt x="1094371" y="0"/>
                </a:cubicBezTo>
                <a:cubicBezTo>
                  <a:pt x="1102091" y="0"/>
                  <a:pt x="1108899" y="1243"/>
                  <a:pt x="1114795" y="3730"/>
                </a:cubicBezTo>
                <a:cubicBezTo>
                  <a:pt x="1120691" y="6216"/>
                  <a:pt x="1125226" y="9875"/>
                  <a:pt x="1128399" y="14705"/>
                </a:cubicBezTo>
                <a:cubicBezTo>
                  <a:pt x="1131572" y="19536"/>
                  <a:pt x="1133277" y="25006"/>
                  <a:pt x="1133514" y="31116"/>
                </a:cubicBezTo>
                <a:lnTo>
                  <a:pt x="1120301" y="32110"/>
                </a:lnTo>
                <a:cubicBezTo>
                  <a:pt x="1119590" y="25503"/>
                  <a:pt x="1117187" y="20513"/>
                  <a:pt x="1113090" y="17138"/>
                </a:cubicBezTo>
                <a:cubicBezTo>
                  <a:pt x="1108993" y="13764"/>
                  <a:pt x="1102943" y="12077"/>
                  <a:pt x="1094939" y="12077"/>
                </a:cubicBezTo>
                <a:cubicBezTo>
                  <a:pt x="1086604" y="12077"/>
                  <a:pt x="1080530" y="13606"/>
                  <a:pt x="1076718" y="16663"/>
                </a:cubicBezTo>
                <a:cubicBezTo>
                  <a:pt x="1072905" y="19720"/>
                  <a:pt x="1070999" y="23404"/>
                  <a:pt x="1070999" y="27717"/>
                </a:cubicBezTo>
                <a:cubicBezTo>
                  <a:pt x="1070999" y="31461"/>
                  <a:pt x="1072349" y="34542"/>
                  <a:pt x="1075048" y="36959"/>
                </a:cubicBezTo>
                <a:cubicBezTo>
                  <a:pt x="1077700" y="39377"/>
                  <a:pt x="1084627" y="41854"/>
                  <a:pt x="1095827" y="44389"/>
                </a:cubicBezTo>
                <a:cubicBezTo>
                  <a:pt x="1107028" y="46924"/>
                  <a:pt x="1114712" y="49140"/>
                  <a:pt x="1118880" y="51036"/>
                </a:cubicBezTo>
                <a:cubicBezTo>
                  <a:pt x="1124942" y="53831"/>
                  <a:pt x="1129417" y="57374"/>
                  <a:pt x="1132306" y="61665"/>
                </a:cubicBezTo>
                <a:cubicBezTo>
                  <a:pt x="1135195" y="65954"/>
                  <a:pt x="1136640" y="70895"/>
                  <a:pt x="1136640" y="76488"/>
                </a:cubicBezTo>
                <a:cubicBezTo>
                  <a:pt x="1136640" y="82032"/>
                  <a:pt x="1135053" y="87257"/>
                  <a:pt x="1131880" y="92163"/>
                </a:cubicBezTo>
                <a:cubicBezTo>
                  <a:pt x="1128707" y="97068"/>
                  <a:pt x="1124149" y="100884"/>
                  <a:pt x="1118205" y="103610"/>
                </a:cubicBezTo>
                <a:cubicBezTo>
                  <a:pt x="1112261" y="106334"/>
                  <a:pt x="1105572" y="107697"/>
                  <a:pt x="1098136" y="107697"/>
                </a:cubicBezTo>
                <a:cubicBezTo>
                  <a:pt x="1088711" y="107697"/>
                  <a:pt x="1080814" y="106323"/>
                  <a:pt x="1074444" y="103576"/>
                </a:cubicBezTo>
                <a:cubicBezTo>
                  <a:pt x="1068074" y="100830"/>
                  <a:pt x="1063078" y="96697"/>
                  <a:pt x="1059455" y="91180"/>
                </a:cubicBezTo>
                <a:cubicBezTo>
                  <a:pt x="1055832" y="85662"/>
                  <a:pt x="1053926" y="79423"/>
                  <a:pt x="1053736" y="72461"/>
                </a:cubicBezTo>
                <a:close/>
                <a:moveTo>
                  <a:pt x="1181755" y="94696"/>
                </a:moveTo>
                <a:lnTo>
                  <a:pt x="1183602" y="105992"/>
                </a:lnTo>
                <a:cubicBezTo>
                  <a:pt x="1180002" y="106655"/>
                  <a:pt x="1176782" y="106986"/>
                  <a:pt x="1173940" y="106986"/>
                </a:cubicBezTo>
                <a:cubicBezTo>
                  <a:pt x="1169299" y="106986"/>
                  <a:pt x="1165699" y="106252"/>
                  <a:pt x="1163142" y="104784"/>
                </a:cubicBezTo>
                <a:cubicBezTo>
                  <a:pt x="1160585" y="103316"/>
                  <a:pt x="1158785" y="101386"/>
                  <a:pt x="1157743" y="98994"/>
                </a:cubicBezTo>
                <a:cubicBezTo>
                  <a:pt x="1156701" y="96603"/>
                  <a:pt x="1156180" y="91571"/>
                  <a:pt x="1156180" y="83898"/>
                </a:cubicBezTo>
                <a:lnTo>
                  <a:pt x="1156180" y="40493"/>
                </a:lnTo>
                <a:lnTo>
                  <a:pt x="1146803" y="40493"/>
                </a:lnTo>
                <a:lnTo>
                  <a:pt x="1146803" y="30547"/>
                </a:lnTo>
                <a:lnTo>
                  <a:pt x="1156180" y="30547"/>
                </a:lnTo>
                <a:lnTo>
                  <a:pt x="1156180" y="11813"/>
                </a:lnTo>
                <a:lnTo>
                  <a:pt x="1168896" y="4120"/>
                </a:lnTo>
                <a:lnTo>
                  <a:pt x="1168896" y="30547"/>
                </a:lnTo>
                <a:lnTo>
                  <a:pt x="1181755" y="30547"/>
                </a:lnTo>
                <a:lnTo>
                  <a:pt x="1181755" y="40493"/>
                </a:lnTo>
                <a:lnTo>
                  <a:pt x="1168896" y="40493"/>
                </a:lnTo>
                <a:lnTo>
                  <a:pt x="1168896" y="84609"/>
                </a:lnTo>
                <a:cubicBezTo>
                  <a:pt x="1168896" y="88255"/>
                  <a:pt x="1169121" y="90600"/>
                  <a:pt x="1169571" y="91642"/>
                </a:cubicBezTo>
                <a:cubicBezTo>
                  <a:pt x="1170021" y="92684"/>
                  <a:pt x="1170755" y="93512"/>
                  <a:pt x="1171773" y="94128"/>
                </a:cubicBezTo>
                <a:cubicBezTo>
                  <a:pt x="1172792" y="94744"/>
                  <a:pt x="1174248" y="95052"/>
                  <a:pt x="1176142" y="95052"/>
                </a:cubicBezTo>
                <a:cubicBezTo>
                  <a:pt x="1177563" y="95052"/>
                  <a:pt x="1179434" y="94933"/>
                  <a:pt x="1181755" y="94696"/>
                </a:cubicBezTo>
                <a:close/>
                <a:moveTo>
                  <a:pt x="1194116" y="105992"/>
                </a:moveTo>
                <a:lnTo>
                  <a:pt x="1194116" y="30547"/>
                </a:lnTo>
                <a:lnTo>
                  <a:pt x="1205625" y="30547"/>
                </a:lnTo>
                <a:lnTo>
                  <a:pt x="1205625" y="41914"/>
                </a:lnTo>
                <a:cubicBezTo>
                  <a:pt x="1208561" y="36592"/>
                  <a:pt x="1211272" y="33082"/>
                  <a:pt x="1213759" y="31386"/>
                </a:cubicBezTo>
                <a:cubicBezTo>
                  <a:pt x="1216245" y="29690"/>
                  <a:pt x="1218980" y="28842"/>
                  <a:pt x="1221964" y="28842"/>
                </a:cubicBezTo>
                <a:cubicBezTo>
                  <a:pt x="1226274" y="28842"/>
                  <a:pt x="1230655" y="30210"/>
                  <a:pt x="1235106" y="32945"/>
                </a:cubicBezTo>
                <a:lnTo>
                  <a:pt x="1230702" y="44755"/>
                </a:lnTo>
                <a:cubicBezTo>
                  <a:pt x="1227576" y="42908"/>
                  <a:pt x="1224450" y="41985"/>
                  <a:pt x="1221325" y="41985"/>
                </a:cubicBezTo>
                <a:cubicBezTo>
                  <a:pt x="1218530" y="41985"/>
                  <a:pt x="1216020" y="42827"/>
                  <a:pt x="1213794" y="44511"/>
                </a:cubicBezTo>
                <a:cubicBezTo>
                  <a:pt x="1211568" y="46194"/>
                  <a:pt x="1209982" y="48529"/>
                  <a:pt x="1209035" y="51515"/>
                </a:cubicBezTo>
                <a:cubicBezTo>
                  <a:pt x="1207614" y="56066"/>
                  <a:pt x="1206903" y="61044"/>
                  <a:pt x="1206903" y="66449"/>
                </a:cubicBezTo>
                <a:lnTo>
                  <a:pt x="1206903" y="105992"/>
                </a:lnTo>
                <a:lnTo>
                  <a:pt x="1194116" y="105992"/>
                </a:lnTo>
                <a:close/>
                <a:moveTo>
                  <a:pt x="1242778" y="16623"/>
                </a:moveTo>
                <a:lnTo>
                  <a:pt x="1242778" y="1847"/>
                </a:lnTo>
                <a:lnTo>
                  <a:pt x="1255565" y="1847"/>
                </a:lnTo>
                <a:lnTo>
                  <a:pt x="1255565" y="16623"/>
                </a:lnTo>
                <a:lnTo>
                  <a:pt x="1242778" y="16623"/>
                </a:lnTo>
                <a:moveTo>
                  <a:pt x="1242778" y="105992"/>
                </a:moveTo>
                <a:lnTo>
                  <a:pt x="1242778" y="30547"/>
                </a:lnTo>
                <a:lnTo>
                  <a:pt x="1255565" y="30547"/>
                </a:lnTo>
                <a:lnTo>
                  <a:pt x="1255565" y="105992"/>
                </a:lnTo>
                <a:lnTo>
                  <a:pt x="1242778" y="105992"/>
                </a:lnTo>
                <a:close/>
                <a:moveTo>
                  <a:pt x="1275030" y="105992"/>
                </a:moveTo>
                <a:lnTo>
                  <a:pt x="1275030" y="30547"/>
                </a:lnTo>
                <a:lnTo>
                  <a:pt x="1286539" y="30547"/>
                </a:lnTo>
                <a:lnTo>
                  <a:pt x="1286539" y="41203"/>
                </a:lnTo>
                <a:cubicBezTo>
                  <a:pt x="1292080" y="32963"/>
                  <a:pt x="1300084" y="28842"/>
                  <a:pt x="1310550" y="28842"/>
                </a:cubicBezTo>
                <a:cubicBezTo>
                  <a:pt x="1315097" y="28842"/>
                  <a:pt x="1319276" y="29659"/>
                  <a:pt x="1323089" y="31293"/>
                </a:cubicBezTo>
                <a:cubicBezTo>
                  <a:pt x="1326901" y="32927"/>
                  <a:pt x="1329755" y="35070"/>
                  <a:pt x="1331649" y="37722"/>
                </a:cubicBezTo>
                <a:cubicBezTo>
                  <a:pt x="1333543" y="40374"/>
                  <a:pt x="1334870" y="43524"/>
                  <a:pt x="1335627" y="47171"/>
                </a:cubicBezTo>
                <a:cubicBezTo>
                  <a:pt x="1336101" y="49539"/>
                  <a:pt x="1336338" y="53683"/>
                  <a:pt x="1336338" y="59603"/>
                </a:cubicBezTo>
                <a:lnTo>
                  <a:pt x="1336338" y="105992"/>
                </a:lnTo>
                <a:lnTo>
                  <a:pt x="1323551" y="105992"/>
                </a:lnTo>
                <a:lnTo>
                  <a:pt x="1323551" y="60051"/>
                </a:lnTo>
                <a:cubicBezTo>
                  <a:pt x="1323551" y="54836"/>
                  <a:pt x="1323053" y="50936"/>
                  <a:pt x="1322059" y="48352"/>
                </a:cubicBezTo>
                <a:cubicBezTo>
                  <a:pt x="1321064" y="45768"/>
                  <a:pt x="1319300" y="43705"/>
                  <a:pt x="1316766" y="42165"/>
                </a:cubicBezTo>
                <a:cubicBezTo>
                  <a:pt x="1314232" y="40624"/>
                  <a:pt x="1311261" y="39853"/>
                  <a:pt x="1307851" y="39853"/>
                </a:cubicBezTo>
                <a:cubicBezTo>
                  <a:pt x="1302404" y="39853"/>
                  <a:pt x="1297704" y="41584"/>
                  <a:pt x="1293749" y="45046"/>
                </a:cubicBezTo>
                <a:cubicBezTo>
                  <a:pt x="1289795" y="48506"/>
                  <a:pt x="1287817" y="55072"/>
                  <a:pt x="1287817" y="64744"/>
                </a:cubicBezTo>
                <a:lnTo>
                  <a:pt x="1287817" y="105992"/>
                </a:lnTo>
                <a:lnTo>
                  <a:pt x="1275030" y="105992"/>
                </a:lnTo>
                <a:close/>
                <a:moveTo>
                  <a:pt x="1353600" y="112243"/>
                </a:moveTo>
                <a:lnTo>
                  <a:pt x="1366032" y="114090"/>
                </a:lnTo>
                <a:cubicBezTo>
                  <a:pt x="1366553" y="117927"/>
                  <a:pt x="1367997" y="120721"/>
                  <a:pt x="1370365" y="122473"/>
                </a:cubicBezTo>
                <a:cubicBezTo>
                  <a:pt x="1373538" y="124841"/>
                  <a:pt x="1377872" y="126025"/>
                  <a:pt x="1383365" y="126025"/>
                </a:cubicBezTo>
                <a:cubicBezTo>
                  <a:pt x="1389285" y="126025"/>
                  <a:pt x="1393856" y="124838"/>
                  <a:pt x="1397076" y="122464"/>
                </a:cubicBezTo>
                <a:cubicBezTo>
                  <a:pt x="1400297" y="120092"/>
                  <a:pt x="1402475" y="116769"/>
                  <a:pt x="1403612" y="112496"/>
                </a:cubicBezTo>
                <a:cubicBezTo>
                  <a:pt x="1404275" y="109887"/>
                  <a:pt x="1404583" y="104405"/>
                  <a:pt x="1404535" y="96051"/>
                </a:cubicBezTo>
                <a:cubicBezTo>
                  <a:pt x="1398947" y="102678"/>
                  <a:pt x="1391985" y="105992"/>
                  <a:pt x="1383650" y="105992"/>
                </a:cubicBezTo>
                <a:cubicBezTo>
                  <a:pt x="1373278" y="105992"/>
                  <a:pt x="1365250" y="102250"/>
                  <a:pt x="1359567" y="94767"/>
                </a:cubicBezTo>
                <a:cubicBezTo>
                  <a:pt x="1353884" y="87285"/>
                  <a:pt x="1351042" y="78310"/>
                  <a:pt x="1351042" y="67843"/>
                </a:cubicBezTo>
                <a:cubicBezTo>
                  <a:pt x="1351042" y="60645"/>
                  <a:pt x="1352345" y="54002"/>
                  <a:pt x="1354949" y="47917"/>
                </a:cubicBezTo>
                <a:cubicBezTo>
                  <a:pt x="1357554" y="41831"/>
                  <a:pt x="1361331" y="37130"/>
                  <a:pt x="1366280" y="33815"/>
                </a:cubicBezTo>
                <a:cubicBezTo>
                  <a:pt x="1371229" y="30500"/>
                  <a:pt x="1377043" y="28842"/>
                  <a:pt x="1383721" y="28842"/>
                </a:cubicBezTo>
                <a:cubicBezTo>
                  <a:pt x="1392624" y="28842"/>
                  <a:pt x="1399965" y="32465"/>
                  <a:pt x="1405743" y="39711"/>
                </a:cubicBezTo>
                <a:lnTo>
                  <a:pt x="1405743" y="30547"/>
                </a:lnTo>
                <a:lnTo>
                  <a:pt x="1417536" y="30547"/>
                </a:lnTo>
                <a:lnTo>
                  <a:pt x="1417536" y="95806"/>
                </a:lnTo>
                <a:cubicBezTo>
                  <a:pt x="1417536" y="107559"/>
                  <a:pt x="1416340" y="115888"/>
                  <a:pt x="1413948" y="120793"/>
                </a:cubicBezTo>
                <a:cubicBezTo>
                  <a:pt x="1411557" y="125697"/>
                  <a:pt x="1407768" y="129571"/>
                  <a:pt x="1402582" y="132414"/>
                </a:cubicBezTo>
                <a:cubicBezTo>
                  <a:pt x="1397396" y="135259"/>
                  <a:pt x="1391014" y="136681"/>
                  <a:pt x="1383436" y="136681"/>
                </a:cubicBezTo>
                <a:cubicBezTo>
                  <a:pt x="1374438" y="136681"/>
                  <a:pt x="1367168" y="134651"/>
                  <a:pt x="1361627" y="130589"/>
                </a:cubicBezTo>
                <a:cubicBezTo>
                  <a:pt x="1356086" y="126528"/>
                  <a:pt x="1353410" y="120413"/>
                  <a:pt x="1353600" y="112243"/>
                </a:cubicBezTo>
                <a:moveTo>
                  <a:pt x="1364185" y="66922"/>
                </a:moveTo>
                <a:cubicBezTo>
                  <a:pt x="1364185" y="76795"/>
                  <a:pt x="1366150" y="83999"/>
                  <a:pt x="1370081" y="88534"/>
                </a:cubicBezTo>
                <a:cubicBezTo>
                  <a:pt x="1374012" y="93068"/>
                  <a:pt x="1378937" y="95336"/>
                  <a:pt x="1384857" y="95336"/>
                </a:cubicBezTo>
                <a:cubicBezTo>
                  <a:pt x="1390730" y="95336"/>
                  <a:pt x="1395655" y="93080"/>
                  <a:pt x="1399634" y="88569"/>
                </a:cubicBezTo>
                <a:cubicBezTo>
                  <a:pt x="1403612" y="84058"/>
                  <a:pt x="1405601" y="76984"/>
                  <a:pt x="1405601" y="67346"/>
                </a:cubicBezTo>
                <a:cubicBezTo>
                  <a:pt x="1405601" y="58134"/>
                  <a:pt x="1403553" y="51190"/>
                  <a:pt x="1399456" y="46513"/>
                </a:cubicBezTo>
                <a:cubicBezTo>
                  <a:pt x="1395359" y="41837"/>
                  <a:pt x="1390422" y="39498"/>
                  <a:pt x="1384644" y="39498"/>
                </a:cubicBezTo>
                <a:cubicBezTo>
                  <a:pt x="1378961" y="39498"/>
                  <a:pt x="1374130" y="41801"/>
                  <a:pt x="1370152" y="46407"/>
                </a:cubicBezTo>
                <a:cubicBezTo>
                  <a:pt x="1366174" y="51013"/>
                  <a:pt x="1364185" y="57851"/>
                  <a:pt x="1364185" y="6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+userT">
            <a:extLst xmlns:a="http://schemas.openxmlformats.org/drawingml/2006/main">
              <a:ext uri="{FF2B5EF4-FFF2-40B4-BE49-F238E27FC236}">
                <a16:creationId xmlns:a16="http://schemas.microsoft.com/office/drawing/2014/main" id="{5A974A9C-CE37-4B23-A9B3-B10D3E64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1" y="3411157"/>
            <a:ext cx="486278" cy="105850"/>
          </a:xfrm>
          <a:custGeom xmlns:a="http://schemas.openxmlformats.org/drawingml/2006/main">
            <a:pathLst>
              <a:path w="486278" h="105850">
                <a:moveTo>
                  <a:pt x="28345" y="87237"/>
                </a:moveTo>
                <a:lnTo>
                  <a:pt x="28345" y="58821"/>
                </a:lnTo>
                <a:lnTo>
                  <a:pt x="0" y="58821"/>
                </a:lnTo>
                <a:lnTo>
                  <a:pt x="0" y="46744"/>
                </a:lnTo>
                <a:lnTo>
                  <a:pt x="28345" y="46744"/>
                </a:lnTo>
                <a:lnTo>
                  <a:pt x="28345" y="18470"/>
                </a:lnTo>
                <a:lnTo>
                  <a:pt x="40422" y="18470"/>
                </a:lnTo>
                <a:lnTo>
                  <a:pt x="40422" y="46744"/>
                </a:lnTo>
                <a:lnTo>
                  <a:pt x="68767" y="46744"/>
                </a:lnTo>
                <a:lnTo>
                  <a:pt x="68767" y="58821"/>
                </a:lnTo>
                <a:lnTo>
                  <a:pt x="40422" y="58821"/>
                </a:lnTo>
                <a:lnTo>
                  <a:pt x="40422" y="87237"/>
                </a:lnTo>
                <a:lnTo>
                  <a:pt x="28345" y="87237"/>
                </a:lnTo>
                <a:close/>
                <a:moveTo>
                  <a:pt x="176323" y="104145"/>
                </a:moveTo>
                <a:lnTo>
                  <a:pt x="176323" y="93063"/>
                </a:lnTo>
                <a:cubicBezTo>
                  <a:pt x="170450" y="101587"/>
                  <a:pt x="162470" y="105850"/>
                  <a:pt x="152382" y="105850"/>
                </a:cubicBezTo>
                <a:cubicBezTo>
                  <a:pt x="147930" y="105850"/>
                  <a:pt x="143775" y="104997"/>
                  <a:pt x="139915" y="103292"/>
                </a:cubicBezTo>
                <a:cubicBezTo>
                  <a:pt x="136055" y="101587"/>
                  <a:pt x="133190" y="99444"/>
                  <a:pt x="131319" y="96863"/>
                </a:cubicBezTo>
                <a:cubicBezTo>
                  <a:pt x="129448" y="94282"/>
                  <a:pt x="128134" y="91121"/>
                  <a:pt x="127376" y="87379"/>
                </a:cubicBezTo>
                <a:cubicBezTo>
                  <a:pt x="126855" y="84869"/>
                  <a:pt x="126595" y="80891"/>
                  <a:pt x="126595" y="75445"/>
                </a:cubicBezTo>
                <a:lnTo>
                  <a:pt x="126595" y="28700"/>
                </a:lnTo>
                <a:lnTo>
                  <a:pt x="139382" y="28700"/>
                </a:lnTo>
                <a:lnTo>
                  <a:pt x="139382" y="70543"/>
                </a:lnTo>
                <a:cubicBezTo>
                  <a:pt x="139382" y="77221"/>
                  <a:pt x="139642" y="81720"/>
                  <a:pt x="140163" y="84040"/>
                </a:cubicBezTo>
                <a:cubicBezTo>
                  <a:pt x="140969" y="87403"/>
                  <a:pt x="142674" y="90043"/>
                  <a:pt x="145278" y="91961"/>
                </a:cubicBezTo>
                <a:cubicBezTo>
                  <a:pt x="147883" y="93879"/>
                  <a:pt x="151104" y="94839"/>
                  <a:pt x="154940" y="94839"/>
                </a:cubicBezTo>
                <a:cubicBezTo>
                  <a:pt x="158776" y="94839"/>
                  <a:pt x="162375" y="93856"/>
                  <a:pt x="165738" y="91890"/>
                </a:cubicBezTo>
                <a:cubicBezTo>
                  <a:pt x="169100" y="89925"/>
                  <a:pt x="171480" y="87249"/>
                  <a:pt x="172877" y="83863"/>
                </a:cubicBezTo>
                <a:cubicBezTo>
                  <a:pt x="174275" y="80477"/>
                  <a:pt x="174973" y="75563"/>
                  <a:pt x="174973" y="69122"/>
                </a:cubicBezTo>
                <a:lnTo>
                  <a:pt x="174973" y="28700"/>
                </a:lnTo>
                <a:lnTo>
                  <a:pt x="187760" y="28700"/>
                </a:lnTo>
                <a:lnTo>
                  <a:pt x="187760" y="104145"/>
                </a:lnTo>
                <a:lnTo>
                  <a:pt x="176323" y="104145"/>
                </a:lnTo>
                <a:close/>
                <a:moveTo>
                  <a:pt x="202679" y="81554"/>
                </a:moveTo>
                <a:lnTo>
                  <a:pt x="215324" y="79565"/>
                </a:lnTo>
                <a:cubicBezTo>
                  <a:pt x="216034" y="84610"/>
                  <a:pt x="218012" y="88477"/>
                  <a:pt x="221256" y="91164"/>
                </a:cubicBezTo>
                <a:cubicBezTo>
                  <a:pt x="224500" y="93851"/>
                  <a:pt x="229035" y="95194"/>
                  <a:pt x="234860" y="95194"/>
                </a:cubicBezTo>
                <a:cubicBezTo>
                  <a:pt x="240733" y="95194"/>
                  <a:pt x="245090" y="94007"/>
                  <a:pt x="247931" y="91635"/>
                </a:cubicBezTo>
                <a:cubicBezTo>
                  <a:pt x="250773" y="89261"/>
                  <a:pt x="252194" y="86477"/>
                  <a:pt x="252194" y="83283"/>
                </a:cubicBezTo>
                <a:cubicBezTo>
                  <a:pt x="252194" y="80417"/>
                  <a:pt x="250939" y="78161"/>
                  <a:pt x="248429" y="76517"/>
                </a:cubicBezTo>
                <a:cubicBezTo>
                  <a:pt x="246676" y="75389"/>
                  <a:pt x="242319" y="73956"/>
                  <a:pt x="235357" y="72217"/>
                </a:cubicBezTo>
                <a:cubicBezTo>
                  <a:pt x="225980" y="69847"/>
                  <a:pt x="219480" y="67797"/>
                  <a:pt x="215857" y="66067"/>
                </a:cubicBezTo>
                <a:cubicBezTo>
                  <a:pt x="212234" y="64337"/>
                  <a:pt x="209487" y="61943"/>
                  <a:pt x="207616" y="58886"/>
                </a:cubicBezTo>
                <a:cubicBezTo>
                  <a:pt x="205745" y="55828"/>
                  <a:pt x="204810" y="52451"/>
                  <a:pt x="204810" y="48753"/>
                </a:cubicBezTo>
                <a:cubicBezTo>
                  <a:pt x="204810" y="45388"/>
                  <a:pt x="205580" y="42271"/>
                  <a:pt x="207119" y="39403"/>
                </a:cubicBezTo>
                <a:cubicBezTo>
                  <a:pt x="208658" y="36535"/>
                  <a:pt x="210754" y="34153"/>
                  <a:pt x="213406" y="32257"/>
                </a:cubicBezTo>
                <a:cubicBezTo>
                  <a:pt x="215395" y="30787"/>
                  <a:pt x="218106" y="29543"/>
                  <a:pt x="221540" y="28525"/>
                </a:cubicBezTo>
                <a:cubicBezTo>
                  <a:pt x="224974" y="27505"/>
                  <a:pt x="228656" y="26995"/>
                  <a:pt x="232587" y="26995"/>
                </a:cubicBezTo>
                <a:cubicBezTo>
                  <a:pt x="238507" y="26995"/>
                  <a:pt x="243705" y="27854"/>
                  <a:pt x="248180" y="29570"/>
                </a:cubicBezTo>
                <a:cubicBezTo>
                  <a:pt x="252656" y="31286"/>
                  <a:pt x="255959" y="33610"/>
                  <a:pt x="258090" y="36543"/>
                </a:cubicBezTo>
                <a:cubicBezTo>
                  <a:pt x="260221" y="39475"/>
                  <a:pt x="261690" y="43397"/>
                  <a:pt x="262495" y="48307"/>
                </a:cubicBezTo>
                <a:lnTo>
                  <a:pt x="249992" y="50012"/>
                </a:lnTo>
                <a:cubicBezTo>
                  <a:pt x="249423" y="46129"/>
                  <a:pt x="247778" y="43098"/>
                  <a:pt x="245054" y="40919"/>
                </a:cubicBezTo>
                <a:cubicBezTo>
                  <a:pt x="242331" y="38741"/>
                  <a:pt x="238483" y="37651"/>
                  <a:pt x="233510" y="37651"/>
                </a:cubicBezTo>
                <a:cubicBezTo>
                  <a:pt x="227638" y="37651"/>
                  <a:pt x="223446" y="38618"/>
                  <a:pt x="220936" y="40551"/>
                </a:cubicBezTo>
                <a:cubicBezTo>
                  <a:pt x="218426" y="42482"/>
                  <a:pt x="217171" y="44744"/>
                  <a:pt x="217171" y="47337"/>
                </a:cubicBezTo>
                <a:cubicBezTo>
                  <a:pt x="217171" y="48986"/>
                  <a:pt x="217692" y="50470"/>
                  <a:pt x="218734" y="51790"/>
                </a:cubicBezTo>
                <a:cubicBezTo>
                  <a:pt x="219776" y="53156"/>
                  <a:pt x="221410" y="54287"/>
                  <a:pt x="223636" y="55183"/>
                </a:cubicBezTo>
                <a:cubicBezTo>
                  <a:pt x="224914" y="55655"/>
                  <a:pt x="228680" y="56739"/>
                  <a:pt x="234931" y="58435"/>
                </a:cubicBezTo>
                <a:cubicBezTo>
                  <a:pt x="243977" y="60849"/>
                  <a:pt x="250288" y="62825"/>
                  <a:pt x="253863" y="64362"/>
                </a:cubicBezTo>
                <a:cubicBezTo>
                  <a:pt x="257439" y="65900"/>
                  <a:pt x="260245" y="68136"/>
                  <a:pt x="262282" y="71071"/>
                </a:cubicBezTo>
                <a:cubicBezTo>
                  <a:pt x="264318" y="74005"/>
                  <a:pt x="265336" y="77648"/>
                  <a:pt x="265336" y="82000"/>
                </a:cubicBezTo>
                <a:cubicBezTo>
                  <a:pt x="265336" y="86260"/>
                  <a:pt x="264093" y="90270"/>
                  <a:pt x="261607" y="94033"/>
                </a:cubicBezTo>
                <a:cubicBezTo>
                  <a:pt x="259120" y="97793"/>
                  <a:pt x="255533" y="100703"/>
                  <a:pt x="250844" y="102762"/>
                </a:cubicBezTo>
                <a:cubicBezTo>
                  <a:pt x="246155" y="104820"/>
                  <a:pt x="240851" y="105850"/>
                  <a:pt x="234931" y="105850"/>
                </a:cubicBezTo>
                <a:cubicBezTo>
                  <a:pt x="225128" y="105850"/>
                  <a:pt x="217657" y="103807"/>
                  <a:pt x="212518" y="99723"/>
                </a:cubicBezTo>
                <a:cubicBezTo>
                  <a:pt x="207379" y="95638"/>
                  <a:pt x="204100" y="89582"/>
                  <a:pt x="202679" y="81554"/>
                </a:cubicBezTo>
                <a:close/>
                <a:moveTo>
                  <a:pt x="332185" y="79849"/>
                </a:moveTo>
                <a:lnTo>
                  <a:pt x="345398" y="81483"/>
                </a:lnTo>
                <a:cubicBezTo>
                  <a:pt x="343314" y="89203"/>
                  <a:pt x="339454" y="95194"/>
                  <a:pt x="333819" y="99456"/>
                </a:cubicBezTo>
                <a:cubicBezTo>
                  <a:pt x="328183" y="103719"/>
                  <a:pt x="320984" y="105850"/>
                  <a:pt x="312222" y="105850"/>
                </a:cubicBezTo>
                <a:cubicBezTo>
                  <a:pt x="301187" y="105850"/>
                  <a:pt x="292438" y="102452"/>
                  <a:pt x="285973" y="95655"/>
                </a:cubicBezTo>
                <a:cubicBezTo>
                  <a:pt x="279508" y="88859"/>
                  <a:pt x="276276" y="79328"/>
                  <a:pt x="276276" y="67062"/>
                </a:cubicBezTo>
                <a:cubicBezTo>
                  <a:pt x="276276" y="54369"/>
                  <a:pt x="279544" y="44518"/>
                  <a:pt x="286080" y="37509"/>
                </a:cubicBezTo>
                <a:cubicBezTo>
                  <a:pt x="292615" y="30500"/>
                  <a:pt x="301093" y="26995"/>
                  <a:pt x="311512" y="26995"/>
                </a:cubicBezTo>
                <a:cubicBezTo>
                  <a:pt x="321600" y="26995"/>
                  <a:pt x="329840" y="30424"/>
                  <a:pt x="336234" y="37280"/>
                </a:cubicBezTo>
                <a:cubicBezTo>
                  <a:pt x="342627" y="44136"/>
                  <a:pt x="345824" y="53781"/>
                  <a:pt x="345824" y="66216"/>
                </a:cubicBezTo>
                <a:cubicBezTo>
                  <a:pt x="345824" y="66972"/>
                  <a:pt x="345801" y="68107"/>
                  <a:pt x="345753" y="69619"/>
                </a:cubicBezTo>
                <a:lnTo>
                  <a:pt x="289490" y="69619"/>
                </a:lnTo>
                <a:cubicBezTo>
                  <a:pt x="289963" y="77884"/>
                  <a:pt x="292307" y="84212"/>
                  <a:pt x="296522" y="88605"/>
                </a:cubicBezTo>
                <a:cubicBezTo>
                  <a:pt x="300738" y="92997"/>
                  <a:pt x="305994" y="95194"/>
                  <a:pt x="312293" y="95194"/>
                </a:cubicBezTo>
                <a:cubicBezTo>
                  <a:pt x="316982" y="95194"/>
                  <a:pt x="320984" y="93974"/>
                  <a:pt x="324299" y="91535"/>
                </a:cubicBezTo>
                <a:cubicBezTo>
                  <a:pt x="327614" y="89095"/>
                  <a:pt x="330243" y="85199"/>
                  <a:pt x="332185" y="79849"/>
                </a:cubicBezTo>
                <a:moveTo>
                  <a:pt x="290200" y="58963"/>
                </a:moveTo>
                <a:lnTo>
                  <a:pt x="332327" y="58963"/>
                </a:lnTo>
                <a:cubicBezTo>
                  <a:pt x="331758" y="52721"/>
                  <a:pt x="330148" y="48039"/>
                  <a:pt x="327496" y="44917"/>
                </a:cubicBezTo>
                <a:cubicBezTo>
                  <a:pt x="323423" y="40073"/>
                  <a:pt x="318142" y="37651"/>
                  <a:pt x="311654" y="37651"/>
                </a:cubicBezTo>
                <a:cubicBezTo>
                  <a:pt x="305781" y="37651"/>
                  <a:pt x="300844" y="39585"/>
                  <a:pt x="296842" y="43452"/>
                </a:cubicBezTo>
                <a:cubicBezTo>
                  <a:pt x="292840" y="47318"/>
                  <a:pt x="290626" y="52488"/>
                  <a:pt x="290200" y="58963"/>
                </a:cubicBezTo>
                <a:close/>
                <a:moveTo>
                  <a:pt x="361313" y="104145"/>
                </a:moveTo>
                <a:lnTo>
                  <a:pt x="361313" y="28700"/>
                </a:lnTo>
                <a:lnTo>
                  <a:pt x="372821" y="28700"/>
                </a:lnTo>
                <a:lnTo>
                  <a:pt x="372821" y="40067"/>
                </a:lnTo>
                <a:cubicBezTo>
                  <a:pt x="375758" y="34745"/>
                  <a:pt x="378469" y="31235"/>
                  <a:pt x="380956" y="29539"/>
                </a:cubicBezTo>
                <a:cubicBezTo>
                  <a:pt x="383442" y="27843"/>
                  <a:pt x="386177" y="26995"/>
                  <a:pt x="389161" y="26995"/>
                </a:cubicBezTo>
                <a:cubicBezTo>
                  <a:pt x="393470" y="26995"/>
                  <a:pt x="397851" y="28363"/>
                  <a:pt x="402303" y="31098"/>
                </a:cubicBezTo>
                <a:lnTo>
                  <a:pt x="397899" y="42908"/>
                </a:lnTo>
                <a:cubicBezTo>
                  <a:pt x="394773" y="41061"/>
                  <a:pt x="391647" y="40138"/>
                  <a:pt x="388521" y="40138"/>
                </a:cubicBezTo>
                <a:cubicBezTo>
                  <a:pt x="385727" y="40138"/>
                  <a:pt x="383217" y="40980"/>
                  <a:pt x="380991" y="42664"/>
                </a:cubicBezTo>
                <a:cubicBezTo>
                  <a:pt x="378765" y="44347"/>
                  <a:pt x="377179" y="46681"/>
                  <a:pt x="376231" y="49668"/>
                </a:cubicBezTo>
                <a:cubicBezTo>
                  <a:pt x="374811" y="54219"/>
                  <a:pt x="374100" y="59197"/>
                  <a:pt x="374100" y="64602"/>
                </a:cubicBezTo>
                <a:lnTo>
                  <a:pt x="374100" y="104145"/>
                </a:lnTo>
                <a:lnTo>
                  <a:pt x="361313" y="104145"/>
                </a:lnTo>
                <a:close/>
                <a:moveTo>
                  <a:pt x="438042" y="104145"/>
                </a:moveTo>
                <a:lnTo>
                  <a:pt x="438042" y="12290"/>
                </a:lnTo>
                <a:lnTo>
                  <a:pt x="403729" y="12290"/>
                </a:lnTo>
                <a:lnTo>
                  <a:pt x="403729" y="0"/>
                </a:lnTo>
                <a:lnTo>
                  <a:pt x="486278" y="0"/>
                </a:lnTo>
                <a:lnTo>
                  <a:pt x="486278" y="12290"/>
                </a:lnTo>
                <a:lnTo>
                  <a:pt x="451824" y="12290"/>
                </a:lnTo>
                <a:lnTo>
                  <a:pt x="451824" y="104145"/>
                </a:lnTo>
                <a:lnTo>
                  <a:pt x="438042" y="10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ask:String">
            <a:extLst xmlns:a="http://schemas.openxmlformats.org/drawingml/2006/main">
              <a:ext uri="{FF2B5EF4-FFF2-40B4-BE49-F238E27FC236}">
                <a16:creationId xmlns:a16="http://schemas.microsoft.com/office/drawing/2014/main" id="{AF38E569-9684-44B9-8B54-4AECBE9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53" y="3409310"/>
            <a:ext cx="672317" cy="136681"/>
          </a:xfrm>
          <a:custGeom xmlns:a="http://schemas.openxmlformats.org/drawingml/2006/main">
            <a:pathLst>
              <a:path w="672317" h="136681">
                <a:moveTo>
                  <a:pt x="53564" y="96677"/>
                </a:moveTo>
                <a:cubicBezTo>
                  <a:pt x="48828" y="100705"/>
                  <a:pt x="44270" y="103549"/>
                  <a:pt x="39889" y="105208"/>
                </a:cubicBezTo>
                <a:cubicBezTo>
                  <a:pt x="35508" y="106867"/>
                  <a:pt x="30808" y="107697"/>
                  <a:pt x="25788" y="107697"/>
                </a:cubicBezTo>
                <a:cubicBezTo>
                  <a:pt x="17500" y="107697"/>
                  <a:pt x="11130" y="105671"/>
                  <a:pt x="6678" y="101618"/>
                </a:cubicBezTo>
                <a:cubicBezTo>
                  <a:pt x="2226" y="97566"/>
                  <a:pt x="0" y="92388"/>
                  <a:pt x="0" y="86085"/>
                </a:cubicBezTo>
                <a:cubicBezTo>
                  <a:pt x="0" y="82389"/>
                  <a:pt x="841" y="79014"/>
                  <a:pt x="2522" y="75957"/>
                </a:cubicBezTo>
                <a:cubicBezTo>
                  <a:pt x="4203" y="72900"/>
                  <a:pt x="6405" y="70447"/>
                  <a:pt x="9129" y="68598"/>
                </a:cubicBezTo>
                <a:cubicBezTo>
                  <a:pt x="11852" y="66750"/>
                  <a:pt x="14918" y="65352"/>
                  <a:pt x="18328" y="64404"/>
                </a:cubicBezTo>
                <a:cubicBezTo>
                  <a:pt x="20838" y="63740"/>
                  <a:pt x="24627" y="63100"/>
                  <a:pt x="29695" y="62484"/>
                </a:cubicBezTo>
                <a:cubicBezTo>
                  <a:pt x="40019" y="61262"/>
                  <a:pt x="47621" y="59804"/>
                  <a:pt x="52499" y="58111"/>
                </a:cubicBezTo>
                <a:cubicBezTo>
                  <a:pt x="52546" y="56366"/>
                  <a:pt x="52570" y="55257"/>
                  <a:pt x="52570" y="54785"/>
                </a:cubicBezTo>
                <a:cubicBezTo>
                  <a:pt x="52570" y="49595"/>
                  <a:pt x="51362" y="45939"/>
                  <a:pt x="48947" y="43816"/>
                </a:cubicBezTo>
                <a:cubicBezTo>
                  <a:pt x="45679" y="40938"/>
                  <a:pt x="40824" y="39498"/>
                  <a:pt x="34383" y="39498"/>
                </a:cubicBezTo>
                <a:cubicBezTo>
                  <a:pt x="28369" y="39498"/>
                  <a:pt x="23929" y="40552"/>
                  <a:pt x="21063" y="42660"/>
                </a:cubicBezTo>
                <a:cubicBezTo>
                  <a:pt x="18198" y="44767"/>
                  <a:pt x="16079" y="48497"/>
                  <a:pt x="14705" y="53848"/>
                </a:cubicBezTo>
                <a:lnTo>
                  <a:pt x="2202" y="52143"/>
                </a:lnTo>
                <a:cubicBezTo>
                  <a:pt x="3339" y="46775"/>
                  <a:pt x="5210" y="42441"/>
                  <a:pt x="7814" y="39139"/>
                </a:cubicBezTo>
                <a:cubicBezTo>
                  <a:pt x="10419" y="35837"/>
                  <a:pt x="14184" y="33296"/>
                  <a:pt x="19110" y="31515"/>
                </a:cubicBezTo>
                <a:cubicBezTo>
                  <a:pt x="24035" y="29733"/>
                  <a:pt x="29742" y="28842"/>
                  <a:pt x="36230" y="28842"/>
                </a:cubicBezTo>
                <a:cubicBezTo>
                  <a:pt x="42671" y="28842"/>
                  <a:pt x="47905" y="29600"/>
                  <a:pt x="51930" y="31116"/>
                </a:cubicBezTo>
                <a:cubicBezTo>
                  <a:pt x="55956" y="32631"/>
                  <a:pt x="58916" y="34537"/>
                  <a:pt x="60810" y="36834"/>
                </a:cubicBezTo>
                <a:cubicBezTo>
                  <a:pt x="62705" y="39131"/>
                  <a:pt x="64031" y="42032"/>
                  <a:pt x="64789" y="45537"/>
                </a:cubicBezTo>
                <a:cubicBezTo>
                  <a:pt x="65215" y="47715"/>
                  <a:pt x="65428" y="51646"/>
                  <a:pt x="65428" y="57329"/>
                </a:cubicBezTo>
                <a:lnTo>
                  <a:pt x="65428" y="74379"/>
                </a:lnTo>
                <a:cubicBezTo>
                  <a:pt x="65428" y="86266"/>
                  <a:pt x="65700" y="93785"/>
                  <a:pt x="66245" y="96934"/>
                </a:cubicBezTo>
                <a:cubicBezTo>
                  <a:pt x="66790" y="100084"/>
                  <a:pt x="67867" y="103103"/>
                  <a:pt x="69477" y="105992"/>
                </a:cubicBezTo>
                <a:lnTo>
                  <a:pt x="56122" y="105992"/>
                </a:lnTo>
                <a:cubicBezTo>
                  <a:pt x="54796" y="103337"/>
                  <a:pt x="53943" y="100232"/>
                  <a:pt x="53564" y="96677"/>
                </a:cubicBezTo>
                <a:moveTo>
                  <a:pt x="52499" y="68056"/>
                </a:moveTo>
                <a:cubicBezTo>
                  <a:pt x="47857" y="69967"/>
                  <a:pt x="40895" y="71591"/>
                  <a:pt x="31613" y="72927"/>
                </a:cubicBezTo>
                <a:cubicBezTo>
                  <a:pt x="26356" y="73688"/>
                  <a:pt x="22638" y="74544"/>
                  <a:pt x="20460" y="75496"/>
                </a:cubicBezTo>
                <a:cubicBezTo>
                  <a:pt x="18281" y="76446"/>
                  <a:pt x="16600" y="77837"/>
                  <a:pt x="15416" y="79669"/>
                </a:cubicBezTo>
                <a:cubicBezTo>
                  <a:pt x="14232" y="81500"/>
                  <a:pt x="13640" y="83533"/>
                  <a:pt x="13640" y="85768"/>
                </a:cubicBezTo>
                <a:cubicBezTo>
                  <a:pt x="13640" y="89191"/>
                  <a:pt x="14930" y="92044"/>
                  <a:pt x="17511" y="94328"/>
                </a:cubicBezTo>
                <a:cubicBezTo>
                  <a:pt x="20093" y="96610"/>
                  <a:pt x="23869" y="97751"/>
                  <a:pt x="28842" y="97751"/>
                </a:cubicBezTo>
                <a:cubicBezTo>
                  <a:pt x="33768" y="97751"/>
                  <a:pt x="38149" y="96669"/>
                  <a:pt x="41985" y="94503"/>
                </a:cubicBezTo>
                <a:cubicBezTo>
                  <a:pt x="45821" y="92338"/>
                  <a:pt x="48639" y="89376"/>
                  <a:pt x="50438" y="85617"/>
                </a:cubicBezTo>
                <a:cubicBezTo>
                  <a:pt x="51812" y="82713"/>
                  <a:pt x="52499" y="78430"/>
                  <a:pt x="52499" y="72767"/>
                </a:cubicBezTo>
                <a:lnTo>
                  <a:pt x="52499" y="68056"/>
                </a:lnTo>
                <a:close/>
                <a:moveTo>
                  <a:pt x="80124" y="83401"/>
                </a:moveTo>
                <a:lnTo>
                  <a:pt x="92769" y="81412"/>
                </a:lnTo>
                <a:cubicBezTo>
                  <a:pt x="93479" y="86457"/>
                  <a:pt x="95457" y="90324"/>
                  <a:pt x="98701" y="93011"/>
                </a:cubicBezTo>
                <a:cubicBezTo>
                  <a:pt x="101945" y="95698"/>
                  <a:pt x="106480" y="97041"/>
                  <a:pt x="112305" y="97041"/>
                </a:cubicBezTo>
                <a:cubicBezTo>
                  <a:pt x="118178" y="97041"/>
                  <a:pt x="122535" y="95855"/>
                  <a:pt x="125376" y="93482"/>
                </a:cubicBezTo>
                <a:cubicBezTo>
                  <a:pt x="128218" y="91108"/>
                  <a:pt x="129639" y="88324"/>
                  <a:pt x="129639" y="85130"/>
                </a:cubicBezTo>
                <a:cubicBezTo>
                  <a:pt x="129639" y="82264"/>
                  <a:pt x="128384" y="80008"/>
                  <a:pt x="125874" y="78364"/>
                </a:cubicBezTo>
                <a:cubicBezTo>
                  <a:pt x="124121" y="77236"/>
                  <a:pt x="119764" y="75803"/>
                  <a:pt x="112802" y="74064"/>
                </a:cubicBezTo>
                <a:cubicBezTo>
                  <a:pt x="103425" y="71694"/>
                  <a:pt x="96925" y="69644"/>
                  <a:pt x="93302" y="67914"/>
                </a:cubicBezTo>
                <a:cubicBezTo>
                  <a:pt x="89679" y="66184"/>
                  <a:pt x="86932" y="63790"/>
                  <a:pt x="85061" y="60733"/>
                </a:cubicBezTo>
                <a:cubicBezTo>
                  <a:pt x="83190" y="57675"/>
                  <a:pt x="82255" y="54298"/>
                  <a:pt x="82255" y="50601"/>
                </a:cubicBezTo>
                <a:cubicBezTo>
                  <a:pt x="82255" y="47235"/>
                  <a:pt x="83025" y="44118"/>
                  <a:pt x="84564" y="41250"/>
                </a:cubicBezTo>
                <a:cubicBezTo>
                  <a:pt x="86103" y="38382"/>
                  <a:pt x="88199" y="36000"/>
                  <a:pt x="90851" y="34104"/>
                </a:cubicBezTo>
                <a:cubicBezTo>
                  <a:pt x="92840" y="32634"/>
                  <a:pt x="95551" y="31390"/>
                  <a:pt x="98985" y="30372"/>
                </a:cubicBezTo>
                <a:cubicBezTo>
                  <a:pt x="102419" y="29352"/>
                  <a:pt x="106101" y="28842"/>
                  <a:pt x="110032" y="28842"/>
                </a:cubicBezTo>
                <a:cubicBezTo>
                  <a:pt x="115952" y="28842"/>
                  <a:pt x="121149" y="29701"/>
                  <a:pt x="125625" y="31417"/>
                </a:cubicBezTo>
                <a:cubicBezTo>
                  <a:pt x="130100" y="33133"/>
                  <a:pt x="133404" y="35457"/>
                  <a:pt x="135535" y="38390"/>
                </a:cubicBezTo>
                <a:cubicBezTo>
                  <a:pt x="137666" y="41322"/>
                  <a:pt x="139134" y="45244"/>
                  <a:pt x="139940" y="50154"/>
                </a:cubicBezTo>
                <a:lnTo>
                  <a:pt x="127436" y="51859"/>
                </a:lnTo>
                <a:cubicBezTo>
                  <a:pt x="126868" y="47976"/>
                  <a:pt x="125222" y="44945"/>
                  <a:pt x="122499" y="42766"/>
                </a:cubicBezTo>
                <a:cubicBezTo>
                  <a:pt x="119776" y="40588"/>
                  <a:pt x="115928" y="39498"/>
                  <a:pt x="110955" y="39498"/>
                </a:cubicBezTo>
                <a:cubicBezTo>
                  <a:pt x="105083" y="39498"/>
                  <a:pt x="100891" y="40465"/>
                  <a:pt x="98381" y="42398"/>
                </a:cubicBezTo>
                <a:cubicBezTo>
                  <a:pt x="95871" y="44329"/>
                  <a:pt x="94616" y="46591"/>
                  <a:pt x="94616" y="49184"/>
                </a:cubicBezTo>
                <a:cubicBezTo>
                  <a:pt x="94616" y="50833"/>
                  <a:pt x="95137" y="52317"/>
                  <a:pt x="96179" y="53637"/>
                </a:cubicBezTo>
                <a:cubicBezTo>
                  <a:pt x="97221" y="55004"/>
                  <a:pt x="98855" y="56134"/>
                  <a:pt x="101081" y="57030"/>
                </a:cubicBezTo>
                <a:cubicBezTo>
                  <a:pt x="102359" y="57502"/>
                  <a:pt x="106124" y="58586"/>
                  <a:pt x="112376" y="60282"/>
                </a:cubicBezTo>
                <a:cubicBezTo>
                  <a:pt x="121422" y="62696"/>
                  <a:pt x="127732" y="64672"/>
                  <a:pt x="131308" y="66209"/>
                </a:cubicBezTo>
                <a:cubicBezTo>
                  <a:pt x="134884" y="67747"/>
                  <a:pt x="137690" y="69983"/>
                  <a:pt x="139726" y="72918"/>
                </a:cubicBezTo>
                <a:cubicBezTo>
                  <a:pt x="141763" y="75852"/>
                  <a:pt x="142781" y="79495"/>
                  <a:pt x="142781" y="83847"/>
                </a:cubicBezTo>
                <a:cubicBezTo>
                  <a:pt x="142781" y="88107"/>
                  <a:pt x="141538" y="92118"/>
                  <a:pt x="139052" y="95880"/>
                </a:cubicBezTo>
                <a:cubicBezTo>
                  <a:pt x="136565" y="99640"/>
                  <a:pt x="132978" y="102550"/>
                  <a:pt x="128289" y="104609"/>
                </a:cubicBezTo>
                <a:cubicBezTo>
                  <a:pt x="123600" y="106667"/>
                  <a:pt x="118296" y="107697"/>
                  <a:pt x="112376" y="107697"/>
                </a:cubicBezTo>
                <a:cubicBezTo>
                  <a:pt x="102572" y="107697"/>
                  <a:pt x="95101" y="105654"/>
                  <a:pt x="89963" y="101570"/>
                </a:cubicBezTo>
                <a:cubicBezTo>
                  <a:pt x="84824" y="97485"/>
                  <a:pt x="81545" y="91429"/>
                  <a:pt x="80124" y="83401"/>
                </a:cubicBezTo>
                <a:close/>
                <a:moveTo>
                  <a:pt x="158054" y="105992"/>
                </a:moveTo>
                <a:lnTo>
                  <a:pt x="158054" y="1847"/>
                </a:lnTo>
                <a:lnTo>
                  <a:pt x="170841" y="1847"/>
                </a:lnTo>
                <a:lnTo>
                  <a:pt x="170841" y="61237"/>
                </a:lnTo>
                <a:lnTo>
                  <a:pt x="201104" y="30547"/>
                </a:lnTo>
                <a:lnTo>
                  <a:pt x="217656" y="30547"/>
                </a:lnTo>
                <a:lnTo>
                  <a:pt x="188814" y="58537"/>
                </a:lnTo>
                <a:lnTo>
                  <a:pt x="220569" y="105992"/>
                </a:lnTo>
                <a:lnTo>
                  <a:pt x="204798" y="105992"/>
                </a:lnTo>
                <a:lnTo>
                  <a:pt x="179863" y="67417"/>
                </a:lnTo>
                <a:lnTo>
                  <a:pt x="170841" y="76084"/>
                </a:lnTo>
                <a:lnTo>
                  <a:pt x="170841" y="105992"/>
                </a:lnTo>
                <a:lnTo>
                  <a:pt x="158054" y="105992"/>
                </a:lnTo>
                <a:close/>
                <a:moveTo>
                  <a:pt x="234280" y="45181"/>
                </a:moveTo>
                <a:lnTo>
                  <a:pt x="234280" y="30547"/>
                </a:lnTo>
                <a:lnTo>
                  <a:pt x="248843" y="30547"/>
                </a:lnTo>
                <a:lnTo>
                  <a:pt x="248843" y="45181"/>
                </a:lnTo>
                <a:lnTo>
                  <a:pt x="234280" y="45181"/>
                </a:lnTo>
                <a:moveTo>
                  <a:pt x="234280" y="105992"/>
                </a:moveTo>
                <a:lnTo>
                  <a:pt x="234280" y="91358"/>
                </a:lnTo>
                <a:lnTo>
                  <a:pt x="248843" y="91358"/>
                </a:lnTo>
                <a:lnTo>
                  <a:pt x="248843" y="105992"/>
                </a:lnTo>
                <a:lnTo>
                  <a:pt x="234280" y="105992"/>
                </a:lnTo>
                <a:close/>
                <a:moveTo>
                  <a:pt x="308523" y="72461"/>
                </a:moveTo>
                <a:lnTo>
                  <a:pt x="321523" y="71324"/>
                </a:lnTo>
                <a:cubicBezTo>
                  <a:pt x="322139" y="76534"/>
                  <a:pt x="323571" y="80808"/>
                  <a:pt x="325821" y="84147"/>
                </a:cubicBezTo>
                <a:cubicBezTo>
                  <a:pt x="328071" y="87486"/>
                  <a:pt x="331563" y="90185"/>
                  <a:pt x="336299" y="92246"/>
                </a:cubicBezTo>
                <a:cubicBezTo>
                  <a:pt x="341035" y="94306"/>
                  <a:pt x="346363" y="95336"/>
                  <a:pt x="352283" y="95336"/>
                </a:cubicBezTo>
                <a:cubicBezTo>
                  <a:pt x="357540" y="95336"/>
                  <a:pt x="362182" y="94554"/>
                  <a:pt x="366207" y="92991"/>
                </a:cubicBezTo>
                <a:cubicBezTo>
                  <a:pt x="370233" y="91429"/>
                  <a:pt x="373228" y="89286"/>
                  <a:pt x="375194" y="86562"/>
                </a:cubicBezTo>
                <a:cubicBezTo>
                  <a:pt x="377159" y="83839"/>
                  <a:pt x="378142" y="80867"/>
                  <a:pt x="378142" y="77647"/>
                </a:cubicBezTo>
                <a:cubicBezTo>
                  <a:pt x="378142" y="74379"/>
                  <a:pt x="377195" y="71526"/>
                  <a:pt x="375300" y="69086"/>
                </a:cubicBezTo>
                <a:cubicBezTo>
                  <a:pt x="373406" y="66647"/>
                  <a:pt x="370280" y="64599"/>
                  <a:pt x="365923" y="62942"/>
                </a:cubicBezTo>
                <a:cubicBezTo>
                  <a:pt x="363129" y="61852"/>
                  <a:pt x="356948" y="60159"/>
                  <a:pt x="347382" y="57862"/>
                </a:cubicBezTo>
                <a:cubicBezTo>
                  <a:pt x="337815" y="55565"/>
                  <a:pt x="331113" y="53398"/>
                  <a:pt x="327277" y="51362"/>
                </a:cubicBezTo>
                <a:cubicBezTo>
                  <a:pt x="322304" y="48757"/>
                  <a:pt x="318599" y="45525"/>
                  <a:pt x="316160" y="41665"/>
                </a:cubicBezTo>
                <a:cubicBezTo>
                  <a:pt x="313720" y="37805"/>
                  <a:pt x="312501" y="33484"/>
                  <a:pt x="312501" y="28700"/>
                </a:cubicBezTo>
                <a:cubicBezTo>
                  <a:pt x="312501" y="23443"/>
                  <a:pt x="313993" y="18530"/>
                  <a:pt x="316976" y="13959"/>
                </a:cubicBezTo>
                <a:cubicBezTo>
                  <a:pt x="319960" y="9389"/>
                  <a:pt x="324317" y="5920"/>
                  <a:pt x="330048" y="3552"/>
                </a:cubicBezTo>
                <a:cubicBezTo>
                  <a:pt x="335778" y="1184"/>
                  <a:pt x="342148" y="0"/>
                  <a:pt x="349158" y="0"/>
                </a:cubicBezTo>
                <a:cubicBezTo>
                  <a:pt x="356877" y="0"/>
                  <a:pt x="363685" y="1243"/>
                  <a:pt x="369582" y="3730"/>
                </a:cubicBezTo>
                <a:cubicBezTo>
                  <a:pt x="375478" y="6216"/>
                  <a:pt x="380013" y="9875"/>
                  <a:pt x="383186" y="14705"/>
                </a:cubicBezTo>
                <a:cubicBezTo>
                  <a:pt x="386359" y="19536"/>
                  <a:pt x="388064" y="25006"/>
                  <a:pt x="388301" y="31116"/>
                </a:cubicBezTo>
                <a:lnTo>
                  <a:pt x="375087" y="32110"/>
                </a:lnTo>
                <a:cubicBezTo>
                  <a:pt x="374377" y="25503"/>
                  <a:pt x="371973" y="20513"/>
                  <a:pt x="367877" y="17138"/>
                </a:cubicBezTo>
                <a:cubicBezTo>
                  <a:pt x="363780" y="13764"/>
                  <a:pt x="357730" y="12077"/>
                  <a:pt x="349726" y="12077"/>
                </a:cubicBezTo>
                <a:cubicBezTo>
                  <a:pt x="341391" y="12077"/>
                  <a:pt x="335317" y="13606"/>
                  <a:pt x="331504" y="16663"/>
                </a:cubicBezTo>
                <a:cubicBezTo>
                  <a:pt x="327692" y="19720"/>
                  <a:pt x="325785" y="23404"/>
                  <a:pt x="325785" y="27717"/>
                </a:cubicBezTo>
                <a:cubicBezTo>
                  <a:pt x="325785" y="31461"/>
                  <a:pt x="327135" y="34542"/>
                  <a:pt x="329835" y="36959"/>
                </a:cubicBezTo>
                <a:cubicBezTo>
                  <a:pt x="332487" y="39377"/>
                  <a:pt x="339413" y="41854"/>
                  <a:pt x="350614" y="44389"/>
                </a:cubicBezTo>
                <a:cubicBezTo>
                  <a:pt x="361815" y="46924"/>
                  <a:pt x="369499" y="49140"/>
                  <a:pt x="373666" y="51036"/>
                </a:cubicBezTo>
                <a:cubicBezTo>
                  <a:pt x="379729" y="53831"/>
                  <a:pt x="384204" y="57374"/>
                  <a:pt x="387093" y="61665"/>
                </a:cubicBezTo>
                <a:cubicBezTo>
                  <a:pt x="389982" y="65954"/>
                  <a:pt x="391426" y="70895"/>
                  <a:pt x="391426" y="76488"/>
                </a:cubicBezTo>
                <a:cubicBezTo>
                  <a:pt x="391426" y="82032"/>
                  <a:pt x="389840" y="87257"/>
                  <a:pt x="386667" y="92163"/>
                </a:cubicBezTo>
                <a:cubicBezTo>
                  <a:pt x="383494" y="97068"/>
                  <a:pt x="378935" y="100884"/>
                  <a:pt x="372992" y="103610"/>
                </a:cubicBezTo>
                <a:cubicBezTo>
                  <a:pt x="367048" y="106334"/>
                  <a:pt x="360358" y="107697"/>
                  <a:pt x="352923" y="107697"/>
                </a:cubicBezTo>
                <a:cubicBezTo>
                  <a:pt x="343498" y="107697"/>
                  <a:pt x="335601" y="106323"/>
                  <a:pt x="329231" y="103576"/>
                </a:cubicBezTo>
                <a:cubicBezTo>
                  <a:pt x="322861" y="100830"/>
                  <a:pt x="317864" y="96697"/>
                  <a:pt x="314241" y="91180"/>
                </a:cubicBezTo>
                <a:cubicBezTo>
                  <a:pt x="310618" y="85662"/>
                  <a:pt x="308712" y="79423"/>
                  <a:pt x="308523" y="72461"/>
                </a:cubicBezTo>
                <a:close/>
                <a:moveTo>
                  <a:pt x="436530" y="94696"/>
                </a:moveTo>
                <a:lnTo>
                  <a:pt x="438377" y="105992"/>
                </a:lnTo>
                <a:cubicBezTo>
                  <a:pt x="434777" y="106655"/>
                  <a:pt x="431557" y="106986"/>
                  <a:pt x="428715" y="106986"/>
                </a:cubicBezTo>
                <a:cubicBezTo>
                  <a:pt x="424074" y="106986"/>
                  <a:pt x="420475" y="106252"/>
                  <a:pt x="417917" y="104784"/>
                </a:cubicBezTo>
                <a:cubicBezTo>
                  <a:pt x="415360" y="103316"/>
                  <a:pt x="413560" y="101386"/>
                  <a:pt x="412518" y="98994"/>
                </a:cubicBezTo>
                <a:cubicBezTo>
                  <a:pt x="411476" y="96603"/>
                  <a:pt x="410955" y="91571"/>
                  <a:pt x="410955" y="83898"/>
                </a:cubicBezTo>
                <a:lnTo>
                  <a:pt x="410955" y="40493"/>
                </a:lnTo>
                <a:lnTo>
                  <a:pt x="401578" y="40493"/>
                </a:lnTo>
                <a:lnTo>
                  <a:pt x="401578" y="30547"/>
                </a:lnTo>
                <a:lnTo>
                  <a:pt x="410955" y="30547"/>
                </a:lnTo>
                <a:lnTo>
                  <a:pt x="410955" y="11813"/>
                </a:lnTo>
                <a:lnTo>
                  <a:pt x="423672" y="4120"/>
                </a:lnTo>
                <a:lnTo>
                  <a:pt x="423672" y="30547"/>
                </a:lnTo>
                <a:lnTo>
                  <a:pt x="436530" y="30547"/>
                </a:lnTo>
                <a:lnTo>
                  <a:pt x="436530" y="40493"/>
                </a:lnTo>
                <a:lnTo>
                  <a:pt x="423672" y="40493"/>
                </a:lnTo>
                <a:lnTo>
                  <a:pt x="423672" y="84609"/>
                </a:lnTo>
                <a:cubicBezTo>
                  <a:pt x="423672" y="88255"/>
                  <a:pt x="423896" y="90600"/>
                  <a:pt x="424346" y="91642"/>
                </a:cubicBezTo>
                <a:cubicBezTo>
                  <a:pt x="424796" y="92684"/>
                  <a:pt x="425530" y="93512"/>
                  <a:pt x="426549" y="94128"/>
                </a:cubicBezTo>
                <a:cubicBezTo>
                  <a:pt x="427567" y="94744"/>
                  <a:pt x="429023" y="95052"/>
                  <a:pt x="430918" y="95052"/>
                </a:cubicBezTo>
                <a:cubicBezTo>
                  <a:pt x="432338" y="95052"/>
                  <a:pt x="434209" y="94933"/>
                  <a:pt x="436530" y="94696"/>
                </a:cubicBezTo>
                <a:close/>
                <a:moveTo>
                  <a:pt x="448899" y="105992"/>
                </a:moveTo>
                <a:lnTo>
                  <a:pt x="448899" y="30547"/>
                </a:lnTo>
                <a:lnTo>
                  <a:pt x="460407" y="30547"/>
                </a:lnTo>
                <a:lnTo>
                  <a:pt x="460407" y="41914"/>
                </a:lnTo>
                <a:cubicBezTo>
                  <a:pt x="463343" y="36592"/>
                  <a:pt x="466055" y="33082"/>
                  <a:pt x="468541" y="31386"/>
                </a:cubicBezTo>
                <a:cubicBezTo>
                  <a:pt x="471028" y="29690"/>
                  <a:pt x="473763" y="28842"/>
                  <a:pt x="476746" y="28842"/>
                </a:cubicBezTo>
                <a:cubicBezTo>
                  <a:pt x="481056" y="28842"/>
                  <a:pt x="485437" y="30210"/>
                  <a:pt x="489889" y="32945"/>
                </a:cubicBezTo>
                <a:lnTo>
                  <a:pt x="485484" y="44755"/>
                </a:lnTo>
                <a:cubicBezTo>
                  <a:pt x="482358" y="42908"/>
                  <a:pt x="479233" y="41985"/>
                  <a:pt x="476107" y="41985"/>
                </a:cubicBezTo>
                <a:cubicBezTo>
                  <a:pt x="473313" y="41985"/>
                  <a:pt x="470803" y="42827"/>
                  <a:pt x="468577" y="44511"/>
                </a:cubicBezTo>
                <a:cubicBezTo>
                  <a:pt x="466351" y="46194"/>
                  <a:pt x="464764" y="48529"/>
                  <a:pt x="463817" y="51515"/>
                </a:cubicBezTo>
                <a:cubicBezTo>
                  <a:pt x="462396" y="56066"/>
                  <a:pt x="461686" y="61044"/>
                  <a:pt x="461686" y="66449"/>
                </a:cubicBezTo>
                <a:lnTo>
                  <a:pt x="461686" y="105992"/>
                </a:lnTo>
                <a:lnTo>
                  <a:pt x="448899" y="105992"/>
                </a:lnTo>
                <a:close/>
                <a:moveTo>
                  <a:pt x="497557" y="16623"/>
                </a:moveTo>
                <a:lnTo>
                  <a:pt x="497557" y="1847"/>
                </a:lnTo>
                <a:lnTo>
                  <a:pt x="510344" y="1847"/>
                </a:lnTo>
                <a:lnTo>
                  <a:pt x="510344" y="16623"/>
                </a:lnTo>
                <a:lnTo>
                  <a:pt x="497557" y="16623"/>
                </a:lnTo>
                <a:moveTo>
                  <a:pt x="497557" y="105992"/>
                </a:moveTo>
                <a:lnTo>
                  <a:pt x="497557" y="30547"/>
                </a:lnTo>
                <a:lnTo>
                  <a:pt x="510344" y="30547"/>
                </a:lnTo>
                <a:lnTo>
                  <a:pt x="510344" y="105992"/>
                </a:lnTo>
                <a:lnTo>
                  <a:pt x="497557" y="105992"/>
                </a:lnTo>
                <a:close/>
                <a:moveTo>
                  <a:pt x="529812" y="105992"/>
                </a:moveTo>
                <a:lnTo>
                  <a:pt x="529812" y="30547"/>
                </a:lnTo>
                <a:lnTo>
                  <a:pt x="541320" y="30547"/>
                </a:lnTo>
                <a:lnTo>
                  <a:pt x="541320" y="41203"/>
                </a:lnTo>
                <a:cubicBezTo>
                  <a:pt x="546861" y="32963"/>
                  <a:pt x="554865" y="28842"/>
                  <a:pt x="565332" y="28842"/>
                </a:cubicBezTo>
                <a:cubicBezTo>
                  <a:pt x="569878" y="28842"/>
                  <a:pt x="574058" y="29659"/>
                  <a:pt x="577870" y="31293"/>
                </a:cubicBezTo>
                <a:cubicBezTo>
                  <a:pt x="581683" y="32927"/>
                  <a:pt x="584536" y="35070"/>
                  <a:pt x="586430" y="37722"/>
                </a:cubicBezTo>
                <a:cubicBezTo>
                  <a:pt x="588325" y="40374"/>
                  <a:pt x="589651" y="43524"/>
                  <a:pt x="590409" y="47171"/>
                </a:cubicBezTo>
                <a:cubicBezTo>
                  <a:pt x="590882" y="49539"/>
                  <a:pt x="591119" y="53683"/>
                  <a:pt x="591119" y="59603"/>
                </a:cubicBezTo>
                <a:lnTo>
                  <a:pt x="591119" y="105992"/>
                </a:lnTo>
                <a:lnTo>
                  <a:pt x="578332" y="105992"/>
                </a:lnTo>
                <a:lnTo>
                  <a:pt x="578332" y="60051"/>
                </a:lnTo>
                <a:cubicBezTo>
                  <a:pt x="578332" y="54836"/>
                  <a:pt x="577835" y="50936"/>
                  <a:pt x="576840" y="48352"/>
                </a:cubicBezTo>
                <a:cubicBezTo>
                  <a:pt x="575846" y="45768"/>
                  <a:pt x="574081" y="43705"/>
                  <a:pt x="571548" y="42165"/>
                </a:cubicBezTo>
                <a:cubicBezTo>
                  <a:pt x="569014" y="40624"/>
                  <a:pt x="566042" y="39853"/>
                  <a:pt x="562632" y="39853"/>
                </a:cubicBezTo>
                <a:cubicBezTo>
                  <a:pt x="557186" y="39853"/>
                  <a:pt x="552485" y="41584"/>
                  <a:pt x="548531" y="45046"/>
                </a:cubicBezTo>
                <a:cubicBezTo>
                  <a:pt x="544576" y="48506"/>
                  <a:pt x="542599" y="55072"/>
                  <a:pt x="542599" y="64744"/>
                </a:cubicBezTo>
                <a:lnTo>
                  <a:pt x="542599" y="105992"/>
                </a:lnTo>
                <a:lnTo>
                  <a:pt x="529812" y="105992"/>
                </a:lnTo>
                <a:close/>
                <a:moveTo>
                  <a:pt x="608381" y="112243"/>
                </a:moveTo>
                <a:lnTo>
                  <a:pt x="620813" y="114090"/>
                </a:lnTo>
                <a:cubicBezTo>
                  <a:pt x="621334" y="117927"/>
                  <a:pt x="622779" y="120721"/>
                  <a:pt x="625147" y="122473"/>
                </a:cubicBezTo>
                <a:cubicBezTo>
                  <a:pt x="628320" y="124841"/>
                  <a:pt x="632653" y="126025"/>
                  <a:pt x="638147" y="126025"/>
                </a:cubicBezTo>
                <a:cubicBezTo>
                  <a:pt x="644067" y="126025"/>
                  <a:pt x="648637" y="124838"/>
                  <a:pt x="651858" y="122464"/>
                </a:cubicBezTo>
                <a:cubicBezTo>
                  <a:pt x="655078" y="120092"/>
                  <a:pt x="657257" y="116769"/>
                  <a:pt x="658393" y="112496"/>
                </a:cubicBezTo>
                <a:cubicBezTo>
                  <a:pt x="659056" y="109887"/>
                  <a:pt x="659364" y="104405"/>
                  <a:pt x="659317" y="96051"/>
                </a:cubicBezTo>
                <a:cubicBezTo>
                  <a:pt x="653728" y="102678"/>
                  <a:pt x="646766" y="105992"/>
                  <a:pt x="638431" y="105992"/>
                </a:cubicBezTo>
                <a:cubicBezTo>
                  <a:pt x="628059" y="105992"/>
                  <a:pt x="620032" y="102250"/>
                  <a:pt x="614349" y="94767"/>
                </a:cubicBezTo>
                <a:cubicBezTo>
                  <a:pt x="608665" y="87285"/>
                  <a:pt x="605824" y="78310"/>
                  <a:pt x="605824" y="67843"/>
                </a:cubicBezTo>
                <a:cubicBezTo>
                  <a:pt x="605824" y="60645"/>
                  <a:pt x="607126" y="54002"/>
                  <a:pt x="609731" y="47917"/>
                </a:cubicBezTo>
                <a:cubicBezTo>
                  <a:pt x="612336" y="41831"/>
                  <a:pt x="616113" y="37130"/>
                  <a:pt x="621062" y="33815"/>
                </a:cubicBezTo>
                <a:cubicBezTo>
                  <a:pt x="626011" y="30500"/>
                  <a:pt x="631824" y="28842"/>
                  <a:pt x="638502" y="28842"/>
                </a:cubicBezTo>
                <a:cubicBezTo>
                  <a:pt x="647406" y="28842"/>
                  <a:pt x="654747" y="32465"/>
                  <a:pt x="660525" y="39711"/>
                </a:cubicBezTo>
                <a:lnTo>
                  <a:pt x="660525" y="30547"/>
                </a:lnTo>
                <a:lnTo>
                  <a:pt x="672317" y="30547"/>
                </a:lnTo>
                <a:lnTo>
                  <a:pt x="672317" y="95806"/>
                </a:lnTo>
                <a:cubicBezTo>
                  <a:pt x="672317" y="107559"/>
                  <a:pt x="671121" y="115888"/>
                  <a:pt x="668730" y="120793"/>
                </a:cubicBezTo>
                <a:cubicBezTo>
                  <a:pt x="666338" y="125697"/>
                  <a:pt x="662549" y="129571"/>
                  <a:pt x="657363" y="132414"/>
                </a:cubicBezTo>
                <a:cubicBezTo>
                  <a:pt x="652177" y="135259"/>
                  <a:pt x="645796" y="136681"/>
                  <a:pt x="638218" y="136681"/>
                </a:cubicBezTo>
                <a:cubicBezTo>
                  <a:pt x="629220" y="136681"/>
                  <a:pt x="621950" y="134651"/>
                  <a:pt x="616409" y="130589"/>
                </a:cubicBezTo>
                <a:cubicBezTo>
                  <a:pt x="610868" y="126528"/>
                  <a:pt x="608192" y="120413"/>
                  <a:pt x="608381" y="112243"/>
                </a:cubicBezTo>
                <a:moveTo>
                  <a:pt x="618966" y="66922"/>
                </a:moveTo>
                <a:cubicBezTo>
                  <a:pt x="618966" y="76795"/>
                  <a:pt x="620932" y="83999"/>
                  <a:pt x="624862" y="88534"/>
                </a:cubicBezTo>
                <a:cubicBezTo>
                  <a:pt x="628793" y="93068"/>
                  <a:pt x="633719" y="95336"/>
                  <a:pt x="639639" y="95336"/>
                </a:cubicBezTo>
                <a:cubicBezTo>
                  <a:pt x="645511" y="95336"/>
                  <a:pt x="650437" y="93080"/>
                  <a:pt x="654415" y="88569"/>
                </a:cubicBezTo>
                <a:cubicBezTo>
                  <a:pt x="658393" y="84058"/>
                  <a:pt x="660383" y="76984"/>
                  <a:pt x="660383" y="67346"/>
                </a:cubicBezTo>
                <a:cubicBezTo>
                  <a:pt x="660383" y="58134"/>
                  <a:pt x="658334" y="51190"/>
                  <a:pt x="654238" y="46513"/>
                </a:cubicBezTo>
                <a:cubicBezTo>
                  <a:pt x="650141" y="41837"/>
                  <a:pt x="645204" y="39498"/>
                  <a:pt x="639426" y="39498"/>
                </a:cubicBezTo>
                <a:cubicBezTo>
                  <a:pt x="633742" y="39498"/>
                  <a:pt x="628912" y="41801"/>
                  <a:pt x="624934" y="46407"/>
                </a:cubicBezTo>
                <a:cubicBezTo>
                  <a:pt x="620955" y="51013"/>
                  <a:pt x="618966" y="57851"/>
                  <a:pt x="618966" y="6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+sourceCode:String?">
            <a:extLst xmlns:a="http://schemas.openxmlformats.org/drawingml/2006/main">
              <a:ext uri="{FF2B5EF4-FFF2-40B4-BE49-F238E27FC236}">
                <a16:creationId xmlns:a16="http://schemas.microsoft.com/office/drawing/2014/main" id="{633EF8FF-DB95-4FD1-99CE-8DB501E4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1" y="3679774"/>
            <a:ext cx="1436291" cy="136681"/>
          </a:xfrm>
          <a:custGeom xmlns:a="http://schemas.openxmlformats.org/drawingml/2006/main">
            <a:pathLst>
              <a:path w="1436291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21764" y="83401"/>
                </a:moveTo>
                <a:lnTo>
                  <a:pt x="134409" y="81412"/>
                </a:lnTo>
                <a:cubicBezTo>
                  <a:pt x="135120" y="86457"/>
                  <a:pt x="137097" y="90324"/>
                  <a:pt x="140341" y="93011"/>
                </a:cubicBezTo>
                <a:cubicBezTo>
                  <a:pt x="143585" y="95698"/>
                  <a:pt x="148120" y="97041"/>
                  <a:pt x="153945" y="97041"/>
                </a:cubicBezTo>
                <a:cubicBezTo>
                  <a:pt x="159818" y="97041"/>
                  <a:pt x="164175" y="95855"/>
                  <a:pt x="167017" y="93482"/>
                </a:cubicBezTo>
                <a:cubicBezTo>
                  <a:pt x="169858" y="91108"/>
                  <a:pt x="171279" y="88324"/>
                  <a:pt x="171279" y="85130"/>
                </a:cubicBezTo>
                <a:cubicBezTo>
                  <a:pt x="171279" y="82264"/>
                  <a:pt x="170024" y="80008"/>
                  <a:pt x="167514" y="78364"/>
                </a:cubicBezTo>
                <a:cubicBezTo>
                  <a:pt x="165762" y="77236"/>
                  <a:pt x="161404" y="75803"/>
                  <a:pt x="154442" y="74064"/>
                </a:cubicBezTo>
                <a:cubicBezTo>
                  <a:pt x="145065" y="71694"/>
                  <a:pt x="138565" y="69644"/>
                  <a:pt x="134942" y="67914"/>
                </a:cubicBezTo>
                <a:cubicBezTo>
                  <a:pt x="131319" y="66184"/>
                  <a:pt x="128572" y="63790"/>
                  <a:pt x="126701" y="60733"/>
                </a:cubicBezTo>
                <a:cubicBezTo>
                  <a:pt x="124831" y="57675"/>
                  <a:pt x="123895" y="54298"/>
                  <a:pt x="123895" y="50601"/>
                </a:cubicBezTo>
                <a:cubicBezTo>
                  <a:pt x="123895" y="47235"/>
                  <a:pt x="124665" y="44118"/>
                  <a:pt x="126204" y="41250"/>
                </a:cubicBezTo>
                <a:cubicBezTo>
                  <a:pt x="127743" y="38382"/>
                  <a:pt x="129839" y="36000"/>
                  <a:pt x="132491" y="34104"/>
                </a:cubicBezTo>
                <a:cubicBezTo>
                  <a:pt x="134480" y="32634"/>
                  <a:pt x="137192" y="31390"/>
                  <a:pt x="140625" y="30372"/>
                </a:cubicBezTo>
                <a:cubicBezTo>
                  <a:pt x="144059" y="29352"/>
                  <a:pt x="147741" y="28842"/>
                  <a:pt x="151672" y="28842"/>
                </a:cubicBezTo>
                <a:cubicBezTo>
                  <a:pt x="157592" y="28842"/>
                  <a:pt x="162790" y="29701"/>
                  <a:pt x="167265" y="31417"/>
                </a:cubicBezTo>
                <a:cubicBezTo>
                  <a:pt x="171741" y="33133"/>
                  <a:pt x="175044" y="35457"/>
                  <a:pt x="177175" y="38390"/>
                </a:cubicBezTo>
                <a:cubicBezTo>
                  <a:pt x="179307" y="41322"/>
                  <a:pt x="180775" y="45244"/>
                  <a:pt x="181580" y="50154"/>
                </a:cubicBezTo>
                <a:lnTo>
                  <a:pt x="169077" y="51859"/>
                </a:lnTo>
                <a:cubicBezTo>
                  <a:pt x="168508" y="47976"/>
                  <a:pt x="166863" y="44945"/>
                  <a:pt x="164139" y="42766"/>
                </a:cubicBezTo>
                <a:cubicBezTo>
                  <a:pt x="161416" y="40588"/>
                  <a:pt x="157568" y="39498"/>
                  <a:pt x="152595" y="39498"/>
                </a:cubicBezTo>
                <a:cubicBezTo>
                  <a:pt x="146723" y="39498"/>
                  <a:pt x="142531" y="40465"/>
                  <a:pt x="140021" y="42398"/>
                </a:cubicBezTo>
                <a:cubicBezTo>
                  <a:pt x="137511" y="44329"/>
                  <a:pt x="136256" y="46591"/>
                  <a:pt x="136256" y="49184"/>
                </a:cubicBezTo>
                <a:cubicBezTo>
                  <a:pt x="136256" y="50833"/>
                  <a:pt x="136777" y="52317"/>
                  <a:pt x="137819" y="53637"/>
                </a:cubicBezTo>
                <a:cubicBezTo>
                  <a:pt x="138861" y="55004"/>
                  <a:pt x="140495" y="56134"/>
                  <a:pt x="142721" y="57030"/>
                </a:cubicBezTo>
                <a:cubicBezTo>
                  <a:pt x="144000" y="57502"/>
                  <a:pt x="147765" y="58586"/>
                  <a:pt x="154016" y="60282"/>
                </a:cubicBezTo>
                <a:cubicBezTo>
                  <a:pt x="163062" y="62696"/>
                  <a:pt x="169373" y="64672"/>
                  <a:pt x="172948" y="66209"/>
                </a:cubicBezTo>
                <a:cubicBezTo>
                  <a:pt x="176524" y="67747"/>
                  <a:pt x="179330" y="69983"/>
                  <a:pt x="181367" y="72918"/>
                </a:cubicBezTo>
                <a:cubicBezTo>
                  <a:pt x="183403" y="75852"/>
                  <a:pt x="184421" y="79495"/>
                  <a:pt x="184421" y="83847"/>
                </a:cubicBezTo>
                <a:cubicBezTo>
                  <a:pt x="184421" y="88107"/>
                  <a:pt x="183178" y="92118"/>
                  <a:pt x="180692" y="95880"/>
                </a:cubicBezTo>
                <a:cubicBezTo>
                  <a:pt x="178205" y="99640"/>
                  <a:pt x="174618" y="102550"/>
                  <a:pt x="169929" y="104609"/>
                </a:cubicBezTo>
                <a:cubicBezTo>
                  <a:pt x="165241" y="106667"/>
                  <a:pt x="159936" y="107697"/>
                  <a:pt x="154016" y="107697"/>
                </a:cubicBezTo>
                <a:cubicBezTo>
                  <a:pt x="144213" y="107697"/>
                  <a:pt x="136742" y="105654"/>
                  <a:pt x="131603" y="101570"/>
                </a:cubicBezTo>
                <a:cubicBezTo>
                  <a:pt x="126465" y="97485"/>
                  <a:pt x="123185" y="91429"/>
                  <a:pt x="121764" y="83401"/>
                </a:cubicBezTo>
                <a:close/>
                <a:moveTo>
                  <a:pt x="194863" y="68270"/>
                </a:moveTo>
                <a:cubicBezTo>
                  <a:pt x="194863" y="54298"/>
                  <a:pt x="198747" y="43950"/>
                  <a:pt x="206514" y="37225"/>
                </a:cubicBezTo>
                <a:cubicBezTo>
                  <a:pt x="213002" y="31637"/>
                  <a:pt x="220911" y="28842"/>
                  <a:pt x="230241" y="28842"/>
                </a:cubicBezTo>
                <a:cubicBezTo>
                  <a:pt x="240613" y="28842"/>
                  <a:pt x="249090" y="32240"/>
                  <a:pt x="255673" y="39037"/>
                </a:cubicBezTo>
                <a:cubicBezTo>
                  <a:pt x="262256" y="45833"/>
                  <a:pt x="265548" y="55222"/>
                  <a:pt x="265548" y="67204"/>
                </a:cubicBezTo>
                <a:cubicBezTo>
                  <a:pt x="265548" y="76913"/>
                  <a:pt x="264092" y="84550"/>
                  <a:pt x="261179" y="90114"/>
                </a:cubicBezTo>
                <a:cubicBezTo>
                  <a:pt x="258266" y="95679"/>
                  <a:pt x="254028" y="100001"/>
                  <a:pt x="248463" y="103079"/>
                </a:cubicBezTo>
                <a:cubicBezTo>
                  <a:pt x="242898" y="106158"/>
                  <a:pt x="236824" y="107697"/>
                  <a:pt x="230241" y="107697"/>
                </a:cubicBezTo>
                <a:cubicBezTo>
                  <a:pt x="219680" y="107697"/>
                  <a:pt x="211143" y="104311"/>
                  <a:pt x="204631" y="97538"/>
                </a:cubicBezTo>
                <a:cubicBezTo>
                  <a:pt x="198119" y="90766"/>
                  <a:pt x="194863" y="81009"/>
                  <a:pt x="194863" y="68270"/>
                </a:cubicBezTo>
                <a:moveTo>
                  <a:pt x="208006" y="68234"/>
                </a:moveTo>
                <a:cubicBezTo>
                  <a:pt x="208006" y="77860"/>
                  <a:pt x="210113" y="85068"/>
                  <a:pt x="214328" y="89857"/>
                </a:cubicBezTo>
                <a:cubicBezTo>
                  <a:pt x="218543" y="94646"/>
                  <a:pt x="223847" y="97041"/>
                  <a:pt x="230241" y="97041"/>
                </a:cubicBezTo>
                <a:cubicBezTo>
                  <a:pt x="236587" y="97041"/>
                  <a:pt x="241868" y="94634"/>
                  <a:pt x="246083" y="89821"/>
                </a:cubicBezTo>
                <a:cubicBezTo>
                  <a:pt x="250298" y="85008"/>
                  <a:pt x="252406" y="77671"/>
                  <a:pt x="252406" y="67810"/>
                </a:cubicBezTo>
                <a:cubicBezTo>
                  <a:pt x="252406" y="58514"/>
                  <a:pt x="250286" y="51471"/>
                  <a:pt x="246047" y="46682"/>
                </a:cubicBezTo>
                <a:cubicBezTo>
                  <a:pt x="241809" y="41893"/>
                  <a:pt x="236540" y="39498"/>
                  <a:pt x="230241" y="39498"/>
                </a:cubicBezTo>
                <a:cubicBezTo>
                  <a:pt x="223847" y="39498"/>
                  <a:pt x="218543" y="41881"/>
                  <a:pt x="214328" y="46647"/>
                </a:cubicBezTo>
                <a:cubicBezTo>
                  <a:pt x="210113" y="51412"/>
                  <a:pt x="208006" y="58608"/>
                  <a:pt x="208006" y="68234"/>
                </a:cubicBezTo>
                <a:close/>
                <a:moveTo>
                  <a:pt x="329982" y="105992"/>
                </a:moveTo>
                <a:lnTo>
                  <a:pt x="329982" y="94910"/>
                </a:lnTo>
                <a:cubicBezTo>
                  <a:pt x="324110" y="103434"/>
                  <a:pt x="316130" y="107697"/>
                  <a:pt x="306042" y="107697"/>
                </a:cubicBezTo>
                <a:cubicBezTo>
                  <a:pt x="301590" y="107697"/>
                  <a:pt x="297434" y="106844"/>
                  <a:pt x="293574" y="105139"/>
                </a:cubicBezTo>
                <a:cubicBezTo>
                  <a:pt x="289714" y="103434"/>
                  <a:pt x="286849" y="101291"/>
                  <a:pt x="284978" y="98710"/>
                </a:cubicBezTo>
                <a:cubicBezTo>
                  <a:pt x="283108" y="96129"/>
                  <a:pt x="281794" y="92968"/>
                  <a:pt x="281036" y="89226"/>
                </a:cubicBezTo>
                <a:cubicBezTo>
                  <a:pt x="280515" y="86716"/>
                  <a:pt x="280254" y="82738"/>
                  <a:pt x="280254" y="77292"/>
                </a:cubicBezTo>
                <a:lnTo>
                  <a:pt x="280254" y="30547"/>
                </a:lnTo>
                <a:lnTo>
                  <a:pt x="293042" y="30547"/>
                </a:lnTo>
                <a:lnTo>
                  <a:pt x="293042" y="72390"/>
                </a:lnTo>
                <a:cubicBezTo>
                  <a:pt x="293042" y="79068"/>
                  <a:pt x="293302" y="83567"/>
                  <a:pt x="293823" y="85887"/>
                </a:cubicBezTo>
                <a:cubicBezTo>
                  <a:pt x="294628" y="89250"/>
                  <a:pt x="296333" y="91890"/>
                  <a:pt x="298938" y="93808"/>
                </a:cubicBezTo>
                <a:cubicBezTo>
                  <a:pt x="301543" y="95727"/>
                  <a:pt x="304763" y="96686"/>
                  <a:pt x="308599" y="96686"/>
                </a:cubicBezTo>
                <a:cubicBezTo>
                  <a:pt x="312435" y="96686"/>
                  <a:pt x="316035" y="95703"/>
                  <a:pt x="319397" y="93737"/>
                </a:cubicBezTo>
                <a:cubicBezTo>
                  <a:pt x="322760" y="91772"/>
                  <a:pt x="325140" y="89096"/>
                  <a:pt x="326537" y="85710"/>
                </a:cubicBezTo>
                <a:cubicBezTo>
                  <a:pt x="327934" y="82324"/>
                  <a:pt x="328633" y="77410"/>
                  <a:pt x="328633" y="70969"/>
                </a:cubicBezTo>
                <a:lnTo>
                  <a:pt x="328633" y="30547"/>
                </a:lnTo>
                <a:lnTo>
                  <a:pt x="341420" y="30547"/>
                </a:lnTo>
                <a:lnTo>
                  <a:pt x="341420" y="105992"/>
                </a:lnTo>
                <a:lnTo>
                  <a:pt x="329982" y="105992"/>
                </a:lnTo>
                <a:close/>
                <a:moveTo>
                  <a:pt x="361313" y="105992"/>
                </a:moveTo>
                <a:lnTo>
                  <a:pt x="361313" y="30547"/>
                </a:lnTo>
                <a:lnTo>
                  <a:pt x="372821" y="30547"/>
                </a:lnTo>
                <a:lnTo>
                  <a:pt x="372821" y="41914"/>
                </a:lnTo>
                <a:cubicBezTo>
                  <a:pt x="375758" y="36592"/>
                  <a:pt x="378469" y="33082"/>
                  <a:pt x="380956" y="31386"/>
                </a:cubicBezTo>
                <a:cubicBezTo>
                  <a:pt x="383442" y="29690"/>
                  <a:pt x="386177" y="28842"/>
                  <a:pt x="389161" y="28842"/>
                </a:cubicBezTo>
                <a:cubicBezTo>
                  <a:pt x="393470" y="28842"/>
                  <a:pt x="397851" y="30210"/>
                  <a:pt x="402303" y="32945"/>
                </a:cubicBezTo>
                <a:lnTo>
                  <a:pt x="397899" y="44755"/>
                </a:lnTo>
                <a:cubicBezTo>
                  <a:pt x="394773" y="42908"/>
                  <a:pt x="391647" y="41985"/>
                  <a:pt x="388521" y="41985"/>
                </a:cubicBezTo>
                <a:cubicBezTo>
                  <a:pt x="385727" y="41985"/>
                  <a:pt x="383217" y="42827"/>
                  <a:pt x="380991" y="44511"/>
                </a:cubicBezTo>
                <a:cubicBezTo>
                  <a:pt x="378765" y="46194"/>
                  <a:pt x="377179" y="48529"/>
                  <a:pt x="376231" y="51515"/>
                </a:cubicBezTo>
                <a:cubicBezTo>
                  <a:pt x="374811" y="56066"/>
                  <a:pt x="374100" y="61044"/>
                  <a:pt x="374100" y="66449"/>
                </a:cubicBezTo>
                <a:lnTo>
                  <a:pt x="374100" y="105992"/>
                </a:lnTo>
                <a:lnTo>
                  <a:pt x="361313" y="105992"/>
                </a:lnTo>
                <a:close/>
                <a:moveTo>
                  <a:pt x="459141" y="78286"/>
                </a:moveTo>
                <a:lnTo>
                  <a:pt x="471715" y="79920"/>
                </a:lnTo>
                <a:cubicBezTo>
                  <a:pt x="470341" y="88609"/>
                  <a:pt x="466825" y="95411"/>
                  <a:pt x="461165" y="100326"/>
                </a:cubicBezTo>
                <a:cubicBezTo>
                  <a:pt x="455506" y="105240"/>
                  <a:pt x="448556" y="107697"/>
                  <a:pt x="440315" y="107697"/>
                </a:cubicBezTo>
                <a:cubicBezTo>
                  <a:pt x="429991" y="107697"/>
                  <a:pt x="421691" y="104322"/>
                  <a:pt x="415416" y="97574"/>
                </a:cubicBezTo>
                <a:cubicBezTo>
                  <a:pt x="409140" y="90825"/>
                  <a:pt x="406003" y="81151"/>
                  <a:pt x="406003" y="68554"/>
                </a:cubicBezTo>
                <a:cubicBezTo>
                  <a:pt x="406003" y="60408"/>
                  <a:pt x="407353" y="53280"/>
                  <a:pt x="410052" y="47171"/>
                </a:cubicBezTo>
                <a:cubicBezTo>
                  <a:pt x="412752" y="41061"/>
                  <a:pt x="416860" y="36479"/>
                  <a:pt x="422378" y="33424"/>
                </a:cubicBezTo>
                <a:cubicBezTo>
                  <a:pt x="427895" y="30370"/>
                  <a:pt x="433898" y="28842"/>
                  <a:pt x="440386" y="28842"/>
                </a:cubicBezTo>
                <a:cubicBezTo>
                  <a:pt x="448579" y="28842"/>
                  <a:pt x="455281" y="30921"/>
                  <a:pt x="460491" y="35078"/>
                </a:cubicBezTo>
                <a:cubicBezTo>
                  <a:pt x="465700" y="39234"/>
                  <a:pt x="469039" y="45136"/>
                  <a:pt x="470507" y="52783"/>
                </a:cubicBezTo>
                <a:lnTo>
                  <a:pt x="458075" y="54701"/>
                </a:lnTo>
                <a:cubicBezTo>
                  <a:pt x="456891" y="49657"/>
                  <a:pt x="454795" y="45862"/>
                  <a:pt x="451788" y="43317"/>
                </a:cubicBezTo>
                <a:cubicBezTo>
                  <a:pt x="448781" y="40771"/>
                  <a:pt x="445146" y="39498"/>
                  <a:pt x="440883" y="39498"/>
                </a:cubicBezTo>
                <a:cubicBezTo>
                  <a:pt x="434442" y="39498"/>
                  <a:pt x="429209" y="41796"/>
                  <a:pt x="425184" y="46391"/>
                </a:cubicBezTo>
                <a:cubicBezTo>
                  <a:pt x="421158" y="50985"/>
                  <a:pt x="419145" y="58254"/>
                  <a:pt x="419145" y="68198"/>
                </a:cubicBezTo>
                <a:cubicBezTo>
                  <a:pt x="419145" y="78285"/>
                  <a:pt x="421087" y="85614"/>
                  <a:pt x="424970" y="90185"/>
                </a:cubicBezTo>
                <a:cubicBezTo>
                  <a:pt x="428854" y="94756"/>
                  <a:pt x="433922" y="97041"/>
                  <a:pt x="440173" y="97041"/>
                </a:cubicBezTo>
                <a:cubicBezTo>
                  <a:pt x="445193" y="97041"/>
                  <a:pt x="449385" y="95507"/>
                  <a:pt x="452747" y="92441"/>
                </a:cubicBezTo>
                <a:cubicBezTo>
                  <a:pt x="456110" y="89374"/>
                  <a:pt x="458241" y="84656"/>
                  <a:pt x="459141" y="78286"/>
                </a:cubicBezTo>
                <a:close/>
                <a:moveTo>
                  <a:pt x="534290" y="81696"/>
                </a:moveTo>
                <a:lnTo>
                  <a:pt x="547504" y="83330"/>
                </a:lnTo>
                <a:cubicBezTo>
                  <a:pt x="545420" y="91050"/>
                  <a:pt x="541560" y="97041"/>
                  <a:pt x="535924" y="101303"/>
                </a:cubicBezTo>
                <a:cubicBezTo>
                  <a:pt x="530288" y="105566"/>
                  <a:pt x="523090" y="107697"/>
                  <a:pt x="514328" y="107697"/>
                </a:cubicBezTo>
                <a:cubicBezTo>
                  <a:pt x="503293" y="107697"/>
                  <a:pt x="494543" y="104299"/>
                  <a:pt x="488079" y="97503"/>
                </a:cubicBezTo>
                <a:cubicBezTo>
                  <a:pt x="481614" y="90706"/>
                  <a:pt x="478382" y="81175"/>
                  <a:pt x="478382" y="68909"/>
                </a:cubicBezTo>
                <a:cubicBezTo>
                  <a:pt x="478382" y="56216"/>
                  <a:pt x="481650" y="46365"/>
                  <a:pt x="488185" y="39356"/>
                </a:cubicBezTo>
                <a:cubicBezTo>
                  <a:pt x="494721" y="32347"/>
                  <a:pt x="503198" y="28842"/>
                  <a:pt x="513618" y="28842"/>
                </a:cubicBezTo>
                <a:cubicBezTo>
                  <a:pt x="523705" y="28842"/>
                  <a:pt x="531946" y="32271"/>
                  <a:pt x="538340" y="39128"/>
                </a:cubicBezTo>
                <a:cubicBezTo>
                  <a:pt x="544733" y="45983"/>
                  <a:pt x="547930" y="55628"/>
                  <a:pt x="547930" y="68063"/>
                </a:cubicBezTo>
                <a:cubicBezTo>
                  <a:pt x="547930" y="68819"/>
                  <a:pt x="547906" y="69954"/>
                  <a:pt x="547859" y="71466"/>
                </a:cubicBezTo>
                <a:lnTo>
                  <a:pt x="491595" y="71466"/>
                </a:lnTo>
                <a:cubicBezTo>
                  <a:pt x="492069" y="79731"/>
                  <a:pt x="494413" y="86059"/>
                  <a:pt x="498628" y="90452"/>
                </a:cubicBezTo>
                <a:cubicBezTo>
                  <a:pt x="502843" y="94844"/>
                  <a:pt x="508100" y="97041"/>
                  <a:pt x="514399" y="97041"/>
                </a:cubicBezTo>
                <a:cubicBezTo>
                  <a:pt x="519088" y="97041"/>
                  <a:pt x="523090" y="95821"/>
                  <a:pt x="526405" y="93382"/>
                </a:cubicBezTo>
                <a:cubicBezTo>
                  <a:pt x="529720" y="90942"/>
                  <a:pt x="532349" y="87046"/>
                  <a:pt x="534290" y="81696"/>
                </a:cubicBezTo>
                <a:moveTo>
                  <a:pt x="492306" y="60810"/>
                </a:moveTo>
                <a:lnTo>
                  <a:pt x="534432" y="60810"/>
                </a:lnTo>
                <a:cubicBezTo>
                  <a:pt x="533864" y="54568"/>
                  <a:pt x="532254" y="49886"/>
                  <a:pt x="529602" y="46764"/>
                </a:cubicBezTo>
                <a:cubicBezTo>
                  <a:pt x="525529" y="41920"/>
                  <a:pt x="520248" y="39498"/>
                  <a:pt x="513760" y="39498"/>
                </a:cubicBezTo>
                <a:cubicBezTo>
                  <a:pt x="507887" y="39498"/>
                  <a:pt x="502950" y="41432"/>
                  <a:pt x="498948" y="45299"/>
                </a:cubicBezTo>
                <a:cubicBezTo>
                  <a:pt x="494946" y="49165"/>
                  <a:pt x="492732" y="54335"/>
                  <a:pt x="492306" y="60810"/>
                </a:cubicBezTo>
                <a:close/>
                <a:moveTo>
                  <a:pt x="639503" y="69335"/>
                </a:moveTo>
                <a:lnTo>
                  <a:pt x="653284" y="72816"/>
                </a:lnTo>
                <a:cubicBezTo>
                  <a:pt x="650395" y="84159"/>
                  <a:pt x="645198" y="92808"/>
                  <a:pt x="637691" y="98763"/>
                </a:cubicBezTo>
                <a:cubicBezTo>
                  <a:pt x="630185" y="104719"/>
                  <a:pt x="621008" y="107697"/>
                  <a:pt x="610163" y="107697"/>
                </a:cubicBezTo>
                <a:cubicBezTo>
                  <a:pt x="598939" y="107697"/>
                  <a:pt x="589810" y="105412"/>
                  <a:pt x="582777" y="100841"/>
                </a:cubicBezTo>
                <a:cubicBezTo>
                  <a:pt x="575744" y="96271"/>
                  <a:pt x="570392" y="89653"/>
                  <a:pt x="566722" y="80986"/>
                </a:cubicBezTo>
                <a:cubicBezTo>
                  <a:pt x="563052" y="72319"/>
                  <a:pt x="561216" y="63013"/>
                  <a:pt x="561216" y="53067"/>
                </a:cubicBezTo>
                <a:cubicBezTo>
                  <a:pt x="561216" y="42221"/>
                  <a:pt x="563288" y="32761"/>
                  <a:pt x="567432" y="24686"/>
                </a:cubicBezTo>
                <a:cubicBezTo>
                  <a:pt x="571576" y="16612"/>
                  <a:pt x="577473" y="10478"/>
                  <a:pt x="585121" y="6287"/>
                </a:cubicBezTo>
                <a:cubicBezTo>
                  <a:pt x="592770" y="2096"/>
                  <a:pt x="601188" y="0"/>
                  <a:pt x="610376" y="0"/>
                </a:cubicBezTo>
                <a:cubicBezTo>
                  <a:pt x="620795" y="0"/>
                  <a:pt x="629557" y="2652"/>
                  <a:pt x="636661" y="7956"/>
                </a:cubicBezTo>
                <a:cubicBezTo>
                  <a:pt x="643765" y="13261"/>
                  <a:pt x="648714" y="20720"/>
                  <a:pt x="651508" y="30334"/>
                </a:cubicBezTo>
                <a:lnTo>
                  <a:pt x="637940" y="33531"/>
                </a:lnTo>
                <a:cubicBezTo>
                  <a:pt x="635524" y="25928"/>
                  <a:pt x="632020" y="20393"/>
                  <a:pt x="627426" y="16925"/>
                </a:cubicBezTo>
                <a:cubicBezTo>
                  <a:pt x="622832" y="13456"/>
                  <a:pt x="617054" y="11722"/>
                  <a:pt x="610092" y="11722"/>
                </a:cubicBezTo>
                <a:cubicBezTo>
                  <a:pt x="602088" y="11722"/>
                  <a:pt x="595399" y="13643"/>
                  <a:pt x="590023" y="17487"/>
                </a:cubicBezTo>
                <a:cubicBezTo>
                  <a:pt x="584648" y="21329"/>
                  <a:pt x="580871" y="26488"/>
                  <a:pt x="578692" y="32965"/>
                </a:cubicBezTo>
                <a:cubicBezTo>
                  <a:pt x="576514" y="39440"/>
                  <a:pt x="575424" y="46116"/>
                  <a:pt x="575424" y="52994"/>
                </a:cubicBezTo>
                <a:cubicBezTo>
                  <a:pt x="575424" y="61865"/>
                  <a:pt x="576715" y="69610"/>
                  <a:pt x="579296" y="76228"/>
                </a:cubicBezTo>
                <a:cubicBezTo>
                  <a:pt x="581877" y="82847"/>
                  <a:pt x="585891" y="87793"/>
                  <a:pt x="591337" y="91067"/>
                </a:cubicBezTo>
                <a:cubicBezTo>
                  <a:pt x="596784" y="94339"/>
                  <a:pt x="602680" y="95975"/>
                  <a:pt x="609026" y="95975"/>
                </a:cubicBezTo>
                <a:cubicBezTo>
                  <a:pt x="616746" y="95975"/>
                  <a:pt x="623282" y="93737"/>
                  <a:pt x="628633" y="89262"/>
                </a:cubicBezTo>
                <a:cubicBezTo>
                  <a:pt x="633985" y="84786"/>
                  <a:pt x="637608" y="78144"/>
                  <a:pt x="639503" y="69335"/>
                </a:cubicBezTo>
                <a:close/>
                <a:moveTo>
                  <a:pt x="663871" y="68270"/>
                </a:moveTo>
                <a:cubicBezTo>
                  <a:pt x="663871" y="54298"/>
                  <a:pt x="667755" y="43950"/>
                  <a:pt x="675522" y="37225"/>
                </a:cubicBezTo>
                <a:cubicBezTo>
                  <a:pt x="682010" y="31637"/>
                  <a:pt x="689919" y="28842"/>
                  <a:pt x="699249" y="28842"/>
                </a:cubicBezTo>
                <a:cubicBezTo>
                  <a:pt x="709621" y="28842"/>
                  <a:pt x="718099" y="32240"/>
                  <a:pt x="724682" y="39037"/>
                </a:cubicBezTo>
                <a:cubicBezTo>
                  <a:pt x="731265" y="45833"/>
                  <a:pt x="734556" y="55222"/>
                  <a:pt x="734556" y="67204"/>
                </a:cubicBezTo>
                <a:cubicBezTo>
                  <a:pt x="734556" y="76913"/>
                  <a:pt x="733100" y="84550"/>
                  <a:pt x="730187" y="90114"/>
                </a:cubicBezTo>
                <a:cubicBezTo>
                  <a:pt x="727275" y="95679"/>
                  <a:pt x="723036" y="100001"/>
                  <a:pt x="717471" y="103079"/>
                </a:cubicBezTo>
                <a:cubicBezTo>
                  <a:pt x="711906" y="106158"/>
                  <a:pt x="705832" y="107697"/>
                  <a:pt x="699249" y="107697"/>
                </a:cubicBezTo>
                <a:cubicBezTo>
                  <a:pt x="688688" y="107697"/>
                  <a:pt x="680151" y="104311"/>
                  <a:pt x="673639" y="97538"/>
                </a:cubicBezTo>
                <a:cubicBezTo>
                  <a:pt x="667127" y="90766"/>
                  <a:pt x="663871" y="81009"/>
                  <a:pt x="663871" y="68270"/>
                </a:cubicBezTo>
                <a:moveTo>
                  <a:pt x="677014" y="68234"/>
                </a:moveTo>
                <a:cubicBezTo>
                  <a:pt x="677014" y="77860"/>
                  <a:pt x="679121" y="85068"/>
                  <a:pt x="683336" y="89857"/>
                </a:cubicBezTo>
                <a:cubicBezTo>
                  <a:pt x="687551" y="94646"/>
                  <a:pt x="692856" y="97041"/>
                  <a:pt x="699249" y="97041"/>
                </a:cubicBezTo>
                <a:cubicBezTo>
                  <a:pt x="705596" y="97041"/>
                  <a:pt x="710876" y="94634"/>
                  <a:pt x="715091" y="89821"/>
                </a:cubicBezTo>
                <a:cubicBezTo>
                  <a:pt x="719306" y="85008"/>
                  <a:pt x="721414" y="77671"/>
                  <a:pt x="721414" y="67810"/>
                </a:cubicBezTo>
                <a:cubicBezTo>
                  <a:pt x="721414" y="58514"/>
                  <a:pt x="719295" y="51471"/>
                  <a:pt x="715056" y="46682"/>
                </a:cubicBezTo>
                <a:cubicBezTo>
                  <a:pt x="710817" y="41893"/>
                  <a:pt x="705548" y="39498"/>
                  <a:pt x="699249" y="39498"/>
                </a:cubicBezTo>
                <a:cubicBezTo>
                  <a:pt x="692856" y="39498"/>
                  <a:pt x="687551" y="41881"/>
                  <a:pt x="683336" y="46647"/>
                </a:cubicBezTo>
                <a:cubicBezTo>
                  <a:pt x="679121" y="51412"/>
                  <a:pt x="677014" y="58608"/>
                  <a:pt x="677014" y="68234"/>
                </a:cubicBezTo>
                <a:close/>
                <a:moveTo>
                  <a:pt x="798494" y="105992"/>
                </a:moveTo>
                <a:lnTo>
                  <a:pt x="798494" y="96472"/>
                </a:lnTo>
                <a:cubicBezTo>
                  <a:pt x="793711" y="103955"/>
                  <a:pt x="786678" y="107697"/>
                  <a:pt x="777395" y="107697"/>
                </a:cubicBezTo>
                <a:cubicBezTo>
                  <a:pt x="771381" y="107697"/>
                  <a:pt x="765851" y="106039"/>
                  <a:pt x="760807" y="102724"/>
                </a:cubicBezTo>
                <a:cubicBezTo>
                  <a:pt x="755764" y="99409"/>
                  <a:pt x="751856" y="94779"/>
                  <a:pt x="749086" y="88836"/>
                </a:cubicBezTo>
                <a:cubicBezTo>
                  <a:pt x="746315" y="82892"/>
                  <a:pt x="744930" y="76060"/>
                  <a:pt x="744930" y="68341"/>
                </a:cubicBezTo>
                <a:cubicBezTo>
                  <a:pt x="744930" y="60810"/>
                  <a:pt x="746185" y="53979"/>
                  <a:pt x="748695" y="47845"/>
                </a:cubicBezTo>
                <a:cubicBezTo>
                  <a:pt x="751205" y="41712"/>
                  <a:pt x="754970" y="37012"/>
                  <a:pt x="759991" y="33744"/>
                </a:cubicBezTo>
                <a:cubicBezTo>
                  <a:pt x="765011" y="30476"/>
                  <a:pt x="770623" y="28842"/>
                  <a:pt x="776827" y="28842"/>
                </a:cubicBezTo>
                <a:cubicBezTo>
                  <a:pt x="781374" y="28842"/>
                  <a:pt x="785423" y="29801"/>
                  <a:pt x="788975" y="31719"/>
                </a:cubicBezTo>
                <a:cubicBezTo>
                  <a:pt x="792527" y="33637"/>
                  <a:pt x="795416" y="36136"/>
                  <a:pt x="797642" y="39214"/>
                </a:cubicBezTo>
                <a:lnTo>
                  <a:pt x="797642" y="1847"/>
                </a:lnTo>
                <a:lnTo>
                  <a:pt x="810358" y="1847"/>
                </a:lnTo>
                <a:lnTo>
                  <a:pt x="810358" y="105992"/>
                </a:lnTo>
                <a:lnTo>
                  <a:pt x="798494" y="105992"/>
                </a:lnTo>
                <a:moveTo>
                  <a:pt x="758072" y="68305"/>
                </a:moveTo>
                <a:cubicBezTo>
                  <a:pt x="758072" y="77931"/>
                  <a:pt x="760109" y="85127"/>
                  <a:pt x="764182" y="89892"/>
                </a:cubicBezTo>
                <a:cubicBezTo>
                  <a:pt x="768255" y="94658"/>
                  <a:pt x="773062" y="97041"/>
                  <a:pt x="778603" y="97041"/>
                </a:cubicBezTo>
                <a:cubicBezTo>
                  <a:pt x="784192" y="97041"/>
                  <a:pt x="788939" y="94765"/>
                  <a:pt x="792847" y="90212"/>
                </a:cubicBezTo>
                <a:cubicBezTo>
                  <a:pt x="796754" y="85658"/>
                  <a:pt x="798707" y="78709"/>
                  <a:pt x="798707" y="69366"/>
                </a:cubicBezTo>
                <a:cubicBezTo>
                  <a:pt x="798707" y="59080"/>
                  <a:pt x="796718" y="51531"/>
                  <a:pt x="792740" y="46718"/>
                </a:cubicBezTo>
                <a:cubicBezTo>
                  <a:pt x="788762" y="41905"/>
                  <a:pt x="783860" y="39498"/>
                  <a:pt x="778035" y="39498"/>
                </a:cubicBezTo>
                <a:cubicBezTo>
                  <a:pt x="772351" y="39498"/>
                  <a:pt x="767604" y="41811"/>
                  <a:pt x="763791" y="46436"/>
                </a:cubicBezTo>
                <a:cubicBezTo>
                  <a:pt x="759979" y="51059"/>
                  <a:pt x="758072" y="58349"/>
                  <a:pt x="758072" y="68305"/>
                </a:cubicBezTo>
                <a:close/>
                <a:moveTo>
                  <a:pt x="882109" y="81696"/>
                </a:moveTo>
                <a:lnTo>
                  <a:pt x="895322" y="83330"/>
                </a:lnTo>
                <a:cubicBezTo>
                  <a:pt x="893238" y="91050"/>
                  <a:pt x="889378" y="97041"/>
                  <a:pt x="883743" y="101303"/>
                </a:cubicBezTo>
                <a:cubicBezTo>
                  <a:pt x="878107" y="105566"/>
                  <a:pt x="870908" y="107697"/>
                  <a:pt x="862146" y="107697"/>
                </a:cubicBezTo>
                <a:cubicBezTo>
                  <a:pt x="851111" y="107697"/>
                  <a:pt x="842362" y="104299"/>
                  <a:pt x="835897" y="97503"/>
                </a:cubicBezTo>
                <a:cubicBezTo>
                  <a:pt x="829432" y="90706"/>
                  <a:pt x="826200" y="81175"/>
                  <a:pt x="826200" y="68909"/>
                </a:cubicBezTo>
                <a:cubicBezTo>
                  <a:pt x="826200" y="56216"/>
                  <a:pt x="829468" y="46365"/>
                  <a:pt x="836004" y="39356"/>
                </a:cubicBezTo>
                <a:cubicBezTo>
                  <a:pt x="842539" y="32347"/>
                  <a:pt x="851017" y="28842"/>
                  <a:pt x="861436" y="28842"/>
                </a:cubicBezTo>
                <a:cubicBezTo>
                  <a:pt x="871524" y="28842"/>
                  <a:pt x="879764" y="32271"/>
                  <a:pt x="886158" y="39128"/>
                </a:cubicBezTo>
                <a:cubicBezTo>
                  <a:pt x="892552" y="45983"/>
                  <a:pt x="895748" y="55628"/>
                  <a:pt x="895748" y="68063"/>
                </a:cubicBezTo>
                <a:cubicBezTo>
                  <a:pt x="895748" y="68819"/>
                  <a:pt x="895725" y="69954"/>
                  <a:pt x="895677" y="71466"/>
                </a:cubicBezTo>
                <a:lnTo>
                  <a:pt x="839414" y="71466"/>
                </a:lnTo>
                <a:cubicBezTo>
                  <a:pt x="839887" y="79731"/>
                  <a:pt x="842231" y="86059"/>
                  <a:pt x="846446" y="90452"/>
                </a:cubicBezTo>
                <a:cubicBezTo>
                  <a:pt x="850662" y="94844"/>
                  <a:pt x="855919" y="97041"/>
                  <a:pt x="862217" y="97041"/>
                </a:cubicBezTo>
                <a:cubicBezTo>
                  <a:pt x="866906" y="97041"/>
                  <a:pt x="870908" y="95821"/>
                  <a:pt x="874223" y="93382"/>
                </a:cubicBezTo>
                <a:cubicBezTo>
                  <a:pt x="877538" y="90942"/>
                  <a:pt x="880167" y="87046"/>
                  <a:pt x="882109" y="81696"/>
                </a:cubicBezTo>
                <a:moveTo>
                  <a:pt x="840124" y="60810"/>
                </a:moveTo>
                <a:lnTo>
                  <a:pt x="882251" y="60810"/>
                </a:lnTo>
                <a:cubicBezTo>
                  <a:pt x="881682" y="54568"/>
                  <a:pt x="880072" y="49886"/>
                  <a:pt x="877420" y="46764"/>
                </a:cubicBezTo>
                <a:cubicBezTo>
                  <a:pt x="873347" y="41920"/>
                  <a:pt x="868066" y="39498"/>
                  <a:pt x="861578" y="39498"/>
                </a:cubicBezTo>
                <a:cubicBezTo>
                  <a:pt x="855705" y="39498"/>
                  <a:pt x="850768" y="41432"/>
                  <a:pt x="846766" y="45299"/>
                </a:cubicBezTo>
                <a:cubicBezTo>
                  <a:pt x="842764" y="49165"/>
                  <a:pt x="840550" y="54335"/>
                  <a:pt x="840124" y="60810"/>
                </a:cubicBezTo>
                <a:close/>
                <a:moveTo>
                  <a:pt x="914930" y="45181"/>
                </a:moveTo>
                <a:lnTo>
                  <a:pt x="914930" y="30547"/>
                </a:lnTo>
                <a:lnTo>
                  <a:pt x="929493" y="30547"/>
                </a:lnTo>
                <a:lnTo>
                  <a:pt x="929493" y="45181"/>
                </a:lnTo>
                <a:lnTo>
                  <a:pt x="914930" y="45181"/>
                </a:lnTo>
                <a:moveTo>
                  <a:pt x="914930" y="105992"/>
                </a:moveTo>
                <a:lnTo>
                  <a:pt x="914930" y="91358"/>
                </a:lnTo>
                <a:lnTo>
                  <a:pt x="929493" y="91358"/>
                </a:lnTo>
                <a:lnTo>
                  <a:pt x="929493" y="105992"/>
                </a:lnTo>
                <a:lnTo>
                  <a:pt x="914930" y="105992"/>
                </a:lnTo>
                <a:close/>
                <a:moveTo>
                  <a:pt x="989161" y="72461"/>
                </a:moveTo>
                <a:lnTo>
                  <a:pt x="1002161" y="71324"/>
                </a:lnTo>
                <a:cubicBezTo>
                  <a:pt x="1002777" y="76534"/>
                  <a:pt x="1004209" y="80808"/>
                  <a:pt x="1006459" y="84147"/>
                </a:cubicBezTo>
                <a:cubicBezTo>
                  <a:pt x="1008709" y="87486"/>
                  <a:pt x="1012201" y="90185"/>
                  <a:pt x="1016937" y="92246"/>
                </a:cubicBezTo>
                <a:cubicBezTo>
                  <a:pt x="1021673" y="94306"/>
                  <a:pt x="1027001" y="95336"/>
                  <a:pt x="1032921" y="95336"/>
                </a:cubicBezTo>
                <a:cubicBezTo>
                  <a:pt x="1038178" y="95336"/>
                  <a:pt x="1042820" y="94554"/>
                  <a:pt x="1046845" y="92991"/>
                </a:cubicBezTo>
                <a:cubicBezTo>
                  <a:pt x="1050871" y="91429"/>
                  <a:pt x="1053866" y="89286"/>
                  <a:pt x="1055832" y="86562"/>
                </a:cubicBezTo>
                <a:cubicBezTo>
                  <a:pt x="1057797" y="83839"/>
                  <a:pt x="1058780" y="80867"/>
                  <a:pt x="1058780" y="77647"/>
                </a:cubicBezTo>
                <a:cubicBezTo>
                  <a:pt x="1058780" y="74379"/>
                  <a:pt x="1057833" y="71526"/>
                  <a:pt x="1055938" y="69086"/>
                </a:cubicBezTo>
                <a:cubicBezTo>
                  <a:pt x="1054044" y="66647"/>
                  <a:pt x="1050918" y="64599"/>
                  <a:pt x="1046561" y="62942"/>
                </a:cubicBezTo>
                <a:cubicBezTo>
                  <a:pt x="1043767" y="61852"/>
                  <a:pt x="1037586" y="60159"/>
                  <a:pt x="1028020" y="57862"/>
                </a:cubicBezTo>
                <a:cubicBezTo>
                  <a:pt x="1018453" y="55565"/>
                  <a:pt x="1011751" y="53398"/>
                  <a:pt x="1007915" y="51362"/>
                </a:cubicBezTo>
                <a:cubicBezTo>
                  <a:pt x="1002942" y="48757"/>
                  <a:pt x="999237" y="45525"/>
                  <a:pt x="996797" y="41665"/>
                </a:cubicBezTo>
                <a:cubicBezTo>
                  <a:pt x="994358" y="37805"/>
                  <a:pt x="993139" y="33484"/>
                  <a:pt x="993139" y="28700"/>
                </a:cubicBezTo>
                <a:cubicBezTo>
                  <a:pt x="993139" y="23443"/>
                  <a:pt x="994631" y="18530"/>
                  <a:pt x="997614" y="13959"/>
                </a:cubicBezTo>
                <a:cubicBezTo>
                  <a:pt x="1000598" y="9389"/>
                  <a:pt x="1004955" y="5920"/>
                  <a:pt x="1010686" y="3552"/>
                </a:cubicBezTo>
                <a:cubicBezTo>
                  <a:pt x="1016416" y="1184"/>
                  <a:pt x="1022786" y="0"/>
                  <a:pt x="1029796" y="0"/>
                </a:cubicBezTo>
                <a:cubicBezTo>
                  <a:pt x="1037515" y="0"/>
                  <a:pt x="1044323" y="1243"/>
                  <a:pt x="1050220" y="3730"/>
                </a:cubicBezTo>
                <a:cubicBezTo>
                  <a:pt x="1056116" y="6216"/>
                  <a:pt x="1060651" y="9875"/>
                  <a:pt x="1063824" y="14705"/>
                </a:cubicBezTo>
                <a:cubicBezTo>
                  <a:pt x="1066997" y="19536"/>
                  <a:pt x="1068702" y="25006"/>
                  <a:pt x="1068939" y="31116"/>
                </a:cubicBezTo>
                <a:lnTo>
                  <a:pt x="1055725" y="32110"/>
                </a:lnTo>
                <a:cubicBezTo>
                  <a:pt x="1055015" y="25503"/>
                  <a:pt x="1052611" y="20513"/>
                  <a:pt x="1048515" y="17138"/>
                </a:cubicBezTo>
                <a:cubicBezTo>
                  <a:pt x="1044418" y="13764"/>
                  <a:pt x="1038368" y="12077"/>
                  <a:pt x="1030364" y="12077"/>
                </a:cubicBezTo>
                <a:cubicBezTo>
                  <a:pt x="1022029" y="12077"/>
                  <a:pt x="1015955" y="13606"/>
                  <a:pt x="1012142" y="16663"/>
                </a:cubicBezTo>
                <a:cubicBezTo>
                  <a:pt x="1008330" y="19720"/>
                  <a:pt x="1006423" y="23404"/>
                  <a:pt x="1006423" y="27717"/>
                </a:cubicBezTo>
                <a:cubicBezTo>
                  <a:pt x="1006423" y="31461"/>
                  <a:pt x="1007773" y="34542"/>
                  <a:pt x="1010473" y="36959"/>
                </a:cubicBezTo>
                <a:cubicBezTo>
                  <a:pt x="1013125" y="39377"/>
                  <a:pt x="1020051" y="41854"/>
                  <a:pt x="1031252" y="44389"/>
                </a:cubicBezTo>
                <a:cubicBezTo>
                  <a:pt x="1042453" y="46924"/>
                  <a:pt x="1050137" y="49140"/>
                  <a:pt x="1054304" y="51036"/>
                </a:cubicBezTo>
                <a:cubicBezTo>
                  <a:pt x="1060367" y="53831"/>
                  <a:pt x="1064842" y="57374"/>
                  <a:pt x="1067731" y="61665"/>
                </a:cubicBezTo>
                <a:cubicBezTo>
                  <a:pt x="1070620" y="65954"/>
                  <a:pt x="1072064" y="70895"/>
                  <a:pt x="1072064" y="76488"/>
                </a:cubicBezTo>
                <a:cubicBezTo>
                  <a:pt x="1072064" y="82032"/>
                  <a:pt x="1070478" y="87257"/>
                  <a:pt x="1067305" y="92163"/>
                </a:cubicBezTo>
                <a:cubicBezTo>
                  <a:pt x="1064132" y="97068"/>
                  <a:pt x="1059573" y="100884"/>
                  <a:pt x="1053630" y="103610"/>
                </a:cubicBezTo>
                <a:cubicBezTo>
                  <a:pt x="1047686" y="106334"/>
                  <a:pt x="1040996" y="107697"/>
                  <a:pt x="1033561" y="107697"/>
                </a:cubicBezTo>
                <a:cubicBezTo>
                  <a:pt x="1024136" y="107697"/>
                  <a:pt x="1016239" y="106323"/>
                  <a:pt x="1009869" y="103576"/>
                </a:cubicBezTo>
                <a:cubicBezTo>
                  <a:pt x="1003499" y="100830"/>
                  <a:pt x="998502" y="96697"/>
                  <a:pt x="994879" y="91180"/>
                </a:cubicBezTo>
                <a:cubicBezTo>
                  <a:pt x="991256" y="85662"/>
                  <a:pt x="989350" y="79423"/>
                  <a:pt x="989161" y="72461"/>
                </a:cubicBezTo>
                <a:close/>
                <a:moveTo>
                  <a:pt x="1117178" y="94696"/>
                </a:moveTo>
                <a:lnTo>
                  <a:pt x="1119025" y="105992"/>
                </a:lnTo>
                <a:cubicBezTo>
                  <a:pt x="1115426" y="106655"/>
                  <a:pt x="1112205" y="106986"/>
                  <a:pt x="1109364" y="106986"/>
                </a:cubicBezTo>
                <a:cubicBezTo>
                  <a:pt x="1104723" y="106986"/>
                  <a:pt x="1101123" y="106252"/>
                  <a:pt x="1098566" y="104784"/>
                </a:cubicBezTo>
                <a:cubicBezTo>
                  <a:pt x="1096008" y="103316"/>
                  <a:pt x="1094209" y="101386"/>
                  <a:pt x="1093167" y="98994"/>
                </a:cubicBezTo>
                <a:cubicBezTo>
                  <a:pt x="1092125" y="96603"/>
                  <a:pt x="1091604" y="91571"/>
                  <a:pt x="1091604" y="83898"/>
                </a:cubicBezTo>
                <a:lnTo>
                  <a:pt x="1091604" y="40493"/>
                </a:lnTo>
                <a:lnTo>
                  <a:pt x="1082227" y="40493"/>
                </a:lnTo>
                <a:lnTo>
                  <a:pt x="1082227" y="30547"/>
                </a:lnTo>
                <a:lnTo>
                  <a:pt x="1091604" y="30547"/>
                </a:lnTo>
                <a:lnTo>
                  <a:pt x="1091604" y="11813"/>
                </a:lnTo>
                <a:lnTo>
                  <a:pt x="1104320" y="4120"/>
                </a:lnTo>
                <a:lnTo>
                  <a:pt x="1104320" y="30547"/>
                </a:lnTo>
                <a:lnTo>
                  <a:pt x="1117178" y="30547"/>
                </a:lnTo>
                <a:lnTo>
                  <a:pt x="1117178" y="40493"/>
                </a:lnTo>
                <a:lnTo>
                  <a:pt x="1104320" y="40493"/>
                </a:lnTo>
                <a:lnTo>
                  <a:pt x="1104320" y="84609"/>
                </a:lnTo>
                <a:cubicBezTo>
                  <a:pt x="1104320" y="88255"/>
                  <a:pt x="1104545" y="90600"/>
                  <a:pt x="1104995" y="91642"/>
                </a:cubicBezTo>
                <a:cubicBezTo>
                  <a:pt x="1105445" y="92684"/>
                  <a:pt x="1106179" y="93512"/>
                  <a:pt x="1107197" y="94128"/>
                </a:cubicBezTo>
                <a:cubicBezTo>
                  <a:pt x="1108215" y="94744"/>
                  <a:pt x="1109672" y="95052"/>
                  <a:pt x="1111566" y="95052"/>
                </a:cubicBezTo>
                <a:cubicBezTo>
                  <a:pt x="1112987" y="95052"/>
                  <a:pt x="1114858" y="94933"/>
                  <a:pt x="1117178" y="94696"/>
                </a:cubicBezTo>
                <a:close/>
                <a:moveTo>
                  <a:pt x="1129541" y="105992"/>
                </a:moveTo>
                <a:lnTo>
                  <a:pt x="1129541" y="30547"/>
                </a:lnTo>
                <a:lnTo>
                  <a:pt x="1141049" y="30547"/>
                </a:lnTo>
                <a:lnTo>
                  <a:pt x="1141049" y="41914"/>
                </a:lnTo>
                <a:cubicBezTo>
                  <a:pt x="1143986" y="36592"/>
                  <a:pt x="1146697" y="33082"/>
                  <a:pt x="1149183" y="31386"/>
                </a:cubicBezTo>
                <a:cubicBezTo>
                  <a:pt x="1151670" y="29690"/>
                  <a:pt x="1154405" y="28842"/>
                  <a:pt x="1157388" y="28842"/>
                </a:cubicBezTo>
                <a:cubicBezTo>
                  <a:pt x="1161698" y="28842"/>
                  <a:pt x="1166079" y="30210"/>
                  <a:pt x="1170531" y="32945"/>
                </a:cubicBezTo>
                <a:lnTo>
                  <a:pt x="1166126" y="44755"/>
                </a:lnTo>
                <a:cubicBezTo>
                  <a:pt x="1163001" y="42908"/>
                  <a:pt x="1159875" y="41985"/>
                  <a:pt x="1156749" y="41985"/>
                </a:cubicBezTo>
                <a:cubicBezTo>
                  <a:pt x="1153955" y="41985"/>
                  <a:pt x="1151445" y="42827"/>
                  <a:pt x="1149219" y="44511"/>
                </a:cubicBezTo>
                <a:cubicBezTo>
                  <a:pt x="1146993" y="46194"/>
                  <a:pt x="1145406" y="48529"/>
                  <a:pt x="1144459" y="51515"/>
                </a:cubicBezTo>
                <a:cubicBezTo>
                  <a:pt x="1143038" y="56066"/>
                  <a:pt x="1142328" y="61044"/>
                  <a:pt x="1142328" y="66449"/>
                </a:cubicBezTo>
                <a:lnTo>
                  <a:pt x="1142328" y="105992"/>
                </a:lnTo>
                <a:lnTo>
                  <a:pt x="1129541" y="105992"/>
                </a:lnTo>
                <a:close/>
                <a:moveTo>
                  <a:pt x="1178203" y="16623"/>
                </a:moveTo>
                <a:lnTo>
                  <a:pt x="1178203" y="1847"/>
                </a:lnTo>
                <a:lnTo>
                  <a:pt x="1190990" y="1847"/>
                </a:lnTo>
                <a:lnTo>
                  <a:pt x="1190990" y="16623"/>
                </a:lnTo>
                <a:lnTo>
                  <a:pt x="1178203" y="16623"/>
                </a:lnTo>
                <a:moveTo>
                  <a:pt x="1178203" y="105992"/>
                </a:moveTo>
                <a:lnTo>
                  <a:pt x="1178203" y="30547"/>
                </a:lnTo>
                <a:lnTo>
                  <a:pt x="1190990" y="30547"/>
                </a:lnTo>
                <a:lnTo>
                  <a:pt x="1190990" y="105992"/>
                </a:lnTo>
                <a:lnTo>
                  <a:pt x="1178203" y="105992"/>
                </a:lnTo>
                <a:close/>
                <a:moveTo>
                  <a:pt x="1210454" y="105992"/>
                </a:moveTo>
                <a:lnTo>
                  <a:pt x="1210454" y="30547"/>
                </a:lnTo>
                <a:lnTo>
                  <a:pt x="1221962" y="30547"/>
                </a:lnTo>
                <a:lnTo>
                  <a:pt x="1221962" y="41203"/>
                </a:lnTo>
                <a:cubicBezTo>
                  <a:pt x="1227503" y="32963"/>
                  <a:pt x="1235507" y="28842"/>
                  <a:pt x="1245974" y="28842"/>
                </a:cubicBezTo>
                <a:cubicBezTo>
                  <a:pt x="1250520" y="28842"/>
                  <a:pt x="1254700" y="29659"/>
                  <a:pt x="1258512" y="31293"/>
                </a:cubicBezTo>
                <a:cubicBezTo>
                  <a:pt x="1262325" y="32927"/>
                  <a:pt x="1265178" y="35070"/>
                  <a:pt x="1267073" y="37722"/>
                </a:cubicBezTo>
                <a:cubicBezTo>
                  <a:pt x="1268967" y="40374"/>
                  <a:pt x="1270293" y="43524"/>
                  <a:pt x="1271051" y="47171"/>
                </a:cubicBezTo>
                <a:cubicBezTo>
                  <a:pt x="1271525" y="49539"/>
                  <a:pt x="1271761" y="53683"/>
                  <a:pt x="1271761" y="59603"/>
                </a:cubicBezTo>
                <a:lnTo>
                  <a:pt x="1271761" y="105992"/>
                </a:lnTo>
                <a:lnTo>
                  <a:pt x="1258974" y="105992"/>
                </a:lnTo>
                <a:lnTo>
                  <a:pt x="1258974" y="60051"/>
                </a:lnTo>
                <a:cubicBezTo>
                  <a:pt x="1258974" y="54836"/>
                  <a:pt x="1258477" y="50936"/>
                  <a:pt x="1257482" y="48352"/>
                </a:cubicBezTo>
                <a:cubicBezTo>
                  <a:pt x="1256488" y="45768"/>
                  <a:pt x="1254724" y="43705"/>
                  <a:pt x="1252190" y="42165"/>
                </a:cubicBezTo>
                <a:cubicBezTo>
                  <a:pt x="1249656" y="40624"/>
                  <a:pt x="1246684" y="39853"/>
                  <a:pt x="1243274" y="39853"/>
                </a:cubicBezTo>
                <a:cubicBezTo>
                  <a:pt x="1237828" y="39853"/>
                  <a:pt x="1233127" y="41584"/>
                  <a:pt x="1229173" y="45046"/>
                </a:cubicBezTo>
                <a:cubicBezTo>
                  <a:pt x="1225218" y="48506"/>
                  <a:pt x="1223241" y="55072"/>
                  <a:pt x="1223241" y="64744"/>
                </a:cubicBezTo>
                <a:lnTo>
                  <a:pt x="1223241" y="105992"/>
                </a:lnTo>
                <a:lnTo>
                  <a:pt x="1210454" y="105992"/>
                </a:lnTo>
                <a:close/>
                <a:moveTo>
                  <a:pt x="1289024" y="112243"/>
                </a:moveTo>
                <a:lnTo>
                  <a:pt x="1301456" y="114090"/>
                </a:lnTo>
                <a:cubicBezTo>
                  <a:pt x="1301977" y="117927"/>
                  <a:pt x="1303422" y="120721"/>
                  <a:pt x="1305790" y="122473"/>
                </a:cubicBezTo>
                <a:cubicBezTo>
                  <a:pt x="1308963" y="124841"/>
                  <a:pt x="1313296" y="126025"/>
                  <a:pt x="1318790" y="126025"/>
                </a:cubicBezTo>
                <a:cubicBezTo>
                  <a:pt x="1324710" y="126025"/>
                  <a:pt x="1329280" y="124838"/>
                  <a:pt x="1332501" y="122464"/>
                </a:cubicBezTo>
                <a:cubicBezTo>
                  <a:pt x="1335721" y="120092"/>
                  <a:pt x="1337900" y="116769"/>
                  <a:pt x="1339037" y="112496"/>
                </a:cubicBezTo>
                <a:cubicBezTo>
                  <a:pt x="1339700" y="109887"/>
                  <a:pt x="1340007" y="104405"/>
                  <a:pt x="1339960" y="96051"/>
                </a:cubicBezTo>
                <a:cubicBezTo>
                  <a:pt x="1334372" y="102678"/>
                  <a:pt x="1327410" y="105992"/>
                  <a:pt x="1319074" y="105992"/>
                </a:cubicBezTo>
                <a:cubicBezTo>
                  <a:pt x="1308702" y="105992"/>
                  <a:pt x="1300675" y="102250"/>
                  <a:pt x="1294992" y="94767"/>
                </a:cubicBezTo>
                <a:cubicBezTo>
                  <a:pt x="1289308" y="87285"/>
                  <a:pt x="1286467" y="78310"/>
                  <a:pt x="1286467" y="67843"/>
                </a:cubicBezTo>
                <a:cubicBezTo>
                  <a:pt x="1286467" y="60645"/>
                  <a:pt x="1287769" y="54002"/>
                  <a:pt x="1290374" y="47917"/>
                </a:cubicBezTo>
                <a:cubicBezTo>
                  <a:pt x="1292979" y="41831"/>
                  <a:pt x="1296756" y="37130"/>
                  <a:pt x="1301705" y="33815"/>
                </a:cubicBezTo>
                <a:cubicBezTo>
                  <a:pt x="1306654" y="30500"/>
                  <a:pt x="1312468" y="28842"/>
                  <a:pt x="1319145" y="28842"/>
                </a:cubicBezTo>
                <a:cubicBezTo>
                  <a:pt x="1328049" y="28842"/>
                  <a:pt x="1335390" y="32465"/>
                  <a:pt x="1341168" y="39711"/>
                </a:cubicBezTo>
                <a:lnTo>
                  <a:pt x="1341168" y="30547"/>
                </a:lnTo>
                <a:lnTo>
                  <a:pt x="1352960" y="30547"/>
                </a:lnTo>
                <a:lnTo>
                  <a:pt x="1352960" y="95806"/>
                </a:lnTo>
                <a:cubicBezTo>
                  <a:pt x="1352960" y="107559"/>
                  <a:pt x="1351765" y="115888"/>
                  <a:pt x="1349373" y="120793"/>
                </a:cubicBezTo>
                <a:cubicBezTo>
                  <a:pt x="1346981" y="125697"/>
                  <a:pt x="1343192" y="129571"/>
                  <a:pt x="1338006" y="132414"/>
                </a:cubicBezTo>
                <a:cubicBezTo>
                  <a:pt x="1332821" y="135259"/>
                  <a:pt x="1326439" y="136681"/>
                  <a:pt x="1318861" y="136681"/>
                </a:cubicBezTo>
                <a:cubicBezTo>
                  <a:pt x="1309863" y="136681"/>
                  <a:pt x="1302593" y="134651"/>
                  <a:pt x="1297052" y="130589"/>
                </a:cubicBezTo>
                <a:cubicBezTo>
                  <a:pt x="1291511" y="126528"/>
                  <a:pt x="1288835" y="120413"/>
                  <a:pt x="1289024" y="112243"/>
                </a:cubicBezTo>
                <a:moveTo>
                  <a:pt x="1299609" y="66922"/>
                </a:moveTo>
                <a:cubicBezTo>
                  <a:pt x="1299609" y="76795"/>
                  <a:pt x="1301575" y="83999"/>
                  <a:pt x="1305506" y="88534"/>
                </a:cubicBezTo>
                <a:cubicBezTo>
                  <a:pt x="1309437" y="93068"/>
                  <a:pt x="1314362" y="95336"/>
                  <a:pt x="1320282" y="95336"/>
                </a:cubicBezTo>
                <a:cubicBezTo>
                  <a:pt x="1326155" y="95336"/>
                  <a:pt x="1331080" y="93080"/>
                  <a:pt x="1335058" y="88569"/>
                </a:cubicBezTo>
                <a:cubicBezTo>
                  <a:pt x="1339037" y="84058"/>
                  <a:pt x="1341026" y="76984"/>
                  <a:pt x="1341026" y="67346"/>
                </a:cubicBezTo>
                <a:cubicBezTo>
                  <a:pt x="1341026" y="58134"/>
                  <a:pt x="1338977" y="51190"/>
                  <a:pt x="1334881" y="46513"/>
                </a:cubicBezTo>
                <a:cubicBezTo>
                  <a:pt x="1330784" y="41837"/>
                  <a:pt x="1325847" y="39498"/>
                  <a:pt x="1320069" y="39498"/>
                </a:cubicBezTo>
                <a:cubicBezTo>
                  <a:pt x="1314386" y="39498"/>
                  <a:pt x="1309555" y="41801"/>
                  <a:pt x="1305577" y="46407"/>
                </a:cubicBezTo>
                <a:cubicBezTo>
                  <a:pt x="1301598" y="51013"/>
                  <a:pt x="1299609" y="57851"/>
                  <a:pt x="1299609" y="66922"/>
                </a:cubicBezTo>
                <a:close/>
                <a:moveTo>
                  <a:pt x="1396224" y="80275"/>
                </a:moveTo>
                <a:cubicBezTo>
                  <a:pt x="1396177" y="78578"/>
                  <a:pt x="1396153" y="77304"/>
                  <a:pt x="1396153" y="76455"/>
                </a:cubicBezTo>
                <a:cubicBezTo>
                  <a:pt x="1396153" y="71455"/>
                  <a:pt x="1396863" y="67140"/>
                  <a:pt x="1398284" y="63508"/>
                </a:cubicBezTo>
                <a:cubicBezTo>
                  <a:pt x="1399326" y="60771"/>
                  <a:pt x="1401007" y="58012"/>
                  <a:pt x="1403328" y="55229"/>
                </a:cubicBezTo>
                <a:cubicBezTo>
                  <a:pt x="1405033" y="53202"/>
                  <a:pt x="1408099" y="50242"/>
                  <a:pt x="1412528" y="46351"/>
                </a:cubicBezTo>
                <a:cubicBezTo>
                  <a:pt x="1416956" y="42459"/>
                  <a:pt x="1419833" y="39358"/>
                  <a:pt x="1421159" y="37047"/>
                </a:cubicBezTo>
                <a:cubicBezTo>
                  <a:pt x="1422485" y="34736"/>
                  <a:pt x="1423148" y="32212"/>
                  <a:pt x="1423148" y="29477"/>
                </a:cubicBezTo>
                <a:cubicBezTo>
                  <a:pt x="1423148" y="24524"/>
                  <a:pt x="1421206" y="20172"/>
                  <a:pt x="1417323" y="16424"/>
                </a:cubicBezTo>
                <a:cubicBezTo>
                  <a:pt x="1413439" y="12673"/>
                  <a:pt x="1408680" y="10798"/>
                  <a:pt x="1403044" y="10798"/>
                </a:cubicBezTo>
                <a:cubicBezTo>
                  <a:pt x="1397597" y="10798"/>
                  <a:pt x="1393051" y="12497"/>
                  <a:pt x="1389404" y="15895"/>
                </a:cubicBezTo>
                <a:cubicBezTo>
                  <a:pt x="1385757" y="19293"/>
                  <a:pt x="1383366" y="24604"/>
                  <a:pt x="1382229" y="31826"/>
                </a:cubicBezTo>
                <a:lnTo>
                  <a:pt x="1369087" y="30263"/>
                </a:lnTo>
                <a:cubicBezTo>
                  <a:pt x="1370271" y="20531"/>
                  <a:pt x="1373787" y="13077"/>
                  <a:pt x="1379636" y="7903"/>
                </a:cubicBezTo>
                <a:cubicBezTo>
                  <a:pt x="1385485" y="2729"/>
                  <a:pt x="1393217" y="142"/>
                  <a:pt x="1402831" y="142"/>
                </a:cubicBezTo>
                <a:cubicBezTo>
                  <a:pt x="1413013" y="142"/>
                  <a:pt x="1421135" y="2908"/>
                  <a:pt x="1427197" y="8440"/>
                </a:cubicBezTo>
                <a:cubicBezTo>
                  <a:pt x="1433260" y="13971"/>
                  <a:pt x="1436291" y="20660"/>
                  <a:pt x="1436291" y="28507"/>
                </a:cubicBezTo>
                <a:cubicBezTo>
                  <a:pt x="1436291" y="33046"/>
                  <a:pt x="1435225" y="37231"/>
                  <a:pt x="1433094" y="41061"/>
                </a:cubicBezTo>
                <a:cubicBezTo>
                  <a:pt x="1430963" y="44890"/>
                  <a:pt x="1426795" y="49546"/>
                  <a:pt x="1420591" y="55029"/>
                </a:cubicBezTo>
                <a:cubicBezTo>
                  <a:pt x="1416423" y="58718"/>
                  <a:pt x="1413700" y="61436"/>
                  <a:pt x="1412421" y="63186"/>
                </a:cubicBezTo>
                <a:cubicBezTo>
                  <a:pt x="1411142" y="64935"/>
                  <a:pt x="1410195" y="66944"/>
                  <a:pt x="1409579" y="69213"/>
                </a:cubicBezTo>
                <a:cubicBezTo>
                  <a:pt x="1408964" y="71482"/>
                  <a:pt x="1408609" y="75169"/>
                  <a:pt x="1408514" y="80275"/>
                </a:cubicBezTo>
                <a:lnTo>
                  <a:pt x="1396224" y="80275"/>
                </a:lnTo>
                <a:moveTo>
                  <a:pt x="1395443" y="105992"/>
                </a:moveTo>
                <a:lnTo>
                  <a:pt x="1395443" y="91358"/>
                </a:lnTo>
                <a:lnTo>
                  <a:pt x="1410006" y="91358"/>
                </a:lnTo>
                <a:lnTo>
                  <a:pt x="1410006" y="105992"/>
                </a:lnTo>
                <a:lnTo>
                  <a:pt x="1395443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+hasImage:Bool">
            <a:extLst xmlns:a="http://schemas.openxmlformats.org/drawingml/2006/main">
              <a:ext uri="{FF2B5EF4-FFF2-40B4-BE49-F238E27FC236}">
                <a16:creationId xmlns:a16="http://schemas.microsoft.com/office/drawing/2014/main" id="{0E63C20B-7000-45CF-A811-986439E1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1" y="3952083"/>
            <a:ext cx="1118032" cy="134834"/>
          </a:xfrm>
          <a:custGeom xmlns:a="http://schemas.openxmlformats.org/drawingml/2006/main">
            <a:pathLst>
              <a:path w="1118032" h="134834">
                <a:moveTo>
                  <a:pt x="28345" y="87237"/>
                </a:moveTo>
                <a:lnTo>
                  <a:pt x="28345" y="58821"/>
                </a:lnTo>
                <a:lnTo>
                  <a:pt x="0" y="58821"/>
                </a:lnTo>
                <a:lnTo>
                  <a:pt x="0" y="46744"/>
                </a:lnTo>
                <a:lnTo>
                  <a:pt x="28345" y="46744"/>
                </a:lnTo>
                <a:lnTo>
                  <a:pt x="28345" y="18470"/>
                </a:lnTo>
                <a:lnTo>
                  <a:pt x="40422" y="18470"/>
                </a:lnTo>
                <a:lnTo>
                  <a:pt x="40422" y="46744"/>
                </a:lnTo>
                <a:lnTo>
                  <a:pt x="68767" y="46744"/>
                </a:lnTo>
                <a:lnTo>
                  <a:pt x="68767" y="58821"/>
                </a:lnTo>
                <a:lnTo>
                  <a:pt x="40422" y="58821"/>
                </a:lnTo>
                <a:lnTo>
                  <a:pt x="40422" y="87237"/>
                </a:lnTo>
                <a:lnTo>
                  <a:pt x="28345" y="87237"/>
                </a:lnTo>
                <a:close/>
                <a:moveTo>
                  <a:pt x="126879" y="104145"/>
                </a:moveTo>
                <a:lnTo>
                  <a:pt x="126879" y="0"/>
                </a:lnTo>
                <a:lnTo>
                  <a:pt x="139666" y="0"/>
                </a:lnTo>
                <a:lnTo>
                  <a:pt x="139666" y="37367"/>
                </a:lnTo>
                <a:cubicBezTo>
                  <a:pt x="145634" y="30453"/>
                  <a:pt x="153164" y="26995"/>
                  <a:pt x="162257" y="26995"/>
                </a:cubicBezTo>
                <a:cubicBezTo>
                  <a:pt x="167845" y="26995"/>
                  <a:pt x="172700" y="28096"/>
                  <a:pt x="176820" y="30299"/>
                </a:cubicBezTo>
                <a:cubicBezTo>
                  <a:pt x="180940" y="32501"/>
                  <a:pt x="183889" y="35544"/>
                  <a:pt x="185665" y="39427"/>
                </a:cubicBezTo>
                <a:cubicBezTo>
                  <a:pt x="187441" y="43311"/>
                  <a:pt x="188329" y="48947"/>
                  <a:pt x="188329" y="56335"/>
                </a:cubicBezTo>
                <a:lnTo>
                  <a:pt x="188329" y="104145"/>
                </a:lnTo>
                <a:lnTo>
                  <a:pt x="175541" y="104145"/>
                </a:lnTo>
                <a:lnTo>
                  <a:pt x="175541" y="56335"/>
                </a:lnTo>
                <a:cubicBezTo>
                  <a:pt x="175541" y="49941"/>
                  <a:pt x="174156" y="45288"/>
                  <a:pt x="171386" y="42375"/>
                </a:cubicBezTo>
                <a:cubicBezTo>
                  <a:pt x="168615" y="39463"/>
                  <a:pt x="164696" y="38006"/>
                  <a:pt x="159628" y="38006"/>
                </a:cubicBezTo>
                <a:cubicBezTo>
                  <a:pt x="155840" y="38006"/>
                  <a:pt x="152276" y="38989"/>
                  <a:pt x="148937" y="40955"/>
                </a:cubicBezTo>
                <a:cubicBezTo>
                  <a:pt x="145598" y="42920"/>
                  <a:pt x="143218" y="45584"/>
                  <a:pt x="141797" y="48947"/>
                </a:cubicBezTo>
                <a:cubicBezTo>
                  <a:pt x="140377" y="52309"/>
                  <a:pt x="139666" y="56950"/>
                  <a:pt x="139666" y="62870"/>
                </a:cubicBezTo>
                <a:lnTo>
                  <a:pt x="139666" y="104145"/>
                </a:lnTo>
                <a:lnTo>
                  <a:pt x="126879" y="104145"/>
                </a:lnTo>
                <a:close/>
                <a:moveTo>
                  <a:pt x="257025" y="94830"/>
                </a:moveTo>
                <a:cubicBezTo>
                  <a:pt x="252289" y="98858"/>
                  <a:pt x="247730" y="101702"/>
                  <a:pt x="243349" y="103361"/>
                </a:cubicBezTo>
                <a:cubicBezTo>
                  <a:pt x="238969" y="105020"/>
                  <a:pt x="234268" y="105850"/>
                  <a:pt x="229248" y="105850"/>
                </a:cubicBezTo>
                <a:cubicBezTo>
                  <a:pt x="220960" y="105850"/>
                  <a:pt x="214590" y="103824"/>
                  <a:pt x="210138" y="99771"/>
                </a:cubicBezTo>
                <a:cubicBezTo>
                  <a:pt x="205686" y="95719"/>
                  <a:pt x="203460" y="90541"/>
                  <a:pt x="203460" y="84238"/>
                </a:cubicBezTo>
                <a:cubicBezTo>
                  <a:pt x="203460" y="80542"/>
                  <a:pt x="204301" y="77167"/>
                  <a:pt x="205982" y="74110"/>
                </a:cubicBezTo>
                <a:cubicBezTo>
                  <a:pt x="207664" y="71053"/>
                  <a:pt x="209866" y="68600"/>
                  <a:pt x="212589" y="66751"/>
                </a:cubicBezTo>
                <a:cubicBezTo>
                  <a:pt x="215312" y="64903"/>
                  <a:pt x="218379" y="63505"/>
                  <a:pt x="221789" y="62557"/>
                </a:cubicBezTo>
                <a:cubicBezTo>
                  <a:pt x="224299" y="61893"/>
                  <a:pt x="228088" y="61253"/>
                  <a:pt x="233155" y="60637"/>
                </a:cubicBezTo>
                <a:cubicBezTo>
                  <a:pt x="243480" y="59415"/>
                  <a:pt x="251081" y="57957"/>
                  <a:pt x="255959" y="56264"/>
                </a:cubicBezTo>
                <a:cubicBezTo>
                  <a:pt x="256006" y="54519"/>
                  <a:pt x="256030" y="53410"/>
                  <a:pt x="256030" y="52938"/>
                </a:cubicBezTo>
                <a:cubicBezTo>
                  <a:pt x="256030" y="47748"/>
                  <a:pt x="254822" y="44091"/>
                  <a:pt x="252407" y="41969"/>
                </a:cubicBezTo>
                <a:cubicBezTo>
                  <a:pt x="249139" y="39091"/>
                  <a:pt x="244285" y="37651"/>
                  <a:pt x="237844" y="37651"/>
                </a:cubicBezTo>
                <a:cubicBezTo>
                  <a:pt x="231829" y="37651"/>
                  <a:pt x="227389" y="38705"/>
                  <a:pt x="224524" y="40813"/>
                </a:cubicBezTo>
                <a:cubicBezTo>
                  <a:pt x="221658" y="42920"/>
                  <a:pt x="219539" y="46650"/>
                  <a:pt x="218166" y="52001"/>
                </a:cubicBezTo>
                <a:lnTo>
                  <a:pt x="205663" y="50296"/>
                </a:lnTo>
                <a:cubicBezTo>
                  <a:pt x="206799" y="44928"/>
                  <a:pt x="208670" y="40593"/>
                  <a:pt x="211275" y="37292"/>
                </a:cubicBezTo>
                <a:cubicBezTo>
                  <a:pt x="213880" y="33990"/>
                  <a:pt x="217645" y="31449"/>
                  <a:pt x="222570" y="29668"/>
                </a:cubicBezTo>
                <a:cubicBezTo>
                  <a:pt x="227496" y="27886"/>
                  <a:pt x="233202" y="26995"/>
                  <a:pt x="239691" y="26995"/>
                </a:cubicBezTo>
                <a:cubicBezTo>
                  <a:pt x="246132" y="26995"/>
                  <a:pt x="251365" y="27753"/>
                  <a:pt x="255391" y="29269"/>
                </a:cubicBezTo>
                <a:cubicBezTo>
                  <a:pt x="259416" y="30784"/>
                  <a:pt x="262376" y="32690"/>
                  <a:pt x="264271" y="34987"/>
                </a:cubicBezTo>
                <a:cubicBezTo>
                  <a:pt x="266165" y="37284"/>
                  <a:pt x="267491" y="40185"/>
                  <a:pt x="268249" y="43690"/>
                </a:cubicBezTo>
                <a:cubicBezTo>
                  <a:pt x="268675" y="45868"/>
                  <a:pt x="268888" y="49799"/>
                  <a:pt x="268888" y="55482"/>
                </a:cubicBezTo>
                <a:lnTo>
                  <a:pt x="268888" y="72532"/>
                </a:lnTo>
                <a:cubicBezTo>
                  <a:pt x="268888" y="84419"/>
                  <a:pt x="269161" y="91938"/>
                  <a:pt x="269705" y="95087"/>
                </a:cubicBezTo>
                <a:cubicBezTo>
                  <a:pt x="270250" y="98237"/>
                  <a:pt x="271327" y="101256"/>
                  <a:pt x="272938" y="104145"/>
                </a:cubicBezTo>
                <a:lnTo>
                  <a:pt x="259582" y="104145"/>
                </a:lnTo>
                <a:cubicBezTo>
                  <a:pt x="258256" y="101490"/>
                  <a:pt x="257403" y="98385"/>
                  <a:pt x="257025" y="94830"/>
                </a:cubicBezTo>
                <a:moveTo>
                  <a:pt x="255959" y="66209"/>
                </a:moveTo>
                <a:cubicBezTo>
                  <a:pt x="251318" y="68120"/>
                  <a:pt x="244356" y="69744"/>
                  <a:pt x="235073" y="71080"/>
                </a:cubicBezTo>
                <a:cubicBezTo>
                  <a:pt x="229816" y="71841"/>
                  <a:pt x="226098" y="72697"/>
                  <a:pt x="223920" y="73649"/>
                </a:cubicBezTo>
                <a:cubicBezTo>
                  <a:pt x="221741" y="74599"/>
                  <a:pt x="220060" y="75990"/>
                  <a:pt x="218876" y="77822"/>
                </a:cubicBezTo>
                <a:cubicBezTo>
                  <a:pt x="217692" y="79653"/>
                  <a:pt x="217100" y="81686"/>
                  <a:pt x="217100" y="83921"/>
                </a:cubicBezTo>
                <a:cubicBezTo>
                  <a:pt x="217100" y="87344"/>
                  <a:pt x="218391" y="90197"/>
                  <a:pt x="220972" y="92481"/>
                </a:cubicBezTo>
                <a:cubicBezTo>
                  <a:pt x="223553" y="94763"/>
                  <a:pt x="227330" y="95904"/>
                  <a:pt x="232303" y="95904"/>
                </a:cubicBezTo>
                <a:cubicBezTo>
                  <a:pt x="237228" y="95904"/>
                  <a:pt x="241609" y="94821"/>
                  <a:pt x="245445" y="92656"/>
                </a:cubicBezTo>
                <a:cubicBezTo>
                  <a:pt x="249281" y="90491"/>
                  <a:pt x="252099" y="87529"/>
                  <a:pt x="253899" y="83770"/>
                </a:cubicBezTo>
                <a:cubicBezTo>
                  <a:pt x="255272" y="80866"/>
                  <a:pt x="255959" y="76583"/>
                  <a:pt x="255959" y="70920"/>
                </a:cubicBezTo>
                <a:lnTo>
                  <a:pt x="255959" y="66209"/>
                </a:lnTo>
                <a:close/>
                <a:moveTo>
                  <a:pt x="283595" y="81554"/>
                </a:moveTo>
                <a:lnTo>
                  <a:pt x="296240" y="79565"/>
                </a:lnTo>
                <a:cubicBezTo>
                  <a:pt x="296950" y="84610"/>
                  <a:pt x="298927" y="88477"/>
                  <a:pt x="302172" y="91164"/>
                </a:cubicBezTo>
                <a:cubicBezTo>
                  <a:pt x="305416" y="93851"/>
                  <a:pt x="309950" y="95194"/>
                  <a:pt x="315776" y="95194"/>
                </a:cubicBezTo>
                <a:cubicBezTo>
                  <a:pt x="321648" y="95194"/>
                  <a:pt x="326005" y="94007"/>
                  <a:pt x="328847" y="91635"/>
                </a:cubicBezTo>
                <a:cubicBezTo>
                  <a:pt x="331689" y="89261"/>
                  <a:pt x="333110" y="86477"/>
                  <a:pt x="333110" y="83283"/>
                </a:cubicBezTo>
                <a:cubicBezTo>
                  <a:pt x="333110" y="80417"/>
                  <a:pt x="331854" y="78161"/>
                  <a:pt x="329344" y="76517"/>
                </a:cubicBezTo>
                <a:cubicBezTo>
                  <a:pt x="327592" y="75389"/>
                  <a:pt x="323235" y="73956"/>
                  <a:pt x="316273" y="72217"/>
                </a:cubicBezTo>
                <a:cubicBezTo>
                  <a:pt x="306896" y="69847"/>
                  <a:pt x="300396" y="67797"/>
                  <a:pt x="296773" y="66067"/>
                </a:cubicBezTo>
                <a:cubicBezTo>
                  <a:pt x="293149" y="64337"/>
                  <a:pt x="290403" y="61943"/>
                  <a:pt x="288532" y="58886"/>
                </a:cubicBezTo>
                <a:cubicBezTo>
                  <a:pt x="286661" y="55828"/>
                  <a:pt x="285726" y="52451"/>
                  <a:pt x="285726" y="48753"/>
                </a:cubicBezTo>
                <a:cubicBezTo>
                  <a:pt x="285726" y="45388"/>
                  <a:pt x="286495" y="42271"/>
                  <a:pt x="288035" y="39403"/>
                </a:cubicBezTo>
                <a:cubicBezTo>
                  <a:pt x="289574" y="36535"/>
                  <a:pt x="291669" y="34153"/>
                  <a:pt x="294322" y="32257"/>
                </a:cubicBezTo>
                <a:cubicBezTo>
                  <a:pt x="296311" y="30787"/>
                  <a:pt x="299022" y="29543"/>
                  <a:pt x="302456" y="28525"/>
                </a:cubicBezTo>
                <a:cubicBezTo>
                  <a:pt x="305889" y="27505"/>
                  <a:pt x="309572" y="26995"/>
                  <a:pt x="313502" y="26995"/>
                </a:cubicBezTo>
                <a:cubicBezTo>
                  <a:pt x="319422" y="26995"/>
                  <a:pt x="324620" y="27854"/>
                  <a:pt x="329096" y="29570"/>
                </a:cubicBezTo>
                <a:cubicBezTo>
                  <a:pt x="333571" y="31286"/>
                  <a:pt x="336875" y="33610"/>
                  <a:pt x="339006" y="36543"/>
                </a:cubicBezTo>
                <a:cubicBezTo>
                  <a:pt x="341137" y="39475"/>
                  <a:pt x="342605" y="43397"/>
                  <a:pt x="343410" y="48307"/>
                </a:cubicBezTo>
                <a:lnTo>
                  <a:pt x="330907" y="50012"/>
                </a:lnTo>
                <a:cubicBezTo>
                  <a:pt x="330339" y="46129"/>
                  <a:pt x="328693" y="43098"/>
                  <a:pt x="325970" y="40919"/>
                </a:cubicBezTo>
                <a:cubicBezTo>
                  <a:pt x="323247" y="38741"/>
                  <a:pt x="319399" y="37651"/>
                  <a:pt x="314426" y="37651"/>
                </a:cubicBezTo>
                <a:cubicBezTo>
                  <a:pt x="308553" y="37651"/>
                  <a:pt x="304362" y="38618"/>
                  <a:pt x="301852" y="40551"/>
                </a:cubicBezTo>
                <a:cubicBezTo>
                  <a:pt x="299342" y="42482"/>
                  <a:pt x="298087" y="44744"/>
                  <a:pt x="298087" y="47337"/>
                </a:cubicBezTo>
                <a:cubicBezTo>
                  <a:pt x="298087" y="48986"/>
                  <a:pt x="298608" y="50470"/>
                  <a:pt x="299650" y="51790"/>
                </a:cubicBezTo>
                <a:cubicBezTo>
                  <a:pt x="300692" y="53156"/>
                  <a:pt x="302325" y="54287"/>
                  <a:pt x="304551" y="55183"/>
                </a:cubicBezTo>
                <a:cubicBezTo>
                  <a:pt x="305830" y="55655"/>
                  <a:pt x="309595" y="56739"/>
                  <a:pt x="315847" y="58435"/>
                </a:cubicBezTo>
                <a:cubicBezTo>
                  <a:pt x="324893" y="60849"/>
                  <a:pt x="331203" y="62825"/>
                  <a:pt x="334779" y="64362"/>
                </a:cubicBezTo>
                <a:cubicBezTo>
                  <a:pt x="338355" y="65900"/>
                  <a:pt x="341161" y="68136"/>
                  <a:pt x="343197" y="71071"/>
                </a:cubicBezTo>
                <a:cubicBezTo>
                  <a:pt x="345234" y="74005"/>
                  <a:pt x="346252" y="77648"/>
                  <a:pt x="346252" y="82000"/>
                </a:cubicBezTo>
                <a:cubicBezTo>
                  <a:pt x="346252" y="86260"/>
                  <a:pt x="345009" y="90270"/>
                  <a:pt x="342522" y="94033"/>
                </a:cubicBezTo>
                <a:cubicBezTo>
                  <a:pt x="340036" y="97793"/>
                  <a:pt x="336448" y="100703"/>
                  <a:pt x="331760" y="102762"/>
                </a:cubicBezTo>
                <a:cubicBezTo>
                  <a:pt x="327071" y="104820"/>
                  <a:pt x="321767" y="105850"/>
                  <a:pt x="315847" y="105850"/>
                </a:cubicBezTo>
                <a:cubicBezTo>
                  <a:pt x="306043" y="105850"/>
                  <a:pt x="298572" y="103807"/>
                  <a:pt x="293434" y="99723"/>
                </a:cubicBezTo>
                <a:cubicBezTo>
                  <a:pt x="288295" y="95638"/>
                  <a:pt x="285015" y="89582"/>
                  <a:pt x="283595" y="81554"/>
                </a:cubicBezTo>
                <a:close/>
                <a:moveTo>
                  <a:pt x="365433" y="104145"/>
                </a:moveTo>
                <a:lnTo>
                  <a:pt x="365433" y="0"/>
                </a:lnTo>
                <a:lnTo>
                  <a:pt x="379215" y="0"/>
                </a:lnTo>
                <a:lnTo>
                  <a:pt x="379215" y="104145"/>
                </a:lnTo>
                <a:lnTo>
                  <a:pt x="365433" y="104145"/>
                </a:lnTo>
                <a:close/>
                <a:moveTo>
                  <a:pt x="401874" y="104145"/>
                </a:moveTo>
                <a:lnTo>
                  <a:pt x="401874" y="28700"/>
                </a:lnTo>
                <a:lnTo>
                  <a:pt x="413312" y="28700"/>
                </a:lnTo>
                <a:lnTo>
                  <a:pt x="413312" y="39214"/>
                </a:lnTo>
                <a:cubicBezTo>
                  <a:pt x="415680" y="35541"/>
                  <a:pt x="418829" y="32586"/>
                  <a:pt x="422760" y="30350"/>
                </a:cubicBezTo>
                <a:cubicBezTo>
                  <a:pt x="426691" y="28113"/>
                  <a:pt x="431166" y="26995"/>
                  <a:pt x="436186" y="26995"/>
                </a:cubicBezTo>
                <a:cubicBezTo>
                  <a:pt x="441775" y="26995"/>
                  <a:pt x="446357" y="28150"/>
                  <a:pt x="449933" y="30458"/>
                </a:cubicBezTo>
                <a:cubicBezTo>
                  <a:pt x="453508" y="32766"/>
                  <a:pt x="456030" y="35992"/>
                  <a:pt x="457498" y="40138"/>
                </a:cubicBezTo>
                <a:cubicBezTo>
                  <a:pt x="463466" y="31376"/>
                  <a:pt x="471233" y="26995"/>
                  <a:pt x="480800" y="26995"/>
                </a:cubicBezTo>
                <a:cubicBezTo>
                  <a:pt x="488283" y="26995"/>
                  <a:pt x="494037" y="29067"/>
                  <a:pt x="498062" y="33211"/>
                </a:cubicBezTo>
                <a:cubicBezTo>
                  <a:pt x="502088" y="37355"/>
                  <a:pt x="504101" y="43737"/>
                  <a:pt x="504101" y="52357"/>
                </a:cubicBezTo>
                <a:lnTo>
                  <a:pt x="504101" y="104145"/>
                </a:lnTo>
                <a:lnTo>
                  <a:pt x="491385" y="104145"/>
                </a:lnTo>
                <a:lnTo>
                  <a:pt x="491385" y="56568"/>
                </a:lnTo>
                <a:cubicBezTo>
                  <a:pt x="491385" y="51447"/>
                  <a:pt x="490970" y="47761"/>
                  <a:pt x="490141" y="45510"/>
                </a:cubicBezTo>
                <a:cubicBezTo>
                  <a:pt x="489313" y="43257"/>
                  <a:pt x="487809" y="41444"/>
                  <a:pt x="485630" y="40069"/>
                </a:cubicBezTo>
                <a:cubicBezTo>
                  <a:pt x="483452" y="38694"/>
                  <a:pt x="480894" y="38006"/>
                  <a:pt x="477958" y="38006"/>
                </a:cubicBezTo>
                <a:cubicBezTo>
                  <a:pt x="472654" y="38006"/>
                  <a:pt x="468249" y="39773"/>
                  <a:pt x="464745" y="43306"/>
                </a:cubicBezTo>
                <a:cubicBezTo>
                  <a:pt x="461240" y="46837"/>
                  <a:pt x="459488" y="52490"/>
                  <a:pt x="459488" y="60266"/>
                </a:cubicBezTo>
                <a:lnTo>
                  <a:pt x="459488" y="104145"/>
                </a:lnTo>
                <a:lnTo>
                  <a:pt x="446700" y="104145"/>
                </a:lnTo>
                <a:lnTo>
                  <a:pt x="446700" y="55074"/>
                </a:lnTo>
                <a:cubicBezTo>
                  <a:pt x="446700" y="49385"/>
                  <a:pt x="445658" y="45118"/>
                  <a:pt x="443575" y="42273"/>
                </a:cubicBezTo>
                <a:cubicBezTo>
                  <a:pt x="441491" y="39429"/>
                  <a:pt x="438081" y="38006"/>
                  <a:pt x="433345" y="38006"/>
                </a:cubicBezTo>
                <a:cubicBezTo>
                  <a:pt x="429746" y="38006"/>
                  <a:pt x="426418" y="38955"/>
                  <a:pt x="423364" y="40852"/>
                </a:cubicBezTo>
                <a:cubicBezTo>
                  <a:pt x="420309" y="42748"/>
                  <a:pt x="418095" y="45522"/>
                  <a:pt x="416721" y="49173"/>
                </a:cubicBezTo>
                <a:cubicBezTo>
                  <a:pt x="415348" y="52823"/>
                  <a:pt x="414661" y="58085"/>
                  <a:pt x="414661" y="64959"/>
                </a:cubicBezTo>
                <a:lnTo>
                  <a:pt x="414661" y="104145"/>
                </a:lnTo>
                <a:lnTo>
                  <a:pt x="401874" y="104145"/>
                </a:lnTo>
                <a:close/>
                <a:moveTo>
                  <a:pt x="572304" y="94830"/>
                </a:moveTo>
                <a:cubicBezTo>
                  <a:pt x="567568" y="98858"/>
                  <a:pt x="563010" y="101702"/>
                  <a:pt x="558629" y="103361"/>
                </a:cubicBezTo>
                <a:cubicBezTo>
                  <a:pt x="554248" y="105020"/>
                  <a:pt x="549548" y="105850"/>
                  <a:pt x="544528" y="105850"/>
                </a:cubicBezTo>
                <a:cubicBezTo>
                  <a:pt x="536240" y="105850"/>
                  <a:pt x="529870" y="103824"/>
                  <a:pt x="525418" y="99771"/>
                </a:cubicBezTo>
                <a:cubicBezTo>
                  <a:pt x="520966" y="95719"/>
                  <a:pt x="518740" y="90541"/>
                  <a:pt x="518740" y="84238"/>
                </a:cubicBezTo>
                <a:cubicBezTo>
                  <a:pt x="518740" y="80542"/>
                  <a:pt x="519581" y="77167"/>
                  <a:pt x="521262" y="74110"/>
                </a:cubicBezTo>
                <a:cubicBezTo>
                  <a:pt x="522943" y="71053"/>
                  <a:pt x="525146" y="68600"/>
                  <a:pt x="527869" y="66751"/>
                </a:cubicBezTo>
                <a:cubicBezTo>
                  <a:pt x="530592" y="64903"/>
                  <a:pt x="533659" y="63505"/>
                  <a:pt x="537068" y="62557"/>
                </a:cubicBezTo>
                <a:cubicBezTo>
                  <a:pt x="539579" y="61893"/>
                  <a:pt x="543367" y="61253"/>
                  <a:pt x="548435" y="60637"/>
                </a:cubicBezTo>
                <a:cubicBezTo>
                  <a:pt x="558759" y="59415"/>
                  <a:pt x="566361" y="57957"/>
                  <a:pt x="571239" y="56264"/>
                </a:cubicBezTo>
                <a:cubicBezTo>
                  <a:pt x="571286" y="54519"/>
                  <a:pt x="571310" y="53410"/>
                  <a:pt x="571310" y="52938"/>
                </a:cubicBezTo>
                <a:cubicBezTo>
                  <a:pt x="571310" y="47748"/>
                  <a:pt x="570102" y="44091"/>
                  <a:pt x="567687" y="41969"/>
                </a:cubicBezTo>
                <a:cubicBezTo>
                  <a:pt x="564419" y="39091"/>
                  <a:pt x="559565" y="37651"/>
                  <a:pt x="553124" y="37651"/>
                </a:cubicBezTo>
                <a:cubicBezTo>
                  <a:pt x="547109" y="37651"/>
                  <a:pt x="542669" y="38705"/>
                  <a:pt x="539804" y="40813"/>
                </a:cubicBezTo>
                <a:cubicBezTo>
                  <a:pt x="536938" y="42920"/>
                  <a:pt x="534819" y="46650"/>
                  <a:pt x="533445" y="52001"/>
                </a:cubicBezTo>
                <a:lnTo>
                  <a:pt x="520942" y="50296"/>
                </a:lnTo>
                <a:cubicBezTo>
                  <a:pt x="522079" y="44928"/>
                  <a:pt x="523950" y="40593"/>
                  <a:pt x="526555" y="37292"/>
                </a:cubicBezTo>
                <a:cubicBezTo>
                  <a:pt x="529159" y="33990"/>
                  <a:pt x="532924" y="31449"/>
                  <a:pt x="537850" y="29668"/>
                </a:cubicBezTo>
                <a:cubicBezTo>
                  <a:pt x="542775" y="27886"/>
                  <a:pt x="548482" y="26995"/>
                  <a:pt x="554971" y="26995"/>
                </a:cubicBezTo>
                <a:cubicBezTo>
                  <a:pt x="561412" y="26995"/>
                  <a:pt x="566645" y="27753"/>
                  <a:pt x="570670" y="29269"/>
                </a:cubicBezTo>
                <a:cubicBezTo>
                  <a:pt x="574696" y="30784"/>
                  <a:pt x="577656" y="32690"/>
                  <a:pt x="579550" y="34987"/>
                </a:cubicBezTo>
                <a:cubicBezTo>
                  <a:pt x="581445" y="37284"/>
                  <a:pt x="582771" y="40185"/>
                  <a:pt x="583529" y="43690"/>
                </a:cubicBezTo>
                <a:cubicBezTo>
                  <a:pt x="583955" y="45868"/>
                  <a:pt x="584168" y="49799"/>
                  <a:pt x="584168" y="55482"/>
                </a:cubicBezTo>
                <a:lnTo>
                  <a:pt x="584168" y="72532"/>
                </a:lnTo>
                <a:cubicBezTo>
                  <a:pt x="584168" y="84419"/>
                  <a:pt x="584440" y="91938"/>
                  <a:pt x="584985" y="95087"/>
                </a:cubicBezTo>
                <a:cubicBezTo>
                  <a:pt x="585530" y="98237"/>
                  <a:pt x="586607" y="101256"/>
                  <a:pt x="588217" y="104145"/>
                </a:cubicBezTo>
                <a:lnTo>
                  <a:pt x="574862" y="104145"/>
                </a:lnTo>
                <a:cubicBezTo>
                  <a:pt x="573536" y="101490"/>
                  <a:pt x="572683" y="98385"/>
                  <a:pt x="572304" y="94830"/>
                </a:cubicBezTo>
                <a:moveTo>
                  <a:pt x="571239" y="66209"/>
                </a:moveTo>
                <a:cubicBezTo>
                  <a:pt x="566597" y="68120"/>
                  <a:pt x="559636" y="69744"/>
                  <a:pt x="550353" y="71080"/>
                </a:cubicBezTo>
                <a:cubicBezTo>
                  <a:pt x="545096" y="71841"/>
                  <a:pt x="541378" y="72697"/>
                  <a:pt x="539200" y="73649"/>
                </a:cubicBezTo>
                <a:cubicBezTo>
                  <a:pt x="537021" y="74599"/>
                  <a:pt x="535340" y="75990"/>
                  <a:pt x="534156" y="77822"/>
                </a:cubicBezTo>
                <a:cubicBezTo>
                  <a:pt x="532972" y="79653"/>
                  <a:pt x="532380" y="81686"/>
                  <a:pt x="532380" y="83921"/>
                </a:cubicBezTo>
                <a:cubicBezTo>
                  <a:pt x="532380" y="87344"/>
                  <a:pt x="533670" y="90197"/>
                  <a:pt x="536252" y="92481"/>
                </a:cubicBezTo>
                <a:cubicBezTo>
                  <a:pt x="538833" y="94763"/>
                  <a:pt x="542610" y="95904"/>
                  <a:pt x="547582" y="95904"/>
                </a:cubicBezTo>
                <a:cubicBezTo>
                  <a:pt x="552508" y="95904"/>
                  <a:pt x="556889" y="94821"/>
                  <a:pt x="560725" y="92656"/>
                </a:cubicBezTo>
                <a:cubicBezTo>
                  <a:pt x="564561" y="90491"/>
                  <a:pt x="567379" y="87529"/>
                  <a:pt x="569179" y="83770"/>
                </a:cubicBezTo>
                <a:cubicBezTo>
                  <a:pt x="570552" y="80866"/>
                  <a:pt x="571239" y="76583"/>
                  <a:pt x="571239" y="70920"/>
                </a:cubicBezTo>
                <a:lnTo>
                  <a:pt x="571239" y="66209"/>
                </a:lnTo>
                <a:close/>
                <a:moveTo>
                  <a:pt x="601646" y="110396"/>
                </a:moveTo>
                <a:lnTo>
                  <a:pt x="614078" y="112243"/>
                </a:lnTo>
                <a:cubicBezTo>
                  <a:pt x="614599" y="116079"/>
                  <a:pt x="616043" y="118874"/>
                  <a:pt x="618411" y="120626"/>
                </a:cubicBezTo>
                <a:cubicBezTo>
                  <a:pt x="621585" y="122994"/>
                  <a:pt x="625918" y="124178"/>
                  <a:pt x="631412" y="124178"/>
                </a:cubicBezTo>
                <a:cubicBezTo>
                  <a:pt x="637332" y="124178"/>
                  <a:pt x="641902" y="122991"/>
                  <a:pt x="645122" y="120617"/>
                </a:cubicBezTo>
                <a:cubicBezTo>
                  <a:pt x="648343" y="118245"/>
                  <a:pt x="650522" y="114922"/>
                  <a:pt x="651658" y="110649"/>
                </a:cubicBezTo>
                <a:cubicBezTo>
                  <a:pt x="652321" y="108040"/>
                  <a:pt x="652629" y="102558"/>
                  <a:pt x="652582" y="94204"/>
                </a:cubicBezTo>
                <a:cubicBezTo>
                  <a:pt x="646993" y="100831"/>
                  <a:pt x="640031" y="104145"/>
                  <a:pt x="631696" y="104145"/>
                </a:cubicBezTo>
                <a:cubicBezTo>
                  <a:pt x="621324" y="104145"/>
                  <a:pt x="613297" y="100403"/>
                  <a:pt x="607613" y="92920"/>
                </a:cubicBezTo>
                <a:cubicBezTo>
                  <a:pt x="601930" y="85438"/>
                  <a:pt x="599088" y="76463"/>
                  <a:pt x="599088" y="65996"/>
                </a:cubicBezTo>
                <a:cubicBezTo>
                  <a:pt x="599088" y="58798"/>
                  <a:pt x="600391" y="52155"/>
                  <a:pt x="602996" y="46069"/>
                </a:cubicBezTo>
                <a:cubicBezTo>
                  <a:pt x="605601" y="39984"/>
                  <a:pt x="609377" y="35283"/>
                  <a:pt x="614327" y="31968"/>
                </a:cubicBezTo>
                <a:cubicBezTo>
                  <a:pt x="619276" y="28653"/>
                  <a:pt x="625089" y="26995"/>
                  <a:pt x="631767" y="26995"/>
                </a:cubicBezTo>
                <a:cubicBezTo>
                  <a:pt x="640671" y="26995"/>
                  <a:pt x="648011" y="30618"/>
                  <a:pt x="653789" y="37864"/>
                </a:cubicBezTo>
                <a:lnTo>
                  <a:pt x="653789" y="28700"/>
                </a:lnTo>
                <a:lnTo>
                  <a:pt x="665582" y="28700"/>
                </a:lnTo>
                <a:lnTo>
                  <a:pt x="665582" y="93959"/>
                </a:lnTo>
                <a:cubicBezTo>
                  <a:pt x="665582" y="105712"/>
                  <a:pt x="664386" y="114041"/>
                  <a:pt x="661994" y="118946"/>
                </a:cubicBezTo>
                <a:cubicBezTo>
                  <a:pt x="659603" y="123850"/>
                  <a:pt x="655814" y="127724"/>
                  <a:pt x="650628" y="130567"/>
                </a:cubicBezTo>
                <a:cubicBezTo>
                  <a:pt x="645442" y="133412"/>
                  <a:pt x="639060" y="134834"/>
                  <a:pt x="631483" y="134834"/>
                </a:cubicBezTo>
                <a:cubicBezTo>
                  <a:pt x="622484" y="134834"/>
                  <a:pt x="615215" y="132804"/>
                  <a:pt x="609673" y="128742"/>
                </a:cubicBezTo>
                <a:cubicBezTo>
                  <a:pt x="604132" y="124681"/>
                  <a:pt x="601456" y="118566"/>
                  <a:pt x="601646" y="110396"/>
                </a:cubicBezTo>
                <a:moveTo>
                  <a:pt x="612231" y="65075"/>
                </a:moveTo>
                <a:cubicBezTo>
                  <a:pt x="612231" y="74948"/>
                  <a:pt x="614196" y="82152"/>
                  <a:pt x="618127" y="86687"/>
                </a:cubicBezTo>
                <a:cubicBezTo>
                  <a:pt x="622058" y="91221"/>
                  <a:pt x="626984" y="93489"/>
                  <a:pt x="632904" y="93489"/>
                </a:cubicBezTo>
                <a:cubicBezTo>
                  <a:pt x="638776" y="93489"/>
                  <a:pt x="643702" y="91233"/>
                  <a:pt x="647680" y="86722"/>
                </a:cubicBezTo>
                <a:cubicBezTo>
                  <a:pt x="651658" y="82211"/>
                  <a:pt x="653647" y="75137"/>
                  <a:pt x="653647" y="65499"/>
                </a:cubicBezTo>
                <a:cubicBezTo>
                  <a:pt x="653647" y="56287"/>
                  <a:pt x="651599" y="49343"/>
                  <a:pt x="647502" y="44666"/>
                </a:cubicBezTo>
                <a:cubicBezTo>
                  <a:pt x="643406" y="39990"/>
                  <a:pt x="638468" y="37651"/>
                  <a:pt x="632690" y="37651"/>
                </a:cubicBezTo>
                <a:cubicBezTo>
                  <a:pt x="627007" y="37651"/>
                  <a:pt x="622177" y="39954"/>
                  <a:pt x="618198" y="44560"/>
                </a:cubicBezTo>
                <a:cubicBezTo>
                  <a:pt x="614220" y="49166"/>
                  <a:pt x="612231" y="56004"/>
                  <a:pt x="612231" y="65075"/>
                </a:cubicBezTo>
                <a:close/>
                <a:moveTo>
                  <a:pt x="736552" y="79849"/>
                </a:moveTo>
                <a:lnTo>
                  <a:pt x="749766" y="81483"/>
                </a:lnTo>
                <a:cubicBezTo>
                  <a:pt x="747682" y="89203"/>
                  <a:pt x="743822" y="95194"/>
                  <a:pt x="738186" y="99456"/>
                </a:cubicBezTo>
                <a:cubicBezTo>
                  <a:pt x="732550" y="103719"/>
                  <a:pt x="725351" y="105850"/>
                  <a:pt x="716590" y="105850"/>
                </a:cubicBezTo>
                <a:cubicBezTo>
                  <a:pt x="705555" y="105850"/>
                  <a:pt x="696805" y="102452"/>
                  <a:pt x="690341" y="95655"/>
                </a:cubicBezTo>
                <a:cubicBezTo>
                  <a:pt x="683876" y="88859"/>
                  <a:pt x="680644" y="79328"/>
                  <a:pt x="680644" y="67062"/>
                </a:cubicBezTo>
                <a:cubicBezTo>
                  <a:pt x="680644" y="54369"/>
                  <a:pt x="683911" y="44518"/>
                  <a:pt x="690447" y="37509"/>
                </a:cubicBezTo>
                <a:cubicBezTo>
                  <a:pt x="696983" y="30500"/>
                  <a:pt x="705460" y="26995"/>
                  <a:pt x="715879" y="26995"/>
                </a:cubicBezTo>
                <a:cubicBezTo>
                  <a:pt x="725967" y="26995"/>
                  <a:pt x="734208" y="30424"/>
                  <a:pt x="740601" y="37280"/>
                </a:cubicBezTo>
                <a:cubicBezTo>
                  <a:pt x="746995" y="44136"/>
                  <a:pt x="750192" y="53781"/>
                  <a:pt x="750192" y="66216"/>
                </a:cubicBezTo>
                <a:cubicBezTo>
                  <a:pt x="750192" y="66972"/>
                  <a:pt x="750168" y="68107"/>
                  <a:pt x="750121" y="69619"/>
                </a:cubicBezTo>
                <a:lnTo>
                  <a:pt x="693857" y="69619"/>
                </a:lnTo>
                <a:cubicBezTo>
                  <a:pt x="694331" y="77884"/>
                  <a:pt x="696675" y="84212"/>
                  <a:pt x="700890" y="88605"/>
                </a:cubicBezTo>
                <a:cubicBezTo>
                  <a:pt x="705105" y="92997"/>
                  <a:pt x="710362" y="95194"/>
                  <a:pt x="716661" y="95194"/>
                </a:cubicBezTo>
                <a:cubicBezTo>
                  <a:pt x="721350" y="95194"/>
                  <a:pt x="725351" y="93974"/>
                  <a:pt x="728667" y="91535"/>
                </a:cubicBezTo>
                <a:cubicBezTo>
                  <a:pt x="731982" y="89095"/>
                  <a:pt x="734610" y="85199"/>
                  <a:pt x="736552" y="79849"/>
                </a:cubicBezTo>
                <a:moveTo>
                  <a:pt x="694567" y="58963"/>
                </a:moveTo>
                <a:lnTo>
                  <a:pt x="736694" y="58963"/>
                </a:lnTo>
                <a:cubicBezTo>
                  <a:pt x="736126" y="52721"/>
                  <a:pt x="734516" y="48039"/>
                  <a:pt x="731863" y="44917"/>
                </a:cubicBezTo>
                <a:cubicBezTo>
                  <a:pt x="727791" y="40073"/>
                  <a:pt x="722510" y="37651"/>
                  <a:pt x="716022" y="37651"/>
                </a:cubicBezTo>
                <a:cubicBezTo>
                  <a:pt x="710149" y="37651"/>
                  <a:pt x="705212" y="39585"/>
                  <a:pt x="701210" y="43452"/>
                </a:cubicBezTo>
                <a:cubicBezTo>
                  <a:pt x="697208" y="47318"/>
                  <a:pt x="694994" y="52488"/>
                  <a:pt x="694567" y="58963"/>
                </a:cubicBezTo>
                <a:close/>
                <a:moveTo>
                  <a:pt x="769362" y="43334"/>
                </a:moveTo>
                <a:lnTo>
                  <a:pt x="769362" y="28700"/>
                </a:lnTo>
                <a:lnTo>
                  <a:pt x="783926" y="28700"/>
                </a:lnTo>
                <a:lnTo>
                  <a:pt x="783926" y="43334"/>
                </a:lnTo>
                <a:lnTo>
                  <a:pt x="769362" y="43334"/>
                </a:lnTo>
                <a:moveTo>
                  <a:pt x="769362" y="104145"/>
                </a:moveTo>
                <a:lnTo>
                  <a:pt x="769362" y="89511"/>
                </a:lnTo>
                <a:lnTo>
                  <a:pt x="783926" y="89511"/>
                </a:lnTo>
                <a:lnTo>
                  <a:pt x="783926" y="104145"/>
                </a:lnTo>
                <a:lnTo>
                  <a:pt x="769362" y="104145"/>
                </a:lnTo>
                <a:close/>
                <a:moveTo>
                  <a:pt x="847724" y="104145"/>
                </a:moveTo>
                <a:lnTo>
                  <a:pt x="847724" y="0"/>
                </a:lnTo>
                <a:lnTo>
                  <a:pt x="886797" y="0"/>
                </a:lnTo>
                <a:cubicBezTo>
                  <a:pt x="894753" y="0"/>
                  <a:pt x="901135" y="1054"/>
                  <a:pt x="905942" y="3161"/>
                </a:cubicBezTo>
                <a:cubicBezTo>
                  <a:pt x="910749" y="5269"/>
                  <a:pt x="914514" y="8513"/>
                  <a:pt x="917237" y="12894"/>
                </a:cubicBezTo>
                <a:cubicBezTo>
                  <a:pt x="919960" y="17275"/>
                  <a:pt x="921322" y="21857"/>
                  <a:pt x="921322" y="26640"/>
                </a:cubicBezTo>
                <a:cubicBezTo>
                  <a:pt x="921322" y="31092"/>
                  <a:pt x="920114" y="35283"/>
                  <a:pt x="917699" y="39214"/>
                </a:cubicBezTo>
                <a:cubicBezTo>
                  <a:pt x="915284" y="43145"/>
                  <a:pt x="911637" y="46318"/>
                  <a:pt x="906759" y="48733"/>
                </a:cubicBezTo>
                <a:cubicBezTo>
                  <a:pt x="913058" y="50581"/>
                  <a:pt x="917900" y="53730"/>
                  <a:pt x="921286" y="58182"/>
                </a:cubicBezTo>
                <a:cubicBezTo>
                  <a:pt x="924673" y="62634"/>
                  <a:pt x="926366" y="67891"/>
                  <a:pt x="926366" y="73953"/>
                </a:cubicBezTo>
                <a:cubicBezTo>
                  <a:pt x="926366" y="78831"/>
                  <a:pt x="925336" y="83366"/>
                  <a:pt x="923276" y="87557"/>
                </a:cubicBezTo>
                <a:cubicBezTo>
                  <a:pt x="921215" y="91748"/>
                  <a:pt x="918670" y="94981"/>
                  <a:pt x="915639" y="97254"/>
                </a:cubicBezTo>
                <a:cubicBezTo>
                  <a:pt x="912608" y="99527"/>
                  <a:pt x="908807" y="101244"/>
                  <a:pt x="904237" y="102404"/>
                </a:cubicBezTo>
                <a:cubicBezTo>
                  <a:pt x="899667" y="103565"/>
                  <a:pt x="894066" y="104145"/>
                  <a:pt x="887436" y="104145"/>
                </a:cubicBezTo>
                <a:lnTo>
                  <a:pt x="847724" y="104145"/>
                </a:lnTo>
                <a:moveTo>
                  <a:pt x="861506" y="43761"/>
                </a:moveTo>
                <a:lnTo>
                  <a:pt x="884026" y="43761"/>
                </a:lnTo>
                <a:cubicBezTo>
                  <a:pt x="890135" y="43761"/>
                  <a:pt x="894516" y="43358"/>
                  <a:pt x="897168" y="42553"/>
                </a:cubicBezTo>
                <a:cubicBezTo>
                  <a:pt x="900673" y="41511"/>
                  <a:pt x="903313" y="39782"/>
                  <a:pt x="905089" y="37367"/>
                </a:cubicBezTo>
                <a:cubicBezTo>
                  <a:pt x="906865" y="34952"/>
                  <a:pt x="907753" y="31921"/>
                  <a:pt x="907753" y="28274"/>
                </a:cubicBezTo>
                <a:cubicBezTo>
                  <a:pt x="907753" y="24817"/>
                  <a:pt x="906925" y="21774"/>
                  <a:pt x="905267" y="19145"/>
                </a:cubicBezTo>
                <a:cubicBezTo>
                  <a:pt x="903609" y="16517"/>
                  <a:pt x="901241" y="14717"/>
                  <a:pt x="898163" y="13746"/>
                </a:cubicBezTo>
                <a:cubicBezTo>
                  <a:pt x="895085" y="12775"/>
                  <a:pt x="889804" y="12290"/>
                  <a:pt x="882321" y="12290"/>
                </a:cubicBezTo>
                <a:lnTo>
                  <a:pt x="861506" y="12290"/>
                </a:lnTo>
                <a:lnTo>
                  <a:pt x="861506" y="43761"/>
                </a:lnTo>
                <a:moveTo>
                  <a:pt x="861506" y="91855"/>
                </a:moveTo>
                <a:lnTo>
                  <a:pt x="887436" y="91855"/>
                </a:lnTo>
                <a:cubicBezTo>
                  <a:pt x="891888" y="91855"/>
                  <a:pt x="895013" y="91689"/>
                  <a:pt x="896813" y="91358"/>
                </a:cubicBezTo>
                <a:cubicBezTo>
                  <a:pt x="899986" y="90789"/>
                  <a:pt x="902638" y="89842"/>
                  <a:pt x="904770" y="88516"/>
                </a:cubicBezTo>
                <a:cubicBezTo>
                  <a:pt x="906901" y="87190"/>
                  <a:pt x="908653" y="85260"/>
                  <a:pt x="910027" y="82726"/>
                </a:cubicBezTo>
                <a:cubicBezTo>
                  <a:pt x="911400" y="80192"/>
                  <a:pt x="912087" y="77268"/>
                  <a:pt x="912087" y="73953"/>
                </a:cubicBezTo>
                <a:cubicBezTo>
                  <a:pt x="912087" y="70069"/>
                  <a:pt x="911092" y="66695"/>
                  <a:pt x="909103" y="63830"/>
                </a:cubicBezTo>
                <a:cubicBezTo>
                  <a:pt x="907114" y="60964"/>
                  <a:pt x="904355" y="58951"/>
                  <a:pt x="900827" y="57791"/>
                </a:cubicBezTo>
                <a:cubicBezTo>
                  <a:pt x="897299" y="56631"/>
                  <a:pt x="892219" y="56051"/>
                  <a:pt x="885589" y="56051"/>
                </a:cubicBezTo>
                <a:lnTo>
                  <a:pt x="861506" y="56051"/>
                </a:lnTo>
                <a:lnTo>
                  <a:pt x="861506" y="91855"/>
                </a:lnTo>
                <a:close/>
                <a:moveTo>
                  <a:pt x="938945" y="66422"/>
                </a:moveTo>
                <a:cubicBezTo>
                  <a:pt x="938945" y="52451"/>
                  <a:pt x="942829" y="42103"/>
                  <a:pt x="950596" y="35378"/>
                </a:cubicBezTo>
                <a:cubicBezTo>
                  <a:pt x="957084" y="29789"/>
                  <a:pt x="964993" y="26995"/>
                  <a:pt x="974323" y="26995"/>
                </a:cubicBezTo>
                <a:cubicBezTo>
                  <a:pt x="984695" y="26995"/>
                  <a:pt x="993172" y="30393"/>
                  <a:pt x="999755" y="37189"/>
                </a:cubicBezTo>
                <a:cubicBezTo>
                  <a:pt x="1006338" y="43986"/>
                  <a:pt x="1009630" y="53375"/>
                  <a:pt x="1009630" y="65357"/>
                </a:cubicBezTo>
                <a:cubicBezTo>
                  <a:pt x="1009630" y="75066"/>
                  <a:pt x="1008174" y="82702"/>
                  <a:pt x="1005261" y="88267"/>
                </a:cubicBezTo>
                <a:cubicBezTo>
                  <a:pt x="1002348" y="93832"/>
                  <a:pt x="998110" y="98154"/>
                  <a:pt x="992545" y="101232"/>
                </a:cubicBezTo>
                <a:cubicBezTo>
                  <a:pt x="986980" y="104311"/>
                  <a:pt x="980906" y="105850"/>
                  <a:pt x="974323" y="105850"/>
                </a:cubicBezTo>
                <a:cubicBezTo>
                  <a:pt x="963762" y="105850"/>
                  <a:pt x="955225" y="102463"/>
                  <a:pt x="948713" y="95691"/>
                </a:cubicBezTo>
                <a:cubicBezTo>
                  <a:pt x="942201" y="88919"/>
                  <a:pt x="938945" y="79162"/>
                  <a:pt x="938945" y="66422"/>
                </a:cubicBezTo>
                <a:moveTo>
                  <a:pt x="952087" y="66387"/>
                </a:moveTo>
                <a:cubicBezTo>
                  <a:pt x="952087" y="76013"/>
                  <a:pt x="954195" y="83220"/>
                  <a:pt x="958410" y="88010"/>
                </a:cubicBezTo>
                <a:cubicBezTo>
                  <a:pt x="962625" y="92799"/>
                  <a:pt x="967929" y="95194"/>
                  <a:pt x="974323" y="95194"/>
                </a:cubicBezTo>
                <a:cubicBezTo>
                  <a:pt x="980669" y="95194"/>
                  <a:pt x="985950" y="92787"/>
                  <a:pt x="990165" y="87974"/>
                </a:cubicBezTo>
                <a:cubicBezTo>
                  <a:pt x="994380" y="83161"/>
                  <a:pt x="996488" y="75824"/>
                  <a:pt x="996488" y="65963"/>
                </a:cubicBezTo>
                <a:cubicBezTo>
                  <a:pt x="996488" y="56667"/>
                  <a:pt x="994368" y="49624"/>
                  <a:pt x="990129" y="44835"/>
                </a:cubicBezTo>
                <a:cubicBezTo>
                  <a:pt x="985891" y="40046"/>
                  <a:pt x="980622" y="37651"/>
                  <a:pt x="974323" y="37651"/>
                </a:cubicBezTo>
                <a:cubicBezTo>
                  <a:pt x="967929" y="37651"/>
                  <a:pt x="962625" y="40034"/>
                  <a:pt x="958410" y="44800"/>
                </a:cubicBezTo>
                <a:cubicBezTo>
                  <a:pt x="954195" y="49565"/>
                  <a:pt x="952087" y="56761"/>
                  <a:pt x="952087" y="66387"/>
                </a:cubicBezTo>
                <a:close/>
                <a:moveTo>
                  <a:pt x="1019849" y="66422"/>
                </a:moveTo>
                <a:cubicBezTo>
                  <a:pt x="1019849" y="52451"/>
                  <a:pt x="1023733" y="42103"/>
                  <a:pt x="1031500" y="35378"/>
                </a:cubicBezTo>
                <a:cubicBezTo>
                  <a:pt x="1037988" y="29789"/>
                  <a:pt x="1045897" y="26995"/>
                  <a:pt x="1055227" y="26995"/>
                </a:cubicBezTo>
                <a:cubicBezTo>
                  <a:pt x="1065599" y="26995"/>
                  <a:pt x="1074077" y="30393"/>
                  <a:pt x="1080660" y="37189"/>
                </a:cubicBezTo>
                <a:cubicBezTo>
                  <a:pt x="1087243" y="43986"/>
                  <a:pt x="1090534" y="53375"/>
                  <a:pt x="1090534" y="65357"/>
                </a:cubicBezTo>
                <a:cubicBezTo>
                  <a:pt x="1090534" y="75066"/>
                  <a:pt x="1089078" y="82702"/>
                  <a:pt x="1086165" y="88267"/>
                </a:cubicBezTo>
                <a:cubicBezTo>
                  <a:pt x="1083253" y="93832"/>
                  <a:pt x="1079014" y="98154"/>
                  <a:pt x="1073449" y="101232"/>
                </a:cubicBezTo>
                <a:cubicBezTo>
                  <a:pt x="1067884" y="104311"/>
                  <a:pt x="1061810" y="105850"/>
                  <a:pt x="1055227" y="105850"/>
                </a:cubicBezTo>
                <a:cubicBezTo>
                  <a:pt x="1044666" y="105850"/>
                  <a:pt x="1036129" y="102463"/>
                  <a:pt x="1029617" y="95691"/>
                </a:cubicBezTo>
                <a:cubicBezTo>
                  <a:pt x="1023105" y="88919"/>
                  <a:pt x="1019849" y="79162"/>
                  <a:pt x="1019849" y="66422"/>
                </a:cubicBezTo>
                <a:moveTo>
                  <a:pt x="1032992" y="66387"/>
                </a:moveTo>
                <a:cubicBezTo>
                  <a:pt x="1032992" y="76013"/>
                  <a:pt x="1035099" y="83220"/>
                  <a:pt x="1039314" y="88010"/>
                </a:cubicBezTo>
                <a:cubicBezTo>
                  <a:pt x="1043529" y="92799"/>
                  <a:pt x="1048834" y="95194"/>
                  <a:pt x="1055227" y="95194"/>
                </a:cubicBezTo>
                <a:cubicBezTo>
                  <a:pt x="1061574" y="95194"/>
                  <a:pt x="1066854" y="92787"/>
                  <a:pt x="1071069" y="87974"/>
                </a:cubicBezTo>
                <a:cubicBezTo>
                  <a:pt x="1075284" y="83161"/>
                  <a:pt x="1077392" y="75824"/>
                  <a:pt x="1077392" y="65963"/>
                </a:cubicBezTo>
                <a:cubicBezTo>
                  <a:pt x="1077392" y="56667"/>
                  <a:pt x="1075273" y="49624"/>
                  <a:pt x="1071034" y="44835"/>
                </a:cubicBezTo>
                <a:cubicBezTo>
                  <a:pt x="1066795" y="40046"/>
                  <a:pt x="1061526" y="37651"/>
                  <a:pt x="1055227" y="37651"/>
                </a:cubicBezTo>
                <a:cubicBezTo>
                  <a:pt x="1048834" y="37651"/>
                  <a:pt x="1043529" y="40034"/>
                  <a:pt x="1039314" y="44800"/>
                </a:cubicBezTo>
                <a:cubicBezTo>
                  <a:pt x="1035099" y="49565"/>
                  <a:pt x="1032992" y="56761"/>
                  <a:pt x="1032992" y="66387"/>
                </a:cubicBezTo>
                <a:close/>
                <a:moveTo>
                  <a:pt x="1105245" y="104145"/>
                </a:moveTo>
                <a:lnTo>
                  <a:pt x="1105245" y="0"/>
                </a:lnTo>
                <a:lnTo>
                  <a:pt x="1118032" y="0"/>
                </a:lnTo>
                <a:lnTo>
                  <a:pt x="1118032" y="104145"/>
                </a:lnTo>
                <a:lnTo>
                  <a:pt x="1105245" y="10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DD92F-606B-4A44-904C-2A109E9F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4165440"/>
            <a:ext cx="1975985" cy="10"/>
          </a:xfrm>
          <a:custGeom xmlns:a="http://schemas.openxmlformats.org/drawingml/2006/main">
            <a:pathLst>
              <a:path w="1975985" h="1" fill="none">
                <a:moveTo>
                  <a:pt x="0" y="0"/>
                </a:moveTo>
                <a:lnTo>
                  <a:pt x="19759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F955F-37D8-417A-B2FE-92140BC8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686" y="3395742"/>
            <a:ext cx="172951" cy="104"/>
          </a:xfrm>
          <a:custGeom xmlns:a="http://schemas.openxmlformats.org/drawingml/2006/main">
            <a:pathLst>
              <a:path w="172951" h="104" fill="none">
                <a:moveTo>
                  <a:pt x="172951" y="0"/>
                </a:moveTo>
                <a:lnTo>
                  <a:pt x="152151" y="104"/>
                </a:lnTo>
                <a:lnTo>
                  <a:pt x="0" y="104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8490F-F039-4B26-9494-907237BC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490" y="3330015"/>
            <a:ext cx="197598" cy="131663"/>
          </a:xfrm>
          <a:custGeom xmlns:a="http://schemas.openxmlformats.org/drawingml/2006/main">
            <a:pathLst>
              <a:path w="197598" h="131663">
                <a:moveTo>
                  <a:pt x="0" y="65832"/>
                </a:moveTo>
                <a:lnTo>
                  <a:pt x="197598" y="0"/>
                </a:lnTo>
                <a:lnTo>
                  <a:pt x="148199" y="65832"/>
                </a:lnTo>
                <a:lnTo>
                  <a:pt x="197598" y="131663"/>
                </a:lnTo>
                <a:lnTo>
                  <a:pt x="0" y="65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8D276-084E-47CF-AE38-EFC5EC16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487" y="3330015"/>
            <a:ext cx="197598" cy="131663"/>
          </a:xfrm>
          <a:custGeom xmlns:a="http://schemas.openxmlformats.org/drawingml/2006/main">
            <a:pathLst>
              <a:path w="197598" h="131663" fill="none">
                <a:moveTo>
                  <a:pt x="0" y="65831"/>
                </a:moveTo>
                <a:lnTo>
                  <a:pt x="197598" y="0"/>
                </a:lnTo>
                <a:lnTo>
                  <a:pt x="148199" y="65831"/>
                </a:lnTo>
                <a:lnTo>
                  <a:pt x="197598" y="131663"/>
                </a:lnTo>
                <a:lnTo>
                  <a:pt x="0" y="658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6A042-BE99-410A-8ED4-070CC96D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43" y="6859019"/>
            <a:ext cx="4097566" cy="447197"/>
          </a:xfrm>
          <a:custGeom xmlns:a="http://schemas.openxmlformats.org/drawingml/2006/main">
            <a:pathLst>
              <a:path w="4097566" h="447197">
                <a:moveTo>
                  <a:pt x="0" y="447197"/>
                </a:moveTo>
                <a:lnTo>
                  <a:pt x="0" y="0"/>
                </a:lnTo>
                <a:lnTo>
                  <a:pt x="4097566" y="0"/>
                </a:lnTo>
                <a:lnTo>
                  <a:pt x="4097566" y="44719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CF154-DA53-4C13-B655-28C2A2F7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40" y="6859019"/>
            <a:ext cx="4097568" cy="447197"/>
          </a:xfrm>
          <a:custGeom xmlns:a="http://schemas.openxmlformats.org/drawingml/2006/main">
            <a:pathLst>
              <a:path w="4097568" h="447197" fill="none">
                <a:moveTo>
                  <a:pt x="0" y="447197"/>
                </a:moveTo>
                <a:lnTo>
                  <a:pt x="0" y="0"/>
                </a:lnTo>
                <a:lnTo>
                  <a:pt x="4097568" y="0"/>
                </a:lnTo>
                <a:lnTo>
                  <a:pt x="4097568" y="447197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6FABB-C0FE-4EF2-9A7E-142F455C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40" y="7306216"/>
            <a:ext cx="4097568" cy="353597"/>
          </a:xfrm>
          <a:custGeom xmlns:a="http://schemas.openxmlformats.org/drawingml/2006/main">
            <a:pathLst>
              <a:path w="4097568" h="353597" fill="none">
                <a:moveTo>
                  <a:pt x="0" y="0"/>
                </a:moveTo>
                <a:lnTo>
                  <a:pt x="0" y="353597"/>
                </a:lnTo>
                <a:lnTo>
                  <a:pt x="4097568" y="353597"/>
                </a:lnTo>
                <a:lnTo>
                  <a:pt x="40975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6DE99-83C7-4FE2-A086-D776C5DE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40" y="7306216"/>
            <a:ext cx="4097568" cy="10"/>
          </a:xfrm>
          <a:custGeom xmlns:a="http://schemas.openxmlformats.org/drawingml/2006/main">
            <a:pathLst>
              <a:path w="4097568" h="1" fill="none">
                <a:moveTo>
                  <a:pt x="0" y="0"/>
                </a:moveTo>
                <a:lnTo>
                  <a:pt x="40975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75" name="Text &lt;&lt;interface&gt;&gt;">
            <a:extLst xmlns:a="http://schemas.openxmlformats.org/drawingml/2006/main">
              <a:ext uri="{FF2B5EF4-FFF2-40B4-BE49-F238E27FC236}">
                <a16:creationId xmlns:a16="http://schemas.microsoft.com/office/drawing/2014/main" id="{AC13BA0D-9963-406B-98FB-90B8DFAC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236" y="6955914"/>
            <a:ext cx="962734" cy="107555"/>
          </a:xfrm>
          <a:custGeom xmlns:a="http://schemas.openxmlformats.org/drawingml/2006/main">
            <a:pathLst>
              <a:path w="962734" h="107555">
                <a:moveTo>
                  <a:pt x="212054" y="1705"/>
                </a:moveTo>
                <a:lnTo>
                  <a:pt x="212054" y="16481"/>
                </a:lnTo>
                <a:lnTo>
                  <a:pt x="224841" y="16481"/>
                </a:lnTo>
                <a:lnTo>
                  <a:pt x="224841" y="1705"/>
                </a:lnTo>
                <a:lnTo>
                  <a:pt x="212054" y="1705"/>
                </a:lnTo>
                <a:close/>
                <a:moveTo>
                  <a:pt x="68980" y="31968"/>
                </a:moveTo>
                <a:lnTo>
                  <a:pt x="68980" y="19181"/>
                </a:lnTo>
                <a:lnTo>
                  <a:pt x="0" y="48307"/>
                </a:lnTo>
                <a:lnTo>
                  <a:pt x="0" y="60242"/>
                </a:lnTo>
                <a:lnTo>
                  <a:pt x="68980" y="89795"/>
                </a:lnTo>
                <a:lnTo>
                  <a:pt x="68980" y="77007"/>
                </a:lnTo>
                <a:lnTo>
                  <a:pt x="14279" y="54346"/>
                </a:lnTo>
                <a:lnTo>
                  <a:pt x="68980" y="31968"/>
                </a:lnTo>
                <a:close/>
                <a:moveTo>
                  <a:pt x="153945" y="31968"/>
                </a:moveTo>
                <a:lnTo>
                  <a:pt x="153945" y="19181"/>
                </a:lnTo>
                <a:lnTo>
                  <a:pt x="84965" y="48307"/>
                </a:lnTo>
                <a:lnTo>
                  <a:pt x="84965" y="60242"/>
                </a:lnTo>
                <a:lnTo>
                  <a:pt x="153945" y="89795"/>
                </a:lnTo>
                <a:lnTo>
                  <a:pt x="153945" y="77007"/>
                </a:lnTo>
                <a:lnTo>
                  <a:pt x="99244" y="54346"/>
                </a:lnTo>
                <a:lnTo>
                  <a:pt x="153945" y="31968"/>
                </a:lnTo>
                <a:close/>
                <a:moveTo>
                  <a:pt x="352018" y="94663"/>
                </a:moveTo>
                <a:lnTo>
                  <a:pt x="351749" y="94687"/>
                </a:lnTo>
                <a:lnTo>
                  <a:pt x="351484" y="94710"/>
                </a:lnTo>
                <a:lnTo>
                  <a:pt x="351225" y="94731"/>
                </a:lnTo>
                <a:lnTo>
                  <a:pt x="350970" y="94752"/>
                </a:lnTo>
                <a:lnTo>
                  <a:pt x="350720" y="94771"/>
                </a:lnTo>
                <a:lnTo>
                  <a:pt x="350474" y="94789"/>
                </a:lnTo>
                <a:lnTo>
                  <a:pt x="350233" y="94805"/>
                </a:lnTo>
                <a:lnTo>
                  <a:pt x="349997" y="94821"/>
                </a:lnTo>
                <a:lnTo>
                  <a:pt x="349766" y="94835"/>
                </a:lnTo>
                <a:lnTo>
                  <a:pt x="349539" y="94848"/>
                </a:lnTo>
                <a:lnTo>
                  <a:pt x="349317" y="94860"/>
                </a:lnTo>
                <a:lnTo>
                  <a:pt x="349099" y="94870"/>
                </a:lnTo>
                <a:lnTo>
                  <a:pt x="348886" y="94879"/>
                </a:lnTo>
                <a:lnTo>
                  <a:pt x="348678" y="94887"/>
                </a:lnTo>
                <a:lnTo>
                  <a:pt x="348475" y="94894"/>
                </a:lnTo>
                <a:lnTo>
                  <a:pt x="348276" y="94900"/>
                </a:lnTo>
                <a:lnTo>
                  <a:pt x="348082" y="94904"/>
                </a:lnTo>
                <a:lnTo>
                  <a:pt x="347893" y="94907"/>
                </a:lnTo>
                <a:lnTo>
                  <a:pt x="347708" y="94909"/>
                </a:lnTo>
                <a:lnTo>
                  <a:pt x="347528" y="94910"/>
                </a:lnTo>
                <a:lnTo>
                  <a:pt x="347294" y="94908"/>
                </a:lnTo>
                <a:lnTo>
                  <a:pt x="347064" y="94903"/>
                </a:lnTo>
                <a:lnTo>
                  <a:pt x="346839" y="94895"/>
                </a:lnTo>
                <a:lnTo>
                  <a:pt x="346618" y="94884"/>
                </a:lnTo>
                <a:lnTo>
                  <a:pt x="346401" y="94869"/>
                </a:lnTo>
                <a:lnTo>
                  <a:pt x="346190" y="94852"/>
                </a:lnTo>
                <a:lnTo>
                  <a:pt x="345983" y="94831"/>
                </a:lnTo>
                <a:lnTo>
                  <a:pt x="345780" y="94807"/>
                </a:lnTo>
                <a:lnTo>
                  <a:pt x="345582" y="94780"/>
                </a:lnTo>
                <a:lnTo>
                  <a:pt x="345389" y="94749"/>
                </a:lnTo>
                <a:lnTo>
                  <a:pt x="345200" y="94716"/>
                </a:lnTo>
                <a:lnTo>
                  <a:pt x="345015" y="94679"/>
                </a:lnTo>
                <a:lnTo>
                  <a:pt x="344836" y="94639"/>
                </a:lnTo>
                <a:lnTo>
                  <a:pt x="344660" y="94595"/>
                </a:lnTo>
                <a:lnTo>
                  <a:pt x="344490" y="94549"/>
                </a:lnTo>
                <a:lnTo>
                  <a:pt x="344324" y="94499"/>
                </a:lnTo>
                <a:lnTo>
                  <a:pt x="344162" y="94446"/>
                </a:lnTo>
                <a:lnTo>
                  <a:pt x="344005" y="94390"/>
                </a:lnTo>
                <a:lnTo>
                  <a:pt x="343853" y="94331"/>
                </a:lnTo>
                <a:lnTo>
                  <a:pt x="343705" y="94268"/>
                </a:lnTo>
                <a:lnTo>
                  <a:pt x="343562" y="94202"/>
                </a:lnTo>
                <a:lnTo>
                  <a:pt x="343423" y="94134"/>
                </a:lnTo>
                <a:lnTo>
                  <a:pt x="343289" y="94061"/>
                </a:lnTo>
                <a:lnTo>
                  <a:pt x="343159" y="93986"/>
                </a:lnTo>
                <a:lnTo>
                  <a:pt x="343034" y="93908"/>
                </a:lnTo>
                <a:lnTo>
                  <a:pt x="342911" y="93828"/>
                </a:lnTo>
                <a:lnTo>
                  <a:pt x="342791" y="93745"/>
                </a:lnTo>
                <a:lnTo>
                  <a:pt x="342674" y="93660"/>
                </a:lnTo>
                <a:lnTo>
                  <a:pt x="342560" y="93573"/>
                </a:lnTo>
                <a:lnTo>
                  <a:pt x="342449" y="93484"/>
                </a:lnTo>
                <a:lnTo>
                  <a:pt x="342341" y="93393"/>
                </a:lnTo>
                <a:lnTo>
                  <a:pt x="342236" y="93299"/>
                </a:lnTo>
                <a:lnTo>
                  <a:pt x="342134" y="93203"/>
                </a:lnTo>
                <a:lnTo>
                  <a:pt x="342035" y="93105"/>
                </a:lnTo>
                <a:lnTo>
                  <a:pt x="341938" y="93005"/>
                </a:lnTo>
                <a:lnTo>
                  <a:pt x="341845" y="92903"/>
                </a:lnTo>
                <a:lnTo>
                  <a:pt x="341755" y="92798"/>
                </a:lnTo>
                <a:lnTo>
                  <a:pt x="341668" y="92691"/>
                </a:lnTo>
                <a:lnTo>
                  <a:pt x="341583" y="92582"/>
                </a:lnTo>
                <a:lnTo>
                  <a:pt x="341502" y="92471"/>
                </a:lnTo>
                <a:lnTo>
                  <a:pt x="341423" y="92357"/>
                </a:lnTo>
                <a:lnTo>
                  <a:pt x="341348" y="92241"/>
                </a:lnTo>
                <a:lnTo>
                  <a:pt x="341275" y="92123"/>
                </a:lnTo>
                <a:lnTo>
                  <a:pt x="341206" y="92003"/>
                </a:lnTo>
                <a:lnTo>
                  <a:pt x="341139" y="91880"/>
                </a:lnTo>
                <a:lnTo>
                  <a:pt x="341076" y="91756"/>
                </a:lnTo>
                <a:lnTo>
                  <a:pt x="341015" y="91629"/>
                </a:lnTo>
                <a:lnTo>
                  <a:pt x="340957" y="91500"/>
                </a:lnTo>
                <a:lnTo>
                  <a:pt x="340902" y="91363"/>
                </a:lnTo>
                <a:lnTo>
                  <a:pt x="340849" y="91212"/>
                </a:lnTo>
                <a:lnTo>
                  <a:pt x="340799" y="91048"/>
                </a:lnTo>
                <a:lnTo>
                  <a:pt x="340751" y="90870"/>
                </a:lnTo>
                <a:lnTo>
                  <a:pt x="340705" y="90679"/>
                </a:lnTo>
                <a:lnTo>
                  <a:pt x="340662" y="90474"/>
                </a:lnTo>
                <a:lnTo>
                  <a:pt x="340621" y="90256"/>
                </a:lnTo>
                <a:lnTo>
                  <a:pt x="340582" y="90024"/>
                </a:lnTo>
                <a:lnTo>
                  <a:pt x="340546" y="89778"/>
                </a:lnTo>
                <a:lnTo>
                  <a:pt x="340512" y="89519"/>
                </a:lnTo>
                <a:lnTo>
                  <a:pt x="340480" y="89246"/>
                </a:lnTo>
                <a:lnTo>
                  <a:pt x="340451" y="88960"/>
                </a:lnTo>
                <a:lnTo>
                  <a:pt x="340424" y="88660"/>
                </a:lnTo>
                <a:lnTo>
                  <a:pt x="340399" y="88347"/>
                </a:lnTo>
                <a:lnTo>
                  <a:pt x="340377" y="88020"/>
                </a:lnTo>
                <a:lnTo>
                  <a:pt x="340357" y="87679"/>
                </a:lnTo>
                <a:lnTo>
                  <a:pt x="340340" y="87325"/>
                </a:lnTo>
                <a:lnTo>
                  <a:pt x="340324" y="86958"/>
                </a:lnTo>
                <a:lnTo>
                  <a:pt x="340312" y="86576"/>
                </a:lnTo>
                <a:lnTo>
                  <a:pt x="340301" y="86181"/>
                </a:lnTo>
                <a:lnTo>
                  <a:pt x="340293" y="85773"/>
                </a:lnTo>
                <a:lnTo>
                  <a:pt x="340287" y="85351"/>
                </a:lnTo>
                <a:lnTo>
                  <a:pt x="340283" y="84916"/>
                </a:lnTo>
                <a:lnTo>
                  <a:pt x="340282" y="84467"/>
                </a:lnTo>
                <a:lnTo>
                  <a:pt x="340282" y="40351"/>
                </a:lnTo>
                <a:lnTo>
                  <a:pt x="353141" y="40351"/>
                </a:lnTo>
                <a:lnTo>
                  <a:pt x="353141" y="30405"/>
                </a:lnTo>
                <a:lnTo>
                  <a:pt x="340282" y="30405"/>
                </a:lnTo>
                <a:lnTo>
                  <a:pt x="340282" y="3978"/>
                </a:lnTo>
                <a:lnTo>
                  <a:pt x="327566" y="11671"/>
                </a:lnTo>
                <a:lnTo>
                  <a:pt x="327566" y="30405"/>
                </a:lnTo>
                <a:lnTo>
                  <a:pt x="318189" y="30405"/>
                </a:lnTo>
                <a:lnTo>
                  <a:pt x="318189" y="40351"/>
                </a:lnTo>
                <a:lnTo>
                  <a:pt x="327566" y="40351"/>
                </a:lnTo>
                <a:lnTo>
                  <a:pt x="327566" y="83756"/>
                </a:lnTo>
                <a:lnTo>
                  <a:pt x="327569" y="84702"/>
                </a:lnTo>
                <a:lnTo>
                  <a:pt x="327577" y="85619"/>
                </a:lnTo>
                <a:lnTo>
                  <a:pt x="327591" y="86510"/>
                </a:lnTo>
                <a:lnTo>
                  <a:pt x="327610" y="87372"/>
                </a:lnTo>
                <a:lnTo>
                  <a:pt x="327634" y="88208"/>
                </a:lnTo>
                <a:lnTo>
                  <a:pt x="327664" y="89015"/>
                </a:lnTo>
                <a:lnTo>
                  <a:pt x="327699" y="89796"/>
                </a:lnTo>
                <a:lnTo>
                  <a:pt x="327740" y="90548"/>
                </a:lnTo>
                <a:lnTo>
                  <a:pt x="327786" y="91274"/>
                </a:lnTo>
                <a:lnTo>
                  <a:pt x="327837" y="91972"/>
                </a:lnTo>
                <a:lnTo>
                  <a:pt x="327894" y="92642"/>
                </a:lnTo>
                <a:lnTo>
                  <a:pt x="327957" y="93285"/>
                </a:lnTo>
                <a:lnTo>
                  <a:pt x="328025" y="93900"/>
                </a:lnTo>
                <a:lnTo>
                  <a:pt x="328098" y="94488"/>
                </a:lnTo>
                <a:lnTo>
                  <a:pt x="328177" y="95048"/>
                </a:lnTo>
                <a:lnTo>
                  <a:pt x="328261" y="95580"/>
                </a:lnTo>
                <a:lnTo>
                  <a:pt x="328350" y="96086"/>
                </a:lnTo>
                <a:lnTo>
                  <a:pt x="328445" y="96563"/>
                </a:lnTo>
                <a:lnTo>
                  <a:pt x="328546" y="97014"/>
                </a:lnTo>
                <a:lnTo>
                  <a:pt x="328651" y="97436"/>
                </a:lnTo>
                <a:lnTo>
                  <a:pt x="328763" y="97832"/>
                </a:lnTo>
                <a:lnTo>
                  <a:pt x="328879" y="98199"/>
                </a:lnTo>
                <a:lnTo>
                  <a:pt x="329001" y="98540"/>
                </a:lnTo>
                <a:lnTo>
                  <a:pt x="329129" y="98852"/>
                </a:lnTo>
                <a:lnTo>
                  <a:pt x="329263" y="99149"/>
                </a:lnTo>
                <a:lnTo>
                  <a:pt x="329405" y="99441"/>
                </a:lnTo>
                <a:lnTo>
                  <a:pt x="329555" y="99728"/>
                </a:lnTo>
                <a:lnTo>
                  <a:pt x="329713" y="100010"/>
                </a:lnTo>
                <a:lnTo>
                  <a:pt x="329879" y="100287"/>
                </a:lnTo>
                <a:lnTo>
                  <a:pt x="330053" y="100559"/>
                </a:lnTo>
                <a:lnTo>
                  <a:pt x="330234" y="100827"/>
                </a:lnTo>
                <a:lnTo>
                  <a:pt x="330424" y="101090"/>
                </a:lnTo>
                <a:lnTo>
                  <a:pt x="330621" y="101348"/>
                </a:lnTo>
                <a:lnTo>
                  <a:pt x="330826" y="101601"/>
                </a:lnTo>
                <a:lnTo>
                  <a:pt x="331039" y="101850"/>
                </a:lnTo>
                <a:lnTo>
                  <a:pt x="331260" y="102093"/>
                </a:lnTo>
                <a:lnTo>
                  <a:pt x="331489" y="102332"/>
                </a:lnTo>
                <a:lnTo>
                  <a:pt x="331726" y="102566"/>
                </a:lnTo>
                <a:lnTo>
                  <a:pt x="331971" y="102796"/>
                </a:lnTo>
                <a:lnTo>
                  <a:pt x="332223" y="103020"/>
                </a:lnTo>
                <a:lnTo>
                  <a:pt x="332484" y="103240"/>
                </a:lnTo>
                <a:lnTo>
                  <a:pt x="332752" y="103454"/>
                </a:lnTo>
                <a:lnTo>
                  <a:pt x="333028" y="103664"/>
                </a:lnTo>
                <a:lnTo>
                  <a:pt x="333312" y="103869"/>
                </a:lnTo>
                <a:lnTo>
                  <a:pt x="333605" y="104070"/>
                </a:lnTo>
                <a:lnTo>
                  <a:pt x="333904" y="104265"/>
                </a:lnTo>
                <a:lnTo>
                  <a:pt x="334212" y="104456"/>
                </a:lnTo>
                <a:lnTo>
                  <a:pt x="334528" y="104642"/>
                </a:lnTo>
                <a:lnTo>
                  <a:pt x="334853" y="104822"/>
                </a:lnTo>
                <a:lnTo>
                  <a:pt x="335189" y="104994"/>
                </a:lnTo>
                <a:lnTo>
                  <a:pt x="335536" y="105158"/>
                </a:lnTo>
                <a:lnTo>
                  <a:pt x="335894" y="105315"/>
                </a:lnTo>
                <a:lnTo>
                  <a:pt x="336262" y="105464"/>
                </a:lnTo>
                <a:lnTo>
                  <a:pt x="336641" y="105606"/>
                </a:lnTo>
                <a:lnTo>
                  <a:pt x="337032" y="105739"/>
                </a:lnTo>
                <a:lnTo>
                  <a:pt x="337433" y="105866"/>
                </a:lnTo>
                <a:lnTo>
                  <a:pt x="337845" y="105984"/>
                </a:lnTo>
                <a:lnTo>
                  <a:pt x="338268" y="106095"/>
                </a:lnTo>
                <a:lnTo>
                  <a:pt x="338701" y="106198"/>
                </a:lnTo>
                <a:lnTo>
                  <a:pt x="339146" y="106294"/>
                </a:lnTo>
                <a:lnTo>
                  <a:pt x="339601" y="106382"/>
                </a:lnTo>
                <a:lnTo>
                  <a:pt x="340067" y="106462"/>
                </a:lnTo>
                <a:lnTo>
                  <a:pt x="340544" y="106535"/>
                </a:lnTo>
                <a:lnTo>
                  <a:pt x="341032" y="106600"/>
                </a:lnTo>
                <a:lnTo>
                  <a:pt x="341531" y="106657"/>
                </a:lnTo>
                <a:lnTo>
                  <a:pt x="342041" y="106707"/>
                </a:lnTo>
                <a:lnTo>
                  <a:pt x="342561" y="106749"/>
                </a:lnTo>
                <a:lnTo>
                  <a:pt x="343092" y="106783"/>
                </a:lnTo>
                <a:lnTo>
                  <a:pt x="343634" y="106810"/>
                </a:lnTo>
                <a:lnTo>
                  <a:pt x="344188" y="106829"/>
                </a:lnTo>
                <a:lnTo>
                  <a:pt x="344751" y="106840"/>
                </a:lnTo>
                <a:lnTo>
                  <a:pt x="345326" y="106844"/>
                </a:lnTo>
                <a:lnTo>
                  <a:pt x="345683" y="106843"/>
                </a:lnTo>
                <a:lnTo>
                  <a:pt x="346044" y="106837"/>
                </a:lnTo>
                <a:lnTo>
                  <a:pt x="346409" y="106829"/>
                </a:lnTo>
                <a:lnTo>
                  <a:pt x="346779" y="106817"/>
                </a:lnTo>
                <a:lnTo>
                  <a:pt x="347151" y="106801"/>
                </a:lnTo>
                <a:lnTo>
                  <a:pt x="347528" y="106782"/>
                </a:lnTo>
                <a:lnTo>
                  <a:pt x="347909" y="106760"/>
                </a:lnTo>
                <a:lnTo>
                  <a:pt x="348294" y="106734"/>
                </a:lnTo>
                <a:lnTo>
                  <a:pt x="348683" y="106704"/>
                </a:lnTo>
                <a:lnTo>
                  <a:pt x="349075" y="106672"/>
                </a:lnTo>
                <a:lnTo>
                  <a:pt x="349472" y="106635"/>
                </a:lnTo>
                <a:lnTo>
                  <a:pt x="349873" y="106596"/>
                </a:lnTo>
                <a:lnTo>
                  <a:pt x="350277" y="106552"/>
                </a:lnTo>
                <a:lnTo>
                  <a:pt x="350686" y="106506"/>
                </a:lnTo>
                <a:lnTo>
                  <a:pt x="351098" y="106456"/>
                </a:lnTo>
                <a:lnTo>
                  <a:pt x="351515" y="106402"/>
                </a:lnTo>
                <a:lnTo>
                  <a:pt x="351935" y="106345"/>
                </a:lnTo>
                <a:lnTo>
                  <a:pt x="352359" y="106285"/>
                </a:lnTo>
                <a:lnTo>
                  <a:pt x="352787" y="106221"/>
                </a:lnTo>
                <a:lnTo>
                  <a:pt x="353219" y="106154"/>
                </a:lnTo>
                <a:lnTo>
                  <a:pt x="353656" y="106083"/>
                </a:lnTo>
                <a:lnTo>
                  <a:pt x="354096" y="106009"/>
                </a:lnTo>
                <a:lnTo>
                  <a:pt x="354540" y="105931"/>
                </a:lnTo>
                <a:lnTo>
                  <a:pt x="354988" y="105850"/>
                </a:lnTo>
                <a:lnTo>
                  <a:pt x="353141" y="94554"/>
                </a:lnTo>
                <a:lnTo>
                  <a:pt x="352853" y="94583"/>
                </a:lnTo>
                <a:lnTo>
                  <a:pt x="352570" y="94611"/>
                </a:lnTo>
                <a:lnTo>
                  <a:pt x="352291" y="94638"/>
                </a:lnTo>
                <a:lnTo>
                  <a:pt x="352018" y="94663"/>
                </a:lnTo>
                <a:close/>
                <a:moveTo>
                  <a:pt x="257135" y="62249"/>
                </a:moveTo>
                <a:lnTo>
                  <a:pt x="257187" y="61121"/>
                </a:lnTo>
                <a:lnTo>
                  <a:pt x="257259" y="60025"/>
                </a:lnTo>
                <a:lnTo>
                  <a:pt x="257351" y="58962"/>
                </a:lnTo>
                <a:lnTo>
                  <a:pt x="257465" y="57931"/>
                </a:lnTo>
                <a:lnTo>
                  <a:pt x="257599" y="56932"/>
                </a:lnTo>
                <a:lnTo>
                  <a:pt x="257753" y="55966"/>
                </a:lnTo>
                <a:lnTo>
                  <a:pt x="257928" y="55032"/>
                </a:lnTo>
                <a:lnTo>
                  <a:pt x="258124" y="54130"/>
                </a:lnTo>
                <a:lnTo>
                  <a:pt x="258340" y="53261"/>
                </a:lnTo>
                <a:lnTo>
                  <a:pt x="258577" y="52424"/>
                </a:lnTo>
                <a:lnTo>
                  <a:pt x="258834" y="51619"/>
                </a:lnTo>
                <a:lnTo>
                  <a:pt x="259113" y="50847"/>
                </a:lnTo>
                <a:lnTo>
                  <a:pt x="259411" y="50107"/>
                </a:lnTo>
                <a:lnTo>
                  <a:pt x="259730" y="49399"/>
                </a:lnTo>
                <a:lnTo>
                  <a:pt x="260070" y="48724"/>
                </a:lnTo>
                <a:lnTo>
                  <a:pt x="260431" y="48082"/>
                </a:lnTo>
                <a:lnTo>
                  <a:pt x="260812" y="47471"/>
                </a:lnTo>
                <a:lnTo>
                  <a:pt x="261213" y="46893"/>
                </a:lnTo>
                <a:lnTo>
                  <a:pt x="261636" y="46347"/>
                </a:lnTo>
                <a:lnTo>
                  <a:pt x="262078" y="45834"/>
                </a:lnTo>
                <a:lnTo>
                  <a:pt x="262542" y="45353"/>
                </a:lnTo>
                <a:lnTo>
                  <a:pt x="263026" y="44904"/>
                </a:lnTo>
                <a:lnTo>
                  <a:pt x="263524" y="44480"/>
                </a:lnTo>
                <a:lnTo>
                  <a:pt x="264030" y="44075"/>
                </a:lnTo>
                <a:lnTo>
                  <a:pt x="264544" y="43687"/>
                </a:lnTo>
                <a:lnTo>
                  <a:pt x="265065" y="43317"/>
                </a:lnTo>
                <a:lnTo>
                  <a:pt x="265595" y="42966"/>
                </a:lnTo>
                <a:lnTo>
                  <a:pt x="266132" y="42632"/>
                </a:lnTo>
                <a:lnTo>
                  <a:pt x="266676" y="42317"/>
                </a:lnTo>
                <a:lnTo>
                  <a:pt x="267229" y="42019"/>
                </a:lnTo>
                <a:lnTo>
                  <a:pt x="267789" y="41740"/>
                </a:lnTo>
                <a:lnTo>
                  <a:pt x="268358" y="41478"/>
                </a:lnTo>
                <a:lnTo>
                  <a:pt x="268933" y="41235"/>
                </a:lnTo>
                <a:lnTo>
                  <a:pt x="269517" y="41010"/>
                </a:lnTo>
                <a:lnTo>
                  <a:pt x="270109" y="40802"/>
                </a:lnTo>
                <a:lnTo>
                  <a:pt x="270708" y="40613"/>
                </a:lnTo>
                <a:lnTo>
                  <a:pt x="271315" y="40442"/>
                </a:lnTo>
                <a:lnTo>
                  <a:pt x="271930" y="40288"/>
                </a:lnTo>
                <a:lnTo>
                  <a:pt x="272552" y="40153"/>
                </a:lnTo>
                <a:lnTo>
                  <a:pt x="273182" y="40036"/>
                </a:lnTo>
                <a:lnTo>
                  <a:pt x="273820" y="39937"/>
                </a:lnTo>
                <a:lnTo>
                  <a:pt x="274466" y="39856"/>
                </a:lnTo>
                <a:lnTo>
                  <a:pt x="275120" y="39793"/>
                </a:lnTo>
                <a:lnTo>
                  <a:pt x="275781" y="39747"/>
                </a:lnTo>
                <a:lnTo>
                  <a:pt x="276450" y="39720"/>
                </a:lnTo>
                <a:lnTo>
                  <a:pt x="277127" y="39711"/>
                </a:lnTo>
                <a:lnTo>
                  <a:pt x="277551" y="39715"/>
                </a:lnTo>
                <a:lnTo>
                  <a:pt x="277971" y="39727"/>
                </a:lnTo>
                <a:lnTo>
                  <a:pt x="278386" y="39748"/>
                </a:lnTo>
                <a:lnTo>
                  <a:pt x="278796" y="39776"/>
                </a:lnTo>
                <a:lnTo>
                  <a:pt x="279202" y="39812"/>
                </a:lnTo>
                <a:lnTo>
                  <a:pt x="279603" y="39856"/>
                </a:lnTo>
                <a:lnTo>
                  <a:pt x="279999" y="39908"/>
                </a:lnTo>
                <a:lnTo>
                  <a:pt x="280391" y="39968"/>
                </a:lnTo>
                <a:lnTo>
                  <a:pt x="280779" y="40036"/>
                </a:lnTo>
                <a:lnTo>
                  <a:pt x="281162" y="40113"/>
                </a:lnTo>
                <a:lnTo>
                  <a:pt x="281540" y="40197"/>
                </a:lnTo>
                <a:lnTo>
                  <a:pt x="281914" y="40289"/>
                </a:lnTo>
                <a:lnTo>
                  <a:pt x="282283" y="40389"/>
                </a:lnTo>
                <a:lnTo>
                  <a:pt x="282648" y="40498"/>
                </a:lnTo>
                <a:lnTo>
                  <a:pt x="283008" y="40614"/>
                </a:lnTo>
                <a:lnTo>
                  <a:pt x="283363" y="40739"/>
                </a:lnTo>
                <a:lnTo>
                  <a:pt x="283714" y="40871"/>
                </a:lnTo>
                <a:lnTo>
                  <a:pt x="284060" y="41011"/>
                </a:lnTo>
                <a:lnTo>
                  <a:pt x="284402" y="41160"/>
                </a:lnTo>
                <a:lnTo>
                  <a:pt x="284739" y="41316"/>
                </a:lnTo>
                <a:lnTo>
                  <a:pt x="285072" y="41481"/>
                </a:lnTo>
                <a:lnTo>
                  <a:pt x="285400" y="41653"/>
                </a:lnTo>
                <a:lnTo>
                  <a:pt x="285724" y="41834"/>
                </a:lnTo>
                <a:lnTo>
                  <a:pt x="286043" y="42022"/>
                </a:lnTo>
                <a:lnTo>
                  <a:pt x="286356" y="42218"/>
                </a:lnTo>
                <a:lnTo>
                  <a:pt x="286660" y="42418"/>
                </a:lnTo>
                <a:lnTo>
                  <a:pt x="286957" y="42625"/>
                </a:lnTo>
                <a:lnTo>
                  <a:pt x="287246" y="42836"/>
                </a:lnTo>
                <a:lnTo>
                  <a:pt x="287526" y="43053"/>
                </a:lnTo>
                <a:lnTo>
                  <a:pt x="287799" y="43276"/>
                </a:lnTo>
                <a:lnTo>
                  <a:pt x="288064" y="43504"/>
                </a:lnTo>
                <a:lnTo>
                  <a:pt x="288320" y="43737"/>
                </a:lnTo>
                <a:lnTo>
                  <a:pt x="288569" y="43976"/>
                </a:lnTo>
                <a:lnTo>
                  <a:pt x="288809" y="44220"/>
                </a:lnTo>
                <a:lnTo>
                  <a:pt x="289042" y="44470"/>
                </a:lnTo>
                <a:lnTo>
                  <a:pt x="289266" y="44725"/>
                </a:lnTo>
                <a:lnTo>
                  <a:pt x="289483" y="44985"/>
                </a:lnTo>
                <a:lnTo>
                  <a:pt x="289691" y="45251"/>
                </a:lnTo>
                <a:lnTo>
                  <a:pt x="289892" y="45523"/>
                </a:lnTo>
                <a:lnTo>
                  <a:pt x="290084" y="45799"/>
                </a:lnTo>
                <a:lnTo>
                  <a:pt x="290269" y="46082"/>
                </a:lnTo>
                <a:lnTo>
                  <a:pt x="290445" y="46369"/>
                </a:lnTo>
                <a:lnTo>
                  <a:pt x="290614" y="46662"/>
                </a:lnTo>
                <a:lnTo>
                  <a:pt x="290774" y="46961"/>
                </a:lnTo>
                <a:lnTo>
                  <a:pt x="290926" y="47265"/>
                </a:lnTo>
                <a:lnTo>
                  <a:pt x="291071" y="47574"/>
                </a:lnTo>
                <a:lnTo>
                  <a:pt x="291207" y="47889"/>
                </a:lnTo>
                <a:lnTo>
                  <a:pt x="291335" y="48210"/>
                </a:lnTo>
                <a:lnTo>
                  <a:pt x="291457" y="48539"/>
                </a:lnTo>
                <a:lnTo>
                  <a:pt x="291574" y="48883"/>
                </a:lnTo>
                <a:lnTo>
                  <a:pt x="291685" y="49240"/>
                </a:lnTo>
                <a:lnTo>
                  <a:pt x="291791" y="49611"/>
                </a:lnTo>
                <a:lnTo>
                  <a:pt x="291892" y="49996"/>
                </a:lnTo>
                <a:lnTo>
                  <a:pt x="291988" y="50394"/>
                </a:lnTo>
                <a:lnTo>
                  <a:pt x="292079" y="50806"/>
                </a:lnTo>
                <a:lnTo>
                  <a:pt x="292164" y="51232"/>
                </a:lnTo>
                <a:lnTo>
                  <a:pt x="292244" y="51672"/>
                </a:lnTo>
                <a:lnTo>
                  <a:pt x="292320" y="52125"/>
                </a:lnTo>
                <a:lnTo>
                  <a:pt x="292389" y="52592"/>
                </a:lnTo>
                <a:lnTo>
                  <a:pt x="292454" y="53072"/>
                </a:lnTo>
                <a:lnTo>
                  <a:pt x="292514" y="53567"/>
                </a:lnTo>
                <a:lnTo>
                  <a:pt x="292568" y="54075"/>
                </a:lnTo>
                <a:lnTo>
                  <a:pt x="292617" y="54597"/>
                </a:lnTo>
                <a:lnTo>
                  <a:pt x="292661" y="55132"/>
                </a:lnTo>
                <a:lnTo>
                  <a:pt x="292700" y="55681"/>
                </a:lnTo>
                <a:lnTo>
                  <a:pt x="292734" y="56244"/>
                </a:lnTo>
                <a:lnTo>
                  <a:pt x="292762" y="56821"/>
                </a:lnTo>
                <a:lnTo>
                  <a:pt x="292786" y="57411"/>
                </a:lnTo>
                <a:lnTo>
                  <a:pt x="292804" y="58015"/>
                </a:lnTo>
                <a:lnTo>
                  <a:pt x="292817" y="58633"/>
                </a:lnTo>
                <a:lnTo>
                  <a:pt x="292825" y="59264"/>
                </a:lnTo>
                <a:lnTo>
                  <a:pt x="292827" y="59909"/>
                </a:lnTo>
                <a:lnTo>
                  <a:pt x="292827" y="105850"/>
                </a:lnTo>
                <a:lnTo>
                  <a:pt x="305614" y="105850"/>
                </a:lnTo>
                <a:lnTo>
                  <a:pt x="305614" y="59461"/>
                </a:lnTo>
                <a:lnTo>
                  <a:pt x="305613" y="58730"/>
                </a:lnTo>
                <a:lnTo>
                  <a:pt x="305609" y="58018"/>
                </a:lnTo>
                <a:lnTo>
                  <a:pt x="305603" y="57324"/>
                </a:lnTo>
                <a:lnTo>
                  <a:pt x="305595" y="56649"/>
                </a:lnTo>
                <a:lnTo>
                  <a:pt x="305584" y="55992"/>
                </a:lnTo>
                <a:lnTo>
                  <a:pt x="305570" y="55354"/>
                </a:lnTo>
                <a:lnTo>
                  <a:pt x="305554" y="54734"/>
                </a:lnTo>
                <a:lnTo>
                  <a:pt x="305535" y="54133"/>
                </a:lnTo>
                <a:lnTo>
                  <a:pt x="305515" y="53550"/>
                </a:lnTo>
                <a:lnTo>
                  <a:pt x="305491" y="52986"/>
                </a:lnTo>
                <a:lnTo>
                  <a:pt x="305465" y="52440"/>
                </a:lnTo>
                <a:lnTo>
                  <a:pt x="305437" y="51913"/>
                </a:lnTo>
                <a:lnTo>
                  <a:pt x="305406" y="51404"/>
                </a:lnTo>
                <a:lnTo>
                  <a:pt x="305373" y="50914"/>
                </a:lnTo>
                <a:lnTo>
                  <a:pt x="305337" y="50442"/>
                </a:lnTo>
                <a:lnTo>
                  <a:pt x="305299" y="49989"/>
                </a:lnTo>
                <a:lnTo>
                  <a:pt x="305258" y="49554"/>
                </a:lnTo>
                <a:lnTo>
                  <a:pt x="305215" y="49138"/>
                </a:lnTo>
                <a:lnTo>
                  <a:pt x="305169" y="48740"/>
                </a:lnTo>
                <a:lnTo>
                  <a:pt x="305121" y="48361"/>
                </a:lnTo>
                <a:lnTo>
                  <a:pt x="305071" y="48000"/>
                </a:lnTo>
                <a:lnTo>
                  <a:pt x="305017" y="47658"/>
                </a:lnTo>
                <a:lnTo>
                  <a:pt x="304962" y="47334"/>
                </a:lnTo>
                <a:lnTo>
                  <a:pt x="304904" y="47029"/>
                </a:lnTo>
                <a:lnTo>
                  <a:pt x="304806" y="46575"/>
                </a:lnTo>
                <a:lnTo>
                  <a:pt x="304703" y="46127"/>
                </a:lnTo>
                <a:lnTo>
                  <a:pt x="304593" y="45684"/>
                </a:lnTo>
                <a:lnTo>
                  <a:pt x="304478" y="45247"/>
                </a:lnTo>
                <a:lnTo>
                  <a:pt x="304356" y="44814"/>
                </a:lnTo>
                <a:lnTo>
                  <a:pt x="304229" y="44387"/>
                </a:lnTo>
                <a:lnTo>
                  <a:pt x="304096" y="43965"/>
                </a:lnTo>
                <a:lnTo>
                  <a:pt x="303957" y="43548"/>
                </a:lnTo>
                <a:lnTo>
                  <a:pt x="303812" y="43136"/>
                </a:lnTo>
                <a:lnTo>
                  <a:pt x="303661" y="42729"/>
                </a:lnTo>
                <a:lnTo>
                  <a:pt x="303504" y="42328"/>
                </a:lnTo>
                <a:lnTo>
                  <a:pt x="303341" y="41931"/>
                </a:lnTo>
                <a:lnTo>
                  <a:pt x="303172" y="41540"/>
                </a:lnTo>
                <a:lnTo>
                  <a:pt x="302998" y="41154"/>
                </a:lnTo>
                <a:lnTo>
                  <a:pt x="302817" y="40774"/>
                </a:lnTo>
                <a:lnTo>
                  <a:pt x="302631" y="40398"/>
                </a:lnTo>
                <a:lnTo>
                  <a:pt x="302438" y="40028"/>
                </a:lnTo>
                <a:lnTo>
                  <a:pt x="302240" y="39663"/>
                </a:lnTo>
                <a:lnTo>
                  <a:pt x="302036" y="39303"/>
                </a:lnTo>
                <a:lnTo>
                  <a:pt x="301826" y="38948"/>
                </a:lnTo>
                <a:lnTo>
                  <a:pt x="301610" y="38598"/>
                </a:lnTo>
                <a:lnTo>
                  <a:pt x="301388" y="38254"/>
                </a:lnTo>
                <a:lnTo>
                  <a:pt x="301160" y="37914"/>
                </a:lnTo>
                <a:lnTo>
                  <a:pt x="300926" y="37580"/>
                </a:lnTo>
                <a:lnTo>
                  <a:pt x="300684" y="37251"/>
                </a:lnTo>
                <a:lnTo>
                  <a:pt x="300432" y="36928"/>
                </a:lnTo>
                <a:lnTo>
                  <a:pt x="300170" y="36610"/>
                </a:lnTo>
                <a:lnTo>
                  <a:pt x="299899" y="36297"/>
                </a:lnTo>
                <a:lnTo>
                  <a:pt x="299617" y="35989"/>
                </a:lnTo>
                <a:lnTo>
                  <a:pt x="299325" y="35687"/>
                </a:lnTo>
                <a:lnTo>
                  <a:pt x="299023" y="35389"/>
                </a:lnTo>
                <a:lnTo>
                  <a:pt x="298712" y="35098"/>
                </a:lnTo>
                <a:lnTo>
                  <a:pt x="298390" y="34811"/>
                </a:lnTo>
                <a:lnTo>
                  <a:pt x="298058" y="34530"/>
                </a:lnTo>
                <a:lnTo>
                  <a:pt x="297717" y="34254"/>
                </a:lnTo>
                <a:lnTo>
                  <a:pt x="297365" y="33984"/>
                </a:lnTo>
                <a:lnTo>
                  <a:pt x="297003" y="33719"/>
                </a:lnTo>
                <a:lnTo>
                  <a:pt x="296632" y="33459"/>
                </a:lnTo>
                <a:lnTo>
                  <a:pt x="296250" y="33204"/>
                </a:lnTo>
                <a:lnTo>
                  <a:pt x="295858" y="32955"/>
                </a:lnTo>
                <a:lnTo>
                  <a:pt x="295457" y="32711"/>
                </a:lnTo>
                <a:lnTo>
                  <a:pt x="295045" y="32472"/>
                </a:lnTo>
                <a:lnTo>
                  <a:pt x="294623" y="32239"/>
                </a:lnTo>
                <a:lnTo>
                  <a:pt x="294192" y="32010"/>
                </a:lnTo>
                <a:lnTo>
                  <a:pt x="293750" y="31788"/>
                </a:lnTo>
                <a:lnTo>
                  <a:pt x="293299" y="31570"/>
                </a:lnTo>
                <a:lnTo>
                  <a:pt x="292837" y="31358"/>
                </a:lnTo>
                <a:lnTo>
                  <a:pt x="292365" y="31151"/>
                </a:lnTo>
                <a:lnTo>
                  <a:pt x="291887" y="30951"/>
                </a:lnTo>
                <a:lnTo>
                  <a:pt x="291405" y="30760"/>
                </a:lnTo>
                <a:lnTo>
                  <a:pt x="290919" y="30577"/>
                </a:lnTo>
                <a:lnTo>
                  <a:pt x="290429" y="30402"/>
                </a:lnTo>
                <a:lnTo>
                  <a:pt x="289935" y="30236"/>
                </a:lnTo>
                <a:lnTo>
                  <a:pt x="289437" y="30079"/>
                </a:lnTo>
                <a:lnTo>
                  <a:pt x="288936" y="29930"/>
                </a:lnTo>
                <a:lnTo>
                  <a:pt x="288431" y="29789"/>
                </a:lnTo>
                <a:lnTo>
                  <a:pt x="287922" y="29658"/>
                </a:lnTo>
                <a:lnTo>
                  <a:pt x="287409" y="29534"/>
                </a:lnTo>
                <a:lnTo>
                  <a:pt x="286892" y="29419"/>
                </a:lnTo>
                <a:lnTo>
                  <a:pt x="286371" y="29313"/>
                </a:lnTo>
                <a:lnTo>
                  <a:pt x="285847" y="29215"/>
                </a:lnTo>
                <a:lnTo>
                  <a:pt x="285319" y="29126"/>
                </a:lnTo>
                <a:lnTo>
                  <a:pt x="284787" y="29045"/>
                </a:lnTo>
                <a:lnTo>
                  <a:pt x="284251" y="28973"/>
                </a:lnTo>
                <a:lnTo>
                  <a:pt x="283711" y="28909"/>
                </a:lnTo>
                <a:lnTo>
                  <a:pt x="283168" y="28853"/>
                </a:lnTo>
                <a:lnTo>
                  <a:pt x="282621" y="28807"/>
                </a:lnTo>
                <a:lnTo>
                  <a:pt x="282070" y="28768"/>
                </a:lnTo>
                <a:lnTo>
                  <a:pt x="281515" y="28738"/>
                </a:lnTo>
                <a:lnTo>
                  <a:pt x="280956" y="28717"/>
                </a:lnTo>
                <a:lnTo>
                  <a:pt x="280393" y="28704"/>
                </a:lnTo>
                <a:lnTo>
                  <a:pt x="279827" y="28700"/>
                </a:lnTo>
                <a:lnTo>
                  <a:pt x="278531" y="28722"/>
                </a:lnTo>
                <a:lnTo>
                  <a:pt x="277262" y="28786"/>
                </a:lnTo>
                <a:lnTo>
                  <a:pt x="276017" y="28893"/>
                </a:lnTo>
                <a:lnTo>
                  <a:pt x="274799" y="29044"/>
                </a:lnTo>
                <a:lnTo>
                  <a:pt x="273606" y="29237"/>
                </a:lnTo>
                <a:lnTo>
                  <a:pt x="272439" y="29473"/>
                </a:lnTo>
                <a:lnTo>
                  <a:pt x="271297" y="29752"/>
                </a:lnTo>
                <a:lnTo>
                  <a:pt x="270181" y="30074"/>
                </a:lnTo>
                <a:lnTo>
                  <a:pt x="269091" y="30438"/>
                </a:lnTo>
                <a:lnTo>
                  <a:pt x="268026" y="30846"/>
                </a:lnTo>
                <a:lnTo>
                  <a:pt x="266987" y="31297"/>
                </a:lnTo>
                <a:lnTo>
                  <a:pt x="265974" y="31790"/>
                </a:lnTo>
                <a:lnTo>
                  <a:pt x="264986" y="32327"/>
                </a:lnTo>
                <a:lnTo>
                  <a:pt x="264024" y="32906"/>
                </a:lnTo>
                <a:lnTo>
                  <a:pt x="263088" y="33529"/>
                </a:lnTo>
                <a:lnTo>
                  <a:pt x="262177" y="34194"/>
                </a:lnTo>
                <a:lnTo>
                  <a:pt x="261292" y="34902"/>
                </a:lnTo>
                <a:lnTo>
                  <a:pt x="260433" y="35653"/>
                </a:lnTo>
                <a:lnTo>
                  <a:pt x="259599" y="36447"/>
                </a:lnTo>
                <a:lnTo>
                  <a:pt x="258791" y="37284"/>
                </a:lnTo>
                <a:lnTo>
                  <a:pt x="258009" y="38164"/>
                </a:lnTo>
                <a:lnTo>
                  <a:pt x="257252" y="39087"/>
                </a:lnTo>
                <a:lnTo>
                  <a:pt x="256521" y="40053"/>
                </a:lnTo>
                <a:lnTo>
                  <a:pt x="255815" y="41061"/>
                </a:lnTo>
                <a:lnTo>
                  <a:pt x="255815" y="30405"/>
                </a:lnTo>
                <a:lnTo>
                  <a:pt x="244307" y="30405"/>
                </a:lnTo>
                <a:lnTo>
                  <a:pt x="244307" y="105850"/>
                </a:lnTo>
                <a:lnTo>
                  <a:pt x="257094" y="105850"/>
                </a:lnTo>
                <a:lnTo>
                  <a:pt x="257094" y="64602"/>
                </a:lnTo>
                <a:lnTo>
                  <a:pt x="257104" y="63409"/>
                </a:lnTo>
                <a:lnTo>
                  <a:pt x="257135" y="62249"/>
                </a:lnTo>
                <a:close/>
                <a:moveTo>
                  <a:pt x="484632" y="31271"/>
                </a:moveTo>
                <a:lnTo>
                  <a:pt x="484080" y="31008"/>
                </a:lnTo>
                <a:lnTo>
                  <a:pt x="483528" y="30759"/>
                </a:lnTo>
                <a:lnTo>
                  <a:pt x="482977" y="30524"/>
                </a:lnTo>
                <a:lnTo>
                  <a:pt x="482427" y="30303"/>
                </a:lnTo>
                <a:lnTo>
                  <a:pt x="481877" y="30096"/>
                </a:lnTo>
                <a:lnTo>
                  <a:pt x="481329" y="29904"/>
                </a:lnTo>
                <a:lnTo>
                  <a:pt x="480781" y="29726"/>
                </a:lnTo>
                <a:lnTo>
                  <a:pt x="480234" y="29562"/>
                </a:lnTo>
                <a:lnTo>
                  <a:pt x="479687" y="29412"/>
                </a:lnTo>
                <a:lnTo>
                  <a:pt x="479141" y="29277"/>
                </a:lnTo>
                <a:lnTo>
                  <a:pt x="478596" y="29156"/>
                </a:lnTo>
                <a:lnTo>
                  <a:pt x="478052" y="29049"/>
                </a:lnTo>
                <a:lnTo>
                  <a:pt x="477509" y="28957"/>
                </a:lnTo>
                <a:lnTo>
                  <a:pt x="476966" y="28878"/>
                </a:lnTo>
                <a:lnTo>
                  <a:pt x="476424" y="28814"/>
                </a:lnTo>
                <a:lnTo>
                  <a:pt x="475882" y="28764"/>
                </a:lnTo>
                <a:lnTo>
                  <a:pt x="475342" y="28729"/>
                </a:lnTo>
                <a:lnTo>
                  <a:pt x="474802" y="28707"/>
                </a:lnTo>
                <a:lnTo>
                  <a:pt x="474263" y="28700"/>
                </a:lnTo>
                <a:lnTo>
                  <a:pt x="473891" y="28705"/>
                </a:lnTo>
                <a:lnTo>
                  <a:pt x="473522" y="28718"/>
                </a:lnTo>
                <a:lnTo>
                  <a:pt x="473156" y="28740"/>
                </a:lnTo>
                <a:lnTo>
                  <a:pt x="472792" y="28771"/>
                </a:lnTo>
                <a:lnTo>
                  <a:pt x="472430" y="28811"/>
                </a:lnTo>
                <a:lnTo>
                  <a:pt x="472072" y="28859"/>
                </a:lnTo>
                <a:lnTo>
                  <a:pt x="471716" y="28917"/>
                </a:lnTo>
                <a:lnTo>
                  <a:pt x="471362" y="28983"/>
                </a:lnTo>
                <a:lnTo>
                  <a:pt x="471011" y="29058"/>
                </a:lnTo>
                <a:lnTo>
                  <a:pt x="470663" y="29142"/>
                </a:lnTo>
                <a:lnTo>
                  <a:pt x="470317" y="29235"/>
                </a:lnTo>
                <a:lnTo>
                  <a:pt x="469974" y="29336"/>
                </a:lnTo>
                <a:lnTo>
                  <a:pt x="469633" y="29447"/>
                </a:lnTo>
                <a:lnTo>
                  <a:pt x="469295" y="29566"/>
                </a:lnTo>
                <a:lnTo>
                  <a:pt x="468960" y="29694"/>
                </a:lnTo>
                <a:lnTo>
                  <a:pt x="468627" y="29831"/>
                </a:lnTo>
                <a:lnTo>
                  <a:pt x="468297" y="29977"/>
                </a:lnTo>
                <a:lnTo>
                  <a:pt x="467969" y="30131"/>
                </a:lnTo>
                <a:lnTo>
                  <a:pt x="467644" y="30295"/>
                </a:lnTo>
                <a:lnTo>
                  <a:pt x="467322" y="30467"/>
                </a:lnTo>
                <a:lnTo>
                  <a:pt x="467002" y="30648"/>
                </a:lnTo>
                <a:lnTo>
                  <a:pt x="466685" y="30838"/>
                </a:lnTo>
                <a:lnTo>
                  <a:pt x="466370" y="31037"/>
                </a:lnTo>
                <a:lnTo>
                  <a:pt x="466058" y="31244"/>
                </a:lnTo>
                <a:lnTo>
                  <a:pt x="465746" y="31466"/>
                </a:lnTo>
                <a:lnTo>
                  <a:pt x="465431" y="31706"/>
                </a:lnTo>
                <a:lnTo>
                  <a:pt x="465115" y="31965"/>
                </a:lnTo>
                <a:lnTo>
                  <a:pt x="464796" y="32243"/>
                </a:lnTo>
                <a:lnTo>
                  <a:pt x="464474" y="32540"/>
                </a:lnTo>
                <a:lnTo>
                  <a:pt x="464151" y="32856"/>
                </a:lnTo>
                <a:lnTo>
                  <a:pt x="463825" y="33191"/>
                </a:lnTo>
                <a:lnTo>
                  <a:pt x="463496" y="33545"/>
                </a:lnTo>
                <a:lnTo>
                  <a:pt x="463166" y="33917"/>
                </a:lnTo>
                <a:lnTo>
                  <a:pt x="462833" y="34309"/>
                </a:lnTo>
                <a:lnTo>
                  <a:pt x="462497" y="34719"/>
                </a:lnTo>
                <a:lnTo>
                  <a:pt x="462159" y="35148"/>
                </a:lnTo>
                <a:lnTo>
                  <a:pt x="461819" y="35596"/>
                </a:lnTo>
                <a:lnTo>
                  <a:pt x="461477" y="36063"/>
                </a:lnTo>
                <a:lnTo>
                  <a:pt x="461132" y="36549"/>
                </a:lnTo>
                <a:lnTo>
                  <a:pt x="460785" y="37054"/>
                </a:lnTo>
                <a:lnTo>
                  <a:pt x="460436" y="37577"/>
                </a:lnTo>
                <a:lnTo>
                  <a:pt x="460084" y="38120"/>
                </a:lnTo>
                <a:lnTo>
                  <a:pt x="459730" y="38681"/>
                </a:lnTo>
                <a:lnTo>
                  <a:pt x="459373" y="39262"/>
                </a:lnTo>
                <a:lnTo>
                  <a:pt x="459014" y="39861"/>
                </a:lnTo>
                <a:lnTo>
                  <a:pt x="458653" y="40479"/>
                </a:lnTo>
                <a:lnTo>
                  <a:pt x="458290" y="41116"/>
                </a:lnTo>
                <a:lnTo>
                  <a:pt x="457924" y="41772"/>
                </a:lnTo>
                <a:lnTo>
                  <a:pt x="457924" y="30405"/>
                </a:lnTo>
                <a:lnTo>
                  <a:pt x="446415" y="30405"/>
                </a:lnTo>
                <a:lnTo>
                  <a:pt x="446415" y="105850"/>
                </a:lnTo>
                <a:lnTo>
                  <a:pt x="459202" y="105850"/>
                </a:lnTo>
                <a:lnTo>
                  <a:pt x="459202" y="66307"/>
                </a:lnTo>
                <a:lnTo>
                  <a:pt x="459206" y="65634"/>
                </a:lnTo>
                <a:lnTo>
                  <a:pt x="459217" y="64965"/>
                </a:lnTo>
                <a:lnTo>
                  <a:pt x="459236" y="64300"/>
                </a:lnTo>
                <a:lnTo>
                  <a:pt x="459262" y="63640"/>
                </a:lnTo>
                <a:lnTo>
                  <a:pt x="459295" y="62985"/>
                </a:lnTo>
                <a:lnTo>
                  <a:pt x="459336" y="62333"/>
                </a:lnTo>
                <a:lnTo>
                  <a:pt x="459384" y="61687"/>
                </a:lnTo>
                <a:lnTo>
                  <a:pt x="459439" y="61044"/>
                </a:lnTo>
                <a:lnTo>
                  <a:pt x="459502" y="60407"/>
                </a:lnTo>
                <a:lnTo>
                  <a:pt x="459572" y="59773"/>
                </a:lnTo>
                <a:lnTo>
                  <a:pt x="459650" y="59144"/>
                </a:lnTo>
                <a:lnTo>
                  <a:pt x="459735" y="58520"/>
                </a:lnTo>
                <a:lnTo>
                  <a:pt x="459828" y="57900"/>
                </a:lnTo>
                <a:lnTo>
                  <a:pt x="459928" y="57284"/>
                </a:lnTo>
                <a:lnTo>
                  <a:pt x="460035" y="56673"/>
                </a:lnTo>
                <a:lnTo>
                  <a:pt x="460150" y="56066"/>
                </a:lnTo>
                <a:lnTo>
                  <a:pt x="460272" y="55464"/>
                </a:lnTo>
                <a:lnTo>
                  <a:pt x="460401" y="54866"/>
                </a:lnTo>
                <a:lnTo>
                  <a:pt x="460538" y="54273"/>
                </a:lnTo>
                <a:lnTo>
                  <a:pt x="460682" y="53684"/>
                </a:lnTo>
                <a:lnTo>
                  <a:pt x="460834" y="53100"/>
                </a:lnTo>
                <a:lnTo>
                  <a:pt x="460993" y="52520"/>
                </a:lnTo>
                <a:lnTo>
                  <a:pt x="461160" y="51944"/>
                </a:lnTo>
                <a:lnTo>
                  <a:pt x="461334" y="51373"/>
                </a:lnTo>
                <a:lnTo>
                  <a:pt x="461455" y="51003"/>
                </a:lnTo>
                <a:lnTo>
                  <a:pt x="461584" y="50640"/>
                </a:lnTo>
                <a:lnTo>
                  <a:pt x="461719" y="50284"/>
                </a:lnTo>
                <a:lnTo>
                  <a:pt x="461860" y="49934"/>
                </a:lnTo>
                <a:lnTo>
                  <a:pt x="462009" y="49591"/>
                </a:lnTo>
                <a:lnTo>
                  <a:pt x="462164" y="49255"/>
                </a:lnTo>
                <a:lnTo>
                  <a:pt x="462326" y="48926"/>
                </a:lnTo>
                <a:lnTo>
                  <a:pt x="462494" y="48604"/>
                </a:lnTo>
                <a:lnTo>
                  <a:pt x="462669" y="48288"/>
                </a:lnTo>
                <a:lnTo>
                  <a:pt x="462851" y="47979"/>
                </a:lnTo>
                <a:lnTo>
                  <a:pt x="463039" y="47677"/>
                </a:lnTo>
                <a:lnTo>
                  <a:pt x="463234" y="47382"/>
                </a:lnTo>
                <a:lnTo>
                  <a:pt x="463436" y="47094"/>
                </a:lnTo>
                <a:lnTo>
                  <a:pt x="463644" y="46812"/>
                </a:lnTo>
                <a:lnTo>
                  <a:pt x="463859" y="46537"/>
                </a:lnTo>
                <a:lnTo>
                  <a:pt x="464080" y="46269"/>
                </a:lnTo>
                <a:lnTo>
                  <a:pt x="464309" y="46008"/>
                </a:lnTo>
                <a:lnTo>
                  <a:pt x="464544" y="45753"/>
                </a:lnTo>
                <a:lnTo>
                  <a:pt x="464785" y="45506"/>
                </a:lnTo>
                <a:lnTo>
                  <a:pt x="465034" y="45265"/>
                </a:lnTo>
                <a:lnTo>
                  <a:pt x="465289" y="45031"/>
                </a:lnTo>
                <a:lnTo>
                  <a:pt x="465550" y="44803"/>
                </a:lnTo>
                <a:lnTo>
                  <a:pt x="465818" y="44583"/>
                </a:lnTo>
                <a:lnTo>
                  <a:pt x="466093" y="44369"/>
                </a:lnTo>
                <a:lnTo>
                  <a:pt x="466373" y="44163"/>
                </a:lnTo>
                <a:lnTo>
                  <a:pt x="466656" y="43965"/>
                </a:lnTo>
                <a:lnTo>
                  <a:pt x="466941" y="43777"/>
                </a:lnTo>
                <a:lnTo>
                  <a:pt x="467230" y="43597"/>
                </a:lnTo>
                <a:lnTo>
                  <a:pt x="467521" y="43426"/>
                </a:lnTo>
                <a:lnTo>
                  <a:pt x="467816" y="43264"/>
                </a:lnTo>
                <a:lnTo>
                  <a:pt x="468113" y="43110"/>
                </a:lnTo>
                <a:lnTo>
                  <a:pt x="468414" y="42965"/>
                </a:lnTo>
                <a:lnTo>
                  <a:pt x="468717" y="42829"/>
                </a:lnTo>
                <a:lnTo>
                  <a:pt x="469024" y="42702"/>
                </a:lnTo>
                <a:lnTo>
                  <a:pt x="469333" y="42584"/>
                </a:lnTo>
                <a:lnTo>
                  <a:pt x="469645" y="42474"/>
                </a:lnTo>
                <a:lnTo>
                  <a:pt x="469961" y="42373"/>
                </a:lnTo>
                <a:lnTo>
                  <a:pt x="470279" y="42281"/>
                </a:lnTo>
                <a:lnTo>
                  <a:pt x="470600" y="42198"/>
                </a:lnTo>
                <a:lnTo>
                  <a:pt x="470924" y="42123"/>
                </a:lnTo>
                <a:lnTo>
                  <a:pt x="471251" y="42058"/>
                </a:lnTo>
                <a:lnTo>
                  <a:pt x="471581" y="42001"/>
                </a:lnTo>
                <a:lnTo>
                  <a:pt x="471914" y="41952"/>
                </a:lnTo>
                <a:lnTo>
                  <a:pt x="472250" y="41913"/>
                </a:lnTo>
                <a:lnTo>
                  <a:pt x="472589" y="41882"/>
                </a:lnTo>
                <a:lnTo>
                  <a:pt x="472931" y="41860"/>
                </a:lnTo>
                <a:lnTo>
                  <a:pt x="473276" y="41847"/>
                </a:lnTo>
                <a:lnTo>
                  <a:pt x="473624" y="41843"/>
                </a:lnTo>
                <a:lnTo>
                  <a:pt x="474014" y="41847"/>
                </a:lnTo>
                <a:lnTo>
                  <a:pt x="474405" y="41862"/>
                </a:lnTo>
                <a:lnTo>
                  <a:pt x="474796" y="41886"/>
                </a:lnTo>
                <a:lnTo>
                  <a:pt x="475186" y="41920"/>
                </a:lnTo>
                <a:lnTo>
                  <a:pt x="475577" y="41963"/>
                </a:lnTo>
                <a:lnTo>
                  <a:pt x="475968" y="42016"/>
                </a:lnTo>
                <a:lnTo>
                  <a:pt x="476359" y="42078"/>
                </a:lnTo>
                <a:lnTo>
                  <a:pt x="476749" y="42150"/>
                </a:lnTo>
                <a:lnTo>
                  <a:pt x="477140" y="42232"/>
                </a:lnTo>
                <a:lnTo>
                  <a:pt x="477531" y="42324"/>
                </a:lnTo>
                <a:lnTo>
                  <a:pt x="477921" y="42425"/>
                </a:lnTo>
                <a:lnTo>
                  <a:pt x="478312" y="42535"/>
                </a:lnTo>
                <a:lnTo>
                  <a:pt x="478703" y="42656"/>
                </a:lnTo>
                <a:lnTo>
                  <a:pt x="479094" y="42785"/>
                </a:lnTo>
                <a:lnTo>
                  <a:pt x="479484" y="42925"/>
                </a:lnTo>
                <a:lnTo>
                  <a:pt x="479875" y="43074"/>
                </a:lnTo>
                <a:lnTo>
                  <a:pt x="480266" y="43233"/>
                </a:lnTo>
                <a:lnTo>
                  <a:pt x="480656" y="43401"/>
                </a:lnTo>
                <a:lnTo>
                  <a:pt x="481047" y="43579"/>
                </a:lnTo>
                <a:lnTo>
                  <a:pt x="481438" y="43767"/>
                </a:lnTo>
                <a:lnTo>
                  <a:pt x="481829" y="43964"/>
                </a:lnTo>
                <a:lnTo>
                  <a:pt x="482219" y="44171"/>
                </a:lnTo>
                <a:lnTo>
                  <a:pt x="482610" y="44387"/>
                </a:lnTo>
                <a:lnTo>
                  <a:pt x="483001" y="44613"/>
                </a:lnTo>
                <a:lnTo>
                  <a:pt x="486766" y="34516"/>
                </a:lnTo>
                <a:lnTo>
                  <a:pt x="486766" y="40351"/>
                </a:lnTo>
                <a:lnTo>
                  <a:pt x="498062" y="40351"/>
                </a:lnTo>
                <a:lnTo>
                  <a:pt x="498062" y="105850"/>
                </a:lnTo>
                <a:lnTo>
                  <a:pt x="510778" y="105850"/>
                </a:lnTo>
                <a:lnTo>
                  <a:pt x="510778" y="40351"/>
                </a:lnTo>
                <a:lnTo>
                  <a:pt x="525483" y="40351"/>
                </a:lnTo>
                <a:lnTo>
                  <a:pt x="525483" y="30405"/>
                </a:lnTo>
                <a:lnTo>
                  <a:pt x="510778" y="30405"/>
                </a:lnTo>
                <a:lnTo>
                  <a:pt x="510778" y="23470"/>
                </a:lnTo>
                <a:lnTo>
                  <a:pt x="510782" y="22911"/>
                </a:lnTo>
                <a:lnTo>
                  <a:pt x="510795" y="22368"/>
                </a:lnTo>
                <a:lnTo>
                  <a:pt x="510816" y="21839"/>
                </a:lnTo>
                <a:lnTo>
                  <a:pt x="510845" y="21325"/>
                </a:lnTo>
                <a:lnTo>
                  <a:pt x="510883" y="20827"/>
                </a:lnTo>
                <a:lnTo>
                  <a:pt x="510929" y="20343"/>
                </a:lnTo>
                <a:lnTo>
                  <a:pt x="510983" y="19874"/>
                </a:lnTo>
                <a:lnTo>
                  <a:pt x="511046" y="19421"/>
                </a:lnTo>
                <a:lnTo>
                  <a:pt x="511118" y="18982"/>
                </a:lnTo>
                <a:lnTo>
                  <a:pt x="511197" y="18558"/>
                </a:lnTo>
                <a:lnTo>
                  <a:pt x="511285" y="18149"/>
                </a:lnTo>
                <a:lnTo>
                  <a:pt x="511382" y="17756"/>
                </a:lnTo>
                <a:lnTo>
                  <a:pt x="511487" y="17377"/>
                </a:lnTo>
                <a:lnTo>
                  <a:pt x="511600" y="17013"/>
                </a:lnTo>
                <a:lnTo>
                  <a:pt x="511721" y="16664"/>
                </a:lnTo>
                <a:lnTo>
                  <a:pt x="511851" y="16330"/>
                </a:lnTo>
                <a:lnTo>
                  <a:pt x="511990" y="16011"/>
                </a:lnTo>
                <a:lnTo>
                  <a:pt x="512137" y="15708"/>
                </a:lnTo>
                <a:lnTo>
                  <a:pt x="512292" y="15419"/>
                </a:lnTo>
                <a:lnTo>
                  <a:pt x="512455" y="15145"/>
                </a:lnTo>
                <a:lnTo>
                  <a:pt x="512627" y="14886"/>
                </a:lnTo>
                <a:lnTo>
                  <a:pt x="512807" y="14642"/>
                </a:lnTo>
                <a:lnTo>
                  <a:pt x="512996" y="14413"/>
                </a:lnTo>
                <a:lnTo>
                  <a:pt x="513193" y="14199"/>
                </a:lnTo>
                <a:lnTo>
                  <a:pt x="513400" y="13997"/>
                </a:lnTo>
                <a:lnTo>
                  <a:pt x="513620" y="13803"/>
                </a:lnTo>
                <a:lnTo>
                  <a:pt x="513850" y="13618"/>
                </a:lnTo>
                <a:lnTo>
                  <a:pt x="514093" y="13442"/>
                </a:lnTo>
                <a:lnTo>
                  <a:pt x="514348" y="13274"/>
                </a:lnTo>
                <a:lnTo>
                  <a:pt x="514614" y="13115"/>
                </a:lnTo>
                <a:lnTo>
                  <a:pt x="514892" y="12965"/>
                </a:lnTo>
                <a:lnTo>
                  <a:pt x="515182" y="12823"/>
                </a:lnTo>
                <a:lnTo>
                  <a:pt x="515484" y="12689"/>
                </a:lnTo>
                <a:lnTo>
                  <a:pt x="515798" y="12565"/>
                </a:lnTo>
                <a:lnTo>
                  <a:pt x="516124" y="12449"/>
                </a:lnTo>
                <a:lnTo>
                  <a:pt x="516461" y="12341"/>
                </a:lnTo>
                <a:lnTo>
                  <a:pt x="516810" y="12242"/>
                </a:lnTo>
                <a:lnTo>
                  <a:pt x="517172" y="12152"/>
                </a:lnTo>
                <a:lnTo>
                  <a:pt x="517544" y="12070"/>
                </a:lnTo>
                <a:lnTo>
                  <a:pt x="517929" y="11997"/>
                </a:lnTo>
                <a:lnTo>
                  <a:pt x="518326" y="11932"/>
                </a:lnTo>
                <a:lnTo>
                  <a:pt x="518734" y="11876"/>
                </a:lnTo>
                <a:lnTo>
                  <a:pt x="519155" y="11829"/>
                </a:lnTo>
                <a:lnTo>
                  <a:pt x="519587" y="11790"/>
                </a:lnTo>
                <a:lnTo>
                  <a:pt x="520031" y="11760"/>
                </a:lnTo>
                <a:lnTo>
                  <a:pt x="520487" y="11739"/>
                </a:lnTo>
                <a:lnTo>
                  <a:pt x="520954" y="11726"/>
                </a:lnTo>
                <a:lnTo>
                  <a:pt x="521434" y="11722"/>
                </a:lnTo>
                <a:lnTo>
                  <a:pt x="521731" y="11723"/>
                </a:lnTo>
                <a:lnTo>
                  <a:pt x="522029" y="11727"/>
                </a:lnTo>
                <a:lnTo>
                  <a:pt x="522329" y="11733"/>
                </a:lnTo>
                <a:lnTo>
                  <a:pt x="522630" y="11741"/>
                </a:lnTo>
                <a:lnTo>
                  <a:pt x="522932" y="11752"/>
                </a:lnTo>
                <a:lnTo>
                  <a:pt x="523237" y="11766"/>
                </a:lnTo>
                <a:lnTo>
                  <a:pt x="523542" y="11782"/>
                </a:lnTo>
                <a:lnTo>
                  <a:pt x="523849" y="11801"/>
                </a:lnTo>
                <a:lnTo>
                  <a:pt x="524158" y="11822"/>
                </a:lnTo>
                <a:lnTo>
                  <a:pt x="524468" y="11845"/>
                </a:lnTo>
                <a:lnTo>
                  <a:pt x="524779" y="11871"/>
                </a:lnTo>
                <a:lnTo>
                  <a:pt x="525092" y="11899"/>
                </a:lnTo>
                <a:lnTo>
                  <a:pt x="525407" y="11930"/>
                </a:lnTo>
                <a:lnTo>
                  <a:pt x="525723" y="11963"/>
                </a:lnTo>
                <a:lnTo>
                  <a:pt x="526040" y="11999"/>
                </a:lnTo>
                <a:lnTo>
                  <a:pt x="526359" y="12037"/>
                </a:lnTo>
                <a:lnTo>
                  <a:pt x="526680" y="12078"/>
                </a:lnTo>
                <a:lnTo>
                  <a:pt x="527002" y="12121"/>
                </a:lnTo>
                <a:lnTo>
                  <a:pt x="527325" y="12167"/>
                </a:lnTo>
                <a:lnTo>
                  <a:pt x="527650" y="12215"/>
                </a:lnTo>
                <a:lnTo>
                  <a:pt x="527976" y="12266"/>
                </a:lnTo>
                <a:lnTo>
                  <a:pt x="528304" y="12319"/>
                </a:lnTo>
                <a:lnTo>
                  <a:pt x="528633" y="12374"/>
                </a:lnTo>
                <a:lnTo>
                  <a:pt x="528964" y="12432"/>
                </a:lnTo>
                <a:lnTo>
                  <a:pt x="530882" y="1279"/>
                </a:lnTo>
                <a:lnTo>
                  <a:pt x="530340" y="1174"/>
                </a:lnTo>
                <a:lnTo>
                  <a:pt x="529801" y="1074"/>
                </a:lnTo>
                <a:lnTo>
                  <a:pt x="529266" y="979"/>
                </a:lnTo>
                <a:lnTo>
                  <a:pt x="528735" y="888"/>
                </a:lnTo>
                <a:lnTo>
                  <a:pt x="528208" y="801"/>
                </a:lnTo>
                <a:lnTo>
                  <a:pt x="527685" y="719"/>
                </a:lnTo>
                <a:lnTo>
                  <a:pt x="527166" y="642"/>
                </a:lnTo>
                <a:lnTo>
                  <a:pt x="526651" y="568"/>
                </a:lnTo>
                <a:lnTo>
                  <a:pt x="526140" y="500"/>
                </a:lnTo>
                <a:lnTo>
                  <a:pt x="525633" y="435"/>
                </a:lnTo>
                <a:lnTo>
                  <a:pt x="525130" y="375"/>
                </a:lnTo>
                <a:lnTo>
                  <a:pt x="524631" y="320"/>
                </a:lnTo>
                <a:lnTo>
                  <a:pt x="524135" y="269"/>
                </a:lnTo>
                <a:lnTo>
                  <a:pt x="523644" y="222"/>
                </a:lnTo>
                <a:lnTo>
                  <a:pt x="523157" y="180"/>
                </a:lnTo>
                <a:lnTo>
                  <a:pt x="522673" y="142"/>
                </a:lnTo>
                <a:lnTo>
                  <a:pt x="522194" y="109"/>
                </a:lnTo>
                <a:lnTo>
                  <a:pt x="521718" y="80"/>
                </a:lnTo>
                <a:lnTo>
                  <a:pt x="521246" y="56"/>
                </a:lnTo>
                <a:lnTo>
                  <a:pt x="520779" y="36"/>
                </a:lnTo>
                <a:lnTo>
                  <a:pt x="520315" y="20"/>
                </a:lnTo>
                <a:lnTo>
                  <a:pt x="519855" y="9"/>
                </a:lnTo>
                <a:lnTo>
                  <a:pt x="519399" y="2"/>
                </a:lnTo>
                <a:lnTo>
                  <a:pt x="518948" y="0"/>
                </a:lnTo>
                <a:lnTo>
                  <a:pt x="518255" y="5"/>
                </a:lnTo>
                <a:lnTo>
                  <a:pt x="517576" y="21"/>
                </a:lnTo>
                <a:lnTo>
                  <a:pt x="516910" y="48"/>
                </a:lnTo>
                <a:lnTo>
                  <a:pt x="516257" y="86"/>
                </a:lnTo>
                <a:lnTo>
                  <a:pt x="515617" y="134"/>
                </a:lnTo>
                <a:lnTo>
                  <a:pt x="514989" y="193"/>
                </a:lnTo>
                <a:lnTo>
                  <a:pt x="514375" y="262"/>
                </a:lnTo>
                <a:lnTo>
                  <a:pt x="513773" y="343"/>
                </a:lnTo>
                <a:lnTo>
                  <a:pt x="513185" y="434"/>
                </a:lnTo>
                <a:lnTo>
                  <a:pt x="512609" y="535"/>
                </a:lnTo>
                <a:lnTo>
                  <a:pt x="512047" y="648"/>
                </a:lnTo>
                <a:lnTo>
                  <a:pt x="511497" y="771"/>
                </a:lnTo>
                <a:lnTo>
                  <a:pt x="510961" y="905"/>
                </a:lnTo>
                <a:lnTo>
                  <a:pt x="510437" y="1049"/>
                </a:lnTo>
                <a:lnTo>
                  <a:pt x="509926" y="1205"/>
                </a:lnTo>
                <a:lnTo>
                  <a:pt x="509428" y="1370"/>
                </a:lnTo>
                <a:lnTo>
                  <a:pt x="508943" y="1547"/>
                </a:lnTo>
                <a:lnTo>
                  <a:pt x="508471" y="1735"/>
                </a:lnTo>
                <a:lnTo>
                  <a:pt x="508012" y="1933"/>
                </a:lnTo>
                <a:lnTo>
                  <a:pt x="507566" y="2141"/>
                </a:lnTo>
                <a:lnTo>
                  <a:pt x="507133" y="2361"/>
                </a:lnTo>
                <a:lnTo>
                  <a:pt x="506713" y="2591"/>
                </a:lnTo>
                <a:lnTo>
                  <a:pt x="506306" y="2832"/>
                </a:lnTo>
                <a:lnTo>
                  <a:pt x="505912" y="3084"/>
                </a:lnTo>
                <a:lnTo>
                  <a:pt x="505529" y="3344"/>
                </a:lnTo>
                <a:lnTo>
                  <a:pt x="505156" y="3611"/>
                </a:lnTo>
                <a:lnTo>
                  <a:pt x="504792" y="3884"/>
                </a:lnTo>
                <a:lnTo>
                  <a:pt x="504439" y="4164"/>
                </a:lnTo>
                <a:lnTo>
                  <a:pt x="504095" y="4450"/>
                </a:lnTo>
                <a:lnTo>
                  <a:pt x="503760" y="4743"/>
                </a:lnTo>
                <a:lnTo>
                  <a:pt x="503436" y="5042"/>
                </a:lnTo>
                <a:lnTo>
                  <a:pt x="503121" y="5348"/>
                </a:lnTo>
                <a:lnTo>
                  <a:pt x="502816" y="5660"/>
                </a:lnTo>
                <a:lnTo>
                  <a:pt x="502521" y="5979"/>
                </a:lnTo>
                <a:lnTo>
                  <a:pt x="502236" y="6304"/>
                </a:lnTo>
                <a:lnTo>
                  <a:pt x="501960" y="6636"/>
                </a:lnTo>
                <a:lnTo>
                  <a:pt x="501694" y="6975"/>
                </a:lnTo>
                <a:lnTo>
                  <a:pt x="501438" y="7319"/>
                </a:lnTo>
                <a:lnTo>
                  <a:pt x="501191" y="7671"/>
                </a:lnTo>
                <a:lnTo>
                  <a:pt x="500955" y="8029"/>
                </a:lnTo>
                <a:lnTo>
                  <a:pt x="500728" y="8393"/>
                </a:lnTo>
                <a:lnTo>
                  <a:pt x="500510" y="8764"/>
                </a:lnTo>
                <a:lnTo>
                  <a:pt x="500303" y="9142"/>
                </a:lnTo>
                <a:lnTo>
                  <a:pt x="500105" y="9526"/>
                </a:lnTo>
                <a:lnTo>
                  <a:pt x="499917" y="9916"/>
                </a:lnTo>
                <a:lnTo>
                  <a:pt x="499739" y="10313"/>
                </a:lnTo>
                <a:lnTo>
                  <a:pt x="499570" y="10717"/>
                </a:lnTo>
                <a:lnTo>
                  <a:pt x="499411" y="11127"/>
                </a:lnTo>
                <a:lnTo>
                  <a:pt x="499301" y="11441"/>
                </a:lnTo>
                <a:lnTo>
                  <a:pt x="499196" y="11768"/>
                </a:lnTo>
                <a:lnTo>
                  <a:pt x="499095" y="12109"/>
                </a:lnTo>
                <a:lnTo>
                  <a:pt x="498999" y="12463"/>
                </a:lnTo>
                <a:lnTo>
                  <a:pt x="498908" y="12831"/>
                </a:lnTo>
                <a:lnTo>
                  <a:pt x="498821" y="13213"/>
                </a:lnTo>
                <a:lnTo>
                  <a:pt x="498739" y="13608"/>
                </a:lnTo>
                <a:lnTo>
                  <a:pt x="498662" y="14017"/>
                </a:lnTo>
                <a:lnTo>
                  <a:pt x="498589" y="14439"/>
                </a:lnTo>
                <a:lnTo>
                  <a:pt x="498521" y="14874"/>
                </a:lnTo>
                <a:lnTo>
                  <a:pt x="498458" y="15324"/>
                </a:lnTo>
                <a:lnTo>
                  <a:pt x="498399" y="15786"/>
                </a:lnTo>
                <a:lnTo>
                  <a:pt x="498345" y="16263"/>
                </a:lnTo>
                <a:lnTo>
                  <a:pt x="498296" y="16753"/>
                </a:lnTo>
                <a:lnTo>
                  <a:pt x="498252" y="17256"/>
                </a:lnTo>
                <a:lnTo>
                  <a:pt x="498212" y="17773"/>
                </a:lnTo>
                <a:lnTo>
                  <a:pt x="498177" y="18303"/>
                </a:lnTo>
                <a:lnTo>
                  <a:pt x="498146" y="18847"/>
                </a:lnTo>
                <a:lnTo>
                  <a:pt x="498120" y="19405"/>
                </a:lnTo>
                <a:lnTo>
                  <a:pt x="498099" y="19976"/>
                </a:lnTo>
                <a:lnTo>
                  <a:pt x="498083" y="20560"/>
                </a:lnTo>
                <a:lnTo>
                  <a:pt x="498071" y="21159"/>
                </a:lnTo>
                <a:lnTo>
                  <a:pt x="498064" y="21770"/>
                </a:lnTo>
                <a:lnTo>
                  <a:pt x="498062" y="22395"/>
                </a:lnTo>
                <a:lnTo>
                  <a:pt x="498062" y="30405"/>
                </a:lnTo>
                <a:lnTo>
                  <a:pt x="486766" y="30405"/>
                </a:lnTo>
                <a:lnTo>
                  <a:pt x="486766" y="32420"/>
                </a:lnTo>
                <a:lnTo>
                  <a:pt x="486294" y="32147"/>
                </a:lnTo>
                <a:lnTo>
                  <a:pt x="485739" y="31841"/>
                </a:lnTo>
                <a:lnTo>
                  <a:pt x="485185" y="31549"/>
                </a:lnTo>
                <a:lnTo>
                  <a:pt x="484632" y="31271"/>
                </a:lnTo>
                <a:close/>
                <a:moveTo>
                  <a:pt x="416261" y="84108"/>
                </a:moveTo>
                <a:lnTo>
                  <a:pt x="415987" y="84708"/>
                </a:lnTo>
                <a:lnTo>
                  <a:pt x="415704" y="85294"/>
                </a:lnTo>
                <a:lnTo>
                  <a:pt x="415415" y="85864"/>
                </a:lnTo>
                <a:lnTo>
                  <a:pt x="415119" y="86419"/>
                </a:lnTo>
                <a:lnTo>
                  <a:pt x="414815" y="86959"/>
                </a:lnTo>
                <a:lnTo>
                  <a:pt x="414505" y="87484"/>
                </a:lnTo>
                <a:lnTo>
                  <a:pt x="414187" y="87994"/>
                </a:lnTo>
                <a:lnTo>
                  <a:pt x="413862" y="88488"/>
                </a:lnTo>
                <a:lnTo>
                  <a:pt x="413530" y="88968"/>
                </a:lnTo>
                <a:lnTo>
                  <a:pt x="413190" y="89432"/>
                </a:lnTo>
                <a:lnTo>
                  <a:pt x="412844" y="89881"/>
                </a:lnTo>
                <a:lnTo>
                  <a:pt x="412490" y="90315"/>
                </a:lnTo>
                <a:lnTo>
                  <a:pt x="412130" y="90733"/>
                </a:lnTo>
                <a:lnTo>
                  <a:pt x="411762" y="91137"/>
                </a:lnTo>
                <a:lnTo>
                  <a:pt x="411387" y="91525"/>
                </a:lnTo>
                <a:lnTo>
                  <a:pt x="411004" y="91899"/>
                </a:lnTo>
                <a:lnTo>
                  <a:pt x="410615" y="92257"/>
                </a:lnTo>
                <a:lnTo>
                  <a:pt x="410219" y="92600"/>
                </a:lnTo>
                <a:lnTo>
                  <a:pt x="409815" y="92927"/>
                </a:lnTo>
                <a:lnTo>
                  <a:pt x="409404" y="93240"/>
                </a:lnTo>
                <a:lnTo>
                  <a:pt x="408986" y="93539"/>
                </a:lnTo>
                <a:lnTo>
                  <a:pt x="408561" y="93824"/>
                </a:lnTo>
                <a:lnTo>
                  <a:pt x="408129" y="94098"/>
                </a:lnTo>
                <a:lnTo>
                  <a:pt x="407689" y="94358"/>
                </a:lnTo>
                <a:lnTo>
                  <a:pt x="407243" y="94606"/>
                </a:lnTo>
                <a:lnTo>
                  <a:pt x="406789" y="94841"/>
                </a:lnTo>
                <a:lnTo>
                  <a:pt x="406328" y="95063"/>
                </a:lnTo>
                <a:lnTo>
                  <a:pt x="405860" y="95273"/>
                </a:lnTo>
                <a:lnTo>
                  <a:pt x="405385" y="95470"/>
                </a:lnTo>
                <a:lnTo>
                  <a:pt x="404902" y="95654"/>
                </a:lnTo>
                <a:lnTo>
                  <a:pt x="404413" y="95825"/>
                </a:lnTo>
                <a:lnTo>
                  <a:pt x="403916" y="95984"/>
                </a:lnTo>
                <a:lnTo>
                  <a:pt x="403412" y="96130"/>
                </a:lnTo>
                <a:lnTo>
                  <a:pt x="402901" y="96264"/>
                </a:lnTo>
                <a:lnTo>
                  <a:pt x="402383" y="96384"/>
                </a:lnTo>
                <a:lnTo>
                  <a:pt x="401858" y="96492"/>
                </a:lnTo>
                <a:lnTo>
                  <a:pt x="401326" y="96587"/>
                </a:lnTo>
                <a:lnTo>
                  <a:pt x="400786" y="96670"/>
                </a:lnTo>
                <a:lnTo>
                  <a:pt x="400239" y="96740"/>
                </a:lnTo>
                <a:lnTo>
                  <a:pt x="399685" y="96797"/>
                </a:lnTo>
                <a:lnTo>
                  <a:pt x="399124" y="96842"/>
                </a:lnTo>
                <a:lnTo>
                  <a:pt x="398556" y="96873"/>
                </a:lnTo>
                <a:lnTo>
                  <a:pt x="397981" y="96892"/>
                </a:lnTo>
                <a:lnTo>
                  <a:pt x="397398" y="96899"/>
                </a:lnTo>
                <a:lnTo>
                  <a:pt x="396616" y="96887"/>
                </a:lnTo>
                <a:lnTo>
                  <a:pt x="395845" y="96853"/>
                </a:lnTo>
                <a:lnTo>
                  <a:pt x="395085" y="96796"/>
                </a:lnTo>
                <a:lnTo>
                  <a:pt x="394336" y="96716"/>
                </a:lnTo>
                <a:lnTo>
                  <a:pt x="393597" y="96613"/>
                </a:lnTo>
                <a:lnTo>
                  <a:pt x="392870" y="96487"/>
                </a:lnTo>
                <a:lnTo>
                  <a:pt x="392153" y="96338"/>
                </a:lnTo>
                <a:lnTo>
                  <a:pt x="391447" y="96167"/>
                </a:lnTo>
                <a:lnTo>
                  <a:pt x="390752" y="95972"/>
                </a:lnTo>
                <a:lnTo>
                  <a:pt x="390067" y="95755"/>
                </a:lnTo>
                <a:lnTo>
                  <a:pt x="389394" y="95515"/>
                </a:lnTo>
                <a:lnTo>
                  <a:pt x="388731" y="95251"/>
                </a:lnTo>
                <a:lnTo>
                  <a:pt x="388080" y="94965"/>
                </a:lnTo>
                <a:lnTo>
                  <a:pt x="387439" y="94657"/>
                </a:lnTo>
                <a:lnTo>
                  <a:pt x="386809" y="94325"/>
                </a:lnTo>
                <a:lnTo>
                  <a:pt x="386190" y="93970"/>
                </a:lnTo>
                <a:lnTo>
                  <a:pt x="385582" y="93593"/>
                </a:lnTo>
                <a:lnTo>
                  <a:pt x="384984" y="93192"/>
                </a:lnTo>
                <a:lnTo>
                  <a:pt x="384398" y="92769"/>
                </a:lnTo>
                <a:lnTo>
                  <a:pt x="383822" y="92323"/>
                </a:lnTo>
                <a:lnTo>
                  <a:pt x="383257" y="91854"/>
                </a:lnTo>
                <a:lnTo>
                  <a:pt x="382703" y="91362"/>
                </a:lnTo>
                <a:lnTo>
                  <a:pt x="382160" y="90847"/>
                </a:lnTo>
                <a:lnTo>
                  <a:pt x="381627" y="90310"/>
                </a:lnTo>
                <a:lnTo>
                  <a:pt x="381110" y="89751"/>
                </a:lnTo>
                <a:lnTo>
                  <a:pt x="380613" y="89171"/>
                </a:lnTo>
                <a:lnTo>
                  <a:pt x="380134" y="88572"/>
                </a:lnTo>
                <a:lnTo>
                  <a:pt x="379676" y="87952"/>
                </a:lnTo>
                <a:lnTo>
                  <a:pt x="379237" y="87312"/>
                </a:lnTo>
                <a:lnTo>
                  <a:pt x="378817" y="86652"/>
                </a:lnTo>
                <a:lnTo>
                  <a:pt x="378417" y="85972"/>
                </a:lnTo>
                <a:lnTo>
                  <a:pt x="378036" y="85272"/>
                </a:lnTo>
                <a:lnTo>
                  <a:pt x="377675" y="84551"/>
                </a:lnTo>
                <a:lnTo>
                  <a:pt x="377333" y="83811"/>
                </a:lnTo>
                <a:lnTo>
                  <a:pt x="377011" y="83050"/>
                </a:lnTo>
                <a:lnTo>
                  <a:pt x="376708" y="82269"/>
                </a:lnTo>
                <a:lnTo>
                  <a:pt x="376425" y="81468"/>
                </a:lnTo>
                <a:lnTo>
                  <a:pt x="376161" y="80646"/>
                </a:lnTo>
                <a:lnTo>
                  <a:pt x="375916" y="79805"/>
                </a:lnTo>
                <a:lnTo>
                  <a:pt x="375692" y="78943"/>
                </a:lnTo>
                <a:lnTo>
                  <a:pt x="375486" y="78061"/>
                </a:lnTo>
                <a:lnTo>
                  <a:pt x="375300" y="77160"/>
                </a:lnTo>
                <a:lnTo>
                  <a:pt x="375134" y="76237"/>
                </a:lnTo>
                <a:lnTo>
                  <a:pt x="374987" y="75295"/>
                </a:lnTo>
                <a:lnTo>
                  <a:pt x="374860" y="74333"/>
                </a:lnTo>
                <a:lnTo>
                  <a:pt x="374752" y="73350"/>
                </a:lnTo>
                <a:lnTo>
                  <a:pt x="374663" y="72347"/>
                </a:lnTo>
                <a:lnTo>
                  <a:pt x="374594" y="71324"/>
                </a:lnTo>
                <a:lnTo>
                  <a:pt x="430858" y="71324"/>
                </a:lnTo>
                <a:lnTo>
                  <a:pt x="430864" y="71137"/>
                </a:lnTo>
                <a:lnTo>
                  <a:pt x="430870" y="70954"/>
                </a:lnTo>
                <a:lnTo>
                  <a:pt x="430875" y="70775"/>
                </a:lnTo>
                <a:lnTo>
                  <a:pt x="430880" y="70599"/>
                </a:lnTo>
                <a:lnTo>
                  <a:pt x="430885" y="70428"/>
                </a:lnTo>
                <a:lnTo>
                  <a:pt x="430889" y="70261"/>
                </a:lnTo>
                <a:lnTo>
                  <a:pt x="430894" y="70097"/>
                </a:lnTo>
                <a:lnTo>
                  <a:pt x="430898" y="69938"/>
                </a:lnTo>
                <a:lnTo>
                  <a:pt x="430902" y="69782"/>
                </a:lnTo>
                <a:lnTo>
                  <a:pt x="430905" y="69630"/>
                </a:lnTo>
                <a:lnTo>
                  <a:pt x="430908" y="69483"/>
                </a:lnTo>
                <a:lnTo>
                  <a:pt x="430911" y="69339"/>
                </a:lnTo>
                <a:lnTo>
                  <a:pt x="430914" y="69199"/>
                </a:lnTo>
                <a:lnTo>
                  <a:pt x="430917" y="69063"/>
                </a:lnTo>
                <a:lnTo>
                  <a:pt x="430919" y="68931"/>
                </a:lnTo>
                <a:lnTo>
                  <a:pt x="430921" y="68803"/>
                </a:lnTo>
                <a:lnTo>
                  <a:pt x="430923" y="68679"/>
                </a:lnTo>
                <a:lnTo>
                  <a:pt x="430925" y="68559"/>
                </a:lnTo>
                <a:lnTo>
                  <a:pt x="430926" y="68443"/>
                </a:lnTo>
                <a:lnTo>
                  <a:pt x="430927" y="68331"/>
                </a:lnTo>
                <a:lnTo>
                  <a:pt x="430928" y="68222"/>
                </a:lnTo>
                <a:lnTo>
                  <a:pt x="430929" y="68118"/>
                </a:lnTo>
                <a:lnTo>
                  <a:pt x="430929" y="68017"/>
                </a:lnTo>
                <a:lnTo>
                  <a:pt x="430929" y="67921"/>
                </a:lnTo>
                <a:lnTo>
                  <a:pt x="430913" y="66381"/>
                </a:lnTo>
                <a:lnTo>
                  <a:pt x="430863" y="64870"/>
                </a:lnTo>
                <a:lnTo>
                  <a:pt x="430779" y="63389"/>
                </a:lnTo>
                <a:lnTo>
                  <a:pt x="430663" y="61936"/>
                </a:lnTo>
                <a:lnTo>
                  <a:pt x="430513" y="60512"/>
                </a:lnTo>
                <a:lnTo>
                  <a:pt x="430330" y="59118"/>
                </a:lnTo>
                <a:lnTo>
                  <a:pt x="430113" y="57752"/>
                </a:lnTo>
                <a:lnTo>
                  <a:pt x="429864" y="56416"/>
                </a:lnTo>
                <a:lnTo>
                  <a:pt x="429581" y="55109"/>
                </a:lnTo>
                <a:lnTo>
                  <a:pt x="429264" y="53830"/>
                </a:lnTo>
                <a:lnTo>
                  <a:pt x="428915" y="52581"/>
                </a:lnTo>
                <a:lnTo>
                  <a:pt x="428532" y="51361"/>
                </a:lnTo>
                <a:lnTo>
                  <a:pt x="428115" y="50170"/>
                </a:lnTo>
                <a:lnTo>
                  <a:pt x="427666" y="49008"/>
                </a:lnTo>
                <a:lnTo>
                  <a:pt x="427183" y="47875"/>
                </a:lnTo>
                <a:lnTo>
                  <a:pt x="426667" y="46771"/>
                </a:lnTo>
                <a:lnTo>
                  <a:pt x="426117" y="45696"/>
                </a:lnTo>
                <a:lnTo>
                  <a:pt x="425535" y="44650"/>
                </a:lnTo>
                <a:lnTo>
                  <a:pt x="424919" y="43633"/>
                </a:lnTo>
                <a:lnTo>
                  <a:pt x="424269" y="42646"/>
                </a:lnTo>
                <a:lnTo>
                  <a:pt x="423587" y="41687"/>
                </a:lnTo>
                <a:lnTo>
                  <a:pt x="422871" y="40757"/>
                </a:lnTo>
                <a:lnTo>
                  <a:pt x="422121" y="39857"/>
                </a:lnTo>
                <a:lnTo>
                  <a:pt x="421339" y="38985"/>
                </a:lnTo>
                <a:lnTo>
                  <a:pt x="420530" y="38146"/>
                </a:lnTo>
                <a:lnTo>
                  <a:pt x="419702" y="37343"/>
                </a:lnTo>
                <a:lnTo>
                  <a:pt x="418855" y="36575"/>
                </a:lnTo>
                <a:lnTo>
                  <a:pt x="417988" y="35843"/>
                </a:lnTo>
                <a:lnTo>
                  <a:pt x="417102" y="35146"/>
                </a:lnTo>
                <a:lnTo>
                  <a:pt x="416197" y="34486"/>
                </a:lnTo>
                <a:lnTo>
                  <a:pt x="415273" y="33861"/>
                </a:lnTo>
                <a:lnTo>
                  <a:pt x="414330" y="33271"/>
                </a:lnTo>
                <a:lnTo>
                  <a:pt x="413367" y="32718"/>
                </a:lnTo>
                <a:lnTo>
                  <a:pt x="412385" y="32200"/>
                </a:lnTo>
                <a:lnTo>
                  <a:pt x="411384" y="31718"/>
                </a:lnTo>
                <a:lnTo>
                  <a:pt x="410363" y="31272"/>
                </a:lnTo>
                <a:lnTo>
                  <a:pt x="409323" y="30861"/>
                </a:lnTo>
                <a:lnTo>
                  <a:pt x="408265" y="30486"/>
                </a:lnTo>
                <a:lnTo>
                  <a:pt x="407186" y="30147"/>
                </a:lnTo>
                <a:lnTo>
                  <a:pt x="406089" y="29843"/>
                </a:lnTo>
                <a:lnTo>
                  <a:pt x="404972" y="29575"/>
                </a:lnTo>
                <a:lnTo>
                  <a:pt x="403836" y="29343"/>
                </a:lnTo>
                <a:lnTo>
                  <a:pt x="402681" y="29147"/>
                </a:lnTo>
                <a:lnTo>
                  <a:pt x="401507" y="28986"/>
                </a:lnTo>
                <a:lnTo>
                  <a:pt x="400313" y="28861"/>
                </a:lnTo>
                <a:lnTo>
                  <a:pt x="399100" y="28772"/>
                </a:lnTo>
                <a:lnTo>
                  <a:pt x="397868" y="28718"/>
                </a:lnTo>
                <a:lnTo>
                  <a:pt x="396617" y="28700"/>
                </a:lnTo>
                <a:lnTo>
                  <a:pt x="395325" y="28718"/>
                </a:lnTo>
                <a:lnTo>
                  <a:pt x="394053" y="28773"/>
                </a:lnTo>
                <a:lnTo>
                  <a:pt x="392801" y="28864"/>
                </a:lnTo>
                <a:lnTo>
                  <a:pt x="391569" y="28992"/>
                </a:lnTo>
                <a:lnTo>
                  <a:pt x="390358" y="29157"/>
                </a:lnTo>
                <a:lnTo>
                  <a:pt x="389167" y="29357"/>
                </a:lnTo>
                <a:lnTo>
                  <a:pt x="387996" y="29595"/>
                </a:lnTo>
                <a:lnTo>
                  <a:pt x="386845" y="29868"/>
                </a:lnTo>
                <a:lnTo>
                  <a:pt x="385714" y="30179"/>
                </a:lnTo>
                <a:lnTo>
                  <a:pt x="384604" y="30526"/>
                </a:lnTo>
                <a:lnTo>
                  <a:pt x="383514" y="30909"/>
                </a:lnTo>
                <a:lnTo>
                  <a:pt x="382444" y="31329"/>
                </a:lnTo>
                <a:lnTo>
                  <a:pt x="381395" y="31785"/>
                </a:lnTo>
                <a:lnTo>
                  <a:pt x="380365" y="32278"/>
                </a:lnTo>
                <a:lnTo>
                  <a:pt x="379356" y="32807"/>
                </a:lnTo>
                <a:lnTo>
                  <a:pt x="378367" y="33373"/>
                </a:lnTo>
                <a:lnTo>
                  <a:pt x="377399" y="33975"/>
                </a:lnTo>
                <a:lnTo>
                  <a:pt x="376450" y="34614"/>
                </a:lnTo>
                <a:lnTo>
                  <a:pt x="375522" y="35290"/>
                </a:lnTo>
                <a:lnTo>
                  <a:pt x="374614" y="36002"/>
                </a:lnTo>
                <a:lnTo>
                  <a:pt x="373726" y="36750"/>
                </a:lnTo>
                <a:lnTo>
                  <a:pt x="372859" y="37535"/>
                </a:lnTo>
                <a:lnTo>
                  <a:pt x="372012" y="38356"/>
                </a:lnTo>
                <a:lnTo>
                  <a:pt x="371185" y="39214"/>
                </a:lnTo>
                <a:lnTo>
                  <a:pt x="370385" y="40105"/>
                </a:lnTo>
                <a:lnTo>
                  <a:pt x="369619" y="41026"/>
                </a:lnTo>
                <a:lnTo>
                  <a:pt x="368887" y="41976"/>
                </a:lnTo>
                <a:lnTo>
                  <a:pt x="368189" y="42956"/>
                </a:lnTo>
                <a:lnTo>
                  <a:pt x="367525" y="43965"/>
                </a:lnTo>
                <a:lnTo>
                  <a:pt x="366895" y="45004"/>
                </a:lnTo>
                <a:lnTo>
                  <a:pt x="366300" y="46072"/>
                </a:lnTo>
                <a:lnTo>
                  <a:pt x="365738" y="47171"/>
                </a:lnTo>
                <a:lnTo>
                  <a:pt x="365211" y="48298"/>
                </a:lnTo>
                <a:lnTo>
                  <a:pt x="364717" y="49456"/>
                </a:lnTo>
                <a:lnTo>
                  <a:pt x="364257" y="50643"/>
                </a:lnTo>
                <a:lnTo>
                  <a:pt x="363832" y="51859"/>
                </a:lnTo>
                <a:lnTo>
                  <a:pt x="363440" y="53105"/>
                </a:lnTo>
                <a:lnTo>
                  <a:pt x="363083" y="54381"/>
                </a:lnTo>
                <a:lnTo>
                  <a:pt x="362760" y="55687"/>
                </a:lnTo>
                <a:lnTo>
                  <a:pt x="362470" y="57022"/>
                </a:lnTo>
                <a:lnTo>
                  <a:pt x="362215" y="58386"/>
                </a:lnTo>
                <a:lnTo>
                  <a:pt x="361994" y="59780"/>
                </a:lnTo>
                <a:lnTo>
                  <a:pt x="361807" y="61204"/>
                </a:lnTo>
                <a:lnTo>
                  <a:pt x="361653" y="62657"/>
                </a:lnTo>
                <a:lnTo>
                  <a:pt x="361534" y="64140"/>
                </a:lnTo>
                <a:lnTo>
                  <a:pt x="361449" y="65653"/>
                </a:lnTo>
                <a:lnTo>
                  <a:pt x="361398" y="67195"/>
                </a:lnTo>
                <a:lnTo>
                  <a:pt x="361381" y="68767"/>
                </a:lnTo>
                <a:lnTo>
                  <a:pt x="361398" y="70286"/>
                </a:lnTo>
                <a:lnTo>
                  <a:pt x="361448" y="71776"/>
                </a:lnTo>
                <a:lnTo>
                  <a:pt x="361533" y="73238"/>
                </a:lnTo>
                <a:lnTo>
                  <a:pt x="361650" y="74672"/>
                </a:lnTo>
                <a:lnTo>
                  <a:pt x="361802" y="76077"/>
                </a:lnTo>
                <a:lnTo>
                  <a:pt x="361987" y="77454"/>
                </a:lnTo>
                <a:lnTo>
                  <a:pt x="362206" y="78802"/>
                </a:lnTo>
                <a:lnTo>
                  <a:pt x="362458" y="80121"/>
                </a:lnTo>
                <a:lnTo>
                  <a:pt x="362745" y="81412"/>
                </a:lnTo>
                <a:lnTo>
                  <a:pt x="363065" y="82675"/>
                </a:lnTo>
                <a:lnTo>
                  <a:pt x="363418" y="83909"/>
                </a:lnTo>
                <a:lnTo>
                  <a:pt x="363805" y="85115"/>
                </a:lnTo>
                <a:lnTo>
                  <a:pt x="364226" y="86292"/>
                </a:lnTo>
                <a:lnTo>
                  <a:pt x="364681" y="87441"/>
                </a:lnTo>
                <a:lnTo>
                  <a:pt x="365169" y="88561"/>
                </a:lnTo>
                <a:lnTo>
                  <a:pt x="365691" y="89653"/>
                </a:lnTo>
                <a:lnTo>
                  <a:pt x="366246" y="90716"/>
                </a:lnTo>
                <a:lnTo>
                  <a:pt x="366836" y="91750"/>
                </a:lnTo>
                <a:lnTo>
                  <a:pt x="367458" y="92757"/>
                </a:lnTo>
                <a:lnTo>
                  <a:pt x="368115" y="93734"/>
                </a:lnTo>
                <a:lnTo>
                  <a:pt x="368805" y="94684"/>
                </a:lnTo>
                <a:lnTo>
                  <a:pt x="369529" y="95604"/>
                </a:lnTo>
                <a:lnTo>
                  <a:pt x="370287" y="96497"/>
                </a:lnTo>
                <a:lnTo>
                  <a:pt x="371078" y="97360"/>
                </a:lnTo>
                <a:lnTo>
                  <a:pt x="371898" y="98192"/>
                </a:lnTo>
                <a:lnTo>
                  <a:pt x="372742" y="98989"/>
                </a:lnTo>
                <a:lnTo>
                  <a:pt x="373609" y="99750"/>
                </a:lnTo>
                <a:lnTo>
                  <a:pt x="374501" y="100475"/>
                </a:lnTo>
                <a:lnTo>
                  <a:pt x="375416" y="101166"/>
                </a:lnTo>
                <a:lnTo>
                  <a:pt x="376355" y="101820"/>
                </a:lnTo>
                <a:lnTo>
                  <a:pt x="377318" y="102440"/>
                </a:lnTo>
                <a:lnTo>
                  <a:pt x="378304" y="103024"/>
                </a:lnTo>
                <a:lnTo>
                  <a:pt x="379315" y="103573"/>
                </a:lnTo>
                <a:lnTo>
                  <a:pt x="380349" y="104086"/>
                </a:lnTo>
                <a:lnTo>
                  <a:pt x="381407" y="104564"/>
                </a:lnTo>
                <a:lnTo>
                  <a:pt x="382489" y="105006"/>
                </a:lnTo>
                <a:lnTo>
                  <a:pt x="383594" y="105413"/>
                </a:lnTo>
                <a:lnTo>
                  <a:pt x="384724" y="105785"/>
                </a:lnTo>
                <a:lnTo>
                  <a:pt x="385877" y="106121"/>
                </a:lnTo>
                <a:lnTo>
                  <a:pt x="387054" y="106422"/>
                </a:lnTo>
                <a:lnTo>
                  <a:pt x="388255" y="106687"/>
                </a:lnTo>
                <a:lnTo>
                  <a:pt x="389480" y="106918"/>
                </a:lnTo>
                <a:lnTo>
                  <a:pt x="390728" y="107112"/>
                </a:lnTo>
                <a:lnTo>
                  <a:pt x="392000" y="107272"/>
                </a:lnTo>
                <a:lnTo>
                  <a:pt x="393296" y="107395"/>
                </a:lnTo>
                <a:lnTo>
                  <a:pt x="394616" y="107484"/>
                </a:lnTo>
                <a:lnTo>
                  <a:pt x="395960" y="107537"/>
                </a:lnTo>
                <a:lnTo>
                  <a:pt x="397327" y="107555"/>
                </a:lnTo>
                <a:lnTo>
                  <a:pt x="398414" y="107544"/>
                </a:lnTo>
                <a:lnTo>
                  <a:pt x="399485" y="107510"/>
                </a:lnTo>
                <a:lnTo>
                  <a:pt x="400540" y="107455"/>
                </a:lnTo>
                <a:lnTo>
                  <a:pt x="401578" y="107377"/>
                </a:lnTo>
                <a:lnTo>
                  <a:pt x="402600" y="107277"/>
                </a:lnTo>
                <a:lnTo>
                  <a:pt x="403605" y="107155"/>
                </a:lnTo>
                <a:lnTo>
                  <a:pt x="404595" y="107011"/>
                </a:lnTo>
                <a:lnTo>
                  <a:pt x="405568" y="106844"/>
                </a:lnTo>
                <a:lnTo>
                  <a:pt x="406525" y="106656"/>
                </a:lnTo>
                <a:lnTo>
                  <a:pt x="407465" y="106445"/>
                </a:lnTo>
                <a:lnTo>
                  <a:pt x="408390" y="106212"/>
                </a:lnTo>
                <a:lnTo>
                  <a:pt x="409298" y="105956"/>
                </a:lnTo>
                <a:lnTo>
                  <a:pt x="410189" y="105679"/>
                </a:lnTo>
                <a:lnTo>
                  <a:pt x="411065" y="105379"/>
                </a:lnTo>
                <a:lnTo>
                  <a:pt x="411924" y="105057"/>
                </a:lnTo>
                <a:lnTo>
                  <a:pt x="412767" y="104713"/>
                </a:lnTo>
                <a:lnTo>
                  <a:pt x="413593" y="104347"/>
                </a:lnTo>
                <a:lnTo>
                  <a:pt x="414404" y="103958"/>
                </a:lnTo>
                <a:lnTo>
                  <a:pt x="415198" y="103548"/>
                </a:lnTo>
                <a:lnTo>
                  <a:pt x="415975" y="103115"/>
                </a:lnTo>
                <a:lnTo>
                  <a:pt x="416737" y="102660"/>
                </a:lnTo>
                <a:lnTo>
                  <a:pt x="417482" y="102182"/>
                </a:lnTo>
                <a:lnTo>
                  <a:pt x="418211" y="101683"/>
                </a:lnTo>
                <a:lnTo>
                  <a:pt x="418923" y="101161"/>
                </a:lnTo>
                <a:lnTo>
                  <a:pt x="419619" y="100619"/>
                </a:lnTo>
                <a:lnTo>
                  <a:pt x="420295" y="100059"/>
                </a:lnTo>
                <a:lnTo>
                  <a:pt x="420954" y="99482"/>
                </a:lnTo>
                <a:lnTo>
                  <a:pt x="421593" y="98886"/>
                </a:lnTo>
                <a:lnTo>
                  <a:pt x="422215" y="98272"/>
                </a:lnTo>
                <a:lnTo>
                  <a:pt x="422817" y="97640"/>
                </a:lnTo>
                <a:lnTo>
                  <a:pt x="423402" y="96990"/>
                </a:lnTo>
                <a:lnTo>
                  <a:pt x="423967" y="96322"/>
                </a:lnTo>
                <a:lnTo>
                  <a:pt x="424515" y="95637"/>
                </a:lnTo>
                <a:lnTo>
                  <a:pt x="425043" y="94933"/>
                </a:lnTo>
                <a:lnTo>
                  <a:pt x="425554" y="94211"/>
                </a:lnTo>
                <a:lnTo>
                  <a:pt x="426045" y="93471"/>
                </a:lnTo>
                <a:lnTo>
                  <a:pt x="426518" y="92713"/>
                </a:lnTo>
                <a:lnTo>
                  <a:pt x="426973" y="91937"/>
                </a:lnTo>
                <a:lnTo>
                  <a:pt x="427409" y="91143"/>
                </a:lnTo>
                <a:lnTo>
                  <a:pt x="427827" y="90331"/>
                </a:lnTo>
                <a:lnTo>
                  <a:pt x="428226" y="89502"/>
                </a:lnTo>
                <a:lnTo>
                  <a:pt x="428607" y="88654"/>
                </a:lnTo>
                <a:lnTo>
                  <a:pt x="428969" y="87788"/>
                </a:lnTo>
                <a:lnTo>
                  <a:pt x="429313" y="86904"/>
                </a:lnTo>
                <a:lnTo>
                  <a:pt x="429638" y="86002"/>
                </a:lnTo>
                <a:lnTo>
                  <a:pt x="429945" y="85082"/>
                </a:lnTo>
                <a:lnTo>
                  <a:pt x="430233" y="84144"/>
                </a:lnTo>
                <a:lnTo>
                  <a:pt x="430503" y="83188"/>
                </a:lnTo>
                <a:lnTo>
                  <a:pt x="417290" y="81554"/>
                </a:lnTo>
                <a:lnTo>
                  <a:pt x="417043" y="82215"/>
                </a:lnTo>
                <a:lnTo>
                  <a:pt x="416790" y="82861"/>
                </a:lnTo>
                <a:lnTo>
                  <a:pt x="416529" y="83492"/>
                </a:lnTo>
                <a:lnTo>
                  <a:pt x="416261" y="84108"/>
                </a:lnTo>
                <a:close/>
                <a:moveTo>
                  <a:pt x="375667" y="57539"/>
                </a:moveTo>
                <a:lnTo>
                  <a:pt x="375804" y="56791"/>
                </a:lnTo>
                <a:lnTo>
                  <a:pt x="375960" y="56057"/>
                </a:lnTo>
                <a:lnTo>
                  <a:pt x="376134" y="55336"/>
                </a:lnTo>
                <a:lnTo>
                  <a:pt x="376327" y="54628"/>
                </a:lnTo>
                <a:lnTo>
                  <a:pt x="376539" y="53934"/>
                </a:lnTo>
                <a:lnTo>
                  <a:pt x="376769" y="53254"/>
                </a:lnTo>
                <a:lnTo>
                  <a:pt x="377018" y="52587"/>
                </a:lnTo>
                <a:lnTo>
                  <a:pt x="377285" y="51934"/>
                </a:lnTo>
                <a:lnTo>
                  <a:pt x="377571" y="51295"/>
                </a:lnTo>
                <a:lnTo>
                  <a:pt x="377876" y="50669"/>
                </a:lnTo>
                <a:lnTo>
                  <a:pt x="378199" y="50056"/>
                </a:lnTo>
                <a:lnTo>
                  <a:pt x="378541" y="49458"/>
                </a:lnTo>
                <a:lnTo>
                  <a:pt x="378902" y="48873"/>
                </a:lnTo>
                <a:lnTo>
                  <a:pt x="379281" y="48301"/>
                </a:lnTo>
                <a:lnTo>
                  <a:pt x="379679" y="47743"/>
                </a:lnTo>
                <a:lnTo>
                  <a:pt x="380095" y="47199"/>
                </a:lnTo>
                <a:lnTo>
                  <a:pt x="380530" y="46668"/>
                </a:lnTo>
                <a:lnTo>
                  <a:pt x="380984" y="46151"/>
                </a:lnTo>
                <a:lnTo>
                  <a:pt x="381456" y="45647"/>
                </a:lnTo>
                <a:lnTo>
                  <a:pt x="381947" y="45157"/>
                </a:lnTo>
                <a:lnTo>
                  <a:pt x="382452" y="44684"/>
                </a:lnTo>
                <a:lnTo>
                  <a:pt x="382967" y="44231"/>
                </a:lnTo>
                <a:lnTo>
                  <a:pt x="383492" y="43797"/>
                </a:lnTo>
                <a:lnTo>
                  <a:pt x="384026" y="43385"/>
                </a:lnTo>
                <a:lnTo>
                  <a:pt x="384570" y="42992"/>
                </a:lnTo>
                <a:lnTo>
                  <a:pt x="385124" y="42619"/>
                </a:lnTo>
                <a:lnTo>
                  <a:pt x="385688" y="42267"/>
                </a:lnTo>
                <a:lnTo>
                  <a:pt x="386261" y="41934"/>
                </a:lnTo>
                <a:lnTo>
                  <a:pt x="386844" y="41622"/>
                </a:lnTo>
                <a:lnTo>
                  <a:pt x="387437" y="41330"/>
                </a:lnTo>
                <a:lnTo>
                  <a:pt x="388039" y="41058"/>
                </a:lnTo>
                <a:lnTo>
                  <a:pt x="388652" y="40806"/>
                </a:lnTo>
                <a:lnTo>
                  <a:pt x="389274" y="40575"/>
                </a:lnTo>
                <a:lnTo>
                  <a:pt x="389905" y="40363"/>
                </a:lnTo>
                <a:lnTo>
                  <a:pt x="390547" y="40172"/>
                </a:lnTo>
                <a:lnTo>
                  <a:pt x="391198" y="40001"/>
                </a:lnTo>
                <a:lnTo>
                  <a:pt x="391859" y="39850"/>
                </a:lnTo>
                <a:lnTo>
                  <a:pt x="392530" y="39719"/>
                </a:lnTo>
                <a:lnTo>
                  <a:pt x="393210" y="39608"/>
                </a:lnTo>
                <a:lnTo>
                  <a:pt x="393901" y="39517"/>
                </a:lnTo>
                <a:lnTo>
                  <a:pt x="394601" y="39447"/>
                </a:lnTo>
                <a:lnTo>
                  <a:pt x="395310" y="39396"/>
                </a:lnTo>
                <a:lnTo>
                  <a:pt x="396030" y="39366"/>
                </a:lnTo>
                <a:lnTo>
                  <a:pt x="396759" y="39356"/>
                </a:lnTo>
                <a:lnTo>
                  <a:pt x="397564" y="39369"/>
                </a:lnTo>
                <a:lnTo>
                  <a:pt x="398356" y="39407"/>
                </a:lnTo>
                <a:lnTo>
                  <a:pt x="399135" y="39470"/>
                </a:lnTo>
                <a:lnTo>
                  <a:pt x="399902" y="39558"/>
                </a:lnTo>
                <a:lnTo>
                  <a:pt x="400657" y="39672"/>
                </a:lnTo>
                <a:lnTo>
                  <a:pt x="401399" y="39810"/>
                </a:lnTo>
                <a:lnTo>
                  <a:pt x="402128" y="39974"/>
                </a:lnTo>
                <a:lnTo>
                  <a:pt x="402845" y="40164"/>
                </a:lnTo>
                <a:lnTo>
                  <a:pt x="403549" y="40378"/>
                </a:lnTo>
                <a:lnTo>
                  <a:pt x="404240" y="40618"/>
                </a:lnTo>
                <a:lnTo>
                  <a:pt x="404919" y="40883"/>
                </a:lnTo>
                <a:lnTo>
                  <a:pt x="405586" y="41173"/>
                </a:lnTo>
                <a:lnTo>
                  <a:pt x="406239" y="41488"/>
                </a:lnTo>
                <a:lnTo>
                  <a:pt x="406881" y="41829"/>
                </a:lnTo>
                <a:lnTo>
                  <a:pt x="407509" y="42195"/>
                </a:lnTo>
                <a:lnTo>
                  <a:pt x="408125" y="42586"/>
                </a:lnTo>
                <a:lnTo>
                  <a:pt x="408729" y="43002"/>
                </a:lnTo>
                <a:lnTo>
                  <a:pt x="409320" y="43443"/>
                </a:lnTo>
                <a:lnTo>
                  <a:pt x="409898" y="43910"/>
                </a:lnTo>
                <a:lnTo>
                  <a:pt x="410464" y="44402"/>
                </a:lnTo>
                <a:lnTo>
                  <a:pt x="411017" y="44919"/>
                </a:lnTo>
                <a:lnTo>
                  <a:pt x="411558" y="45462"/>
                </a:lnTo>
                <a:lnTo>
                  <a:pt x="412086" y="46029"/>
                </a:lnTo>
                <a:lnTo>
                  <a:pt x="412601" y="46622"/>
                </a:lnTo>
                <a:lnTo>
                  <a:pt x="412927" y="47021"/>
                </a:lnTo>
                <a:lnTo>
                  <a:pt x="413242" y="47435"/>
                </a:lnTo>
                <a:lnTo>
                  <a:pt x="413547" y="47866"/>
                </a:lnTo>
                <a:lnTo>
                  <a:pt x="413840" y="48313"/>
                </a:lnTo>
                <a:lnTo>
                  <a:pt x="414123" y="48776"/>
                </a:lnTo>
                <a:lnTo>
                  <a:pt x="414395" y="49256"/>
                </a:lnTo>
                <a:lnTo>
                  <a:pt x="414656" y="49752"/>
                </a:lnTo>
                <a:lnTo>
                  <a:pt x="414906" y="50264"/>
                </a:lnTo>
                <a:lnTo>
                  <a:pt x="415145" y="50792"/>
                </a:lnTo>
                <a:lnTo>
                  <a:pt x="415373" y="51337"/>
                </a:lnTo>
                <a:lnTo>
                  <a:pt x="415591" y="51898"/>
                </a:lnTo>
                <a:lnTo>
                  <a:pt x="415798" y="52475"/>
                </a:lnTo>
                <a:lnTo>
                  <a:pt x="415994" y="53068"/>
                </a:lnTo>
                <a:lnTo>
                  <a:pt x="416179" y="53678"/>
                </a:lnTo>
                <a:lnTo>
                  <a:pt x="416353" y="54304"/>
                </a:lnTo>
                <a:lnTo>
                  <a:pt x="416516" y="54946"/>
                </a:lnTo>
                <a:lnTo>
                  <a:pt x="416668" y="55604"/>
                </a:lnTo>
                <a:lnTo>
                  <a:pt x="416810" y="56279"/>
                </a:lnTo>
                <a:lnTo>
                  <a:pt x="416941" y="56970"/>
                </a:lnTo>
                <a:lnTo>
                  <a:pt x="417061" y="57677"/>
                </a:lnTo>
                <a:lnTo>
                  <a:pt x="417170" y="58400"/>
                </a:lnTo>
                <a:lnTo>
                  <a:pt x="417268" y="59140"/>
                </a:lnTo>
                <a:lnTo>
                  <a:pt x="417355" y="59896"/>
                </a:lnTo>
                <a:lnTo>
                  <a:pt x="417432" y="60668"/>
                </a:lnTo>
                <a:lnTo>
                  <a:pt x="375305" y="60668"/>
                </a:lnTo>
                <a:lnTo>
                  <a:pt x="375367" y="59866"/>
                </a:lnTo>
                <a:lnTo>
                  <a:pt x="375449" y="59077"/>
                </a:lnTo>
                <a:lnTo>
                  <a:pt x="375549" y="58301"/>
                </a:lnTo>
                <a:lnTo>
                  <a:pt x="375667" y="57539"/>
                </a:lnTo>
                <a:close/>
                <a:moveTo>
                  <a:pt x="212054" y="105850"/>
                </a:moveTo>
                <a:lnTo>
                  <a:pt x="224841" y="105850"/>
                </a:lnTo>
                <a:lnTo>
                  <a:pt x="224841" y="30405"/>
                </a:lnTo>
                <a:lnTo>
                  <a:pt x="212054" y="30405"/>
                </a:lnTo>
                <a:lnTo>
                  <a:pt x="212054" y="105850"/>
                </a:lnTo>
                <a:close/>
                <a:moveTo>
                  <a:pt x="863421" y="54346"/>
                </a:moveTo>
                <a:lnTo>
                  <a:pt x="808791" y="77007"/>
                </a:lnTo>
                <a:lnTo>
                  <a:pt x="808791" y="89795"/>
                </a:lnTo>
                <a:lnTo>
                  <a:pt x="877771" y="60242"/>
                </a:lnTo>
                <a:lnTo>
                  <a:pt x="877771" y="48307"/>
                </a:lnTo>
                <a:lnTo>
                  <a:pt x="808791" y="19181"/>
                </a:lnTo>
                <a:lnTo>
                  <a:pt x="808791" y="31968"/>
                </a:lnTo>
                <a:lnTo>
                  <a:pt x="863421" y="54346"/>
                </a:lnTo>
                <a:close/>
                <a:moveTo>
                  <a:pt x="948384" y="54346"/>
                </a:moveTo>
                <a:lnTo>
                  <a:pt x="893755" y="77007"/>
                </a:lnTo>
                <a:lnTo>
                  <a:pt x="893755" y="89795"/>
                </a:lnTo>
                <a:lnTo>
                  <a:pt x="962734" y="60242"/>
                </a:lnTo>
                <a:lnTo>
                  <a:pt x="962734" y="48307"/>
                </a:lnTo>
                <a:lnTo>
                  <a:pt x="893755" y="19181"/>
                </a:lnTo>
                <a:lnTo>
                  <a:pt x="893755" y="31968"/>
                </a:lnTo>
                <a:lnTo>
                  <a:pt x="948384" y="54346"/>
                </a:lnTo>
                <a:close/>
                <a:moveTo>
                  <a:pt x="584888" y="98275"/>
                </a:moveTo>
                <a:lnTo>
                  <a:pt x="584958" y="98698"/>
                </a:lnTo>
                <a:lnTo>
                  <a:pt x="585032" y="99116"/>
                </a:lnTo>
                <a:lnTo>
                  <a:pt x="585112" y="99530"/>
                </a:lnTo>
                <a:lnTo>
                  <a:pt x="585196" y="99940"/>
                </a:lnTo>
                <a:lnTo>
                  <a:pt x="585285" y="100344"/>
                </a:lnTo>
                <a:lnTo>
                  <a:pt x="585380" y="100744"/>
                </a:lnTo>
                <a:lnTo>
                  <a:pt x="585479" y="101139"/>
                </a:lnTo>
                <a:lnTo>
                  <a:pt x="585583" y="101530"/>
                </a:lnTo>
                <a:lnTo>
                  <a:pt x="585692" y="101915"/>
                </a:lnTo>
                <a:lnTo>
                  <a:pt x="585806" y="102296"/>
                </a:lnTo>
                <a:lnTo>
                  <a:pt x="585925" y="102673"/>
                </a:lnTo>
                <a:lnTo>
                  <a:pt x="586049" y="103045"/>
                </a:lnTo>
                <a:lnTo>
                  <a:pt x="586177" y="103412"/>
                </a:lnTo>
                <a:lnTo>
                  <a:pt x="586311" y="103774"/>
                </a:lnTo>
                <a:lnTo>
                  <a:pt x="586450" y="104132"/>
                </a:lnTo>
                <a:lnTo>
                  <a:pt x="586593" y="104485"/>
                </a:lnTo>
                <a:lnTo>
                  <a:pt x="586742" y="104833"/>
                </a:lnTo>
                <a:lnTo>
                  <a:pt x="586895" y="105177"/>
                </a:lnTo>
                <a:lnTo>
                  <a:pt x="587054" y="105515"/>
                </a:lnTo>
                <a:lnTo>
                  <a:pt x="587217" y="105850"/>
                </a:lnTo>
                <a:lnTo>
                  <a:pt x="600572" y="105850"/>
                </a:lnTo>
                <a:lnTo>
                  <a:pt x="600374" y="105488"/>
                </a:lnTo>
                <a:lnTo>
                  <a:pt x="600181" y="105125"/>
                </a:lnTo>
                <a:lnTo>
                  <a:pt x="599994" y="104760"/>
                </a:lnTo>
                <a:lnTo>
                  <a:pt x="599812" y="104394"/>
                </a:lnTo>
                <a:lnTo>
                  <a:pt x="599635" y="104027"/>
                </a:lnTo>
                <a:lnTo>
                  <a:pt x="599465" y="103659"/>
                </a:lnTo>
                <a:lnTo>
                  <a:pt x="599299" y="103289"/>
                </a:lnTo>
                <a:lnTo>
                  <a:pt x="599140" y="102917"/>
                </a:lnTo>
                <a:lnTo>
                  <a:pt x="598986" y="102545"/>
                </a:lnTo>
                <a:lnTo>
                  <a:pt x="598837" y="102171"/>
                </a:lnTo>
                <a:lnTo>
                  <a:pt x="598694" y="101795"/>
                </a:lnTo>
                <a:lnTo>
                  <a:pt x="598557" y="101419"/>
                </a:lnTo>
                <a:lnTo>
                  <a:pt x="598425" y="101041"/>
                </a:lnTo>
                <a:lnTo>
                  <a:pt x="598298" y="100661"/>
                </a:lnTo>
                <a:lnTo>
                  <a:pt x="598178" y="100280"/>
                </a:lnTo>
                <a:lnTo>
                  <a:pt x="598062" y="99898"/>
                </a:lnTo>
                <a:lnTo>
                  <a:pt x="597953" y="99515"/>
                </a:lnTo>
                <a:lnTo>
                  <a:pt x="597848" y="99130"/>
                </a:lnTo>
                <a:lnTo>
                  <a:pt x="597750" y="98744"/>
                </a:lnTo>
                <a:lnTo>
                  <a:pt x="597657" y="98356"/>
                </a:lnTo>
                <a:lnTo>
                  <a:pt x="597569" y="97967"/>
                </a:lnTo>
                <a:lnTo>
                  <a:pt x="597487" y="97577"/>
                </a:lnTo>
                <a:lnTo>
                  <a:pt x="597411" y="97185"/>
                </a:lnTo>
                <a:lnTo>
                  <a:pt x="597340" y="96792"/>
                </a:lnTo>
                <a:lnTo>
                  <a:pt x="597273" y="96376"/>
                </a:lnTo>
                <a:lnTo>
                  <a:pt x="597210" y="95914"/>
                </a:lnTo>
                <a:lnTo>
                  <a:pt x="597149" y="95406"/>
                </a:lnTo>
                <a:lnTo>
                  <a:pt x="597090" y="94853"/>
                </a:lnTo>
                <a:lnTo>
                  <a:pt x="597035" y="94255"/>
                </a:lnTo>
                <a:lnTo>
                  <a:pt x="596983" y="93611"/>
                </a:lnTo>
                <a:lnTo>
                  <a:pt x="596933" y="92921"/>
                </a:lnTo>
                <a:lnTo>
                  <a:pt x="596886" y="92186"/>
                </a:lnTo>
                <a:lnTo>
                  <a:pt x="596842" y="91406"/>
                </a:lnTo>
                <a:lnTo>
                  <a:pt x="596801" y="90580"/>
                </a:lnTo>
                <a:lnTo>
                  <a:pt x="596763" y="89708"/>
                </a:lnTo>
                <a:lnTo>
                  <a:pt x="596727" y="88791"/>
                </a:lnTo>
                <a:lnTo>
                  <a:pt x="596695" y="87829"/>
                </a:lnTo>
                <a:lnTo>
                  <a:pt x="596665" y="86821"/>
                </a:lnTo>
                <a:lnTo>
                  <a:pt x="596638" y="85767"/>
                </a:lnTo>
                <a:lnTo>
                  <a:pt x="596614" y="84668"/>
                </a:lnTo>
                <a:lnTo>
                  <a:pt x="596593" y="83523"/>
                </a:lnTo>
                <a:lnTo>
                  <a:pt x="596574" y="82333"/>
                </a:lnTo>
                <a:lnTo>
                  <a:pt x="596559" y="81098"/>
                </a:lnTo>
                <a:lnTo>
                  <a:pt x="596546" y="79816"/>
                </a:lnTo>
                <a:lnTo>
                  <a:pt x="596536" y="78490"/>
                </a:lnTo>
                <a:lnTo>
                  <a:pt x="596529" y="77118"/>
                </a:lnTo>
                <a:lnTo>
                  <a:pt x="596525" y="75700"/>
                </a:lnTo>
                <a:lnTo>
                  <a:pt x="596523" y="74237"/>
                </a:lnTo>
                <a:lnTo>
                  <a:pt x="596523" y="57187"/>
                </a:lnTo>
                <a:lnTo>
                  <a:pt x="596522" y="56486"/>
                </a:lnTo>
                <a:lnTo>
                  <a:pt x="596519" y="55803"/>
                </a:lnTo>
                <a:lnTo>
                  <a:pt x="596513" y="55138"/>
                </a:lnTo>
                <a:lnTo>
                  <a:pt x="596505" y="54492"/>
                </a:lnTo>
                <a:lnTo>
                  <a:pt x="596495" y="53863"/>
                </a:lnTo>
                <a:lnTo>
                  <a:pt x="596483" y="53253"/>
                </a:lnTo>
                <a:lnTo>
                  <a:pt x="596469" y="52662"/>
                </a:lnTo>
                <a:lnTo>
                  <a:pt x="596452" y="52088"/>
                </a:lnTo>
                <a:lnTo>
                  <a:pt x="596433" y="51533"/>
                </a:lnTo>
                <a:lnTo>
                  <a:pt x="596412" y="50996"/>
                </a:lnTo>
                <a:lnTo>
                  <a:pt x="596389" y="50477"/>
                </a:lnTo>
                <a:lnTo>
                  <a:pt x="596363" y="49977"/>
                </a:lnTo>
                <a:lnTo>
                  <a:pt x="596336" y="49494"/>
                </a:lnTo>
                <a:lnTo>
                  <a:pt x="596306" y="49030"/>
                </a:lnTo>
                <a:lnTo>
                  <a:pt x="596273" y="48585"/>
                </a:lnTo>
                <a:lnTo>
                  <a:pt x="596239" y="48157"/>
                </a:lnTo>
                <a:lnTo>
                  <a:pt x="596202" y="47748"/>
                </a:lnTo>
                <a:lnTo>
                  <a:pt x="596163" y="47357"/>
                </a:lnTo>
                <a:lnTo>
                  <a:pt x="596122" y="46984"/>
                </a:lnTo>
                <a:lnTo>
                  <a:pt x="596079" y="46630"/>
                </a:lnTo>
                <a:lnTo>
                  <a:pt x="596034" y="46294"/>
                </a:lnTo>
                <a:lnTo>
                  <a:pt x="595986" y="45976"/>
                </a:lnTo>
                <a:lnTo>
                  <a:pt x="595936" y="45676"/>
                </a:lnTo>
                <a:lnTo>
                  <a:pt x="595884" y="45395"/>
                </a:lnTo>
                <a:lnTo>
                  <a:pt x="595786" y="44960"/>
                </a:lnTo>
                <a:lnTo>
                  <a:pt x="595682" y="44531"/>
                </a:lnTo>
                <a:lnTo>
                  <a:pt x="595573" y="44109"/>
                </a:lnTo>
                <a:lnTo>
                  <a:pt x="595458" y="43693"/>
                </a:lnTo>
                <a:lnTo>
                  <a:pt x="595336" y="43283"/>
                </a:lnTo>
                <a:lnTo>
                  <a:pt x="595209" y="42879"/>
                </a:lnTo>
                <a:lnTo>
                  <a:pt x="595076" y="42482"/>
                </a:lnTo>
                <a:lnTo>
                  <a:pt x="594937" y="42091"/>
                </a:lnTo>
                <a:lnTo>
                  <a:pt x="594792" y="41707"/>
                </a:lnTo>
                <a:lnTo>
                  <a:pt x="594641" y="41328"/>
                </a:lnTo>
                <a:lnTo>
                  <a:pt x="594484" y="40956"/>
                </a:lnTo>
                <a:lnTo>
                  <a:pt x="594321" y="40591"/>
                </a:lnTo>
                <a:lnTo>
                  <a:pt x="594152" y="40231"/>
                </a:lnTo>
                <a:lnTo>
                  <a:pt x="593978" y="39878"/>
                </a:lnTo>
                <a:lnTo>
                  <a:pt x="593797" y="39531"/>
                </a:lnTo>
                <a:lnTo>
                  <a:pt x="593610" y="39190"/>
                </a:lnTo>
                <a:lnTo>
                  <a:pt x="593418" y="38856"/>
                </a:lnTo>
                <a:lnTo>
                  <a:pt x="593220" y="38528"/>
                </a:lnTo>
                <a:lnTo>
                  <a:pt x="593016" y="38206"/>
                </a:lnTo>
                <a:lnTo>
                  <a:pt x="592805" y="37891"/>
                </a:lnTo>
                <a:lnTo>
                  <a:pt x="592589" y="37582"/>
                </a:lnTo>
                <a:lnTo>
                  <a:pt x="592367" y="37279"/>
                </a:lnTo>
                <a:lnTo>
                  <a:pt x="592139" y="36982"/>
                </a:lnTo>
                <a:lnTo>
                  <a:pt x="591906" y="36692"/>
                </a:lnTo>
                <a:lnTo>
                  <a:pt x="591663" y="36407"/>
                </a:lnTo>
                <a:lnTo>
                  <a:pt x="591410" y="36126"/>
                </a:lnTo>
                <a:lnTo>
                  <a:pt x="591145" y="35849"/>
                </a:lnTo>
                <a:lnTo>
                  <a:pt x="590870" y="35576"/>
                </a:lnTo>
                <a:lnTo>
                  <a:pt x="590583" y="35307"/>
                </a:lnTo>
                <a:lnTo>
                  <a:pt x="590285" y="35043"/>
                </a:lnTo>
                <a:lnTo>
                  <a:pt x="589976" y="34782"/>
                </a:lnTo>
                <a:lnTo>
                  <a:pt x="589656" y="34525"/>
                </a:lnTo>
                <a:lnTo>
                  <a:pt x="589325" y="34273"/>
                </a:lnTo>
                <a:lnTo>
                  <a:pt x="588983" y="34025"/>
                </a:lnTo>
                <a:lnTo>
                  <a:pt x="588629" y="33780"/>
                </a:lnTo>
                <a:lnTo>
                  <a:pt x="588265" y="33540"/>
                </a:lnTo>
                <a:lnTo>
                  <a:pt x="587889" y="33304"/>
                </a:lnTo>
                <a:lnTo>
                  <a:pt x="587502" y="33071"/>
                </a:lnTo>
                <a:lnTo>
                  <a:pt x="587105" y="32843"/>
                </a:lnTo>
                <a:lnTo>
                  <a:pt x="586696" y="32619"/>
                </a:lnTo>
                <a:lnTo>
                  <a:pt x="586276" y="32399"/>
                </a:lnTo>
                <a:lnTo>
                  <a:pt x="585845" y="32183"/>
                </a:lnTo>
                <a:lnTo>
                  <a:pt x="585403" y="31972"/>
                </a:lnTo>
                <a:lnTo>
                  <a:pt x="584949" y="31764"/>
                </a:lnTo>
                <a:lnTo>
                  <a:pt x="584485" y="31560"/>
                </a:lnTo>
                <a:lnTo>
                  <a:pt x="584010" y="31360"/>
                </a:lnTo>
                <a:lnTo>
                  <a:pt x="583523" y="31165"/>
                </a:lnTo>
                <a:lnTo>
                  <a:pt x="583025" y="30973"/>
                </a:lnTo>
                <a:lnTo>
                  <a:pt x="582516" y="30788"/>
                </a:lnTo>
                <a:lnTo>
                  <a:pt x="581994" y="30610"/>
                </a:lnTo>
                <a:lnTo>
                  <a:pt x="581459" y="30441"/>
                </a:lnTo>
                <a:lnTo>
                  <a:pt x="580912" y="30279"/>
                </a:lnTo>
                <a:lnTo>
                  <a:pt x="580352" y="30125"/>
                </a:lnTo>
                <a:lnTo>
                  <a:pt x="579780" y="29979"/>
                </a:lnTo>
                <a:lnTo>
                  <a:pt x="579195" y="29841"/>
                </a:lnTo>
                <a:lnTo>
                  <a:pt x="578597" y="29711"/>
                </a:lnTo>
                <a:lnTo>
                  <a:pt x="577987" y="29588"/>
                </a:lnTo>
                <a:lnTo>
                  <a:pt x="577364" y="29474"/>
                </a:lnTo>
                <a:lnTo>
                  <a:pt x="576729" y="29367"/>
                </a:lnTo>
                <a:lnTo>
                  <a:pt x="576081" y="29269"/>
                </a:lnTo>
                <a:lnTo>
                  <a:pt x="575421" y="29178"/>
                </a:lnTo>
                <a:lnTo>
                  <a:pt x="574748" y="29095"/>
                </a:lnTo>
                <a:lnTo>
                  <a:pt x="574062" y="29020"/>
                </a:lnTo>
                <a:lnTo>
                  <a:pt x="573364" y="28953"/>
                </a:lnTo>
                <a:lnTo>
                  <a:pt x="572653" y="28894"/>
                </a:lnTo>
                <a:lnTo>
                  <a:pt x="571930" y="28842"/>
                </a:lnTo>
                <a:lnTo>
                  <a:pt x="571194" y="28799"/>
                </a:lnTo>
                <a:lnTo>
                  <a:pt x="570445" y="28763"/>
                </a:lnTo>
                <a:lnTo>
                  <a:pt x="569684" y="28736"/>
                </a:lnTo>
                <a:lnTo>
                  <a:pt x="568911" y="28716"/>
                </a:lnTo>
                <a:lnTo>
                  <a:pt x="568124" y="28704"/>
                </a:lnTo>
                <a:lnTo>
                  <a:pt x="567326" y="28700"/>
                </a:lnTo>
                <a:lnTo>
                  <a:pt x="566519" y="28705"/>
                </a:lnTo>
                <a:lnTo>
                  <a:pt x="565720" y="28719"/>
                </a:lnTo>
                <a:lnTo>
                  <a:pt x="564929" y="28742"/>
                </a:lnTo>
                <a:lnTo>
                  <a:pt x="564147" y="28774"/>
                </a:lnTo>
                <a:lnTo>
                  <a:pt x="563372" y="28816"/>
                </a:lnTo>
                <a:lnTo>
                  <a:pt x="562606" y="28867"/>
                </a:lnTo>
                <a:lnTo>
                  <a:pt x="561848" y="28928"/>
                </a:lnTo>
                <a:lnTo>
                  <a:pt x="561098" y="28997"/>
                </a:lnTo>
                <a:lnTo>
                  <a:pt x="560356" y="29076"/>
                </a:lnTo>
                <a:lnTo>
                  <a:pt x="559622" y="29164"/>
                </a:lnTo>
                <a:lnTo>
                  <a:pt x="558897" y="29262"/>
                </a:lnTo>
                <a:lnTo>
                  <a:pt x="558179" y="29368"/>
                </a:lnTo>
                <a:lnTo>
                  <a:pt x="557470" y="29484"/>
                </a:lnTo>
                <a:lnTo>
                  <a:pt x="556769" y="29610"/>
                </a:lnTo>
                <a:lnTo>
                  <a:pt x="556076" y="29744"/>
                </a:lnTo>
                <a:lnTo>
                  <a:pt x="555391" y="29888"/>
                </a:lnTo>
                <a:lnTo>
                  <a:pt x="554714" y="30041"/>
                </a:lnTo>
                <a:lnTo>
                  <a:pt x="554046" y="30204"/>
                </a:lnTo>
                <a:lnTo>
                  <a:pt x="553385" y="30375"/>
                </a:lnTo>
                <a:lnTo>
                  <a:pt x="552733" y="30556"/>
                </a:lnTo>
                <a:lnTo>
                  <a:pt x="552089" y="30747"/>
                </a:lnTo>
                <a:lnTo>
                  <a:pt x="551453" y="30946"/>
                </a:lnTo>
                <a:lnTo>
                  <a:pt x="550825" y="31155"/>
                </a:lnTo>
                <a:lnTo>
                  <a:pt x="550205" y="31373"/>
                </a:lnTo>
                <a:lnTo>
                  <a:pt x="549595" y="31600"/>
                </a:lnTo>
                <a:lnTo>
                  <a:pt x="548998" y="31834"/>
                </a:lnTo>
                <a:lnTo>
                  <a:pt x="548412" y="32076"/>
                </a:lnTo>
                <a:lnTo>
                  <a:pt x="547839" y="32327"/>
                </a:lnTo>
                <a:lnTo>
                  <a:pt x="547278" y="32585"/>
                </a:lnTo>
                <a:lnTo>
                  <a:pt x="546728" y="32851"/>
                </a:lnTo>
                <a:lnTo>
                  <a:pt x="546191" y="33125"/>
                </a:lnTo>
                <a:lnTo>
                  <a:pt x="545666" y="33407"/>
                </a:lnTo>
                <a:lnTo>
                  <a:pt x="545153" y="33697"/>
                </a:lnTo>
                <a:lnTo>
                  <a:pt x="544653" y="33995"/>
                </a:lnTo>
                <a:lnTo>
                  <a:pt x="544164" y="34301"/>
                </a:lnTo>
                <a:lnTo>
                  <a:pt x="543687" y="34614"/>
                </a:lnTo>
                <a:lnTo>
                  <a:pt x="543222" y="34936"/>
                </a:lnTo>
                <a:lnTo>
                  <a:pt x="542770" y="35265"/>
                </a:lnTo>
                <a:lnTo>
                  <a:pt x="542330" y="35603"/>
                </a:lnTo>
                <a:lnTo>
                  <a:pt x="541901" y="35948"/>
                </a:lnTo>
                <a:lnTo>
                  <a:pt x="541485" y="36302"/>
                </a:lnTo>
                <a:lnTo>
                  <a:pt x="541081" y="36663"/>
                </a:lnTo>
                <a:lnTo>
                  <a:pt x="540689" y="37032"/>
                </a:lnTo>
                <a:lnTo>
                  <a:pt x="540309" y="37409"/>
                </a:lnTo>
                <a:lnTo>
                  <a:pt x="539941" y="37794"/>
                </a:lnTo>
                <a:lnTo>
                  <a:pt x="539585" y="38187"/>
                </a:lnTo>
                <a:lnTo>
                  <a:pt x="539241" y="38588"/>
                </a:lnTo>
                <a:lnTo>
                  <a:pt x="538910" y="38997"/>
                </a:lnTo>
                <a:lnTo>
                  <a:pt x="538588" y="39415"/>
                </a:lnTo>
                <a:lnTo>
                  <a:pt x="538274" y="39844"/>
                </a:lnTo>
                <a:lnTo>
                  <a:pt x="537967" y="40283"/>
                </a:lnTo>
                <a:lnTo>
                  <a:pt x="537668" y="40734"/>
                </a:lnTo>
                <a:lnTo>
                  <a:pt x="537377" y="41195"/>
                </a:lnTo>
                <a:lnTo>
                  <a:pt x="537094" y="41667"/>
                </a:lnTo>
                <a:lnTo>
                  <a:pt x="536818" y="42149"/>
                </a:lnTo>
                <a:lnTo>
                  <a:pt x="536549" y="42643"/>
                </a:lnTo>
                <a:lnTo>
                  <a:pt x="536289" y="43147"/>
                </a:lnTo>
                <a:lnTo>
                  <a:pt x="536036" y="43662"/>
                </a:lnTo>
                <a:lnTo>
                  <a:pt x="535791" y="44188"/>
                </a:lnTo>
                <a:lnTo>
                  <a:pt x="535553" y="44724"/>
                </a:lnTo>
                <a:lnTo>
                  <a:pt x="535323" y="45271"/>
                </a:lnTo>
                <a:lnTo>
                  <a:pt x="535101" y="45829"/>
                </a:lnTo>
                <a:lnTo>
                  <a:pt x="534886" y="46398"/>
                </a:lnTo>
                <a:lnTo>
                  <a:pt x="534679" y="46978"/>
                </a:lnTo>
                <a:lnTo>
                  <a:pt x="534479" y="47568"/>
                </a:lnTo>
                <a:lnTo>
                  <a:pt x="534288" y="48169"/>
                </a:lnTo>
                <a:lnTo>
                  <a:pt x="534103" y="48781"/>
                </a:lnTo>
                <a:lnTo>
                  <a:pt x="533927" y="49403"/>
                </a:lnTo>
                <a:lnTo>
                  <a:pt x="533758" y="50037"/>
                </a:lnTo>
                <a:lnTo>
                  <a:pt x="533597" y="50681"/>
                </a:lnTo>
                <a:lnTo>
                  <a:pt x="533443" y="51336"/>
                </a:lnTo>
                <a:lnTo>
                  <a:pt x="533297" y="52001"/>
                </a:lnTo>
                <a:lnTo>
                  <a:pt x="545800" y="53706"/>
                </a:lnTo>
                <a:lnTo>
                  <a:pt x="545976" y="53046"/>
                </a:lnTo>
                <a:lnTo>
                  <a:pt x="546159" y="52402"/>
                </a:lnTo>
                <a:lnTo>
                  <a:pt x="546350" y="51775"/>
                </a:lnTo>
                <a:lnTo>
                  <a:pt x="546549" y="51166"/>
                </a:lnTo>
                <a:lnTo>
                  <a:pt x="546756" y="50573"/>
                </a:lnTo>
                <a:lnTo>
                  <a:pt x="546970" y="49997"/>
                </a:lnTo>
                <a:lnTo>
                  <a:pt x="547193" y="49438"/>
                </a:lnTo>
                <a:lnTo>
                  <a:pt x="547423" y="48895"/>
                </a:lnTo>
                <a:lnTo>
                  <a:pt x="547660" y="48370"/>
                </a:lnTo>
                <a:lnTo>
                  <a:pt x="547906" y="47862"/>
                </a:lnTo>
                <a:lnTo>
                  <a:pt x="548159" y="47370"/>
                </a:lnTo>
                <a:lnTo>
                  <a:pt x="548420" y="46895"/>
                </a:lnTo>
                <a:lnTo>
                  <a:pt x="548689" y="46438"/>
                </a:lnTo>
                <a:lnTo>
                  <a:pt x="548965" y="45997"/>
                </a:lnTo>
                <a:lnTo>
                  <a:pt x="549250" y="45573"/>
                </a:lnTo>
                <a:lnTo>
                  <a:pt x="549542" y="45166"/>
                </a:lnTo>
                <a:lnTo>
                  <a:pt x="549842" y="44776"/>
                </a:lnTo>
                <a:lnTo>
                  <a:pt x="550149" y="44402"/>
                </a:lnTo>
                <a:lnTo>
                  <a:pt x="550465" y="44046"/>
                </a:lnTo>
                <a:lnTo>
                  <a:pt x="550788" y="43706"/>
                </a:lnTo>
                <a:lnTo>
                  <a:pt x="551119" y="43384"/>
                </a:lnTo>
                <a:lnTo>
                  <a:pt x="551458" y="43078"/>
                </a:lnTo>
                <a:lnTo>
                  <a:pt x="551804" y="42789"/>
                </a:lnTo>
                <a:lnTo>
                  <a:pt x="552159" y="42517"/>
                </a:lnTo>
                <a:lnTo>
                  <a:pt x="552525" y="42260"/>
                </a:lnTo>
                <a:lnTo>
                  <a:pt x="552908" y="42013"/>
                </a:lnTo>
                <a:lnTo>
                  <a:pt x="553307" y="41777"/>
                </a:lnTo>
                <a:lnTo>
                  <a:pt x="553722" y="41552"/>
                </a:lnTo>
                <a:lnTo>
                  <a:pt x="554154" y="41337"/>
                </a:lnTo>
                <a:lnTo>
                  <a:pt x="554603" y="41134"/>
                </a:lnTo>
                <a:lnTo>
                  <a:pt x="555068" y="40942"/>
                </a:lnTo>
                <a:lnTo>
                  <a:pt x="555549" y="40761"/>
                </a:lnTo>
                <a:lnTo>
                  <a:pt x="556046" y="40591"/>
                </a:lnTo>
                <a:lnTo>
                  <a:pt x="556560" y="40432"/>
                </a:lnTo>
                <a:lnTo>
                  <a:pt x="557091" y="40284"/>
                </a:lnTo>
                <a:lnTo>
                  <a:pt x="557638" y="40147"/>
                </a:lnTo>
                <a:lnTo>
                  <a:pt x="558201" y="40020"/>
                </a:lnTo>
                <a:lnTo>
                  <a:pt x="558780" y="39905"/>
                </a:lnTo>
                <a:lnTo>
                  <a:pt x="559376" y="39801"/>
                </a:lnTo>
                <a:lnTo>
                  <a:pt x="559989" y="39707"/>
                </a:lnTo>
                <a:lnTo>
                  <a:pt x="560618" y="39625"/>
                </a:lnTo>
                <a:lnTo>
                  <a:pt x="561263" y="39554"/>
                </a:lnTo>
                <a:lnTo>
                  <a:pt x="561924" y="39493"/>
                </a:lnTo>
                <a:lnTo>
                  <a:pt x="562602" y="39444"/>
                </a:lnTo>
                <a:lnTo>
                  <a:pt x="563297" y="39406"/>
                </a:lnTo>
                <a:lnTo>
                  <a:pt x="564008" y="39378"/>
                </a:lnTo>
                <a:lnTo>
                  <a:pt x="564735" y="39362"/>
                </a:lnTo>
                <a:lnTo>
                  <a:pt x="565479" y="39356"/>
                </a:lnTo>
                <a:lnTo>
                  <a:pt x="566275" y="39364"/>
                </a:lnTo>
                <a:lnTo>
                  <a:pt x="567056" y="39386"/>
                </a:lnTo>
                <a:lnTo>
                  <a:pt x="567820" y="39424"/>
                </a:lnTo>
                <a:lnTo>
                  <a:pt x="568567" y="39476"/>
                </a:lnTo>
                <a:lnTo>
                  <a:pt x="569298" y="39544"/>
                </a:lnTo>
                <a:lnTo>
                  <a:pt x="570012" y="39626"/>
                </a:lnTo>
                <a:lnTo>
                  <a:pt x="570710" y="39724"/>
                </a:lnTo>
                <a:lnTo>
                  <a:pt x="571391" y="39836"/>
                </a:lnTo>
                <a:lnTo>
                  <a:pt x="572055" y="39963"/>
                </a:lnTo>
                <a:lnTo>
                  <a:pt x="572703" y="40106"/>
                </a:lnTo>
                <a:lnTo>
                  <a:pt x="573335" y="40263"/>
                </a:lnTo>
                <a:lnTo>
                  <a:pt x="573950" y="40436"/>
                </a:lnTo>
                <a:lnTo>
                  <a:pt x="574549" y="40623"/>
                </a:lnTo>
                <a:lnTo>
                  <a:pt x="575131" y="40825"/>
                </a:lnTo>
                <a:lnTo>
                  <a:pt x="575696" y="41043"/>
                </a:lnTo>
                <a:lnTo>
                  <a:pt x="576245" y="41275"/>
                </a:lnTo>
                <a:lnTo>
                  <a:pt x="576778" y="41523"/>
                </a:lnTo>
                <a:lnTo>
                  <a:pt x="577293" y="41785"/>
                </a:lnTo>
                <a:lnTo>
                  <a:pt x="577793" y="42062"/>
                </a:lnTo>
                <a:lnTo>
                  <a:pt x="578276" y="42355"/>
                </a:lnTo>
                <a:lnTo>
                  <a:pt x="578742" y="42662"/>
                </a:lnTo>
                <a:lnTo>
                  <a:pt x="579192" y="42984"/>
                </a:lnTo>
                <a:lnTo>
                  <a:pt x="579625" y="43322"/>
                </a:lnTo>
                <a:lnTo>
                  <a:pt x="580042" y="43674"/>
                </a:lnTo>
                <a:lnTo>
                  <a:pt x="580337" y="43947"/>
                </a:lnTo>
                <a:lnTo>
                  <a:pt x="580620" y="44237"/>
                </a:lnTo>
                <a:lnTo>
                  <a:pt x="580891" y="44542"/>
                </a:lnTo>
                <a:lnTo>
                  <a:pt x="581149" y="44863"/>
                </a:lnTo>
                <a:lnTo>
                  <a:pt x="581394" y="45200"/>
                </a:lnTo>
                <a:lnTo>
                  <a:pt x="581627" y="45553"/>
                </a:lnTo>
                <a:lnTo>
                  <a:pt x="581847" y="45923"/>
                </a:lnTo>
                <a:lnTo>
                  <a:pt x="582055" y="46308"/>
                </a:lnTo>
                <a:lnTo>
                  <a:pt x="582250" y="46709"/>
                </a:lnTo>
                <a:lnTo>
                  <a:pt x="582432" y="47126"/>
                </a:lnTo>
                <a:lnTo>
                  <a:pt x="582602" y="47559"/>
                </a:lnTo>
                <a:lnTo>
                  <a:pt x="582759" y="48008"/>
                </a:lnTo>
                <a:lnTo>
                  <a:pt x="582904" y="48473"/>
                </a:lnTo>
                <a:lnTo>
                  <a:pt x="583036" y="48954"/>
                </a:lnTo>
                <a:lnTo>
                  <a:pt x="583155" y="49451"/>
                </a:lnTo>
                <a:lnTo>
                  <a:pt x="583262" y="49964"/>
                </a:lnTo>
                <a:lnTo>
                  <a:pt x="583357" y="50493"/>
                </a:lnTo>
                <a:lnTo>
                  <a:pt x="583438" y="51038"/>
                </a:lnTo>
                <a:lnTo>
                  <a:pt x="583508" y="51599"/>
                </a:lnTo>
                <a:lnTo>
                  <a:pt x="583564" y="52176"/>
                </a:lnTo>
                <a:lnTo>
                  <a:pt x="583608" y="52769"/>
                </a:lnTo>
                <a:lnTo>
                  <a:pt x="583640" y="53378"/>
                </a:lnTo>
                <a:lnTo>
                  <a:pt x="583659" y="54002"/>
                </a:lnTo>
                <a:lnTo>
                  <a:pt x="583665" y="54643"/>
                </a:lnTo>
                <a:lnTo>
                  <a:pt x="583665" y="54705"/>
                </a:lnTo>
                <a:lnTo>
                  <a:pt x="583664" y="54774"/>
                </a:lnTo>
                <a:lnTo>
                  <a:pt x="583664" y="54850"/>
                </a:lnTo>
                <a:lnTo>
                  <a:pt x="583663" y="54932"/>
                </a:lnTo>
                <a:lnTo>
                  <a:pt x="583662" y="55021"/>
                </a:lnTo>
                <a:lnTo>
                  <a:pt x="583660" y="55117"/>
                </a:lnTo>
                <a:lnTo>
                  <a:pt x="583659" y="55219"/>
                </a:lnTo>
                <a:lnTo>
                  <a:pt x="583657" y="55327"/>
                </a:lnTo>
                <a:lnTo>
                  <a:pt x="583655" y="55443"/>
                </a:lnTo>
                <a:lnTo>
                  <a:pt x="583653" y="55565"/>
                </a:lnTo>
                <a:lnTo>
                  <a:pt x="583650" y="55693"/>
                </a:lnTo>
                <a:lnTo>
                  <a:pt x="583647" y="55829"/>
                </a:lnTo>
                <a:lnTo>
                  <a:pt x="583644" y="55971"/>
                </a:lnTo>
                <a:lnTo>
                  <a:pt x="583641" y="56119"/>
                </a:lnTo>
                <a:lnTo>
                  <a:pt x="583637" y="56274"/>
                </a:lnTo>
                <a:lnTo>
                  <a:pt x="583633" y="56436"/>
                </a:lnTo>
                <a:lnTo>
                  <a:pt x="583629" y="56604"/>
                </a:lnTo>
                <a:lnTo>
                  <a:pt x="583625" y="56779"/>
                </a:lnTo>
                <a:lnTo>
                  <a:pt x="583620" y="56961"/>
                </a:lnTo>
                <a:lnTo>
                  <a:pt x="583616" y="57149"/>
                </a:lnTo>
                <a:lnTo>
                  <a:pt x="583610" y="57344"/>
                </a:lnTo>
                <a:lnTo>
                  <a:pt x="583605" y="57546"/>
                </a:lnTo>
                <a:lnTo>
                  <a:pt x="583600" y="57754"/>
                </a:lnTo>
                <a:lnTo>
                  <a:pt x="583594" y="57969"/>
                </a:lnTo>
                <a:lnTo>
                  <a:pt x="582970" y="58179"/>
                </a:lnTo>
                <a:lnTo>
                  <a:pt x="582318" y="58387"/>
                </a:lnTo>
                <a:lnTo>
                  <a:pt x="581637" y="58593"/>
                </a:lnTo>
                <a:lnTo>
                  <a:pt x="580928" y="58796"/>
                </a:lnTo>
                <a:lnTo>
                  <a:pt x="580190" y="58996"/>
                </a:lnTo>
                <a:lnTo>
                  <a:pt x="579425" y="59194"/>
                </a:lnTo>
                <a:lnTo>
                  <a:pt x="578631" y="59390"/>
                </a:lnTo>
                <a:lnTo>
                  <a:pt x="577808" y="59583"/>
                </a:lnTo>
                <a:lnTo>
                  <a:pt x="576957" y="59774"/>
                </a:lnTo>
                <a:lnTo>
                  <a:pt x="576078" y="59963"/>
                </a:lnTo>
                <a:lnTo>
                  <a:pt x="575170" y="60148"/>
                </a:lnTo>
                <a:lnTo>
                  <a:pt x="574234" y="60332"/>
                </a:lnTo>
                <a:lnTo>
                  <a:pt x="573270" y="60513"/>
                </a:lnTo>
                <a:lnTo>
                  <a:pt x="572277" y="60691"/>
                </a:lnTo>
                <a:lnTo>
                  <a:pt x="571256" y="60868"/>
                </a:lnTo>
                <a:lnTo>
                  <a:pt x="570207" y="61041"/>
                </a:lnTo>
                <a:lnTo>
                  <a:pt x="569129" y="61212"/>
                </a:lnTo>
                <a:lnTo>
                  <a:pt x="568023" y="61381"/>
                </a:lnTo>
                <a:lnTo>
                  <a:pt x="566888" y="61547"/>
                </a:lnTo>
                <a:lnTo>
                  <a:pt x="565725" y="61711"/>
                </a:lnTo>
                <a:lnTo>
                  <a:pt x="564534" y="61873"/>
                </a:lnTo>
                <a:lnTo>
                  <a:pt x="563314" y="62032"/>
                </a:lnTo>
                <a:lnTo>
                  <a:pt x="562066" y="62188"/>
                </a:lnTo>
                <a:lnTo>
                  <a:pt x="560790" y="62342"/>
                </a:lnTo>
                <a:lnTo>
                  <a:pt x="560163" y="62419"/>
                </a:lnTo>
                <a:lnTo>
                  <a:pt x="559550" y="62497"/>
                </a:lnTo>
                <a:lnTo>
                  <a:pt x="558950" y="62574"/>
                </a:lnTo>
                <a:lnTo>
                  <a:pt x="558363" y="62652"/>
                </a:lnTo>
                <a:lnTo>
                  <a:pt x="557789" y="62730"/>
                </a:lnTo>
                <a:lnTo>
                  <a:pt x="557229" y="62808"/>
                </a:lnTo>
                <a:lnTo>
                  <a:pt x="556682" y="62887"/>
                </a:lnTo>
                <a:lnTo>
                  <a:pt x="556149" y="62966"/>
                </a:lnTo>
                <a:lnTo>
                  <a:pt x="555628" y="63045"/>
                </a:lnTo>
                <a:lnTo>
                  <a:pt x="555122" y="63124"/>
                </a:lnTo>
                <a:lnTo>
                  <a:pt x="554628" y="63204"/>
                </a:lnTo>
                <a:lnTo>
                  <a:pt x="554148" y="63284"/>
                </a:lnTo>
                <a:lnTo>
                  <a:pt x="553681" y="63364"/>
                </a:lnTo>
                <a:lnTo>
                  <a:pt x="553227" y="63444"/>
                </a:lnTo>
                <a:lnTo>
                  <a:pt x="552787" y="63525"/>
                </a:lnTo>
                <a:lnTo>
                  <a:pt x="552360" y="63606"/>
                </a:lnTo>
                <a:lnTo>
                  <a:pt x="551946" y="63687"/>
                </a:lnTo>
                <a:lnTo>
                  <a:pt x="551546" y="63769"/>
                </a:lnTo>
                <a:lnTo>
                  <a:pt x="551159" y="63850"/>
                </a:lnTo>
                <a:lnTo>
                  <a:pt x="550785" y="63932"/>
                </a:lnTo>
                <a:lnTo>
                  <a:pt x="550425" y="64014"/>
                </a:lnTo>
                <a:lnTo>
                  <a:pt x="550078" y="64097"/>
                </a:lnTo>
                <a:lnTo>
                  <a:pt x="549744" y="64179"/>
                </a:lnTo>
                <a:lnTo>
                  <a:pt x="549424" y="64262"/>
                </a:lnTo>
                <a:lnTo>
                  <a:pt x="548999" y="64383"/>
                </a:lnTo>
                <a:lnTo>
                  <a:pt x="548578" y="64509"/>
                </a:lnTo>
                <a:lnTo>
                  <a:pt x="548161" y="64639"/>
                </a:lnTo>
                <a:lnTo>
                  <a:pt x="547747" y="64774"/>
                </a:lnTo>
                <a:lnTo>
                  <a:pt x="547337" y="64913"/>
                </a:lnTo>
                <a:lnTo>
                  <a:pt x="546930" y="65057"/>
                </a:lnTo>
                <a:lnTo>
                  <a:pt x="546527" y="65206"/>
                </a:lnTo>
                <a:lnTo>
                  <a:pt x="546128" y="65360"/>
                </a:lnTo>
                <a:lnTo>
                  <a:pt x="545732" y="65518"/>
                </a:lnTo>
                <a:lnTo>
                  <a:pt x="545340" y="65681"/>
                </a:lnTo>
                <a:lnTo>
                  <a:pt x="544951" y="65849"/>
                </a:lnTo>
                <a:lnTo>
                  <a:pt x="544566" y="66021"/>
                </a:lnTo>
                <a:lnTo>
                  <a:pt x="544185" y="66198"/>
                </a:lnTo>
                <a:lnTo>
                  <a:pt x="543807" y="66380"/>
                </a:lnTo>
                <a:lnTo>
                  <a:pt x="543432" y="66567"/>
                </a:lnTo>
                <a:lnTo>
                  <a:pt x="543062" y="66758"/>
                </a:lnTo>
                <a:lnTo>
                  <a:pt x="542694" y="66954"/>
                </a:lnTo>
                <a:lnTo>
                  <a:pt x="542331" y="67154"/>
                </a:lnTo>
                <a:lnTo>
                  <a:pt x="541971" y="67359"/>
                </a:lnTo>
                <a:lnTo>
                  <a:pt x="541614" y="67569"/>
                </a:lnTo>
                <a:lnTo>
                  <a:pt x="541261" y="67784"/>
                </a:lnTo>
                <a:lnTo>
                  <a:pt x="540912" y="68003"/>
                </a:lnTo>
                <a:lnTo>
                  <a:pt x="540566" y="68227"/>
                </a:lnTo>
                <a:lnTo>
                  <a:pt x="540224" y="68456"/>
                </a:lnTo>
                <a:lnTo>
                  <a:pt x="539886" y="68690"/>
                </a:lnTo>
                <a:lnTo>
                  <a:pt x="539554" y="68931"/>
                </a:lnTo>
                <a:lnTo>
                  <a:pt x="539227" y="69178"/>
                </a:lnTo>
                <a:lnTo>
                  <a:pt x="538906" y="69431"/>
                </a:lnTo>
                <a:lnTo>
                  <a:pt x="538590" y="69690"/>
                </a:lnTo>
                <a:lnTo>
                  <a:pt x="538279" y="69956"/>
                </a:lnTo>
                <a:lnTo>
                  <a:pt x="537974" y="70228"/>
                </a:lnTo>
                <a:lnTo>
                  <a:pt x="537674" y="70506"/>
                </a:lnTo>
                <a:lnTo>
                  <a:pt x="537380" y="70791"/>
                </a:lnTo>
                <a:lnTo>
                  <a:pt x="537091" y="71082"/>
                </a:lnTo>
                <a:lnTo>
                  <a:pt x="536808" y="71379"/>
                </a:lnTo>
                <a:lnTo>
                  <a:pt x="536530" y="71682"/>
                </a:lnTo>
                <a:lnTo>
                  <a:pt x="536257" y="71992"/>
                </a:lnTo>
                <a:lnTo>
                  <a:pt x="535990" y="72308"/>
                </a:lnTo>
                <a:lnTo>
                  <a:pt x="535728" y="72630"/>
                </a:lnTo>
                <a:lnTo>
                  <a:pt x="535472" y="72959"/>
                </a:lnTo>
                <a:lnTo>
                  <a:pt x="535221" y="73294"/>
                </a:lnTo>
                <a:lnTo>
                  <a:pt x="534976" y="73635"/>
                </a:lnTo>
                <a:lnTo>
                  <a:pt x="534736" y="73983"/>
                </a:lnTo>
                <a:lnTo>
                  <a:pt x="534501" y="74337"/>
                </a:lnTo>
                <a:lnTo>
                  <a:pt x="534272" y="74697"/>
                </a:lnTo>
                <a:lnTo>
                  <a:pt x="534048" y="75063"/>
                </a:lnTo>
                <a:lnTo>
                  <a:pt x="533830" y="75436"/>
                </a:lnTo>
                <a:lnTo>
                  <a:pt x="533617" y="75815"/>
                </a:lnTo>
                <a:lnTo>
                  <a:pt x="533411" y="76199"/>
                </a:lnTo>
                <a:lnTo>
                  <a:pt x="533214" y="76586"/>
                </a:lnTo>
                <a:lnTo>
                  <a:pt x="533026" y="76976"/>
                </a:lnTo>
                <a:lnTo>
                  <a:pt x="532847" y="77370"/>
                </a:lnTo>
                <a:lnTo>
                  <a:pt x="532676" y="77767"/>
                </a:lnTo>
                <a:lnTo>
                  <a:pt x="532514" y="78167"/>
                </a:lnTo>
                <a:lnTo>
                  <a:pt x="532361" y="78571"/>
                </a:lnTo>
                <a:lnTo>
                  <a:pt x="532216" y="78978"/>
                </a:lnTo>
                <a:lnTo>
                  <a:pt x="532080" y="79388"/>
                </a:lnTo>
                <a:lnTo>
                  <a:pt x="531953" y="79802"/>
                </a:lnTo>
                <a:lnTo>
                  <a:pt x="531835" y="80219"/>
                </a:lnTo>
                <a:lnTo>
                  <a:pt x="531726" y="80639"/>
                </a:lnTo>
                <a:lnTo>
                  <a:pt x="531625" y="81063"/>
                </a:lnTo>
                <a:lnTo>
                  <a:pt x="531533" y="81490"/>
                </a:lnTo>
                <a:lnTo>
                  <a:pt x="531450" y="81920"/>
                </a:lnTo>
                <a:lnTo>
                  <a:pt x="531375" y="82354"/>
                </a:lnTo>
                <a:lnTo>
                  <a:pt x="531310" y="82791"/>
                </a:lnTo>
                <a:lnTo>
                  <a:pt x="531253" y="83231"/>
                </a:lnTo>
                <a:lnTo>
                  <a:pt x="531205" y="83675"/>
                </a:lnTo>
                <a:lnTo>
                  <a:pt x="531165" y="84122"/>
                </a:lnTo>
                <a:lnTo>
                  <a:pt x="531135" y="84572"/>
                </a:lnTo>
                <a:lnTo>
                  <a:pt x="531113" y="85026"/>
                </a:lnTo>
                <a:lnTo>
                  <a:pt x="531100" y="85483"/>
                </a:lnTo>
                <a:lnTo>
                  <a:pt x="531095" y="85943"/>
                </a:lnTo>
                <a:lnTo>
                  <a:pt x="531107" y="86725"/>
                </a:lnTo>
                <a:lnTo>
                  <a:pt x="531142" y="87495"/>
                </a:lnTo>
                <a:lnTo>
                  <a:pt x="531200" y="88254"/>
                </a:lnTo>
                <a:lnTo>
                  <a:pt x="531281" y="89001"/>
                </a:lnTo>
                <a:lnTo>
                  <a:pt x="531385" y="89736"/>
                </a:lnTo>
                <a:lnTo>
                  <a:pt x="531513" y="90459"/>
                </a:lnTo>
                <a:lnTo>
                  <a:pt x="531663" y="91171"/>
                </a:lnTo>
                <a:lnTo>
                  <a:pt x="531837" y="91871"/>
                </a:lnTo>
                <a:lnTo>
                  <a:pt x="532034" y="92559"/>
                </a:lnTo>
                <a:lnTo>
                  <a:pt x="532255" y="93236"/>
                </a:lnTo>
                <a:lnTo>
                  <a:pt x="532498" y="93901"/>
                </a:lnTo>
                <a:lnTo>
                  <a:pt x="532765" y="94554"/>
                </a:lnTo>
                <a:lnTo>
                  <a:pt x="533054" y="95195"/>
                </a:lnTo>
                <a:lnTo>
                  <a:pt x="533367" y="95825"/>
                </a:lnTo>
                <a:lnTo>
                  <a:pt x="533704" y="96443"/>
                </a:lnTo>
                <a:lnTo>
                  <a:pt x="534063" y="97049"/>
                </a:lnTo>
                <a:lnTo>
                  <a:pt x="534446" y="97643"/>
                </a:lnTo>
                <a:lnTo>
                  <a:pt x="534851" y="98226"/>
                </a:lnTo>
                <a:lnTo>
                  <a:pt x="535280" y="98797"/>
                </a:lnTo>
                <a:lnTo>
                  <a:pt x="535733" y="99356"/>
                </a:lnTo>
                <a:lnTo>
                  <a:pt x="536208" y="99904"/>
                </a:lnTo>
                <a:lnTo>
                  <a:pt x="536706" y="100440"/>
                </a:lnTo>
                <a:lnTo>
                  <a:pt x="537228" y="100964"/>
                </a:lnTo>
                <a:lnTo>
                  <a:pt x="537773" y="101476"/>
                </a:lnTo>
                <a:lnTo>
                  <a:pt x="538339" y="101972"/>
                </a:lnTo>
                <a:lnTo>
                  <a:pt x="538926" y="102447"/>
                </a:lnTo>
                <a:lnTo>
                  <a:pt x="539532" y="102901"/>
                </a:lnTo>
                <a:lnTo>
                  <a:pt x="540159" y="103334"/>
                </a:lnTo>
                <a:lnTo>
                  <a:pt x="540805" y="103745"/>
                </a:lnTo>
                <a:lnTo>
                  <a:pt x="541471" y="104136"/>
                </a:lnTo>
                <a:lnTo>
                  <a:pt x="542158" y="104505"/>
                </a:lnTo>
                <a:lnTo>
                  <a:pt x="542864" y="104853"/>
                </a:lnTo>
                <a:lnTo>
                  <a:pt x="543590" y="105180"/>
                </a:lnTo>
                <a:lnTo>
                  <a:pt x="544337" y="105486"/>
                </a:lnTo>
                <a:lnTo>
                  <a:pt x="545103" y="105771"/>
                </a:lnTo>
                <a:lnTo>
                  <a:pt x="545889" y="106035"/>
                </a:lnTo>
                <a:lnTo>
                  <a:pt x="546696" y="106278"/>
                </a:lnTo>
                <a:lnTo>
                  <a:pt x="547522" y="106499"/>
                </a:lnTo>
                <a:lnTo>
                  <a:pt x="548368" y="106700"/>
                </a:lnTo>
                <a:lnTo>
                  <a:pt x="549234" y="106879"/>
                </a:lnTo>
                <a:lnTo>
                  <a:pt x="550120" y="107038"/>
                </a:lnTo>
                <a:lnTo>
                  <a:pt x="551026" y="107175"/>
                </a:lnTo>
                <a:lnTo>
                  <a:pt x="551952" y="107291"/>
                </a:lnTo>
                <a:lnTo>
                  <a:pt x="552899" y="107386"/>
                </a:lnTo>
                <a:lnTo>
                  <a:pt x="553865" y="107460"/>
                </a:lnTo>
                <a:lnTo>
                  <a:pt x="554851" y="107512"/>
                </a:lnTo>
                <a:lnTo>
                  <a:pt x="555857" y="107544"/>
                </a:lnTo>
                <a:lnTo>
                  <a:pt x="556883" y="107555"/>
                </a:lnTo>
                <a:lnTo>
                  <a:pt x="557509" y="107550"/>
                </a:lnTo>
                <a:lnTo>
                  <a:pt x="558131" y="107537"/>
                </a:lnTo>
                <a:lnTo>
                  <a:pt x="558750" y="107516"/>
                </a:lnTo>
                <a:lnTo>
                  <a:pt x="559366" y="107486"/>
                </a:lnTo>
                <a:lnTo>
                  <a:pt x="559979" y="107447"/>
                </a:lnTo>
                <a:lnTo>
                  <a:pt x="560588" y="107399"/>
                </a:lnTo>
                <a:lnTo>
                  <a:pt x="561194" y="107343"/>
                </a:lnTo>
                <a:lnTo>
                  <a:pt x="561796" y="107278"/>
                </a:lnTo>
                <a:lnTo>
                  <a:pt x="562396" y="107205"/>
                </a:lnTo>
                <a:lnTo>
                  <a:pt x="562991" y="107123"/>
                </a:lnTo>
                <a:lnTo>
                  <a:pt x="563584" y="107032"/>
                </a:lnTo>
                <a:lnTo>
                  <a:pt x="564173" y="106933"/>
                </a:lnTo>
                <a:lnTo>
                  <a:pt x="564759" y="106825"/>
                </a:lnTo>
                <a:lnTo>
                  <a:pt x="565342" y="106708"/>
                </a:lnTo>
                <a:lnTo>
                  <a:pt x="565921" y="106583"/>
                </a:lnTo>
                <a:lnTo>
                  <a:pt x="566497" y="106449"/>
                </a:lnTo>
                <a:lnTo>
                  <a:pt x="567069" y="106306"/>
                </a:lnTo>
                <a:lnTo>
                  <a:pt x="567639" y="106155"/>
                </a:lnTo>
                <a:lnTo>
                  <a:pt x="568205" y="105995"/>
                </a:lnTo>
                <a:lnTo>
                  <a:pt x="568767" y="105826"/>
                </a:lnTo>
                <a:lnTo>
                  <a:pt x="569326" y="105649"/>
                </a:lnTo>
                <a:lnTo>
                  <a:pt x="569882" y="105464"/>
                </a:lnTo>
                <a:lnTo>
                  <a:pt x="570435" y="105269"/>
                </a:lnTo>
                <a:lnTo>
                  <a:pt x="570984" y="105066"/>
                </a:lnTo>
                <a:lnTo>
                  <a:pt x="571533" y="104853"/>
                </a:lnTo>
                <a:lnTo>
                  <a:pt x="572083" y="104627"/>
                </a:lnTo>
                <a:lnTo>
                  <a:pt x="572635" y="104388"/>
                </a:lnTo>
                <a:lnTo>
                  <a:pt x="573189" y="104138"/>
                </a:lnTo>
                <a:lnTo>
                  <a:pt x="573745" y="103875"/>
                </a:lnTo>
                <a:lnTo>
                  <a:pt x="574303" y="103600"/>
                </a:lnTo>
                <a:lnTo>
                  <a:pt x="574863" y="103312"/>
                </a:lnTo>
                <a:lnTo>
                  <a:pt x="575424" y="103012"/>
                </a:lnTo>
                <a:lnTo>
                  <a:pt x="575988" y="102700"/>
                </a:lnTo>
                <a:lnTo>
                  <a:pt x="576553" y="102375"/>
                </a:lnTo>
                <a:lnTo>
                  <a:pt x="577120" y="102038"/>
                </a:lnTo>
                <a:lnTo>
                  <a:pt x="577689" y="101689"/>
                </a:lnTo>
                <a:lnTo>
                  <a:pt x="578259" y="101327"/>
                </a:lnTo>
                <a:lnTo>
                  <a:pt x="578832" y="100953"/>
                </a:lnTo>
                <a:lnTo>
                  <a:pt x="579406" y="100567"/>
                </a:lnTo>
                <a:lnTo>
                  <a:pt x="579983" y="100168"/>
                </a:lnTo>
                <a:lnTo>
                  <a:pt x="580561" y="99757"/>
                </a:lnTo>
                <a:lnTo>
                  <a:pt x="581141" y="99334"/>
                </a:lnTo>
                <a:lnTo>
                  <a:pt x="581723" y="98898"/>
                </a:lnTo>
                <a:lnTo>
                  <a:pt x="582306" y="98450"/>
                </a:lnTo>
                <a:lnTo>
                  <a:pt x="582892" y="97990"/>
                </a:lnTo>
                <a:lnTo>
                  <a:pt x="583479" y="97517"/>
                </a:lnTo>
                <a:lnTo>
                  <a:pt x="584068" y="97032"/>
                </a:lnTo>
                <a:lnTo>
                  <a:pt x="584659" y="96535"/>
                </a:lnTo>
                <a:lnTo>
                  <a:pt x="584709" y="96977"/>
                </a:lnTo>
                <a:lnTo>
                  <a:pt x="584764" y="97414"/>
                </a:lnTo>
                <a:lnTo>
                  <a:pt x="584824" y="97847"/>
                </a:lnTo>
                <a:lnTo>
                  <a:pt x="584888" y="98275"/>
                </a:lnTo>
                <a:close/>
                <a:moveTo>
                  <a:pt x="583562" y="74684"/>
                </a:moveTo>
                <a:lnTo>
                  <a:pt x="583537" y="75341"/>
                </a:lnTo>
                <a:lnTo>
                  <a:pt x="583504" y="75985"/>
                </a:lnTo>
                <a:lnTo>
                  <a:pt x="583465" y="76613"/>
                </a:lnTo>
                <a:lnTo>
                  <a:pt x="583419" y="77228"/>
                </a:lnTo>
                <a:lnTo>
                  <a:pt x="583365" y="77828"/>
                </a:lnTo>
                <a:lnTo>
                  <a:pt x="583304" y="78414"/>
                </a:lnTo>
                <a:lnTo>
                  <a:pt x="583236" y="78985"/>
                </a:lnTo>
                <a:lnTo>
                  <a:pt x="583161" y="79542"/>
                </a:lnTo>
                <a:lnTo>
                  <a:pt x="583079" y="80084"/>
                </a:lnTo>
                <a:lnTo>
                  <a:pt x="582989" y="80613"/>
                </a:lnTo>
                <a:lnTo>
                  <a:pt x="582893" y="81126"/>
                </a:lnTo>
                <a:lnTo>
                  <a:pt x="582789" y="81626"/>
                </a:lnTo>
                <a:lnTo>
                  <a:pt x="582678" y="82111"/>
                </a:lnTo>
                <a:lnTo>
                  <a:pt x="582560" y="82582"/>
                </a:lnTo>
                <a:lnTo>
                  <a:pt x="582435" y="83038"/>
                </a:lnTo>
                <a:lnTo>
                  <a:pt x="582303" y="83480"/>
                </a:lnTo>
                <a:lnTo>
                  <a:pt x="582163" y="83908"/>
                </a:lnTo>
                <a:lnTo>
                  <a:pt x="582017" y="84321"/>
                </a:lnTo>
                <a:lnTo>
                  <a:pt x="581863" y="84720"/>
                </a:lnTo>
                <a:lnTo>
                  <a:pt x="581702" y="85104"/>
                </a:lnTo>
                <a:lnTo>
                  <a:pt x="581534" y="85475"/>
                </a:lnTo>
                <a:lnTo>
                  <a:pt x="581303" y="85940"/>
                </a:lnTo>
                <a:lnTo>
                  <a:pt x="581063" y="86398"/>
                </a:lnTo>
                <a:lnTo>
                  <a:pt x="580811" y="86847"/>
                </a:lnTo>
                <a:lnTo>
                  <a:pt x="580549" y="87288"/>
                </a:lnTo>
                <a:lnTo>
                  <a:pt x="580276" y="87720"/>
                </a:lnTo>
                <a:lnTo>
                  <a:pt x="579993" y="88145"/>
                </a:lnTo>
                <a:lnTo>
                  <a:pt x="579699" y="88560"/>
                </a:lnTo>
                <a:lnTo>
                  <a:pt x="579395" y="88968"/>
                </a:lnTo>
                <a:lnTo>
                  <a:pt x="579079" y="89367"/>
                </a:lnTo>
                <a:lnTo>
                  <a:pt x="578754" y="89758"/>
                </a:lnTo>
                <a:lnTo>
                  <a:pt x="578417" y="90141"/>
                </a:lnTo>
                <a:lnTo>
                  <a:pt x="578070" y="90516"/>
                </a:lnTo>
                <a:lnTo>
                  <a:pt x="577713" y="90882"/>
                </a:lnTo>
                <a:lnTo>
                  <a:pt x="577345" y="91240"/>
                </a:lnTo>
                <a:lnTo>
                  <a:pt x="576966" y="91589"/>
                </a:lnTo>
                <a:lnTo>
                  <a:pt x="576577" y="91930"/>
                </a:lnTo>
                <a:lnTo>
                  <a:pt x="576177" y="92263"/>
                </a:lnTo>
                <a:lnTo>
                  <a:pt x="575766" y="92588"/>
                </a:lnTo>
                <a:lnTo>
                  <a:pt x="575345" y="92904"/>
                </a:lnTo>
                <a:lnTo>
                  <a:pt x="574913" y="93212"/>
                </a:lnTo>
                <a:lnTo>
                  <a:pt x="574471" y="93512"/>
                </a:lnTo>
                <a:lnTo>
                  <a:pt x="574018" y="93803"/>
                </a:lnTo>
                <a:lnTo>
                  <a:pt x="573554" y="94086"/>
                </a:lnTo>
                <a:lnTo>
                  <a:pt x="573080" y="94361"/>
                </a:lnTo>
                <a:lnTo>
                  <a:pt x="572598" y="94626"/>
                </a:lnTo>
                <a:lnTo>
                  <a:pt x="572109" y="94880"/>
                </a:lnTo>
                <a:lnTo>
                  <a:pt x="571616" y="95122"/>
                </a:lnTo>
                <a:lnTo>
                  <a:pt x="571116" y="95354"/>
                </a:lnTo>
                <a:lnTo>
                  <a:pt x="570611" y="95574"/>
                </a:lnTo>
                <a:lnTo>
                  <a:pt x="570101" y="95782"/>
                </a:lnTo>
                <a:lnTo>
                  <a:pt x="569584" y="95980"/>
                </a:lnTo>
                <a:lnTo>
                  <a:pt x="569062" y="96166"/>
                </a:lnTo>
                <a:lnTo>
                  <a:pt x="568534" y="96340"/>
                </a:lnTo>
                <a:lnTo>
                  <a:pt x="568001" y="96504"/>
                </a:lnTo>
                <a:lnTo>
                  <a:pt x="567462" y="96656"/>
                </a:lnTo>
                <a:lnTo>
                  <a:pt x="566917" y="96797"/>
                </a:lnTo>
                <a:lnTo>
                  <a:pt x="566367" y="96927"/>
                </a:lnTo>
                <a:lnTo>
                  <a:pt x="565811" y="97045"/>
                </a:lnTo>
                <a:lnTo>
                  <a:pt x="565249" y="97152"/>
                </a:lnTo>
                <a:lnTo>
                  <a:pt x="564681" y="97248"/>
                </a:lnTo>
                <a:lnTo>
                  <a:pt x="564108" y="97333"/>
                </a:lnTo>
                <a:lnTo>
                  <a:pt x="563529" y="97406"/>
                </a:lnTo>
                <a:lnTo>
                  <a:pt x="562945" y="97468"/>
                </a:lnTo>
                <a:lnTo>
                  <a:pt x="562355" y="97519"/>
                </a:lnTo>
                <a:lnTo>
                  <a:pt x="561759" y="97558"/>
                </a:lnTo>
                <a:lnTo>
                  <a:pt x="561157" y="97587"/>
                </a:lnTo>
                <a:lnTo>
                  <a:pt x="560550" y="97603"/>
                </a:lnTo>
                <a:lnTo>
                  <a:pt x="559937" y="97609"/>
                </a:lnTo>
                <a:lnTo>
                  <a:pt x="559322" y="97603"/>
                </a:lnTo>
                <a:lnTo>
                  <a:pt x="558719" y="97585"/>
                </a:lnTo>
                <a:lnTo>
                  <a:pt x="558129" y="97556"/>
                </a:lnTo>
                <a:lnTo>
                  <a:pt x="557551" y="97514"/>
                </a:lnTo>
                <a:lnTo>
                  <a:pt x="556985" y="97460"/>
                </a:lnTo>
                <a:lnTo>
                  <a:pt x="556432" y="97395"/>
                </a:lnTo>
                <a:lnTo>
                  <a:pt x="555891" y="97318"/>
                </a:lnTo>
                <a:lnTo>
                  <a:pt x="555363" y="97229"/>
                </a:lnTo>
                <a:lnTo>
                  <a:pt x="554848" y="97128"/>
                </a:lnTo>
                <a:lnTo>
                  <a:pt x="554344" y="97015"/>
                </a:lnTo>
                <a:lnTo>
                  <a:pt x="553853" y="96890"/>
                </a:lnTo>
                <a:lnTo>
                  <a:pt x="553375" y="96753"/>
                </a:lnTo>
                <a:lnTo>
                  <a:pt x="552909" y="96605"/>
                </a:lnTo>
                <a:lnTo>
                  <a:pt x="552456" y="96444"/>
                </a:lnTo>
                <a:lnTo>
                  <a:pt x="552015" y="96272"/>
                </a:lnTo>
                <a:lnTo>
                  <a:pt x="551586" y="96088"/>
                </a:lnTo>
                <a:lnTo>
                  <a:pt x="551170" y="95892"/>
                </a:lnTo>
                <a:lnTo>
                  <a:pt x="550767" y="95684"/>
                </a:lnTo>
                <a:lnTo>
                  <a:pt x="550375" y="95464"/>
                </a:lnTo>
                <a:lnTo>
                  <a:pt x="549997" y="95232"/>
                </a:lnTo>
                <a:lnTo>
                  <a:pt x="549631" y="94988"/>
                </a:lnTo>
                <a:lnTo>
                  <a:pt x="549277" y="94733"/>
                </a:lnTo>
                <a:lnTo>
                  <a:pt x="548935" y="94465"/>
                </a:lnTo>
                <a:lnTo>
                  <a:pt x="548607" y="94186"/>
                </a:lnTo>
                <a:lnTo>
                  <a:pt x="548291" y="93897"/>
                </a:lnTo>
                <a:lnTo>
                  <a:pt x="547988" y="93603"/>
                </a:lnTo>
                <a:lnTo>
                  <a:pt x="547699" y="93303"/>
                </a:lnTo>
                <a:lnTo>
                  <a:pt x="547424" y="92997"/>
                </a:lnTo>
                <a:lnTo>
                  <a:pt x="547161" y="92684"/>
                </a:lnTo>
                <a:lnTo>
                  <a:pt x="546913" y="92366"/>
                </a:lnTo>
                <a:lnTo>
                  <a:pt x="546677" y="92042"/>
                </a:lnTo>
                <a:lnTo>
                  <a:pt x="546456" y="91712"/>
                </a:lnTo>
                <a:lnTo>
                  <a:pt x="546247" y="91376"/>
                </a:lnTo>
                <a:lnTo>
                  <a:pt x="546052" y="91035"/>
                </a:lnTo>
                <a:lnTo>
                  <a:pt x="545871" y="90687"/>
                </a:lnTo>
                <a:lnTo>
                  <a:pt x="545703" y="90333"/>
                </a:lnTo>
                <a:lnTo>
                  <a:pt x="545548" y="89973"/>
                </a:lnTo>
                <a:lnTo>
                  <a:pt x="545407" y="89608"/>
                </a:lnTo>
                <a:lnTo>
                  <a:pt x="545279" y="89236"/>
                </a:lnTo>
                <a:lnTo>
                  <a:pt x="545165" y="88859"/>
                </a:lnTo>
                <a:lnTo>
                  <a:pt x="545064" y="88475"/>
                </a:lnTo>
                <a:lnTo>
                  <a:pt x="544977" y="88086"/>
                </a:lnTo>
                <a:lnTo>
                  <a:pt x="544903" y="87691"/>
                </a:lnTo>
                <a:lnTo>
                  <a:pt x="544842" y="87290"/>
                </a:lnTo>
                <a:lnTo>
                  <a:pt x="544795" y="86883"/>
                </a:lnTo>
                <a:lnTo>
                  <a:pt x="544762" y="86469"/>
                </a:lnTo>
                <a:lnTo>
                  <a:pt x="544742" y="86050"/>
                </a:lnTo>
                <a:lnTo>
                  <a:pt x="544735" y="85626"/>
                </a:lnTo>
                <a:lnTo>
                  <a:pt x="544738" y="85347"/>
                </a:lnTo>
                <a:lnTo>
                  <a:pt x="544747" y="85071"/>
                </a:lnTo>
                <a:lnTo>
                  <a:pt x="544763" y="84797"/>
                </a:lnTo>
                <a:lnTo>
                  <a:pt x="544784" y="84525"/>
                </a:lnTo>
                <a:lnTo>
                  <a:pt x="544812" y="84255"/>
                </a:lnTo>
                <a:lnTo>
                  <a:pt x="544846" y="83987"/>
                </a:lnTo>
                <a:lnTo>
                  <a:pt x="544886" y="83722"/>
                </a:lnTo>
                <a:lnTo>
                  <a:pt x="544932" y="83458"/>
                </a:lnTo>
                <a:lnTo>
                  <a:pt x="544985" y="83197"/>
                </a:lnTo>
                <a:lnTo>
                  <a:pt x="545043" y="82937"/>
                </a:lnTo>
                <a:lnTo>
                  <a:pt x="545108" y="82680"/>
                </a:lnTo>
                <a:lnTo>
                  <a:pt x="545179" y="82425"/>
                </a:lnTo>
                <a:lnTo>
                  <a:pt x="545256" y="82172"/>
                </a:lnTo>
                <a:lnTo>
                  <a:pt x="545339" y="81921"/>
                </a:lnTo>
                <a:lnTo>
                  <a:pt x="545429" y="81672"/>
                </a:lnTo>
                <a:lnTo>
                  <a:pt x="545524" y="81425"/>
                </a:lnTo>
                <a:lnTo>
                  <a:pt x="545626" y="81181"/>
                </a:lnTo>
                <a:lnTo>
                  <a:pt x="545734" y="80938"/>
                </a:lnTo>
                <a:lnTo>
                  <a:pt x="545848" y="80698"/>
                </a:lnTo>
                <a:lnTo>
                  <a:pt x="545968" y="80459"/>
                </a:lnTo>
                <a:lnTo>
                  <a:pt x="546095" y="80223"/>
                </a:lnTo>
                <a:lnTo>
                  <a:pt x="546227" y="79989"/>
                </a:lnTo>
                <a:lnTo>
                  <a:pt x="546366" y="79757"/>
                </a:lnTo>
                <a:lnTo>
                  <a:pt x="546511" y="79527"/>
                </a:lnTo>
                <a:lnTo>
                  <a:pt x="546661" y="79300"/>
                </a:lnTo>
                <a:lnTo>
                  <a:pt x="546817" y="79078"/>
                </a:lnTo>
                <a:lnTo>
                  <a:pt x="546978" y="78861"/>
                </a:lnTo>
                <a:lnTo>
                  <a:pt x="547144" y="78648"/>
                </a:lnTo>
                <a:lnTo>
                  <a:pt x="547316" y="78439"/>
                </a:lnTo>
                <a:lnTo>
                  <a:pt x="547492" y="78236"/>
                </a:lnTo>
                <a:lnTo>
                  <a:pt x="547674" y="78037"/>
                </a:lnTo>
                <a:lnTo>
                  <a:pt x="547861" y="77842"/>
                </a:lnTo>
                <a:lnTo>
                  <a:pt x="548053" y="77652"/>
                </a:lnTo>
                <a:lnTo>
                  <a:pt x="548250" y="77467"/>
                </a:lnTo>
                <a:lnTo>
                  <a:pt x="548452" y="77286"/>
                </a:lnTo>
                <a:lnTo>
                  <a:pt x="548660" y="77110"/>
                </a:lnTo>
                <a:lnTo>
                  <a:pt x="548873" y="76938"/>
                </a:lnTo>
                <a:lnTo>
                  <a:pt x="549091" y="76771"/>
                </a:lnTo>
                <a:lnTo>
                  <a:pt x="549314" y="76609"/>
                </a:lnTo>
                <a:lnTo>
                  <a:pt x="549542" y="76451"/>
                </a:lnTo>
                <a:lnTo>
                  <a:pt x="549775" y="76297"/>
                </a:lnTo>
                <a:lnTo>
                  <a:pt x="550014" y="76149"/>
                </a:lnTo>
                <a:lnTo>
                  <a:pt x="550258" y="76005"/>
                </a:lnTo>
                <a:lnTo>
                  <a:pt x="550507" y="75865"/>
                </a:lnTo>
                <a:lnTo>
                  <a:pt x="550761" y="75731"/>
                </a:lnTo>
                <a:lnTo>
                  <a:pt x="551020" y="75600"/>
                </a:lnTo>
                <a:lnTo>
                  <a:pt x="551285" y="75475"/>
                </a:lnTo>
                <a:lnTo>
                  <a:pt x="551555" y="75354"/>
                </a:lnTo>
                <a:lnTo>
                  <a:pt x="551835" y="75235"/>
                </a:lnTo>
                <a:lnTo>
                  <a:pt x="552131" y="75118"/>
                </a:lnTo>
                <a:lnTo>
                  <a:pt x="552444" y="75001"/>
                </a:lnTo>
                <a:lnTo>
                  <a:pt x="552772" y="74886"/>
                </a:lnTo>
                <a:lnTo>
                  <a:pt x="553117" y="74771"/>
                </a:lnTo>
                <a:lnTo>
                  <a:pt x="553477" y="74658"/>
                </a:lnTo>
                <a:lnTo>
                  <a:pt x="553854" y="74545"/>
                </a:lnTo>
                <a:lnTo>
                  <a:pt x="554246" y="74434"/>
                </a:lnTo>
                <a:lnTo>
                  <a:pt x="554655" y="74323"/>
                </a:lnTo>
                <a:lnTo>
                  <a:pt x="555080" y="74214"/>
                </a:lnTo>
                <a:lnTo>
                  <a:pt x="555520" y="74105"/>
                </a:lnTo>
                <a:lnTo>
                  <a:pt x="555977" y="73998"/>
                </a:lnTo>
                <a:lnTo>
                  <a:pt x="556450" y="73891"/>
                </a:lnTo>
                <a:lnTo>
                  <a:pt x="556938" y="73786"/>
                </a:lnTo>
                <a:lnTo>
                  <a:pt x="557443" y="73681"/>
                </a:lnTo>
                <a:lnTo>
                  <a:pt x="557964" y="73578"/>
                </a:lnTo>
                <a:lnTo>
                  <a:pt x="558501" y="73475"/>
                </a:lnTo>
                <a:lnTo>
                  <a:pt x="559054" y="73373"/>
                </a:lnTo>
                <a:lnTo>
                  <a:pt x="559623" y="73273"/>
                </a:lnTo>
                <a:lnTo>
                  <a:pt x="560208" y="73173"/>
                </a:lnTo>
                <a:lnTo>
                  <a:pt x="560809" y="73075"/>
                </a:lnTo>
                <a:lnTo>
                  <a:pt x="561426" y="72977"/>
                </a:lnTo>
                <a:lnTo>
                  <a:pt x="562059" y="72881"/>
                </a:lnTo>
                <a:lnTo>
                  <a:pt x="562708" y="72785"/>
                </a:lnTo>
                <a:lnTo>
                  <a:pt x="563856" y="72616"/>
                </a:lnTo>
                <a:lnTo>
                  <a:pt x="564980" y="72445"/>
                </a:lnTo>
                <a:lnTo>
                  <a:pt x="566080" y="72270"/>
                </a:lnTo>
                <a:lnTo>
                  <a:pt x="567156" y="72093"/>
                </a:lnTo>
                <a:lnTo>
                  <a:pt x="568207" y="71912"/>
                </a:lnTo>
                <a:lnTo>
                  <a:pt x="569235" y="71729"/>
                </a:lnTo>
                <a:lnTo>
                  <a:pt x="570238" y="71542"/>
                </a:lnTo>
                <a:lnTo>
                  <a:pt x="571217" y="71353"/>
                </a:lnTo>
                <a:lnTo>
                  <a:pt x="572172" y="71160"/>
                </a:lnTo>
                <a:lnTo>
                  <a:pt x="573103" y="70965"/>
                </a:lnTo>
                <a:lnTo>
                  <a:pt x="574009" y="70766"/>
                </a:lnTo>
                <a:lnTo>
                  <a:pt x="574891" y="70565"/>
                </a:lnTo>
                <a:lnTo>
                  <a:pt x="575750" y="70361"/>
                </a:lnTo>
                <a:lnTo>
                  <a:pt x="576584" y="70153"/>
                </a:lnTo>
                <a:lnTo>
                  <a:pt x="577393" y="69943"/>
                </a:lnTo>
                <a:lnTo>
                  <a:pt x="578179" y="69729"/>
                </a:lnTo>
                <a:lnTo>
                  <a:pt x="578940" y="69513"/>
                </a:lnTo>
                <a:lnTo>
                  <a:pt x="579678" y="69293"/>
                </a:lnTo>
                <a:lnTo>
                  <a:pt x="580391" y="69071"/>
                </a:lnTo>
                <a:lnTo>
                  <a:pt x="581080" y="68846"/>
                </a:lnTo>
                <a:lnTo>
                  <a:pt x="581745" y="68617"/>
                </a:lnTo>
                <a:lnTo>
                  <a:pt x="582385" y="68386"/>
                </a:lnTo>
                <a:lnTo>
                  <a:pt x="583002" y="68152"/>
                </a:lnTo>
                <a:lnTo>
                  <a:pt x="583594" y="67914"/>
                </a:lnTo>
                <a:lnTo>
                  <a:pt x="583594" y="72625"/>
                </a:lnTo>
                <a:lnTo>
                  <a:pt x="583590" y="73326"/>
                </a:lnTo>
                <a:lnTo>
                  <a:pt x="583580" y="74012"/>
                </a:lnTo>
                <a:lnTo>
                  <a:pt x="583562" y="74684"/>
                </a:lnTo>
                <a:close/>
                <a:moveTo>
                  <a:pt x="665022" y="81191"/>
                </a:moveTo>
                <a:lnTo>
                  <a:pt x="664852" y="81910"/>
                </a:lnTo>
                <a:lnTo>
                  <a:pt x="664669" y="82612"/>
                </a:lnTo>
                <a:lnTo>
                  <a:pt x="664473" y="83296"/>
                </a:lnTo>
                <a:lnTo>
                  <a:pt x="664264" y="83963"/>
                </a:lnTo>
                <a:lnTo>
                  <a:pt x="664043" y="84613"/>
                </a:lnTo>
                <a:lnTo>
                  <a:pt x="663808" y="85246"/>
                </a:lnTo>
                <a:lnTo>
                  <a:pt x="663561" y="85862"/>
                </a:lnTo>
                <a:lnTo>
                  <a:pt x="663301" y="86460"/>
                </a:lnTo>
                <a:lnTo>
                  <a:pt x="663028" y="87041"/>
                </a:lnTo>
                <a:lnTo>
                  <a:pt x="662743" y="87605"/>
                </a:lnTo>
                <a:lnTo>
                  <a:pt x="662444" y="88152"/>
                </a:lnTo>
                <a:lnTo>
                  <a:pt x="662133" y="88682"/>
                </a:lnTo>
                <a:lnTo>
                  <a:pt x="661809" y="89194"/>
                </a:lnTo>
                <a:lnTo>
                  <a:pt x="661472" y="89689"/>
                </a:lnTo>
                <a:lnTo>
                  <a:pt x="661122" y="90167"/>
                </a:lnTo>
                <a:lnTo>
                  <a:pt x="660759" y="90628"/>
                </a:lnTo>
                <a:lnTo>
                  <a:pt x="660384" y="91071"/>
                </a:lnTo>
                <a:lnTo>
                  <a:pt x="659996" y="91498"/>
                </a:lnTo>
                <a:lnTo>
                  <a:pt x="659595" y="91907"/>
                </a:lnTo>
                <a:lnTo>
                  <a:pt x="659181" y="92299"/>
                </a:lnTo>
                <a:lnTo>
                  <a:pt x="658756" y="92674"/>
                </a:lnTo>
                <a:lnTo>
                  <a:pt x="658323" y="93034"/>
                </a:lnTo>
                <a:lnTo>
                  <a:pt x="657881" y="93377"/>
                </a:lnTo>
                <a:lnTo>
                  <a:pt x="657430" y="93704"/>
                </a:lnTo>
                <a:lnTo>
                  <a:pt x="656971" y="94016"/>
                </a:lnTo>
                <a:lnTo>
                  <a:pt x="656503" y="94311"/>
                </a:lnTo>
                <a:lnTo>
                  <a:pt x="656027" y="94591"/>
                </a:lnTo>
                <a:lnTo>
                  <a:pt x="655542" y="94854"/>
                </a:lnTo>
                <a:lnTo>
                  <a:pt x="655048" y="95102"/>
                </a:lnTo>
                <a:lnTo>
                  <a:pt x="654546" y="95333"/>
                </a:lnTo>
                <a:lnTo>
                  <a:pt x="654035" y="95549"/>
                </a:lnTo>
                <a:lnTo>
                  <a:pt x="653515" y="95749"/>
                </a:lnTo>
                <a:lnTo>
                  <a:pt x="652987" y="95932"/>
                </a:lnTo>
                <a:lnTo>
                  <a:pt x="652450" y="96100"/>
                </a:lnTo>
                <a:lnTo>
                  <a:pt x="651905" y="96252"/>
                </a:lnTo>
                <a:lnTo>
                  <a:pt x="651351" y="96388"/>
                </a:lnTo>
                <a:lnTo>
                  <a:pt x="650788" y="96507"/>
                </a:lnTo>
                <a:lnTo>
                  <a:pt x="650216" y="96611"/>
                </a:lnTo>
                <a:lnTo>
                  <a:pt x="649636" y="96699"/>
                </a:lnTo>
                <a:lnTo>
                  <a:pt x="649048" y="96771"/>
                </a:lnTo>
                <a:lnTo>
                  <a:pt x="648450" y="96827"/>
                </a:lnTo>
                <a:lnTo>
                  <a:pt x="647844" y="96867"/>
                </a:lnTo>
                <a:lnTo>
                  <a:pt x="647230" y="96891"/>
                </a:lnTo>
                <a:lnTo>
                  <a:pt x="646607" y="96899"/>
                </a:lnTo>
                <a:lnTo>
                  <a:pt x="645831" y="96887"/>
                </a:lnTo>
                <a:lnTo>
                  <a:pt x="645068" y="96851"/>
                </a:lnTo>
                <a:lnTo>
                  <a:pt x="644318" y="96792"/>
                </a:lnTo>
                <a:lnTo>
                  <a:pt x="643580" y="96708"/>
                </a:lnTo>
                <a:lnTo>
                  <a:pt x="642854" y="96601"/>
                </a:lnTo>
                <a:lnTo>
                  <a:pt x="642140" y="96470"/>
                </a:lnTo>
                <a:lnTo>
                  <a:pt x="641439" y="96315"/>
                </a:lnTo>
                <a:lnTo>
                  <a:pt x="640750" y="96137"/>
                </a:lnTo>
                <a:lnTo>
                  <a:pt x="640073" y="95935"/>
                </a:lnTo>
                <a:lnTo>
                  <a:pt x="639409" y="95709"/>
                </a:lnTo>
                <a:lnTo>
                  <a:pt x="638757" y="95459"/>
                </a:lnTo>
                <a:lnTo>
                  <a:pt x="638117" y="95185"/>
                </a:lnTo>
                <a:lnTo>
                  <a:pt x="637490" y="94887"/>
                </a:lnTo>
                <a:lnTo>
                  <a:pt x="636875" y="94566"/>
                </a:lnTo>
                <a:lnTo>
                  <a:pt x="636273" y="94221"/>
                </a:lnTo>
                <a:lnTo>
                  <a:pt x="635682" y="93852"/>
                </a:lnTo>
                <a:lnTo>
                  <a:pt x="635104" y="93459"/>
                </a:lnTo>
                <a:lnTo>
                  <a:pt x="634539" y="93043"/>
                </a:lnTo>
                <a:lnTo>
                  <a:pt x="633985" y="92602"/>
                </a:lnTo>
                <a:lnTo>
                  <a:pt x="633445" y="92138"/>
                </a:lnTo>
                <a:lnTo>
                  <a:pt x="632916" y="91650"/>
                </a:lnTo>
                <a:lnTo>
                  <a:pt x="632400" y="91138"/>
                </a:lnTo>
                <a:lnTo>
                  <a:pt x="631896" y="90603"/>
                </a:lnTo>
                <a:lnTo>
                  <a:pt x="631404" y="90043"/>
                </a:lnTo>
                <a:lnTo>
                  <a:pt x="630929" y="89457"/>
                </a:lnTo>
                <a:lnTo>
                  <a:pt x="630474" y="88843"/>
                </a:lnTo>
                <a:lnTo>
                  <a:pt x="630039" y="88200"/>
                </a:lnTo>
                <a:lnTo>
                  <a:pt x="629624" y="87528"/>
                </a:lnTo>
                <a:lnTo>
                  <a:pt x="629230" y="86827"/>
                </a:lnTo>
                <a:lnTo>
                  <a:pt x="628856" y="86098"/>
                </a:lnTo>
                <a:lnTo>
                  <a:pt x="628502" y="85339"/>
                </a:lnTo>
                <a:lnTo>
                  <a:pt x="628168" y="84553"/>
                </a:lnTo>
                <a:lnTo>
                  <a:pt x="627854" y="83737"/>
                </a:lnTo>
                <a:lnTo>
                  <a:pt x="627561" y="82893"/>
                </a:lnTo>
                <a:lnTo>
                  <a:pt x="627288" y="82020"/>
                </a:lnTo>
                <a:lnTo>
                  <a:pt x="627035" y="81118"/>
                </a:lnTo>
                <a:lnTo>
                  <a:pt x="626803" y="80187"/>
                </a:lnTo>
                <a:lnTo>
                  <a:pt x="626590" y="79228"/>
                </a:lnTo>
                <a:lnTo>
                  <a:pt x="626398" y="78240"/>
                </a:lnTo>
                <a:lnTo>
                  <a:pt x="626226" y="77224"/>
                </a:lnTo>
                <a:lnTo>
                  <a:pt x="626074" y="76178"/>
                </a:lnTo>
                <a:lnTo>
                  <a:pt x="625943" y="75104"/>
                </a:lnTo>
                <a:lnTo>
                  <a:pt x="625832" y="74001"/>
                </a:lnTo>
                <a:lnTo>
                  <a:pt x="625741" y="72870"/>
                </a:lnTo>
                <a:lnTo>
                  <a:pt x="625670" y="71709"/>
                </a:lnTo>
                <a:lnTo>
                  <a:pt x="625619" y="70521"/>
                </a:lnTo>
                <a:lnTo>
                  <a:pt x="625589" y="69303"/>
                </a:lnTo>
                <a:lnTo>
                  <a:pt x="625579" y="68056"/>
                </a:lnTo>
                <a:lnTo>
                  <a:pt x="625589" y="66827"/>
                </a:lnTo>
                <a:lnTo>
                  <a:pt x="625621" y="65626"/>
                </a:lnTo>
                <a:lnTo>
                  <a:pt x="625673" y="64453"/>
                </a:lnTo>
                <a:lnTo>
                  <a:pt x="625747" y="63307"/>
                </a:lnTo>
                <a:lnTo>
                  <a:pt x="625841" y="62190"/>
                </a:lnTo>
                <a:lnTo>
                  <a:pt x="625956" y="61100"/>
                </a:lnTo>
                <a:lnTo>
                  <a:pt x="626093" y="60038"/>
                </a:lnTo>
                <a:lnTo>
                  <a:pt x="626250" y="59004"/>
                </a:lnTo>
                <a:lnTo>
                  <a:pt x="626428" y="57998"/>
                </a:lnTo>
                <a:lnTo>
                  <a:pt x="626627" y="57020"/>
                </a:lnTo>
                <a:lnTo>
                  <a:pt x="626847" y="56069"/>
                </a:lnTo>
                <a:lnTo>
                  <a:pt x="627088" y="55147"/>
                </a:lnTo>
                <a:lnTo>
                  <a:pt x="627351" y="54252"/>
                </a:lnTo>
                <a:lnTo>
                  <a:pt x="627634" y="53385"/>
                </a:lnTo>
                <a:lnTo>
                  <a:pt x="627938" y="52546"/>
                </a:lnTo>
                <a:lnTo>
                  <a:pt x="628263" y="51735"/>
                </a:lnTo>
                <a:lnTo>
                  <a:pt x="628609" y="50952"/>
                </a:lnTo>
                <a:lnTo>
                  <a:pt x="628975" y="50196"/>
                </a:lnTo>
                <a:lnTo>
                  <a:pt x="629363" y="49469"/>
                </a:lnTo>
                <a:lnTo>
                  <a:pt x="629772" y="48769"/>
                </a:lnTo>
                <a:lnTo>
                  <a:pt x="630202" y="48097"/>
                </a:lnTo>
                <a:lnTo>
                  <a:pt x="630653" y="47454"/>
                </a:lnTo>
                <a:lnTo>
                  <a:pt x="631125" y="46837"/>
                </a:lnTo>
                <a:lnTo>
                  <a:pt x="631617" y="46249"/>
                </a:lnTo>
                <a:lnTo>
                  <a:pt x="632127" y="45687"/>
                </a:lnTo>
                <a:lnTo>
                  <a:pt x="632649" y="45148"/>
                </a:lnTo>
                <a:lnTo>
                  <a:pt x="633183" y="44634"/>
                </a:lnTo>
                <a:lnTo>
                  <a:pt x="633731" y="44143"/>
                </a:lnTo>
                <a:lnTo>
                  <a:pt x="634290" y="43676"/>
                </a:lnTo>
                <a:lnTo>
                  <a:pt x="634863" y="43234"/>
                </a:lnTo>
                <a:lnTo>
                  <a:pt x="635448" y="42815"/>
                </a:lnTo>
                <a:lnTo>
                  <a:pt x="636045" y="42420"/>
                </a:lnTo>
                <a:lnTo>
                  <a:pt x="636656" y="42049"/>
                </a:lnTo>
                <a:lnTo>
                  <a:pt x="637278" y="41702"/>
                </a:lnTo>
                <a:lnTo>
                  <a:pt x="637914" y="41379"/>
                </a:lnTo>
                <a:lnTo>
                  <a:pt x="638561" y="41079"/>
                </a:lnTo>
                <a:lnTo>
                  <a:pt x="639222" y="40804"/>
                </a:lnTo>
                <a:lnTo>
                  <a:pt x="639895" y="40553"/>
                </a:lnTo>
                <a:lnTo>
                  <a:pt x="640580" y="40326"/>
                </a:lnTo>
                <a:lnTo>
                  <a:pt x="641279" y="40122"/>
                </a:lnTo>
                <a:lnTo>
                  <a:pt x="641989" y="39943"/>
                </a:lnTo>
                <a:lnTo>
                  <a:pt x="642713" y="39787"/>
                </a:lnTo>
                <a:lnTo>
                  <a:pt x="643449" y="39655"/>
                </a:lnTo>
                <a:lnTo>
                  <a:pt x="644197" y="39548"/>
                </a:lnTo>
                <a:lnTo>
                  <a:pt x="644958" y="39464"/>
                </a:lnTo>
                <a:lnTo>
                  <a:pt x="645732" y="39404"/>
                </a:lnTo>
                <a:lnTo>
                  <a:pt x="646518" y="39368"/>
                </a:lnTo>
                <a:lnTo>
                  <a:pt x="647317" y="39356"/>
                </a:lnTo>
                <a:lnTo>
                  <a:pt x="647847" y="39363"/>
                </a:lnTo>
                <a:lnTo>
                  <a:pt x="648370" y="39383"/>
                </a:lnTo>
                <a:lnTo>
                  <a:pt x="648886" y="39416"/>
                </a:lnTo>
                <a:lnTo>
                  <a:pt x="649396" y="39462"/>
                </a:lnTo>
                <a:lnTo>
                  <a:pt x="649899" y="39522"/>
                </a:lnTo>
                <a:lnTo>
                  <a:pt x="650396" y="39595"/>
                </a:lnTo>
                <a:lnTo>
                  <a:pt x="650887" y="39681"/>
                </a:lnTo>
                <a:lnTo>
                  <a:pt x="651370" y="39780"/>
                </a:lnTo>
                <a:lnTo>
                  <a:pt x="651848" y="39893"/>
                </a:lnTo>
                <a:lnTo>
                  <a:pt x="652318" y="40019"/>
                </a:lnTo>
                <a:lnTo>
                  <a:pt x="652782" y="40158"/>
                </a:lnTo>
                <a:lnTo>
                  <a:pt x="653240" y="40311"/>
                </a:lnTo>
                <a:lnTo>
                  <a:pt x="653691" y="40477"/>
                </a:lnTo>
                <a:lnTo>
                  <a:pt x="654136" y="40656"/>
                </a:lnTo>
                <a:lnTo>
                  <a:pt x="654574" y="40848"/>
                </a:lnTo>
                <a:lnTo>
                  <a:pt x="655005" y="41053"/>
                </a:lnTo>
                <a:lnTo>
                  <a:pt x="655430" y="41272"/>
                </a:lnTo>
                <a:lnTo>
                  <a:pt x="655849" y="41504"/>
                </a:lnTo>
                <a:lnTo>
                  <a:pt x="656260" y="41749"/>
                </a:lnTo>
                <a:lnTo>
                  <a:pt x="656666" y="42008"/>
                </a:lnTo>
                <a:lnTo>
                  <a:pt x="657065" y="42280"/>
                </a:lnTo>
                <a:lnTo>
                  <a:pt x="657457" y="42565"/>
                </a:lnTo>
                <a:lnTo>
                  <a:pt x="657843" y="42863"/>
                </a:lnTo>
                <a:lnTo>
                  <a:pt x="658222" y="43175"/>
                </a:lnTo>
                <a:lnTo>
                  <a:pt x="658593" y="43499"/>
                </a:lnTo>
                <a:lnTo>
                  <a:pt x="658955" y="43837"/>
                </a:lnTo>
                <a:lnTo>
                  <a:pt x="659307" y="44188"/>
                </a:lnTo>
                <a:lnTo>
                  <a:pt x="659649" y="44552"/>
                </a:lnTo>
                <a:lnTo>
                  <a:pt x="659983" y="44928"/>
                </a:lnTo>
                <a:lnTo>
                  <a:pt x="660306" y="45318"/>
                </a:lnTo>
                <a:lnTo>
                  <a:pt x="660621" y="45721"/>
                </a:lnTo>
                <a:lnTo>
                  <a:pt x="660925" y="46137"/>
                </a:lnTo>
                <a:lnTo>
                  <a:pt x="661220" y="46565"/>
                </a:lnTo>
                <a:lnTo>
                  <a:pt x="661506" y="47007"/>
                </a:lnTo>
                <a:lnTo>
                  <a:pt x="661782" y="47462"/>
                </a:lnTo>
                <a:lnTo>
                  <a:pt x="662049" y="47930"/>
                </a:lnTo>
                <a:lnTo>
                  <a:pt x="662306" y="48411"/>
                </a:lnTo>
                <a:lnTo>
                  <a:pt x="662554" y="48905"/>
                </a:lnTo>
                <a:lnTo>
                  <a:pt x="662792" y="49411"/>
                </a:lnTo>
                <a:lnTo>
                  <a:pt x="663021" y="49931"/>
                </a:lnTo>
                <a:lnTo>
                  <a:pt x="663240" y="50464"/>
                </a:lnTo>
                <a:lnTo>
                  <a:pt x="663450" y="51010"/>
                </a:lnTo>
                <a:lnTo>
                  <a:pt x="663650" y="51569"/>
                </a:lnTo>
                <a:lnTo>
                  <a:pt x="663841" y="52141"/>
                </a:lnTo>
                <a:lnTo>
                  <a:pt x="664022" y="52726"/>
                </a:lnTo>
                <a:lnTo>
                  <a:pt x="664194" y="53324"/>
                </a:lnTo>
                <a:lnTo>
                  <a:pt x="664356" y="53935"/>
                </a:lnTo>
                <a:lnTo>
                  <a:pt x="664509" y="54559"/>
                </a:lnTo>
                <a:lnTo>
                  <a:pt x="676941" y="52641"/>
                </a:lnTo>
                <a:lnTo>
                  <a:pt x="676748" y="51694"/>
                </a:lnTo>
                <a:lnTo>
                  <a:pt x="676535" y="50765"/>
                </a:lnTo>
                <a:lnTo>
                  <a:pt x="676303" y="49855"/>
                </a:lnTo>
                <a:lnTo>
                  <a:pt x="676051" y="48963"/>
                </a:lnTo>
                <a:lnTo>
                  <a:pt x="675780" y="48089"/>
                </a:lnTo>
                <a:lnTo>
                  <a:pt x="675489" y="47233"/>
                </a:lnTo>
                <a:lnTo>
                  <a:pt x="675179" y="46395"/>
                </a:lnTo>
                <a:lnTo>
                  <a:pt x="674849" y="45575"/>
                </a:lnTo>
                <a:lnTo>
                  <a:pt x="674500" y="44774"/>
                </a:lnTo>
                <a:lnTo>
                  <a:pt x="674131" y="43991"/>
                </a:lnTo>
                <a:lnTo>
                  <a:pt x="673743" y="43226"/>
                </a:lnTo>
                <a:lnTo>
                  <a:pt x="673336" y="42479"/>
                </a:lnTo>
                <a:lnTo>
                  <a:pt x="672908" y="41751"/>
                </a:lnTo>
                <a:lnTo>
                  <a:pt x="672462" y="41040"/>
                </a:lnTo>
                <a:lnTo>
                  <a:pt x="671996" y="40348"/>
                </a:lnTo>
                <a:lnTo>
                  <a:pt x="671510" y="39674"/>
                </a:lnTo>
                <a:lnTo>
                  <a:pt x="671005" y="39018"/>
                </a:lnTo>
                <a:lnTo>
                  <a:pt x="670481" y="38380"/>
                </a:lnTo>
                <a:lnTo>
                  <a:pt x="669937" y="37761"/>
                </a:lnTo>
                <a:lnTo>
                  <a:pt x="669373" y="37160"/>
                </a:lnTo>
                <a:lnTo>
                  <a:pt x="668790" y="36576"/>
                </a:lnTo>
                <a:lnTo>
                  <a:pt x="668188" y="36012"/>
                </a:lnTo>
                <a:lnTo>
                  <a:pt x="667566" y="35465"/>
                </a:lnTo>
                <a:lnTo>
                  <a:pt x="666924" y="34936"/>
                </a:lnTo>
                <a:lnTo>
                  <a:pt x="666265" y="34427"/>
                </a:lnTo>
                <a:lnTo>
                  <a:pt x="665591" y="33940"/>
                </a:lnTo>
                <a:lnTo>
                  <a:pt x="664901" y="33475"/>
                </a:lnTo>
                <a:lnTo>
                  <a:pt x="664195" y="33031"/>
                </a:lnTo>
                <a:lnTo>
                  <a:pt x="663474" y="32609"/>
                </a:lnTo>
                <a:lnTo>
                  <a:pt x="662737" y="32208"/>
                </a:lnTo>
                <a:lnTo>
                  <a:pt x="661985" y="31829"/>
                </a:lnTo>
                <a:lnTo>
                  <a:pt x="661217" y="31472"/>
                </a:lnTo>
                <a:lnTo>
                  <a:pt x="660434" y="31136"/>
                </a:lnTo>
                <a:lnTo>
                  <a:pt x="659635" y="30822"/>
                </a:lnTo>
                <a:lnTo>
                  <a:pt x="658821" y="30530"/>
                </a:lnTo>
                <a:lnTo>
                  <a:pt x="657991" y="30259"/>
                </a:lnTo>
                <a:lnTo>
                  <a:pt x="657145" y="30010"/>
                </a:lnTo>
                <a:lnTo>
                  <a:pt x="656284" y="29783"/>
                </a:lnTo>
                <a:lnTo>
                  <a:pt x="655408" y="29577"/>
                </a:lnTo>
                <a:lnTo>
                  <a:pt x="654516" y="29393"/>
                </a:lnTo>
                <a:lnTo>
                  <a:pt x="653608" y="29231"/>
                </a:lnTo>
                <a:lnTo>
                  <a:pt x="652685" y="29090"/>
                </a:lnTo>
                <a:lnTo>
                  <a:pt x="651746" y="28971"/>
                </a:lnTo>
                <a:lnTo>
                  <a:pt x="650792" y="28873"/>
                </a:lnTo>
                <a:lnTo>
                  <a:pt x="649822" y="28798"/>
                </a:lnTo>
                <a:lnTo>
                  <a:pt x="648837" y="28743"/>
                </a:lnTo>
                <a:lnTo>
                  <a:pt x="647836" y="28711"/>
                </a:lnTo>
                <a:lnTo>
                  <a:pt x="646820" y="28700"/>
                </a:lnTo>
                <a:lnTo>
                  <a:pt x="646011" y="28708"/>
                </a:lnTo>
                <a:lnTo>
                  <a:pt x="645208" y="28732"/>
                </a:lnTo>
                <a:lnTo>
                  <a:pt x="644409" y="28772"/>
                </a:lnTo>
                <a:lnTo>
                  <a:pt x="643616" y="28827"/>
                </a:lnTo>
                <a:lnTo>
                  <a:pt x="642828" y="28899"/>
                </a:lnTo>
                <a:lnTo>
                  <a:pt x="642045" y="28987"/>
                </a:lnTo>
                <a:lnTo>
                  <a:pt x="641266" y="29090"/>
                </a:lnTo>
                <a:lnTo>
                  <a:pt x="640493" y="29209"/>
                </a:lnTo>
                <a:lnTo>
                  <a:pt x="639725" y="29345"/>
                </a:lnTo>
                <a:lnTo>
                  <a:pt x="638962" y="29496"/>
                </a:lnTo>
                <a:lnTo>
                  <a:pt x="638204" y="29663"/>
                </a:lnTo>
                <a:lnTo>
                  <a:pt x="637451" y="29846"/>
                </a:lnTo>
                <a:lnTo>
                  <a:pt x="636704" y="30045"/>
                </a:lnTo>
                <a:lnTo>
                  <a:pt x="635961" y="30259"/>
                </a:lnTo>
                <a:lnTo>
                  <a:pt x="635223" y="30490"/>
                </a:lnTo>
                <a:lnTo>
                  <a:pt x="634490" y="30737"/>
                </a:lnTo>
                <a:lnTo>
                  <a:pt x="633763" y="30999"/>
                </a:lnTo>
                <a:lnTo>
                  <a:pt x="633040" y="31278"/>
                </a:lnTo>
                <a:lnTo>
                  <a:pt x="632323" y="31572"/>
                </a:lnTo>
                <a:lnTo>
                  <a:pt x="631610" y="31882"/>
                </a:lnTo>
                <a:lnTo>
                  <a:pt x="630903" y="32208"/>
                </a:lnTo>
                <a:lnTo>
                  <a:pt x="630201" y="32550"/>
                </a:lnTo>
                <a:lnTo>
                  <a:pt x="629503" y="32908"/>
                </a:lnTo>
                <a:lnTo>
                  <a:pt x="628811" y="33282"/>
                </a:lnTo>
                <a:lnTo>
                  <a:pt x="628129" y="33672"/>
                </a:lnTo>
                <a:lnTo>
                  <a:pt x="627461" y="34078"/>
                </a:lnTo>
                <a:lnTo>
                  <a:pt x="626808" y="34499"/>
                </a:lnTo>
                <a:lnTo>
                  <a:pt x="626170" y="34937"/>
                </a:lnTo>
                <a:lnTo>
                  <a:pt x="625546" y="35390"/>
                </a:lnTo>
                <a:lnTo>
                  <a:pt x="624937" y="35860"/>
                </a:lnTo>
                <a:lnTo>
                  <a:pt x="624343" y="36345"/>
                </a:lnTo>
                <a:lnTo>
                  <a:pt x="623763" y="36846"/>
                </a:lnTo>
                <a:lnTo>
                  <a:pt x="623198" y="37363"/>
                </a:lnTo>
                <a:lnTo>
                  <a:pt x="622648" y="37896"/>
                </a:lnTo>
                <a:lnTo>
                  <a:pt x="622113" y="38445"/>
                </a:lnTo>
                <a:lnTo>
                  <a:pt x="621592" y="39010"/>
                </a:lnTo>
                <a:lnTo>
                  <a:pt x="621085" y="39591"/>
                </a:lnTo>
                <a:lnTo>
                  <a:pt x="620594" y="40187"/>
                </a:lnTo>
                <a:lnTo>
                  <a:pt x="620117" y="40800"/>
                </a:lnTo>
                <a:lnTo>
                  <a:pt x="619655" y="41428"/>
                </a:lnTo>
                <a:lnTo>
                  <a:pt x="619207" y="42073"/>
                </a:lnTo>
                <a:lnTo>
                  <a:pt x="618775" y="42733"/>
                </a:lnTo>
                <a:lnTo>
                  <a:pt x="618356" y="43409"/>
                </a:lnTo>
                <a:lnTo>
                  <a:pt x="617953" y="44101"/>
                </a:lnTo>
                <a:lnTo>
                  <a:pt x="617564" y="44809"/>
                </a:lnTo>
                <a:lnTo>
                  <a:pt x="617190" y="45533"/>
                </a:lnTo>
                <a:lnTo>
                  <a:pt x="616830" y="46273"/>
                </a:lnTo>
                <a:lnTo>
                  <a:pt x="616486" y="47029"/>
                </a:lnTo>
                <a:lnTo>
                  <a:pt x="616155" y="47798"/>
                </a:lnTo>
                <a:lnTo>
                  <a:pt x="615839" y="48577"/>
                </a:lnTo>
                <a:lnTo>
                  <a:pt x="615537" y="49367"/>
                </a:lnTo>
                <a:lnTo>
                  <a:pt x="615248" y="50168"/>
                </a:lnTo>
                <a:lnTo>
                  <a:pt x="614974" y="50980"/>
                </a:lnTo>
                <a:lnTo>
                  <a:pt x="614714" y="51802"/>
                </a:lnTo>
                <a:lnTo>
                  <a:pt x="614468" y="52634"/>
                </a:lnTo>
                <a:lnTo>
                  <a:pt x="614236" y="53477"/>
                </a:lnTo>
                <a:lnTo>
                  <a:pt x="614018" y="54331"/>
                </a:lnTo>
                <a:lnTo>
                  <a:pt x="613814" y="55196"/>
                </a:lnTo>
                <a:lnTo>
                  <a:pt x="613624" y="56071"/>
                </a:lnTo>
                <a:lnTo>
                  <a:pt x="613449" y="56956"/>
                </a:lnTo>
                <a:lnTo>
                  <a:pt x="613287" y="57853"/>
                </a:lnTo>
                <a:lnTo>
                  <a:pt x="613139" y="58760"/>
                </a:lnTo>
                <a:lnTo>
                  <a:pt x="613006" y="59677"/>
                </a:lnTo>
                <a:lnTo>
                  <a:pt x="612886" y="60605"/>
                </a:lnTo>
                <a:lnTo>
                  <a:pt x="612781" y="61544"/>
                </a:lnTo>
                <a:lnTo>
                  <a:pt x="612689" y="62493"/>
                </a:lnTo>
                <a:lnTo>
                  <a:pt x="612612" y="63453"/>
                </a:lnTo>
                <a:lnTo>
                  <a:pt x="612549" y="64423"/>
                </a:lnTo>
                <a:lnTo>
                  <a:pt x="612500" y="65405"/>
                </a:lnTo>
                <a:lnTo>
                  <a:pt x="612465" y="66396"/>
                </a:lnTo>
                <a:lnTo>
                  <a:pt x="612443" y="67399"/>
                </a:lnTo>
                <a:lnTo>
                  <a:pt x="612436" y="68412"/>
                </a:lnTo>
                <a:lnTo>
                  <a:pt x="612453" y="69971"/>
                </a:lnTo>
                <a:lnTo>
                  <a:pt x="612502" y="71500"/>
                </a:lnTo>
                <a:lnTo>
                  <a:pt x="612583" y="72999"/>
                </a:lnTo>
                <a:lnTo>
                  <a:pt x="612698" y="74467"/>
                </a:lnTo>
                <a:lnTo>
                  <a:pt x="612845" y="75904"/>
                </a:lnTo>
                <a:lnTo>
                  <a:pt x="613025" y="77312"/>
                </a:lnTo>
                <a:lnTo>
                  <a:pt x="613237" y="78688"/>
                </a:lnTo>
                <a:lnTo>
                  <a:pt x="613482" y="80035"/>
                </a:lnTo>
                <a:lnTo>
                  <a:pt x="613760" y="81350"/>
                </a:lnTo>
                <a:lnTo>
                  <a:pt x="614071" y="82636"/>
                </a:lnTo>
                <a:lnTo>
                  <a:pt x="614414" y="83891"/>
                </a:lnTo>
                <a:lnTo>
                  <a:pt x="614790" y="85115"/>
                </a:lnTo>
                <a:lnTo>
                  <a:pt x="615198" y="86309"/>
                </a:lnTo>
                <a:lnTo>
                  <a:pt x="615639" y="87472"/>
                </a:lnTo>
                <a:lnTo>
                  <a:pt x="616113" y="88605"/>
                </a:lnTo>
                <a:lnTo>
                  <a:pt x="616620" y="89708"/>
                </a:lnTo>
                <a:lnTo>
                  <a:pt x="617159" y="90780"/>
                </a:lnTo>
                <a:lnTo>
                  <a:pt x="617731" y="91822"/>
                </a:lnTo>
                <a:lnTo>
                  <a:pt x="618336" y="92833"/>
                </a:lnTo>
                <a:lnTo>
                  <a:pt x="618973" y="93813"/>
                </a:lnTo>
                <a:lnTo>
                  <a:pt x="619643" y="94764"/>
                </a:lnTo>
                <a:lnTo>
                  <a:pt x="620346" y="95683"/>
                </a:lnTo>
                <a:lnTo>
                  <a:pt x="621081" y="96573"/>
                </a:lnTo>
                <a:lnTo>
                  <a:pt x="621849" y="97431"/>
                </a:lnTo>
                <a:lnTo>
                  <a:pt x="622644" y="98258"/>
                </a:lnTo>
                <a:lnTo>
                  <a:pt x="623460" y="99048"/>
                </a:lnTo>
                <a:lnTo>
                  <a:pt x="624297" y="99804"/>
                </a:lnTo>
                <a:lnTo>
                  <a:pt x="625156" y="100525"/>
                </a:lnTo>
                <a:lnTo>
                  <a:pt x="626035" y="101210"/>
                </a:lnTo>
                <a:lnTo>
                  <a:pt x="626935" y="101860"/>
                </a:lnTo>
                <a:lnTo>
                  <a:pt x="627857" y="102476"/>
                </a:lnTo>
                <a:lnTo>
                  <a:pt x="628799" y="103055"/>
                </a:lnTo>
                <a:lnTo>
                  <a:pt x="629763" y="103600"/>
                </a:lnTo>
                <a:lnTo>
                  <a:pt x="630748" y="104110"/>
                </a:lnTo>
                <a:lnTo>
                  <a:pt x="631754" y="104585"/>
                </a:lnTo>
                <a:lnTo>
                  <a:pt x="632781" y="105024"/>
                </a:lnTo>
                <a:lnTo>
                  <a:pt x="633829" y="105428"/>
                </a:lnTo>
                <a:lnTo>
                  <a:pt x="634898" y="105797"/>
                </a:lnTo>
                <a:lnTo>
                  <a:pt x="635988" y="106131"/>
                </a:lnTo>
                <a:lnTo>
                  <a:pt x="637099" y="106430"/>
                </a:lnTo>
                <a:lnTo>
                  <a:pt x="638232" y="106694"/>
                </a:lnTo>
                <a:lnTo>
                  <a:pt x="639385" y="106922"/>
                </a:lnTo>
                <a:lnTo>
                  <a:pt x="640560" y="107115"/>
                </a:lnTo>
                <a:lnTo>
                  <a:pt x="641755" y="107273"/>
                </a:lnTo>
                <a:lnTo>
                  <a:pt x="642972" y="107397"/>
                </a:lnTo>
                <a:lnTo>
                  <a:pt x="644210" y="107484"/>
                </a:lnTo>
                <a:lnTo>
                  <a:pt x="645469" y="107537"/>
                </a:lnTo>
                <a:lnTo>
                  <a:pt x="646749" y="107555"/>
                </a:lnTo>
                <a:lnTo>
                  <a:pt x="647772" y="107542"/>
                </a:lnTo>
                <a:lnTo>
                  <a:pt x="648782" y="107504"/>
                </a:lnTo>
                <a:lnTo>
                  <a:pt x="649779" y="107440"/>
                </a:lnTo>
                <a:lnTo>
                  <a:pt x="650762" y="107350"/>
                </a:lnTo>
                <a:lnTo>
                  <a:pt x="651731" y="107235"/>
                </a:lnTo>
                <a:lnTo>
                  <a:pt x="652687" y="107094"/>
                </a:lnTo>
                <a:lnTo>
                  <a:pt x="653630" y="106928"/>
                </a:lnTo>
                <a:lnTo>
                  <a:pt x="654559" y="106736"/>
                </a:lnTo>
                <a:lnTo>
                  <a:pt x="655475" y="106518"/>
                </a:lnTo>
                <a:lnTo>
                  <a:pt x="656377" y="106275"/>
                </a:lnTo>
                <a:lnTo>
                  <a:pt x="657266" y="106006"/>
                </a:lnTo>
                <a:lnTo>
                  <a:pt x="658142" y="105712"/>
                </a:lnTo>
                <a:lnTo>
                  <a:pt x="659004" y="105392"/>
                </a:lnTo>
                <a:lnTo>
                  <a:pt x="659852" y="105047"/>
                </a:lnTo>
                <a:lnTo>
                  <a:pt x="660688" y="104676"/>
                </a:lnTo>
                <a:lnTo>
                  <a:pt x="661509" y="104279"/>
                </a:lnTo>
                <a:lnTo>
                  <a:pt x="662318" y="103857"/>
                </a:lnTo>
                <a:lnTo>
                  <a:pt x="663112" y="103409"/>
                </a:lnTo>
                <a:lnTo>
                  <a:pt x="663894" y="102935"/>
                </a:lnTo>
                <a:lnTo>
                  <a:pt x="664662" y="102436"/>
                </a:lnTo>
                <a:lnTo>
                  <a:pt x="665416" y="101912"/>
                </a:lnTo>
                <a:lnTo>
                  <a:pt x="666157" y="101361"/>
                </a:lnTo>
                <a:lnTo>
                  <a:pt x="666885" y="100786"/>
                </a:lnTo>
                <a:lnTo>
                  <a:pt x="667599" y="100184"/>
                </a:lnTo>
                <a:lnTo>
                  <a:pt x="668295" y="99560"/>
                </a:lnTo>
                <a:lnTo>
                  <a:pt x="668969" y="98916"/>
                </a:lnTo>
                <a:lnTo>
                  <a:pt x="669621" y="98253"/>
                </a:lnTo>
                <a:lnTo>
                  <a:pt x="670250" y="97569"/>
                </a:lnTo>
                <a:lnTo>
                  <a:pt x="670857" y="96867"/>
                </a:lnTo>
                <a:lnTo>
                  <a:pt x="671442" y="96144"/>
                </a:lnTo>
                <a:lnTo>
                  <a:pt x="672004" y="95402"/>
                </a:lnTo>
                <a:lnTo>
                  <a:pt x="672544" y="94640"/>
                </a:lnTo>
                <a:lnTo>
                  <a:pt x="673062" y="93859"/>
                </a:lnTo>
                <a:lnTo>
                  <a:pt x="673557" y="93058"/>
                </a:lnTo>
                <a:lnTo>
                  <a:pt x="674030" y="92237"/>
                </a:lnTo>
                <a:lnTo>
                  <a:pt x="674481" y="91396"/>
                </a:lnTo>
                <a:lnTo>
                  <a:pt x="674909" y="90536"/>
                </a:lnTo>
                <a:lnTo>
                  <a:pt x="675316" y="89657"/>
                </a:lnTo>
                <a:lnTo>
                  <a:pt x="675699" y="88757"/>
                </a:lnTo>
                <a:lnTo>
                  <a:pt x="676061" y="87838"/>
                </a:lnTo>
                <a:lnTo>
                  <a:pt x="676400" y="86899"/>
                </a:lnTo>
                <a:lnTo>
                  <a:pt x="676717" y="85941"/>
                </a:lnTo>
                <a:lnTo>
                  <a:pt x="677011" y="84963"/>
                </a:lnTo>
                <a:lnTo>
                  <a:pt x="677283" y="83965"/>
                </a:lnTo>
                <a:lnTo>
                  <a:pt x="677533" y="82948"/>
                </a:lnTo>
                <a:lnTo>
                  <a:pt x="677760" y="81911"/>
                </a:lnTo>
                <a:lnTo>
                  <a:pt x="677966" y="80854"/>
                </a:lnTo>
                <a:lnTo>
                  <a:pt x="678148" y="79778"/>
                </a:lnTo>
                <a:lnTo>
                  <a:pt x="665574" y="78144"/>
                </a:lnTo>
                <a:lnTo>
                  <a:pt x="665455" y="78932"/>
                </a:lnTo>
                <a:lnTo>
                  <a:pt x="665324" y="79702"/>
                </a:lnTo>
                <a:lnTo>
                  <a:pt x="665179" y="80455"/>
                </a:lnTo>
                <a:lnTo>
                  <a:pt x="665022" y="81191"/>
                </a:lnTo>
                <a:close/>
                <a:moveTo>
                  <a:pt x="739706" y="84108"/>
                </a:moveTo>
                <a:lnTo>
                  <a:pt x="739431" y="84708"/>
                </a:lnTo>
                <a:lnTo>
                  <a:pt x="739149" y="85294"/>
                </a:lnTo>
                <a:lnTo>
                  <a:pt x="738860" y="85864"/>
                </a:lnTo>
                <a:lnTo>
                  <a:pt x="738564" y="86419"/>
                </a:lnTo>
                <a:lnTo>
                  <a:pt x="738260" y="86959"/>
                </a:lnTo>
                <a:lnTo>
                  <a:pt x="737949" y="87484"/>
                </a:lnTo>
                <a:lnTo>
                  <a:pt x="737632" y="87994"/>
                </a:lnTo>
                <a:lnTo>
                  <a:pt x="737307" y="88488"/>
                </a:lnTo>
                <a:lnTo>
                  <a:pt x="736974" y="88968"/>
                </a:lnTo>
                <a:lnTo>
                  <a:pt x="736635" y="89432"/>
                </a:lnTo>
                <a:lnTo>
                  <a:pt x="736289" y="89881"/>
                </a:lnTo>
                <a:lnTo>
                  <a:pt x="735935" y="90315"/>
                </a:lnTo>
                <a:lnTo>
                  <a:pt x="735574" y="90733"/>
                </a:lnTo>
                <a:lnTo>
                  <a:pt x="735206" y="91137"/>
                </a:lnTo>
                <a:lnTo>
                  <a:pt x="734831" y="91525"/>
                </a:lnTo>
                <a:lnTo>
                  <a:pt x="734449" y="91899"/>
                </a:lnTo>
                <a:lnTo>
                  <a:pt x="734060" y="92257"/>
                </a:lnTo>
                <a:lnTo>
                  <a:pt x="733663" y="92600"/>
                </a:lnTo>
                <a:lnTo>
                  <a:pt x="733260" y="92927"/>
                </a:lnTo>
                <a:lnTo>
                  <a:pt x="732849" y="93240"/>
                </a:lnTo>
                <a:lnTo>
                  <a:pt x="732431" y="93539"/>
                </a:lnTo>
                <a:lnTo>
                  <a:pt x="732006" y="93824"/>
                </a:lnTo>
                <a:lnTo>
                  <a:pt x="731573" y="94098"/>
                </a:lnTo>
                <a:lnTo>
                  <a:pt x="731134" y="94358"/>
                </a:lnTo>
                <a:lnTo>
                  <a:pt x="730687" y="94606"/>
                </a:lnTo>
                <a:lnTo>
                  <a:pt x="730234" y="94841"/>
                </a:lnTo>
                <a:lnTo>
                  <a:pt x="729773" y="95063"/>
                </a:lnTo>
                <a:lnTo>
                  <a:pt x="729305" y="95273"/>
                </a:lnTo>
                <a:lnTo>
                  <a:pt x="728830" y="95470"/>
                </a:lnTo>
                <a:lnTo>
                  <a:pt x="728347" y="95654"/>
                </a:lnTo>
                <a:lnTo>
                  <a:pt x="727858" y="95825"/>
                </a:lnTo>
                <a:lnTo>
                  <a:pt x="727361" y="95984"/>
                </a:lnTo>
                <a:lnTo>
                  <a:pt x="726857" y="96130"/>
                </a:lnTo>
                <a:lnTo>
                  <a:pt x="726346" y="96264"/>
                </a:lnTo>
                <a:lnTo>
                  <a:pt x="725828" y="96384"/>
                </a:lnTo>
                <a:lnTo>
                  <a:pt x="725303" y="96492"/>
                </a:lnTo>
                <a:lnTo>
                  <a:pt x="724770" y="96587"/>
                </a:lnTo>
                <a:lnTo>
                  <a:pt x="724231" y="96670"/>
                </a:lnTo>
                <a:lnTo>
                  <a:pt x="723684" y="96740"/>
                </a:lnTo>
                <a:lnTo>
                  <a:pt x="723130" y="96797"/>
                </a:lnTo>
                <a:lnTo>
                  <a:pt x="722569" y="96842"/>
                </a:lnTo>
                <a:lnTo>
                  <a:pt x="722001" y="96873"/>
                </a:lnTo>
                <a:lnTo>
                  <a:pt x="721426" y="96892"/>
                </a:lnTo>
                <a:lnTo>
                  <a:pt x="720843" y="96899"/>
                </a:lnTo>
                <a:lnTo>
                  <a:pt x="720061" y="96887"/>
                </a:lnTo>
                <a:lnTo>
                  <a:pt x="719290" y="96853"/>
                </a:lnTo>
                <a:lnTo>
                  <a:pt x="718530" y="96796"/>
                </a:lnTo>
                <a:lnTo>
                  <a:pt x="717780" y="96716"/>
                </a:lnTo>
                <a:lnTo>
                  <a:pt x="717042" y="96613"/>
                </a:lnTo>
                <a:lnTo>
                  <a:pt x="716314" y="96487"/>
                </a:lnTo>
                <a:lnTo>
                  <a:pt x="715597" y="96338"/>
                </a:lnTo>
                <a:lnTo>
                  <a:pt x="714891" y="96167"/>
                </a:lnTo>
                <a:lnTo>
                  <a:pt x="714196" y="95972"/>
                </a:lnTo>
                <a:lnTo>
                  <a:pt x="713512" y="95755"/>
                </a:lnTo>
                <a:lnTo>
                  <a:pt x="712839" y="95515"/>
                </a:lnTo>
                <a:lnTo>
                  <a:pt x="712176" y="95251"/>
                </a:lnTo>
                <a:lnTo>
                  <a:pt x="711524" y="94965"/>
                </a:lnTo>
                <a:lnTo>
                  <a:pt x="710884" y="94657"/>
                </a:lnTo>
                <a:lnTo>
                  <a:pt x="710254" y="94325"/>
                </a:lnTo>
                <a:lnTo>
                  <a:pt x="709634" y="93970"/>
                </a:lnTo>
                <a:lnTo>
                  <a:pt x="709026" y="93593"/>
                </a:lnTo>
                <a:lnTo>
                  <a:pt x="708429" y="93192"/>
                </a:lnTo>
                <a:lnTo>
                  <a:pt x="707842" y="92769"/>
                </a:lnTo>
                <a:lnTo>
                  <a:pt x="707266" y="92323"/>
                </a:lnTo>
                <a:lnTo>
                  <a:pt x="706702" y="91854"/>
                </a:lnTo>
                <a:lnTo>
                  <a:pt x="706148" y="91362"/>
                </a:lnTo>
                <a:lnTo>
                  <a:pt x="705604" y="90847"/>
                </a:lnTo>
                <a:lnTo>
                  <a:pt x="705072" y="90310"/>
                </a:lnTo>
                <a:lnTo>
                  <a:pt x="704555" y="89751"/>
                </a:lnTo>
                <a:lnTo>
                  <a:pt x="704057" y="89171"/>
                </a:lnTo>
                <a:lnTo>
                  <a:pt x="703579" y="88572"/>
                </a:lnTo>
                <a:lnTo>
                  <a:pt x="703121" y="87952"/>
                </a:lnTo>
                <a:lnTo>
                  <a:pt x="702681" y="87312"/>
                </a:lnTo>
                <a:lnTo>
                  <a:pt x="702262" y="86652"/>
                </a:lnTo>
                <a:lnTo>
                  <a:pt x="701861" y="85972"/>
                </a:lnTo>
                <a:lnTo>
                  <a:pt x="701481" y="85272"/>
                </a:lnTo>
                <a:lnTo>
                  <a:pt x="701119" y="84551"/>
                </a:lnTo>
                <a:lnTo>
                  <a:pt x="700778" y="83811"/>
                </a:lnTo>
                <a:lnTo>
                  <a:pt x="700455" y="83050"/>
                </a:lnTo>
                <a:lnTo>
                  <a:pt x="700153" y="82269"/>
                </a:lnTo>
                <a:lnTo>
                  <a:pt x="699869" y="81468"/>
                </a:lnTo>
                <a:lnTo>
                  <a:pt x="699606" y="80646"/>
                </a:lnTo>
                <a:lnTo>
                  <a:pt x="699361" y="79805"/>
                </a:lnTo>
                <a:lnTo>
                  <a:pt x="699136" y="78943"/>
                </a:lnTo>
                <a:lnTo>
                  <a:pt x="698931" y="78061"/>
                </a:lnTo>
                <a:lnTo>
                  <a:pt x="698745" y="77160"/>
                </a:lnTo>
                <a:lnTo>
                  <a:pt x="698579" y="76237"/>
                </a:lnTo>
                <a:lnTo>
                  <a:pt x="698432" y="75295"/>
                </a:lnTo>
                <a:lnTo>
                  <a:pt x="698304" y="74333"/>
                </a:lnTo>
                <a:lnTo>
                  <a:pt x="698197" y="73350"/>
                </a:lnTo>
                <a:lnTo>
                  <a:pt x="698108" y="72347"/>
                </a:lnTo>
                <a:lnTo>
                  <a:pt x="698039" y="71324"/>
                </a:lnTo>
                <a:lnTo>
                  <a:pt x="754303" y="71324"/>
                </a:lnTo>
                <a:lnTo>
                  <a:pt x="754309" y="71137"/>
                </a:lnTo>
                <a:lnTo>
                  <a:pt x="754314" y="70954"/>
                </a:lnTo>
                <a:lnTo>
                  <a:pt x="754320" y="70775"/>
                </a:lnTo>
                <a:lnTo>
                  <a:pt x="754325" y="70599"/>
                </a:lnTo>
                <a:lnTo>
                  <a:pt x="754329" y="70428"/>
                </a:lnTo>
                <a:lnTo>
                  <a:pt x="754334" y="70261"/>
                </a:lnTo>
                <a:lnTo>
                  <a:pt x="754338" y="70097"/>
                </a:lnTo>
                <a:lnTo>
                  <a:pt x="754342" y="69938"/>
                </a:lnTo>
                <a:lnTo>
                  <a:pt x="754346" y="69782"/>
                </a:lnTo>
                <a:lnTo>
                  <a:pt x="754350" y="69630"/>
                </a:lnTo>
                <a:lnTo>
                  <a:pt x="754353" y="69483"/>
                </a:lnTo>
                <a:lnTo>
                  <a:pt x="754356" y="69339"/>
                </a:lnTo>
                <a:lnTo>
                  <a:pt x="754359" y="69199"/>
                </a:lnTo>
                <a:lnTo>
                  <a:pt x="754362" y="69063"/>
                </a:lnTo>
                <a:lnTo>
                  <a:pt x="754364" y="68931"/>
                </a:lnTo>
                <a:lnTo>
                  <a:pt x="754366" y="68803"/>
                </a:lnTo>
                <a:lnTo>
                  <a:pt x="754368" y="68679"/>
                </a:lnTo>
                <a:lnTo>
                  <a:pt x="754370" y="68559"/>
                </a:lnTo>
                <a:lnTo>
                  <a:pt x="754371" y="68443"/>
                </a:lnTo>
                <a:lnTo>
                  <a:pt x="754372" y="68331"/>
                </a:lnTo>
                <a:lnTo>
                  <a:pt x="754373" y="68222"/>
                </a:lnTo>
                <a:lnTo>
                  <a:pt x="754373" y="68118"/>
                </a:lnTo>
                <a:lnTo>
                  <a:pt x="754374" y="68017"/>
                </a:lnTo>
                <a:lnTo>
                  <a:pt x="754374" y="67921"/>
                </a:lnTo>
                <a:lnTo>
                  <a:pt x="754357" y="66381"/>
                </a:lnTo>
                <a:lnTo>
                  <a:pt x="754307" y="64870"/>
                </a:lnTo>
                <a:lnTo>
                  <a:pt x="754224" y="63389"/>
                </a:lnTo>
                <a:lnTo>
                  <a:pt x="754108" y="61936"/>
                </a:lnTo>
                <a:lnTo>
                  <a:pt x="753958" y="60512"/>
                </a:lnTo>
                <a:lnTo>
                  <a:pt x="753775" y="59118"/>
                </a:lnTo>
                <a:lnTo>
                  <a:pt x="753558" y="57752"/>
                </a:lnTo>
                <a:lnTo>
                  <a:pt x="753308" y="56416"/>
                </a:lnTo>
                <a:lnTo>
                  <a:pt x="753025" y="55109"/>
                </a:lnTo>
                <a:lnTo>
                  <a:pt x="752709" y="53830"/>
                </a:lnTo>
                <a:lnTo>
                  <a:pt x="752359" y="52581"/>
                </a:lnTo>
                <a:lnTo>
                  <a:pt x="751976" y="51361"/>
                </a:lnTo>
                <a:lnTo>
                  <a:pt x="751560" y="50170"/>
                </a:lnTo>
                <a:lnTo>
                  <a:pt x="751111" y="49008"/>
                </a:lnTo>
                <a:lnTo>
                  <a:pt x="750628" y="47875"/>
                </a:lnTo>
                <a:lnTo>
                  <a:pt x="750112" y="46771"/>
                </a:lnTo>
                <a:lnTo>
                  <a:pt x="749562" y="45696"/>
                </a:lnTo>
                <a:lnTo>
                  <a:pt x="748979" y="44650"/>
                </a:lnTo>
                <a:lnTo>
                  <a:pt x="748363" y="43633"/>
                </a:lnTo>
                <a:lnTo>
                  <a:pt x="747714" y="42646"/>
                </a:lnTo>
                <a:lnTo>
                  <a:pt x="747031" y="41687"/>
                </a:lnTo>
                <a:lnTo>
                  <a:pt x="746315" y="40757"/>
                </a:lnTo>
                <a:lnTo>
                  <a:pt x="745566" y="39857"/>
                </a:lnTo>
                <a:lnTo>
                  <a:pt x="744784" y="38985"/>
                </a:lnTo>
                <a:lnTo>
                  <a:pt x="743975" y="38146"/>
                </a:lnTo>
                <a:lnTo>
                  <a:pt x="743147" y="37343"/>
                </a:lnTo>
                <a:lnTo>
                  <a:pt x="742299" y="36575"/>
                </a:lnTo>
                <a:lnTo>
                  <a:pt x="741433" y="35843"/>
                </a:lnTo>
                <a:lnTo>
                  <a:pt x="740547" y="35146"/>
                </a:lnTo>
                <a:lnTo>
                  <a:pt x="739642" y="34486"/>
                </a:lnTo>
                <a:lnTo>
                  <a:pt x="738718" y="33861"/>
                </a:lnTo>
                <a:lnTo>
                  <a:pt x="737774" y="33271"/>
                </a:lnTo>
                <a:lnTo>
                  <a:pt x="736812" y="32718"/>
                </a:lnTo>
                <a:lnTo>
                  <a:pt x="735830" y="32200"/>
                </a:lnTo>
                <a:lnTo>
                  <a:pt x="734828" y="31718"/>
                </a:lnTo>
                <a:lnTo>
                  <a:pt x="733808" y="31272"/>
                </a:lnTo>
                <a:lnTo>
                  <a:pt x="732768" y="30861"/>
                </a:lnTo>
                <a:lnTo>
                  <a:pt x="731709" y="30486"/>
                </a:lnTo>
                <a:lnTo>
                  <a:pt x="730631" y="30147"/>
                </a:lnTo>
                <a:lnTo>
                  <a:pt x="729534" y="29843"/>
                </a:lnTo>
                <a:lnTo>
                  <a:pt x="728417" y="29575"/>
                </a:lnTo>
                <a:lnTo>
                  <a:pt x="727281" y="29343"/>
                </a:lnTo>
                <a:lnTo>
                  <a:pt x="726126" y="29147"/>
                </a:lnTo>
                <a:lnTo>
                  <a:pt x="724952" y="28986"/>
                </a:lnTo>
                <a:lnTo>
                  <a:pt x="723758" y="28861"/>
                </a:lnTo>
                <a:lnTo>
                  <a:pt x="722545" y="28772"/>
                </a:lnTo>
                <a:lnTo>
                  <a:pt x="721313" y="28718"/>
                </a:lnTo>
                <a:lnTo>
                  <a:pt x="720062" y="28700"/>
                </a:lnTo>
                <a:lnTo>
                  <a:pt x="718769" y="28718"/>
                </a:lnTo>
                <a:lnTo>
                  <a:pt x="717497" y="28773"/>
                </a:lnTo>
                <a:lnTo>
                  <a:pt x="716245" y="28864"/>
                </a:lnTo>
                <a:lnTo>
                  <a:pt x="715014" y="28992"/>
                </a:lnTo>
                <a:lnTo>
                  <a:pt x="713802" y="29157"/>
                </a:lnTo>
                <a:lnTo>
                  <a:pt x="712611" y="29357"/>
                </a:lnTo>
                <a:lnTo>
                  <a:pt x="711440" y="29595"/>
                </a:lnTo>
                <a:lnTo>
                  <a:pt x="710290" y="29868"/>
                </a:lnTo>
                <a:lnTo>
                  <a:pt x="709159" y="30179"/>
                </a:lnTo>
                <a:lnTo>
                  <a:pt x="708049" y="30526"/>
                </a:lnTo>
                <a:lnTo>
                  <a:pt x="706959" y="30909"/>
                </a:lnTo>
                <a:lnTo>
                  <a:pt x="705889" y="31329"/>
                </a:lnTo>
                <a:lnTo>
                  <a:pt x="704840" y="31785"/>
                </a:lnTo>
                <a:lnTo>
                  <a:pt x="703810" y="32278"/>
                </a:lnTo>
                <a:lnTo>
                  <a:pt x="702801" y="32807"/>
                </a:lnTo>
                <a:lnTo>
                  <a:pt x="701812" y="33373"/>
                </a:lnTo>
                <a:lnTo>
                  <a:pt x="700844" y="33975"/>
                </a:lnTo>
                <a:lnTo>
                  <a:pt x="699895" y="34614"/>
                </a:lnTo>
                <a:lnTo>
                  <a:pt x="698967" y="35290"/>
                </a:lnTo>
                <a:lnTo>
                  <a:pt x="698059" y="36002"/>
                </a:lnTo>
                <a:lnTo>
                  <a:pt x="697171" y="36750"/>
                </a:lnTo>
                <a:lnTo>
                  <a:pt x="696304" y="37535"/>
                </a:lnTo>
                <a:lnTo>
                  <a:pt x="695456" y="38356"/>
                </a:lnTo>
                <a:lnTo>
                  <a:pt x="694629" y="39214"/>
                </a:lnTo>
                <a:lnTo>
                  <a:pt x="693829" y="40105"/>
                </a:lnTo>
                <a:lnTo>
                  <a:pt x="693063" y="41026"/>
                </a:lnTo>
                <a:lnTo>
                  <a:pt x="692332" y="41976"/>
                </a:lnTo>
                <a:lnTo>
                  <a:pt x="691634" y="42956"/>
                </a:lnTo>
                <a:lnTo>
                  <a:pt x="690970" y="43965"/>
                </a:lnTo>
                <a:lnTo>
                  <a:pt x="690340" y="45004"/>
                </a:lnTo>
                <a:lnTo>
                  <a:pt x="689745" y="46072"/>
                </a:lnTo>
                <a:lnTo>
                  <a:pt x="689183" y="47171"/>
                </a:lnTo>
                <a:lnTo>
                  <a:pt x="688655" y="48298"/>
                </a:lnTo>
                <a:lnTo>
                  <a:pt x="688162" y="49456"/>
                </a:lnTo>
                <a:lnTo>
                  <a:pt x="687702" y="50643"/>
                </a:lnTo>
                <a:lnTo>
                  <a:pt x="687277" y="51859"/>
                </a:lnTo>
                <a:lnTo>
                  <a:pt x="686885" y="53105"/>
                </a:lnTo>
                <a:lnTo>
                  <a:pt x="686528" y="54381"/>
                </a:lnTo>
                <a:lnTo>
                  <a:pt x="686204" y="55687"/>
                </a:lnTo>
                <a:lnTo>
                  <a:pt x="685915" y="57022"/>
                </a:lnTo>
                <a:lnTo>
                  <a:pt x="685660" y="58386"/>
                </a:lnTo>
                <a:lnTo>
                  <a:pt x="685438" y="59780"/>
                </a:lnTo>
                <a:lnTo>
                  <a:pt x="685251" y="61204"/>
                </a:lnTo>
                <a:lnTo>
                  <a:pt x="685098" y="62657"/>
                </a:lnTo>
                <a:lnTo>
                  <a:pt x="684979" y="64140"/>
                </a:lnTo>
                <a:lnTo>
                  <a:pt x="684894" y="65653"/>
                </a:lnTo>
                <a:lnTo>
                  <a:pt x="684843" y="67195"/>
                </a:lnTo>
                <a:lnTo>
                  <a:pt x="684826" y="68767"/>
                </a:lnTo>
                <a:lnTo>
                  <a:pt x="684843" y="70286"/>
                </a:lnTo>
                <a:lnTo>
                  <a:pt x="684893" y="71776"/>
                </a:lnTo>
                <a:lnTo>
                  <a:pt x="684977" y="73238"/>
                </a:lnTo>
                <a:lnTo>
                  <a:pt x="685095" y="74672"/>
                </a:lnTo>
                <a:lnTo>
                  <a:pt x="685247" y="76077"/>
                </a:lnTo>
                <a:lnTo>
                  <a:pt x="685432" y="77454"/>
                </a:lnTo>
                <a:lnTo>
                  <a:pt x="685651" y="78802"/>
                </a:lnTo>
                <a:lnTo>
                  <a:pt x="685903" y="80121"/>
                </a:lnTo>
                <a:lnTo>
                  <a:pt x="686189" y="81412"/>
                </a:lnTo>
                <a:lnTo>
                  <a:pt x="686509" y="82675"/>
                </a:lnTo>
                <a:lnTo>
                  <a:pt x="686863" y="83909"/>
                </a:lnTo>
                <a:lnTo>
                  <a:pt x="687250" y="85115"/>
                </a:lnTo>
                <a:lnTo>
                  <a:pt x="687671" y="86292"/>
                </a:lnTo>
                <a:lnTo>
                  <a:pt x="688125" y="87441"/>
                </a:lnTo>
                <a:lnTo>
                  <a:pt x="688614" y="88561"/>
                </a:lnTo>
                <a:lnTo>
                  <a:pt x="689135" y="89653"/>
                </a:lnTo>
                <a:lnTo>
                  <a:pt x="689691" y="90716"/>
                </a:lnTo>
                <a:lnTo>
                  <a:pt x="690280" y="91750"/>
                </a:lnTo>
                <a:lnTo>
                  <a:pt x="690903" y="92757"/>
                </a:lnTo>
                <a:lnTo>
                  <a:pt x="691560" y="93734"/>
                </a:lnTo>
                <a:lnTo>
                  <a:pt x="692250" y="94684"/>
                </a:lnTo>
                <a:lnTo>
                  <a:pt x="692974" y="95604"/>
                </a:lnTo>
                <a:lnTo>
                  <a:pt x="693731" y="96497"/>
                </a:lnTo>
                <a:lnTo>
                  <a:pt x="694523" y="97360"/>
                </a:lnTo>
                <a:lnTo>
                  <a:pt x="695343" y="98192"/>
                </a:lnTo>
                <a:lnTo>
                  <a:pt x="696186" y="98989"/>
                </a:lnTo>
                <a:lnTo>
                  <a:pt x="697054" y="99750"/>
                </a:lnTo>
                <a:lnTo>
                  <a:pt x="697945" y="100475"/>
                </a:lnTo>
                <a:lnTo>
                  <a:pt x="698861" y="101166"/>
                </a:lnTo>
                <a:lnTo>
                  <a:pt x="699800" y="101820"/>
                </a:lnTo>
                <a:lnTo>
                  <a:pt x="700762" y="102440"/>
                </a:lnTo>
                <a:lnTo>
                  <a:pt x="701749" y="103024"/>
                </a:lnTo>
                <a:lnTo>
                  <a:pt x="702759" y="103573"/>
                </a:lnTo>
                <a:lnTo>
                  <a:pt x="703794" y="104086"/>
                </a:lnTo>
                <a:lnTo>
                  <a:pt x="704852" y="104564"/>
                </a:lnTo>
                <a:lnTo>
                  <a:pt x="705934" y="105006"/>
                </a:lnTo>
                <a:lnTo>
                  <a:pt x="707039" y="105413"/>
                </a:lnTo>
                <a:lnTo>
                  <a:pt x="708169" y="105785"/>
                </a:lnTo>
                <a:lnTo>
                  <a:pt x="709322" y="106121"/>
                </a:lnTo>
                <a:lnTo>
                  <a:pt x="710499" y="106422"/>
                </a:lnTo>
                <a:lnTo>
                  <a:pt x="711700" y="106687"/>
                </a:lnTo>
                <a:lnTo>
                  <a:pt x="712924" y="106918"/>
                </a:lnTo>
                <a:lnTo>
                  <a:pt x="714173" y="107112"/>
                </a:lnTo>
                <a:lnTo>
                  <a:pt x="715445" y="107272"/>
                </a:lnTo>
                <a:lnTo>
                  <a:pt x="716741" y="107395"/>
                </a:lnTo>
                <a:lnTo>
                  <a:pt x="718061" y="107484"/>
                </a:lnTo>
                <a:lnTo>
                  <a:pt x="719405" y="107537"/>
                </a:lnTo>
                <a:lnTo>
                  <a:pt x="720772" y="107555"/>
                </a:lnTo>
                <a:lnTo>
                  <a:pt x="721859" y="107544"/>
                </a:lnTo>
                <a:lnTo>
                  <a:pt x="722930" y="107510"/>
                </a:lnTo>
                <a:lnTo>
                  <a:pt x="723984" y="107455"/>
                </a:lnTo>
                <a:lnTo>
                  <a:pt x="725023" y="107377"/>
                </a:lnTo>
                <a:lnTo>
                  <a:pt x="726045" y="107277"/>
                </a:lnTo>
                <a:lnTo>
                  <a:pt x="727050" y="107155"/>
                </a:lnTo>
                <a:lnTo>
                  <a:pt x="728040" y="107011"/>
                </a:lnTo>
                <a:lnTo>
                  <a:pt x="729013" y="106844"/>
                </a:lnTo>
                <a:lnTo>
                  <a:pt x="729969" y="106656"/>
                </a:lnTo>
                <a:lnTo>
                  <a:pt x="730910" y="106445"/>
                </a:lnTo>
                <a:lnTo>
                  <a:pt x="731834" y="106212"/>
                </a:lnTo>
                <a:lnTo>
                  <a:pt x="732742" y="105956"/>
                </a:lnTo>
                <a:lnTo>
                  <a:pt x="733634" y="105679"/>
                </a:lnTo>
                <a:lnTo>
                  <a:pt x="734509" y="105379"/>
                </a:lnTo>
                <a:lnTo>
                  <a:pt x="735369" y="105057"/>
                </a:lnTo>
                <a:lnTo>
                  <a:pt x="736211" y="104713"/>
                </a:lnTo>
                <a:lnTo>
                  <a:pt x="737038" y="104347"/>
                </a:lnTo>
                <a:lnTo>
                  <a:pt x="737848" y="103958"/>
                </a:lnTo>
                <a:lnTo>
                  <a:pt x="738642" y="103548"/>
                </a:lnTo>
                <a:lnTo>
                  <a:pt x="739420" y="103115"/>
                </a:lnTo>
                <a:lnTo>
                  <a:pt x="740181" y="102660"/>
                </a:lnTo>
                <a:lnTo>
                  <a:pt x="740927" y="102182"/>
                </a:lnTo>
                <a:lnTo>
                  <a:pt x="741656" y="101683"/>
                </a:lnTo>
                <a:lnTo>
                  <a:pt x="742368" y="101161"/>
                </a:lnTo>
                <a:lnTo>
                  <a:pt x="743063" y="100619"/>
                </a:lnTo>
                <a:lnTo>
                  <a:pt x="743740" y="100059"/>
                </a:lnTo>
                <a:lnTo>
                  <a:pt x="744398" y="99482"/>
                </a:lnTo>
                <a:lnTo>
                  <a:pt x="745038" y="98886"/>
                </a:lnTo>
                <a:lnTo>
                  <a:pt x="745659" y="98272"/>
                </a:lnTo>
                <a:lnTo>
                  <a:pt x="746262" y="97640"/>
                </a:lnTo>
                <a:lnTo>
                  <a:pt x="746846" y="96990"/>
                </a:lnTo>
                <a:lnTo>
                  <a:pt x="747412" y="96322"/>
                </a:lnTo>
                <a:lnTo>
                  <a:pt x="747959" y="95637"/>
                </a:lnTo>
                <a:lnTo>
                  <a:pt x="748488" y="94933"/>
                </a:lnTo>
                <a:lnTo>
                  <a:pt x="748998" y="94211"/>
                </a:lnTo>
                <a:lnTo>
                  <a:pt x="749490" y="93471"/>
                </a:lnTo>
                <a:lnTo>
                  <a:pt x="749963" y="92713"/>
                </a:lnTo>
                <a:lnTo>
                  <a:pt x="750418" y="91937"/>
                </a:lnTo>
                <a:lnTo>
                  <a:pt x="750854" y="91143"/>
                </a:lnTo>
                <a:lnTo>
                  <a:pt x="751272" y="90331"/>
                </a:lnTo>
                <a:lnTo>
                  <a:pt x="751671" y="89502"/>
                </a:lnTo>
                <a:lnTo>
                  <a:pt x="752052" y="88654"/>
                </a:lnTo>
                <a:lnTo>
                  <a:pt x="752414" y="87788"/>
                </a:lnTo>
                <a:lnTo>
                  <a:pt x="752758" y="86904"/>
                </a:lnTo>
                <a:lnTo>
                  <a:pt x="753083" y="86002"/>
                </a:lnTo>
                <a:lnTo>
                  <a:pt x="753390" y="85082"/>
                </a:lnTo>
                <a:lnTo>
                  <a:pt x="753678" y="84144"/>
                </a:lnTo>
                <a:lnTo>
                  <a:pt x="753948" y="83188"/>
                </a:lnTo>
                <a:lnTo>
                  <a:pt x="740734" y="81554"/>
                </a:lnTo>
                <a:lnTo>
                  <a:pt x="740488" y="82215"/>
                </a:lnTo>
                <a:lnTo>
                  <a:pt x="740235" y="82861"/>
                </a:lnTo>
                <a:lnTo>
                  <a:pt x="739974" y="83492"/>
                </a:lnTo>
                <a:lnTo>
                  <a:pt x="739706" y="84108"/>
                </a:lnTo>
                <a:close/>
                <a:moveTo>
                  <a:pt x="699112" y="57539"/>
                </a:moveTo>
                <a:lnTo>
                  <a:pt x="699249" y="56791"/>
                </a:lnTo>
                <a:lnTo>
                  <a:pt x="699404" y="56057"/>
                </a:lnTo>
                <a:lnTo>
                  <a:pt x="699579" y="55336"/>
                </a:lnTo>
                <a:lnTo>
                  <a:pt x="699772" y="54628"/>
                </a:lnTo>
                <a:lnTo>
                  <a:pt x="699983" y="53934"/>
                </a:lnTo>
                <a:lnTo>
                  <a:pt x="700214" y="53254"/>
                </a:lnTo>
                <a:lnTo>
                  <a:pt x="700462" y="52587"/>
                </a:lnTo>
                <a:lnTo>
                  <a:pt x="700730" y="51934"/>
                </a:lnTo>
                <a:lnTo>
                  <a:pt x="701016" y="51295"/>
                </a:lnTo>
                <a:lnTo>
                  <a:pt x="701321" y="50669"/>
                </a:lnTo>
                <a:lnTo>
                  <a:pt x="701644" y="50056"/>
                </a:lnTo>
                <a:lnTo>
                  <a:pt x="701986" y="49458"/>
                </a:lnTo>
                <a:lnTo>
                  <a:pt x="702346" y="48873"/>
                </a:lnTo>
                <a:lnTo>
                  <a:pt x="702726" y="48301"/>
                </a:lnTo>
                <a:lnTo>
                  <a:pt x="703123" y="47743"/>
                </a:lnTo>
                <a:lnTo>
                  <a:pt x="703540" y="47199"/>
                </a:lnTo>
                <a:lnTo>
                  <a:pt x="703975" y="46668"/>
                </a:lnTo>
                <a:lnTo>
                  <a:pt x="704429" y="46151"/>
                </a:lnTo>
                <a:lnTo>
                  <a:pt x="704901" y="45647"/>
                </a:lnTo>
                <a:lnTo>
                  <a:pt x="705392" y="45157"/>
                </a:lnTo>
                <a:lnTo>
                  <a:pt x="705897" y="44684"/>
                </a:lnTo>
                <a:lnTo>
                  <a:pt x="706412" y="44231"/>
                </a:lnTo>
                <a:lnTo>
                  <a:pt x="706936" y="43797"/>
                </a:lnTo>
                <a:lnTo>
                  <a:pt x="707471" y="43385"/>
                </a:lnTo>
                <a:lnTo>
                  <a:pt x="708015" y="42992"/>
                </a:lnTo>
                <a:lnTo>
                  <a:pt x="708569" y="42619"/>
                </a:lnTo>
                <a:lnTo>
                  <a:pt x="709132" y="42267"/>
                </a:lnTo>
                <a:lnTo>
                  <a:pt x="709706" y="41934"/>
                </a:lnTo>
                <a:lnTo>
                  <a:pt x="710289" y="41622"/>
                </a:lnTo>
                <a:lnTo>
                  <a:pt x="710881" y="41330"/>
                </a:lnTo>
                <a:lnTo>
                  <a:pt x="711484" y="41058"/>
                </a:lnTo>
                <a:lnTo>
                  <a:pt x="712096" y="40806"/>
                </a:lnTo>
                <a:lnTo>
                  <a:pt x="712718" y="40575"/>
                </a:lnTo>
                <a:lnTo>
                  <a:pt x="713350" y="40363"/>
                </a:lnTo>
                <a:lnTo>
                  <a:pt x="713992" y="40172"/>
                </a:lnTo>
                <a:lnTo>
                  <a:pt x="714643" y="40001"/>
                </a:lnTo>
                <a:lnTo>
                  <a:pt x="715304" y="39850"/>
                </a:lnTo>
                <a:lnTo>
                  <a:pt x="715975" y="39719"/>
                </a:lnTo>
                <a:lnTo>
                  <a:pt x="716655" y="39608"/>
                </a:lnTo>
                <a:lnTo>
                  <a:pt x="717345" y="39517"/>
                </a:lnTo>
                <a:lnTo>
                  <a:pt x="718045" y="39447"/>
                </a:lnTo>
                <a:lnTo>
                  <a:pt x="718755" y="39396"/>
                </a:lnTo>
                <a:lnTo>
                  <a:pt x="719474" y="39366"/>
                </a:lnTo>
                <a:lnTo>
                  <a:pt x="720204" y="39356"/>
                </a:lnTo>
                <a:lnTo>
                  <a:pt x="721008" y="39369"/>
                </a:lnTo>
                <a:lnTo>
                  <a:pt x="721801" y="39407"/>
                </a:lnTo>
                <a:lnTo>
                  <a:pt x="722580" y="39470"/>
                </a:lnTo>
                <a:lnTo>
                  <a:pt x="723347" y="39558"/>
                </a:lnTo>
                <a:lnTo>
                  <a:pt x="724102" y="39672"/>
                </a:lnTo>
                <a:lnTo>
                  <a:pt x="724843" y="39810"/>
                </a:lnTo>
                <a:lnTo>
                  <a:pt x="725573" y="39974"/>
                </a:lnTo>
                <a:lnTo>
                  <a:pt x="726289" y="40164"/>
                </a:lnTo>
                <a:lnTo>
                  <a:pt x="726994" y="40378"/>
                </a:lnTo>
                <a:lnTo>
                  <a:pt x="727685" y="40618"/>
                </a:lnTo>
                <a:lnTo>
                  <a:pt x="728364" y="40883"/>
                </a:lnTo>
                <a:lnTo>
                  <a:pt x="729030" y="41173"/>
                </a:lnTo>
                <a:lnTo>
                  <a:pt x="729684" y="41488"/>
                </a:lnTo>
                <a:lnTo>
                  <a:pt x="730325" y="41829"/>
                </a:lnTo>
                <a:lnTo>
                  <a:pt x="730954" y="42195"/>
                </a:lnTo>
                <a:lnTo>
                  <a:pt x="731570" y="42586"/>
                </a:lnTo>
                <a:lnTo>
                  <a:pt x="732174" y="43002"/>
                </a:lnTo>
                <a:lnTo>
                  <a:pt x="732764" y="43443"/>
                </a:lnTo>
                <a:lnTo>
                  <a:pt x="733343" y="43910"/>
                </a:lnTo>
                <a:lnTo>
                  <a:pt x="733909" y="44402"/>
                </a:lnTo>
                <a:lnTo>
                  <a:pt x="734462" y="44919"/>
                </a:lnTo>
                <a:lnTo>
                  <a:pt x="735002" y="45462"/>
                </a:lnTo>
                <a:lnTo>
                  <a:pt x="735530" y="46029"/>
                </a:lnTo>
                <a:lnTo>
                  <a:pt x="736046" y="46622"/>
                </a:lnTo>
                <a:lnTo>
                  <a:pt x="736372" y="47021"/>
                </a:lnTo>
                <a:lnTo>
                  <a:pt x="736687" y="47435"/>
                </a:lnTo>
                <a:lnTo>
                  <a:pt x="736991" y="47866"/>
                </a:lnTo>
                <a:lnTo>
                  <a:pt x="737285" y="48313"/>
                </a:lnTo>
                <a:lnTo>
                  <a:pt x="737568" y="48776"/>
                </a:lnTo>
                <a:lnTo>
                  <a:pt x="737839" y="49256"/>
                </a:lnTo>
                <a:lnTo>
                  <a:pt x="738100" y="49752"/>
                </a:lnTo>
                <a:lnTo>
                  <a:pt x="738350" y="50264"/>
                </a:lnTo>
                <a:lnTo>
                  <a:pt x="738590" y="50792"/>
                </a:lnTo>
                <a:lnTo>
                  <a:pt x="738818" y="51337"/>
                </a:lnTo>
                <a:lnTo>
                  <a:pt x="739036" y="51898"/>
                </a:lnTo>
                <a:lnTo>
                  <a:pt x="739242" y="52475"/>
                </a:lnTo>
                <a:lnTo>
                  <a:pt x="739438" y="53068"/>
                </a:lnTo>
                <a:lnTo>
                  <a:pt x="739623" y="53678"/>
                </a:lnTo>
                <a:lnTo>
                  <a:pt x="739797" y="54304"/>
                </a:lnTo>
                <a:lnTo>
                  <a:pt x="739961" y="54946"/>
                </a:lnTo>
                <a:lnTo>
                  <a:pt x="740113" y="55604"/>
                </a:lnTo>
                <a:lnTo>
                  <a:pt x="740255" y="56279"/>
                </a:lnTo>
                <a:lnTo>
                  <a:pt x="740385" y="56970"/>
                </a:lnTo>
                <a:lnTo>
                  <a:pt x="740505" y="57677"/>
                </a:lnTo>
                <a:lnTo>
                  <a:pt x="740614" y="58400"/>
                </a:lnTo>
                <a:lnTo>
                  <a:pt x="740713" y="59140"/>
                </a:lnTo>
                <a:lnTo>
                  <a:pt x="740800" y="59896"/>
                </a:lnTo>
                <a:lnTo>
                  <a:pt x="740876" y="60668"/>
                </a:lnTo>
                <a:lnTo>
                  <a:pt x="698750" y="60668"/>
                </a:lnTo>
                <a:lnTo>
                  <a:pt x="698812" y="59866"/>
                </a:lnTo>
                <a:lnTo>
                  <a:pt x="698893" y="59077"/>
                </a:lnTo>
                <a:lnTo>
                  <a:pt x="698993" y="58301"/>
                </a:lnTo>
                <a:lnTo>
                  <a:pt x="699112" y="57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ImageCompressor">
            <a:extLst xmlns:a="http://schemas.openxmlformats.org/drawingml/2006/main">
              <a:ext uri="{FF2B5EF4-FFF2-40B4-BE49-F238E27FC236}">
                <a16:creationId xmlns:a16="http://schemas.microsoft.com/office/drawing/2014/main" id="{7EF5A135-6055-4277-803D-3C98D572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792" y="7132485"/>
            <a:ext cx="1185091" cy="136681"/>
          </a:xfrm>
          <a:custGeom xmlns:a="http://schemas.openxmlformats.org/drawingml/2006/main">
            <a:pathLst>
              <a:path w="1185091" h="136681">
                <a:moveTo>
                  <a:pt x="0" y="105992"/>
                </a:moveTo>
                <a:lnTo>
                  <a:pt x="0" y="1847"/>
                </a:lnTo>
                <a:lnTo>
                  <a:pt x="13782" y="1847"/>
                </a:lnTo>
                <a:lnTo>
                  <a:pt x="13782" y="105992"/>
                </a:lnTo>
                <a:lnTo>
                  <a:pt x="0" y="105992"/>
                </a:lnTo>
                <a:close/>
                <a:moveTo>
                  <a:pt x="36445" y="105992"/>
                </a:moveTo>
                <a:lnTo>
                  <a:pt x="36445" y="30547"/>
                </a:lnTo>
                <a:lnTo>
                  <a:pt x="47882" y="30547"/>
                </a:lnTo>
                <a:lnTo>
                  <a:pt x="47882" y="41061"/>
                </a:lnTo>
                <a:cubicBezTo>
                  <a:pt x="50250" y="37388"/>
                  <a:pt x="53399" y="34433"/>
                  <a:pt x="57330" y="32197"/>
                </a:cubicBezTo>
                <a:cubicBezTo>
                  <a:pt x="61261" y="29960"/>
                  <a:pt x="65737" y="28842"/>
                  <a:pt x="70757" y="28842"/>
                </a:cubicBezTo>
                <a:cubicBezTo>
                  <a:pt x="76345" y="28842"/>
                  <a:pt x="80927" y="29997"/>
                  <a:pt x="84503" y="32305"/>
                </a:cubicBezTo>
                <a:cubicBezTo>
                  <a:pt x="88079" y="34613"/>
                  <a:pt x="90601" y="37839"/>
                  <a:pt x="92069" y="41985"/>
                </a:cubicBezTo>
                <a:cubicBezTo>
                  <a:pt x="98036" y="33223"/>
                  <a:pt x="105803" y="28842"/>
                  <a:pt x="115370" y="28842"/>
                </a:cubicBezTo>
                <a:cubicBezTo>
                  <a:pt x="122853" y="28842"/>
                  <a:pt x="128607" y="30914"/>
                  <a:pt x="132633" y="35058"/>
                </a:cubicBezTo>
                <a:cubicBezTo>
                  <a:pt x="136658" y="39202"/>
                  <a:pt x="138671" y="45584"/>
                  <a:pt x="138671" y="54204"/>
                </a:cubicBezTo>
                <a:lnTo>
                  <a:pt x="138671" y="105992"/>
                </a:lnTo>
                <a:lnTo>
                  <a:pt x="125955" y="105992"/>
                </a:lnTo>
                <a:lnTo>
                  <a:pt x="125955" y="58415"/>
                </a:lnTo>
                <a:cubicBezTo>
                  <a:pt x="125955" y="53294"/>
                  <a:pt x="125541" y="49608"/>
                  <a:pt x="124712" y="47357"/>
                </a:cubicBezTo>
                <a:cubicBezTo>
                  <a:pt x="123883" y="45105"/>
                  <a:pt x="122379" y="43291"/>
                  <a:pt x="120201" y="41916"/>
                </a:cubicBezTo>
                <a:cubicBezTo>
                  <a:pt x="118022" y="40541"/>
                  <a:pt x="115465" y="39853"/>
                  <a:pt x="112528" y="39853"/>
                </a:cubicBezTo>
                <a:cubicBezTo>
                  <a:pt x="107224" y="39853"/>
                  <a:pt x="102820" y="41620"/>
                  <a:pt x="99315" y="45153"/>
                </a:cubicBezTo>
                <a:cubicBezTo>
                  <a:pt x="95810" y="48684"/>
                  <a:pt x="94058" y="54338"/>
                  <a:pt x="94058" y="62113"/>
                </a:cubicBezTo>
                <a:lnTo>
                  <a:pt x="94058" y="105992"/>
                </a:lnTo>
                <a:lnTo>
                  <a:pt x="81271" y="105992"/>
                </a:lnTo>
                <a:lnTo>
                  <a:pt x="81271" y="56921"/>
                </a:lnTo>
                <a:cubicBezTo>
                  <a:pt x="81271" y="51232"/>
                  <a:pt x="80229" y="46965"/>
                  <a:pt x="78145" y="44120"/>
                </a:cubicBezTo>
                <a:cubicBezTo>
                  <a:pt x="76061" y="41276"/>
                  <a:pt x="72651" y="39853"/>
                  <a:pt x="67915" y="39853"/>
                </a:cubicBezTo>
                <a:cubicBezTo>
                  <a:pt x="64316" y="39853"/>
                  <a:pt x="60989" y="40802"/>
                  <a:pt x="57934" y="42700"/>
                </a:cubicBezTo>
                <a:cubicBezTo>
                  <a:pt x="54879" y="44595"/>
                  <a:pt x="52665" y="47369"/>
                  <a:pt x="51292" y="51020"/>
                </a:cubicBezTo>
                <a:cubicBezTo>
                  <a:pt x="49918" y="54670"/>
                  <a:pt x="49232" y="59932"/>
                  <a:pt x="49232" y="66807"/>
                </a:cubicBezTo>
                <a:lnTo>
                  <a:pt x="49232" y="105992"/>
                </a:lnTo>
                <a:lnTo>
                  <a:pt x="36445" y="105992"/>
                </a:lnTo>
                <a:close/>
                <a:moveTo>
                  <a:pt x="206869" y="96677"/>
                </a:moveTo>
                <a:cubicBezTo>
                  <a:pt x="202133" y="100705"/>
                  <a:pt x="197575" y="103549"/>
                  <a:pt x="193194" y="105208"/>
                </a:cubicBezTo>
                <a:cubicBezTo>
                  <a:pt x="188813" y="106867"/>
                  <a:pt x="184113" y="107697"/>
                  <a:pt x="179093" y="107697"/>
                </a:cubicBezTo>
                <a:cubicBezTo>
                  <a:pt x="170805" y="107697"/>
                  <a:pt x="164435" y="105671"/>
                  <a:pt x="159983" y="101618"/>
                </a:cubicBezTo>
                <a:cubicBezTo>
                  <a:pt x="155531" y="97566"/>
                  <a:pt x="153305" y="92388"/>
                  <a:pt x="153305" y="86085"/>
                </a:cubicBezTo>
                <a:cubicBezTo>
                  <a:pt x="153305" y="82389"/>
                  <a:pt x="154146" y="79014"/>
                  <a:pt x="155827" y="75957"/>
                </a:cubicBezTo>
                <a:cubicBezTo>
                  <a:pt x="157508" y="72900"/>
                  <a:pt x="159711" y="70447"/>
                  <a:pt x="162434" y="68598"/>
                </a:cubicBezTo>
                <a:cubicBezTo>
                  <a:pt x="165157" y="66750"/>
                  <a:pt x="168223" y="65352"/>
                  <a:pt x="171633" y="64404"/>
                </a:cubicBezTo>
                <a:cubicBezTo>
                  <a:pt x="174144" y="63740"/>
                  <a:pt x="177932" y="63100"/>
                  <a:pt x="183000" y="62484"/>
                </a:cubicBezTo>
                <a:cubicBezTo>
                  <a:pt x="193324" y="61262"/>
                  <a:pt x="200926" y="59804"/>
                  <a:pt x="205804" y="58111"/>
                </a:cubicBezTo>
                <a:cubicBezTo>
                  <a:pt x="205851" y="56366"/>
                  <a:pt x="205875" y="55257"/>
                  <a:pt x="205875" y="54785"/>
                </a:cubicBezTo>
                <a:cubicBezTo>
                  <a:pt x="205875" y="49595"/>
                  <a:pt x="204667" y="45939"/>
                  <a:pt x="202252" y="43816"/>
                </a:cubicBezTo>
                <a:cubicBezTo>
                  <a:pt x="198984" y="40938"/>
                  <a:pt x="194129" y="39498"/>
                  <a:pt x="187688" y="39498"/>
                </a:cubicBezTo>
                <a:cubicBezTo>
                  <a:pt x="181674" y="39498"/>
                  <a:pt x="177234" y="40552"/>
                  <a:pt x="174368" y="42660"/>
                </a:cubicBezTo>
                <a:cubicBezTo>
                  <a:pt x="171503" y="44767"/>
                  <a:pt x="169384" y="48497"/>
                  <a:pt x="168010" y="53848"/>
                </a:cubicBezTo>
                <a:lnTo>
                  <a:pt x="155507" y="52143"/>
                </a:lnTo>
                <a:cubicBezTo>
                  <a:pt x="156644" y="46775"/>
                  <a:pt x="158515" y="42441"/>
                  <a:pt x="161119" y="39139"/>
                </a:cubicBezTo>
                <a:cubicBezTo>
                  <a:pt x="163724" y="35837"/>
                  <a:pt x="167489" y="33296"/>
                  <a:pt x="172415" y="31515"/>
                </a:cubicBezTo>
                <a:cubicBezTo>
                  <a:pt x="177340" y="29733"/>
                  <a:pt x="183047" y="28842"/>
                  <a:pt x="189536" y="28842"/>
                </a:cubicBezTo>
                <a:cubicBezTo>
                  <a:pt x="195976" y="28842"/>
                  <a:pt x="201210" y="29600"/>
                  <a:pt x="205235" y="31116"/>
                </a:cubicBezTo>
                <a:cubicBezTo>
                  <a:pt x="209261" y="32631"/>
                  <a:pt x="212221" y="34537"/>
                  <a:pt x="214115" y="36834"/>
                </a:cubicBezTo>
                <a:cubicBezTo>
                  <a:pt x="216010" y="39131"/>
                  <a:pt x="217336" y="42032"/>
                  <a:pt x="218094" y="45537"/>
                </a:cubicBezTo>
                <a:cubicBezTo>
                  <a:pt x="218520" y="47715"/>
                  <a:pt x="218733" y="51646"/>
                  <a:pt x="218733" y="57329"/>
                </a:cubicBezTo>
                <a:lnTo>
                  <a:pt x="218733" y="74379"/>
                </a:lnTo>
                <a:cubicBezTo>
                  <a:pt x="218733" y="86266"/>
                  <a:pt x="219005" y="93785"/>
                  <a:pt x="219550" y="96934"/>
                </a:cubicBezTo>
                <a:cubicBezTo>
                  <a:pt x="220095" y="100084"/>
                  <a:pt x="221172" y="103103"/>
                  <a:pt x="222782" y="105992"/>
                </a:cubicBezTo>
                <a:lnTo>
                  <a:pt x="209427" y="105992"/>
                </a:lnTo>
                <a:cubicBezTo>
                  <a:pt x="208101" y="103337"/>
                  <a:pt x="207248" y="100232"/>
                  <a:pt x="206869" y="96677"/>
                </a:cubicBezTo>
                <a:moveTo>
                  <a:pt x="205804" y="68056"/>
                </a:moveTo>
                <a:cubicBezTo>
                  <a:pt x="201162" y="69967"/>
                  <a:pt x="194200" y="71591"/>
                  <a:pt x="184918" y="72927"/>
                </a:cubicBezTo>
                <a:cubicBezTo>
                  <a:pt x="179661" y="73688"/>
                  <a:pt x="175943" y="74544"/>
                  <a:pt x="173765" y="75496"/>
                </a:cubicBezTo>
                <a:cubicBezTo>
                  <a:pt x="171586" y="76446"/>
                  <a:pt x="169905" y="77837"/>
                  <a:pt x="168721" y="79669"/>
                </a:cubicBezTo>
                <a:cubicBezTo>
                  <a:pt x="167537" y="81500"/>
                  <a:pt x="166945" y="83533"/>
                  <a:pt x="166945" y="85768"/>
                </a:cubicBezTo>
                <a:cubicBezTo>
                  <a:pt x="166945" y="89191"/>
                  <a:pt x="168235" y="92044"/>
                  <a:pt x="170816" y="94328"/>
                </a:cubicBezTo>
                <a:cubicBezTo>
                  <a:pt x="173398" y="96610"/>
                  <a:pt x="177175" y="97751"/>
                  <a:pt x="182147" y="97751"/>
                </a:cubicBezTo>
                <a:cubicBezTo>
                  <a:pt x="187073" y="97751"/>
                  <a:pt x="191454" y="96669"/>
                  <a:pt x="195290" y="94503"/>
                </a:cubicBezTo>
                <a:cubicBezTo>
                  <a:pt x="199126" y="92338"/>
                  <a:pt x="201944" y="89376"/>
                  <a:pt x="203744" y="85617"/>
                </a:cubicBezTo>
                <a:cubicBezTo>
                  <a:pt x="205117" y="82713"/>
                  <a:pt x="205804" y="78430"/>
                  <a:pt x="205804" y="72767"/>
                </a:cubicBezTo>
                <a:lnTo>
                  <a:pt x="205804" y="68056"/>
                </a:lnTo>
                <a:close/>
                <a:moveTo>
                  <a:pt x="236208" y="112243"/>
                </a:moveTo>
                <a:lnTo>
                  <a:pt x="248640" y="114090"/>
                </a:lnTo>
                <a:cubicBezTo>
                  <a:pt x="249161" y="117927"/>
                  <a:pt x="250606" y="120721"/>
                  <a:pt x="252974" y="122473"/>
                </a:cubicBezTo>
                <a:cubicBezTo>
                  <a:pt x="256147" y="124841"/>
                  <a:pt x="260480" y="126025"/>
                  <a:pt x="265974" y="126025"/>
                </a:cubicBezTo>
                <a:cubicBezTo>
                  <a:pt x="271894" y="126025"/>
                  <a:pt x="276464" y="124838"/>
                  <a:pt x="279685" y="122464"/>
                </a:cubicBezTo>
                <a:cubicBezTo>
                  <a:pt x="282905" y="120092"/>
                  <a:pt x="285084" y="116769"/>
                  <a:pt x="286221" y="112496"/>
                </a:cubicBezTo>
                <a:cubicBezTo>
                  <a:pt x="286884" y="109887"/>
                  <a:pt x="287191" y="104405"/>
                  <a:pt x="287144" y="96051"/>
                </a:cubicBezTo>
                <a:cubicBezTo>
                  <a:pt x="281556" y="102678"/>
                  <a:pt x="274594" y="105992"/>
                  <a:pt x="266258" y="105992"/>
                </a:cubicBezTo>
                <a:cubicBezTo>
                  <a:pt x="255886" y="105992"/>
                  <a:pt x="247859" y="102250"/>
                  <a:pt x="242176" y="94767"/>
                </a:cubicBezTo>
                <a:cubicBezTo>
                  <a:pt x="236492" y="87285"/>
                  <a:pt x="233651" y="78310"/>
                  <a:pt x="233651" y="67843"/>
                </a:cubicBezTo>
                <a:cubicBezTo>
                  <a:pt x="233651" y="60645"/>
                  <a:pt x="234953" y="54002"/>
                  <a:pt x="237558" y="47917"/>
                </a:cubicBezTo>
                <a:cubicBezTo>
                  <a:pt x="240163" y="41831"/>
                  <a:pt x="243940" y="37130"/>
                  <a:pt x="248889" y="33815"/>
                </a:cubicBezTo>
                <a:cubicBezTo>
                  <a:pt x="253838" y="30500"/>
                  <a:pt x="259652" y="28842"/>
                  <a:pt x="266329" y="28842"/>
                </a:cubicBezTo>
                <a:cubicBezTo>
                  <a:pt x="275233" y="28842"/>
                  <a:pt x="282574" y="32465"/>
                  <a:pt x="288352" y="39711"/>
                </a:cubicBezTo>
                <a:lnTo>
                  <a:pt x="288352" y="30547"/>
                </a:lnTo>
                <a:lnTo>
                  <a:pt x="300144" y="30547"/>
                </a:lnTo>
                <a:lnTo>
                  <a:pt x="300144" y="95806"/>
                </a:lnTo>
                <a:cubicBezTo>
                  <a:pt x="300144" y="107559"/>
                  <a:pt x="298949" y="115888"/>
                  <a:pt x="296557" y="120793"/>
                </a:cubicBezTo>
                <a:cubicBezTo>
                  <a:pt x="294165" y="125697"/>
                  <a:pt x="290376" y="129571"/>
                  <a:pt x="285190" y="132414"/>
                </a:cubicBezTo>
                <a:cubicBezTo>
                  <a:pt x="280005" y="135259"/>
                  <a:pt x="273623" y="136681"/>
                  <a:pt x="266045" y="136681"/>
                </a:cubicBezTo>
                <a:cubicBezTo>
                  <a:pt x="257047" y="136681"/>
                  <a:pt x="249777" y="134651"/>
                  <a:pt x="244236" y="130589"/>
                </a:cubicBezTo>
                <a:cubicBezTo>
                  <a:pt x="238695" y="126528"/>
                  <a:pt x="236019" y="120413"/>
                  <a:pt x="236208" y="112243"/>
                </a:cubicBezTo>
                <a:moveTo>
                  <a:pt x="246793" y="66922"/>
                </a:moveTo>
                <a:cubicBezTo>
                  <a:pt x="246793" y="76795"/>
                  <a:pt x="248759" y="83999"/>
                  <a:pt x="252690" y="88534"/>
                </a:cubicBezTo>
                <a:cubicBezTo>
                  <a:pt x="256621" y="93068"/>
                  <a:pt x="261546" y="95336"/>
                  <a:pt x="267466" y="95336"/>
                </a:cubicBezTo>
                <a:cubicBezTo>
                  <a:pt x="273339" y="95336"/>
                  <a:pt x="278264" y="93080"/>
                  <a:pt x="282242" y="88569"/>
                </a:cubicBezTo>
                <a:cubicBezTo>
                  <a:pt x="286221" y="84058"/>
                  <a:pt x="288210" y="76984"/>
                  <a:pt x="288210" y="67346"/>
                </a:cubicBezTo>
                <a:cubicBezTo>
                  <a:pt x="288210" y="58134"/>
                  <a:pt x="286161" y="51190"/>
                  <a:pt x="282065" y="46513"/>
                </a:cubicBezTo>
                <a:cubicBezTo>
                  <a:pt x="277968" y="41837"/>
                  <a:pt x="273031" y="39498"/>
                  <a:pt x="267253" y="39498"/>
                </a:cubicBezTo>
                <a:cubicBezTo>
                  <a:pt x="261570" y="39498"/>
                  <a:pt x="256739" y="41801"/>
                  <a:pt x="252761" y="46407"/>
                </a:cubicBezTo>
                <a:cubicBezTo>
                  <a:pt x="248782" y="51013"/>
                  <a:pt x="246793" y="57851"/>
                  <a:pt x="246793" y="66922"/>
                </a:cubicBezTo>
                <a:close/>
                <a:moveTo>
                  <a:pt x="371113" y="81696"/>
                </a:moveTo>
                <a:lnTo>
                  <a:pt x="384327" y="83330"/>
                </a:lnTo>
                <a:cubicBezTo>
                  <a:pt x="382243" y="91050"/>
                  <a:pt x="378383" y="97041"/>
                  <a:pt x="372747" y="101303"/>
                </a:cubicBezTo>
                <a:cubicBezTo>
                  <a:pt x="367112" y="105566"/>
                  <a:pt x="359913" y="107697"/>
                  <a:pt x="351151" y="107697"/>
                </a:cubicBezTo>
                <a:cubicBezTo>
                  <a:pt x="340116" y="107697"/>
                  <a:pt x="331367" y="104299"/>
                  <a:pt x="324902" y="97503"/>
                </a:cubicBezTo>
                <a:cubicBezTo>
                  <a:pt x="318437" y="90706"/>
                  <a:pt x="315205" y="81175"/>
                  <a:pt x="315205" y="68909"/>
                </a:cubicBezTo>
                <a:cubicBezTo>
                  <a:pt x="315205" y="56216"/>
                  <a:pt x="318473" y="46365"/>
                  <a:pt x="325008" y="39356"/>
                </a:cubicBezTo>
                <a:cubicBezTo>
                  <a:pt x="331544" y="32347"/>
                  <a:pt x="340022" y="28842"/>
                  <a:pt x="350441" y="28842"/>
                </a:cubicBezTo>
                <a:cubicBezTo>
                  <a:pt x="360528" y="28842"/>
                  <a:pt x="368769" y="32271"/>
                  <a:pt x="375163" y="39128"/>
                </a:cubicBezTo>
                <a:cubicBezTo>
                  <a:pt x="381556" y="45983"/>
                  <a:pt x="384753" y="55628"/>
                  <a:pt x="384753" y="68063"/>
                </a:cubicBezTo>
                <a:cubicBezTo>
                  <a:pt x="384753" y="68819"/>
                  <a:pt x="384729" y="69954"/>
                  <a:pt x="384682" y="71466"/>
                </a:cubicBezTo>
                <a:lnTo>
                  <a:pt x="328418" y="71466"/>
                </a:lnTo>
                <a:cubicBezTo>
                  <a:pt x="328892" y="79731"/>
                  <a:pt x="331236" y="86059"/>
                  <a:pt x="335451" y="90452"/>
                </a:cubicBezTo>
                <a:cubicBezTo>
                  <a:pt x="339666" y="94844"/>
                  <a:pt x="344923" y="97041"/>
                  <a:pt x="351222" y="97041"/>
                </a:cubicBezTo>
                <a:cubicBezTo>
                  <a:pt x="355911" y="97041"/>
                  <a:pt x="359913" y="95821"/>
                  <a:pt x="363228" y="93382"/>
                </a:cubicBezTo>
                <a:cubicBezTo>
                  <a:pt x="366543" y="90942"/>
                  <a:pt x="369172" y="87046"/>
                  <a:pt x="371113" y="81696"/>
                </a:cubicBezTo>
                <a:moveTo>
                  <a:pt x="329129" y="60810"/>
                </a:moveTo>
                <a:lnTo>
                  <a:pt x="371256" y="60810"/>
                </a:lnTo>
                <a:cubicBezTo>
                  <a:pt x="370687" y="54568"/>
                  <a:pt x="369077" y="49886"/>
                  <a:pt x="366425" y="46764"/>
                </a:cubicBezTo>
                <a:cubicBezTo>
                  <a:pt x="362352" y="41920"/>
                  <a:pt x="357071" y="39498"/>
                  <a:pt x="350583" y="39498"/>
                </a:cubicBezTo>
                <a:cubicBezTo>
                  <a:pt x="344710" y="39498"/>
                  <a:pt x="339773" y="41432"/>
                  <a:pt x="335771" y="45299"/>
                </a:cubicBezTo>
                <a:cubicBezTo>
                  <a:pt x="331769" y="49165"/>
                  <a:pt x="329555" y="54335"/>
                  <a:pt x="329129" y="60810"/>
                </a:cubicBezTo>
                <a:close/>
                <a:moveTo>
                  <a:pt x="476324" y="69335"/>
                </a:moveTo>
                <a:lnTo>
                  <a:pt x="490106" y="72816"/>
                </a:lnTo>
                <a:cubicBezTo>
                  <a:pt x="487217" y="84159"/>
                  <a:pt x="482019" y="92808"/>
                  <a:pt x="474513" y="98763"/>
                </a:cubicBezTo>
                <a:cubicBezTo>
                  <a:pt x="467006" y="104719"/>
                  <a:pt x="457830" y="107697"/>
                  <a:pt x="446985" y="107697"/>
                </a:cubicBezTo>
                <a:cubicBezTo>
                  <a:pt x="435760" y="107697"/>
                  <a:pt x="426632" y="105412"/>
                  <a:pt x="419599" y="100841"/>
                </a:cubicBezTo>
                <a:cubicBezTo>
                  <a:pt x="412566" y="96271"/>
                  <a:pt x="407214" y="89653"/>
                  <a:pt x="403544" y="80986"/>
                </a:cubicBezTo>
                <a:cubicBezTo>
                  <a:pt x="399873" y="72319"/>
                  <a:pt x="398038" y="63013"/>
                  <a:pt x="398038" y="53067"/>
                </a:cubicBezTo>
                <a:cubicBezTo>
                  <a:pt x="398038" y="42221"/>
                  <a:pt x="400110" y="32761"/>
                  <a:pt x="404254" y="24686"/>
                </a:cubicBezTo>
                <a:cubicBezTo>
                  <a:pt x="408398" y="16612"/>
                  <a:pt x="414294" y="10478"/>
                  <a:pt x="421943" y="6287"/>
                </a:cubicBezTo>
                <a:cubicBezTo>
                  <a:pt x="429592" y="2096"/>
                  <a:pt x="438010" y="0"/>
                  <a:pt x="447198" y="0"/>
                </a:cubicBezTo>
                <a:cubicBezTo>
                  <a:pt x="457617" y="0"/>
                  <a:pt x="466379" y="2652"/>
                  <a:pt x="473483" y="7956"/>
                </a:cubicBezTo>
                <a:cubicBezTo>
                  <a:pt x="480587" y="13261"/>
                  <a:pt x="485536" y="20720"/>
                  <a:pt x="488330" y="30334"/>
                </a:cubicBezTo>
                <a:lnTo>
                  <a:pt x="474761" y="33531"/>
                </a:lnTo>
                <a:cubicBezTo>
                  <a:pt x="472346" y="25928"/>
                  <a:pt x="468841" y="20393"/>
                  <a:pt x="464247" y="16925"/>
                </a:cubicBezTo>
                <a:cubicBezTo>
                  <a:pt x="459653" y="13456"/>
                  <a:pt x="453875" y="11722"/>
                  <a:pt x="446914" y="11722"/>
                </a:cubicBezTo>
                <a:cubicBezTo>
                  <a:pt x="438910" y="11722"/>
                  <a:pt x="432220" y="13643"/>
                  <a:pt x="426845" y="17487"/>
                </a:cubicBezTo>
                <a:cubicBezTo>
                  <a:pt x="421469" y="21329"/>
                  <a:pt x="417692" y="26488"/>
                  <a:pt x="415514" y="32965"/>
                </a:cubicBezTo>
                <a:cubicBezTo>
                  <a:pt x="413335" y="39440"/>
                  <a:pt x="412246" y="46116"/>
                  <a:pt x="412246" y="52994"/>
                </a:cubicBezTo>
                <a:cubicBezTo>
                  <a:pt x="412246" y="61865"/>
                  <a:pt x="413537" y="69610"/>
                  <a:pt x="416118" y="76228"/>
                </a:cubicBezTo>
                <a:cubicBezTo>
                  <a:pt x="418699" y="82847"/>
                  <a:pt x="422713" y="87793"/>
                  <a:pt x="428159" y="91067"/>
                </a:cubicBezTo>
                <a:cubicBezTo>
                  <a:pt x="433605" y="94339"/>
                  <a:pt x="439502" y="95975"/>
                  <a:pt x="445848" y="95975"/>
                </a:cubicBezTo>
                <a:cubicBezTo>
                  <a:pt x="453568" y="95975"/>
                  <a:pt x="460103" y="93737"/>
                  <a:pt x="465455" y="89262"/>
                </a:cubicBezTo>
                <a:cubicBezTo>
                  <a:pt x="470807" y="84786"/>
                  <a:pt x="474430" y="78144"/>
                  <a:pt x="476324" y="69335"/>
                </a:cubicBezTo>
                <a:close/>
                <a:moveTo>
                  <a:pt x="500690" y="68270"/>
                </a:moveTo>
                <a:cubicBezTo>
                  <a:pt x="500690" y="54298"/>
                  <a:pt x="504574" y="43950"/>
                  <a:pt x="512341" y="37225"/>
                </a:cubicBezTo>
                <a:cubicBezTo>
                  <a:pt x="518829" y="31637"/>
                  <a:pt x="526738" y="28842"/>
                  <a:pt x="536068" y="28842"/>
                </a:cubicBezTo>
                <a:cubicBezTo>
                  <a:pt x="546440" y="28842"/>
                  <a:pt x="554918" y="32240"/>
                  <a:pt x="561501" y="39037"/>
                </a:cubicBezTo>
                <a:cubicBezTo>
                  <a:pt x="568084" y="45833"/>
                  <a:pt x="571375" y="55222"/>
                  <a:pt x="571375" y="67204"/>
                </a:cubicBezTo>
                <a:cubicBezTo>
                  <a:pt x="571375" y="76913"/>
                  <a:pt x="569919" y="84550"/>
                  <a:pt x="567006" y="90114"/>
                </a:cubicBezTo>
                <a:cubicBezTo>
                  <a:pt x="564094" y="95679"/>
                  <a:pt x="559855" y="100001"/>
                  <a:pt x="554290" y="103079"/>
                </a:cubicBezTo>
                <a:cubicBezTo>
                  <a:pt x="548725" y="106158"/>
                  <a:pt x="542651" y="107697"/>
                  <a:pt x="536068" y="107697"/>
                </a:cubicBezTo>
                <a:cubicBezTo>
                  <a:pt x="525507" y="107697"/>
                  <a:pt x="516970" y="104311"/>
                  <a:pt x="510458" y="97538"/>
                </a:cubicBezTo>
                <a:cubicBezTo>
                  <a:pt x="503946" y="90766"/>
                  <a:pt x="500690" y="81009"/>
                  <a:pt x="500690" y="68270"/>
                </a:cubicBezTo>
                <a:moveTo>
                  <a:pt x="513833" y="68234"/>
                </a:moveTo>
                <a:cubicBezTo>
                  <a:pt x="513833" y="77860"/>
                  <a:pt x="515940" y="85068"/>
                  <a:pt x="520155" y="89857"/>
                </a:cubicBezTo>
                <a:cubicBezTo>
                  <a:pt x="524370" y="94646"/>
                  <a:pt x="529675" y="97041"/>
                  <a:pt x="536068" y="97041"/>
                </a:cubicBezTo>
                <a:cubicBezTo>
                  <a:pt x="542415" y="97041"/>
                  <a:pt x="547695" y="94634"/>
                  <a:pt x="551910" y="89821"/>
                </a:cubicBezTo>
                <a:cubicBezTo>
                  <a:pt x="556125" y="85008"/>
                  <a:pt x="558233" y="77671"/>
                  <a:pt x="558233" y="67810"/>
                </a:cubicBezTo>
                <a:cubicBezTo>
                  <a:pt x="558233" y="58514"/>
                  <a:pt x="556113" y="51471"/>
                  <a:pt x="551875" y="46682"/>
                </a:cubicBezTo>
                <a:cubicBezTo>
                  <a:pt x="547636" y="41893"/>
                  <a:pt x="542367" y="39498"/>
                  <a:pt x="536068" y="39498"/>
                </a:cubicBezTo>
                <a:cubicBezTo>
                  <a:pt x="529675" y="39498"/>
                  <a:pt x="524370" y="41881"/>
                  <a:pt x="520155" y="46647"/>
                </a:cubicBezTo>
                <a:cubicBezTo>
                  <a:pt x="515940" y="51412"/>
                  <a:pt x="513833" y="58608"/>
                  <a:pt x="513833" y="68234"/>
                </a:cubicBezTo>
                <a:close/>
                <a:moveTo>
                  <a:pt x="586366" y="105992"/>
                </a:moveTo>
                <a:lnTo>
                  <a:pt x="586366" y="30547"/>
                </a:lnTo>
                <a:lnTo>
                  <a:pt x="597803" y="30547"/>
                </a:lnTo>
                <a:lnTo>
                  <a:pt x="597803" y="41061"/>
                </a:lnTo>
                <a:cubicBezTo>
                  <a:pt x="600171" y="37388"/>
                  <a:pt x="603321" y="34433"/>
                  <a:pt x="607252" y="32197"/>
                </a:cubicBezTo>
                <a:cubicBezTo>
                  <a:pt x="611182" y="29960"/>
                  <a:pt x="615658" y="28842"/>
                  <a:pt x="620678" y="28842"/>
                </a:cubicBezTo>
                <a:cubicBezTo>
                  <a:pt x="626267" y="28842"/>
                  <a:pt x="630849" y="29997"/>
                  <a:pt x="634424" y="32305"/>
                </a:cubicBezTo>
                <a:cubicBezTo>
                  <a:pt x="638000" y="34613"/>
                  <a:pt x="640522" y="37839"/>
                  <a:pt x="641990" y="41985"/>
                </a:cubicBezTo>
                <a:cubicBezTo>
                  <a:pt x="647958" y="33223"/>
                  <a:pt x="655725" y="28842"/>
                  <a:pt x="665291" y="28842"/>
                </a:cubicBezTo>
                <a:cubicBezTo>
                  <a:pt x="672774" y="28842"/>
                  <a:pt x="678528" y="30914"/>
                  <a:pt x="682554" y="35058"/>
                </a:cubicBezTo>
                <a:cubicBezTo>
                  <a:pt x="686580" y="39202"/>
                  <a:pt x="688593" y="45584"/>
                  <a:pt x="688593" y="54204"/>
                </a:cubicBezTo>
                <a:lnTo>
                  <a:pt x="688593" y="105992"/>
                </a:lnTo>
                <a:lnTo>
                  <a:pt x="675876" y="105992"/>
                </a:lnTo>
                <a:lnTo>
                  <a:pt x="675876" y="58415"/>
                </a:lnTo>
                <a:cubicBezTo>
                  <a:pt x="675876" y="53294"/>
                  <a:pt x="675462" y="49608"/>
                  <a:pt x="674633" y="47357"/>
                </a:cubicBezTo>
                <a:cubicBezTo>
                  <a:pt x="673804" y="45105"/>
                  <a:pt x="672301" y="43291"/>
                  <a:pt x="670122" y="41916"/>
                </a:cubicBezTo>
                <a:cubicBezTo>
                  <a:pt x="667944" y="40541"/>
                  <a:pt x="665386" y="39853"/>
                  <a:pt x="662450" y="39853"/>
                </a:cubicBezTo>
                <a:cubicBezTo>
                  <a:pt x="657145" y="39853"/>
                  <a:pt x="652741" y="41620"/>
                  <a:pt x="649236" y="45153"/>
                </a:cubicBezTo>
                <a:cubicBezTo>
                  <a:pt x="645732" y="48684"/>
                  <a:pt x="643979" y="54338"/>
                  <a:pt x="643979" y="62113"/>
                </a:cubicBezTo>
                <a:lnTo>
                  <a:pt x="643979" y="105992"/>
                </a:lnTo>
                <a:lnTo>
                  <a:pt x="631192" y="105992"/>
                </a:lnTo>
                <a:lnTo>
                  <a:pt x="631192" y="56921"/>
                </a:lnTo>
                <a:cubicBezTo>
                  <a:pt x="631192" y="51232"/>
                  <a:pt x="630150" y="46965"/>
                  <a:pt x="628066" y="44120"/>
                </a:cubicBezTo>
                <a:cubicBezTo>
                  <a:pt x="625983" y="41276"/>
                  <a:pt x="622573" y="39853"/>
                  <a:pt x="617837" y="39853"/>
                </a:cubicBezTo>
                <a:cubicBezTo>
                  <a:pt x="614237" y="39853"/>
                  <a:pt x="610910" y="40802"/>
                  <a:pt x="607855" y="42700"/>
                </a:cubicBezTo>
                <a:cubicBezTo>
                  <a:pt x="604801" y="44595"/>
                  <a:pt x="602587" y="47369"/>
                  <a:pt x="601213" y="51020"/>
                </a:cubicBezTo>
                <a:cubicBezTo>
                  <a:pt x="599840" y="54670"/>
                  <a:pt x="599153" y="59932"/>
                  <a:pt x="599153" y="66807"/>
                </a:cubicBezTo>
                <a:lnTo>
                  <a:pt x="599153" y="105992"/>
                </a:lnTo>
                <a:lnTo>
                  <a:pt x="586366" y="105992"/>
                </a:lnTo>
                <a:close/>
                <a:moveTo>
                  <a:pt x="707560" y="134976"/>
                </a:moveTo>
                <a:lnTo>
                  <a:pt x="707560" y="30547"/>
                </a:lnTo>
                <a:lnTo>
                  <a:pt x="719211" y="30547"/>
                </a:lnTo>
                <a:lnTo>
                  <a:pt x="719211" y="40280"/>
                </a:lnTo>
                <a:cubicBezTo>
                  <a:pt x="721958" y="36467"/>
                  <a:pt x="725060" y="33608"/>
                  <a:pt x="728517" y="31702"/>
                </a:cubicBezTo>
                <a:cubicBezTo>
                  <a:pt x="731974" y="29795"/>
                  <a:pt x="736166" y="28842"/>
                  <a:pt x="741091" y="28842"/>
                </a:cubicBezTo>
                <a:cubicBezTo>
                  <a:pt x="747532" y="28842"/>
                  <a:pt x="753215" y="30500"/>
                  <a:pt x="758141" y="33815"/>
                </a:cubicBezTo>
                <a:cubicBezTo>
                  <a:pt x="763066" y="37130"/>
                  <a:pt x="766784" y="41807"/>
                  <a:pt x="769294" y="47845"/>
                </a:cubicBezTo>
                <a:cubicBezTo>
                  <a:pt x="771804" y="53884"/>
                  <a:pt x="773059" y="60502"/>
                  <a:pt x="773059" y="67701"/>
                </a:cubicBezTo>
                <a:cubicBezTo>
                  <a:pt x="773059" y="75421"/>
                  <a:pt x="771674" y="82371"/>
                  <a:pt x="768903" y="88551"/>
                </a:cubicBezTo>
                <a:cubicBezTo>
                  <a:pt x="766133" y="94732"/>
                  <a:pt x="762107" y="99468"/>
                  <a:pt x="756826" y="102759"/>
                </a:cubicBezTo>
                <a:cubicBezTo>
                  <a:pt x="751546" y="106051"/>
                  <a:pt x="745993" y="107697"/>
                  <a:pt x="740168" y="107697"/>
                </a:cubicBezTo>
                <a:cubicBezTo>
                  <a:pt x="735905" y="107697"/>
                  <a:pt x="732081" y="106785"/>
                  <a:pt x="728695" y="104962"/>
                </a:cubicBezTo>
                <a:cubicBezTo>
                  <a:pt x="725308" y="103137"/>
                  <a:pt x="722526" y="100833"/>
                  <a:pt x="720347" y="98049"/>
                </a:cubicBezTo>
                <a:lnTo>
                  <a:pt x="720347" y="134976"/>
                </a:lnTo>
                <a:lnTo>
                  <a:pt x="707560" y="134976"/>
                </a:lnTo>
                <a:moveTo>
                  <a:pt x="719140" y="68589"/>
                </a:moveTo>
                <a:cubicBezTo>
                  <a:pt x="719140" y="78286"/>
                  <a:pt x="721105" y="85452"/>
                  <a:pt x="725036" y="90088"/>
                </a:cubicBezTo>
                <a:cubicBezTo>
                  <a:pt x="728967" y="94723"/>
                  <a:pt x="733727" y="97041"/>
                  <a:pt x="739315" y="97041"/>
                </a:cubicBezTo>
                <a:cubicBezTo>
                  <a:pt x="744998" y="97041"/>
                  <a:pt x="749864" y="94640"/>
                  <a:pt x="753914" y="89839"/>
                </a:cubicBezTo>
                <a:cubicBezTo>
                  <a:pt x="757963" y="85038"/>
                  <a:pt x="759988" y="77599"/>
                  <a:pt x="759988" y="67524"/>
                </a:cubicBezTo>
                <a:cubicBezTo>
                  <a:pt x="759988" y="57921"/>
                  <a:pt x="758010" y="50731"/>
                  <a:pt x="754056" y="45954"/>
                </a:cubicBezTo>
                <a:cubicBezTo>
                  <a:pt x="750101" y="41177"/>
                  <a:pt x="745377" y="38788"/>
                  <a:pt x="739883" y="38788"/>
                </a:cubicBezTo>
                <a:cubicBezTo>
                  <a:pt x="734437" y="38788"/>
                  <a:pt x="729618" y="41331"/>
                  <a:pt x="725427" y="46416"/>
                </a:cubicBezTo>
                <a:cubicBezTo>
                  <a:pt x="721235" y="51501"/>
                  <a:pt x="719140" y="58892"/>
                  <a:pt x="719140" y="68589"/>
                </a:cubicBezTo>
                <a:close/>
                <a:moveTo>
                  <a:pt x="788332" y="105992"/>
                </a:moveTo>
                <a:lnTo>
                  <a:pt x="788332" y="30547"/>
                </a:lnTo>
                <a:lnTo>
                  <a:pt x="799840" y="30547"/>
                </a:lnTo>
                <a:lnTo>
                  <a:pt x="799840" y="41914"/>
                </a:lnTo>
                <a:cubicBezTo>
                  <a:pt x="802777" y="36592"/>
                  <a:pt x="805488" y="33082"/>
                  <a:pt x="807974" y="31386"/>
                </a:cubicBezTo>
                <a:cubicBezTo>
                  <a:pt x="810461" y="29690"/>
                  <a:pt x="813196" y="28842"/>
                  <a:pt x="816180" y="28842"/>
                </a:cubicBezTo>
                <a:cubicBezTo>
                  <a:pt x="820489" y="28842"/>
                  <a:pt x="824870" y="30210"/>
                  <a:pt x="829322" y="32945"/>
                </a:cubicBezTo>
                <a:lnTo>
                  <a:pt x="824918" y="44755"/>
                </a:lnTo>
                <a:cubicBezTo>
                  <a:pt x="821792" y="42908"/>
                  <a:pt x="818666" y="41985"/>
                  <a:pt x="815540" y="41985"/>
                </a:cubicBezTo>
                <a:cubicBezTo>
                  <a:pt x="812746" y="41985"/>
                  <a:pt x="810236" y="42827"/>
                  <a:pt x="808010" y="44511"/>
                </a:cubicBezTo>
                <a:cubicBezTo>
                  <a:pt x="805784" y="46194"/>
                  <a:pt x="804197" y="48529"/>
                  <a:pt x="803250" y="51515"/>
                </a:cubicBezTo>
                <a:cubicBezTo>
                  <a:pt x="801829" y="56066"/>
                  <a:pt x="801119" y="61044"/>
                  <a:pt x="801119" y="66449"/>
                </a:cubicBezTo>
                <a:lnTo>
                  <a:pt x="801119" y="105992"/>
                </a:lnTo>
                <a:lnTo>
                  <a:pt x="788332" y="105992"/>
                </a:lnTo>
                <a:close/>
                <a:moveTo>
                  <a:pt x="888570" y="81696"/>
                </a:moveTo>
                <a:lnTo>
                  <a:pt x="901783" y="83330"/>
                </a:lnTo>
                <a:cubicBezTo>
                  <a:pt x="899699" y="91050"/>
                  <a:pt x="895840" y="97041"/>
                  <a:pt x="890204" y="101303"/>
                </a:cubicBezTo>
                <a:cubicBezTo>
                  <a:pt x="884568" y="105566"/>
                  <a:pt x="877369" y="107697"/>
                  <a:pt x="868608" y="107697"/>
                </a:cubicBezTo>
                <a:cubicBezTo>
                  <a:pt x="857573" y="107697"/>
                  <a:pt x="848823" y="104299"/>
                  <a:pt x="842358" y="97503"/>
                </a:cubicBezTo>
                <a:cubicBezTo>
                  <a:pt x="835894" y="90706"/>
                  <a:pt x="832661" y="81175"/>
                  <a:pt x="832661" y="68909"/>
                </a:cubicBezTo>
                <a:cubicBezTo>
                  <a:pt x="832661" y="56216"/>
                  <a:pt x="835929" y="46365"/>
                  <a:pt x="842465" y="39356"/>
                </a:cubicBezTo>
                <a:cubicBezTo>
                  <a:pt x="849001" y="32347"/>
                  <a:pt x="857478" y="28842"/>
                  <a:pt x="867897" y="28842"/>
                </a:cubicBezTo>
                <a:cubicBezTo>
                  <a:pt x="877985" y="28842"/>
                  <a:pt x="886226" y="32271"/>
                  <a:pt x="892619" y="39128"/>
                </a:cubicBezTo>
                <a:cubicBezTo>
                  <a:pt x="899013" y="45983"/>
                  <a:pt x="902210" y="55628"/>
                  <a:pt x="902210" y="68063"/>
                </a:cubicBezTo>
                <a:cubicBezTo>
                  <a:pt x="902210" y="68819"/>
                  <a:pt x="902186" y="69954"/>
                  <a:pt x="902139" y="71466"/>
                </a:cubicBezTo>
                <a:lnTo>
                  <a:pt x="845875" y="71466"/>
                </a:lnTo>
                <a:cubicBezTo>
                  <a:pt x="846348" y="79731"/>
                  <a:pt x="848693" y="86059"/>
                  <a:pt x="852908" y="90452"/>
                </a:cubicBezTo>
                <a:cubicBezTo>
                  <a:pt x="857123" y="94844"/>
                  <a:pt x="862380" y="97041"/>
                  <a:pt x="868679" y="97041"/>
                </a:cubicBezTo>
                <a:cubicBezTo>
                  <a:pt x="873367" y="97041"/>
                  <a:pt x="877369" y="95821"/>
                  <a:pt x="880684" y="93382"/>
                </a:cubicBezTo>
                <a:cubicBezTo>
                  <a:pt x="884000" y="90942"/>
                  <a:pt x="886628" y="87046"/>
                  <a:pt x="888570" y="81696"/>
                </a:cubicBezTo>
                <a:moveTo>
                  <a:pt x="846585" y="60810"/>
                </a:moveTo>
                <a:lnTo>
                  <a:pt x="888712" y="60810"/>
                </a:lnTo>
                <a:cubicBezTo>
                  <a:pt x="888144" y="54568"/>
                  <a:pt x="886533" y="49886"/>
                  <a:pt x="883881" y="46764"/>
                </a:cubicBezTo>
                <a:cubicBezTo>
                  <a:pt x="879808" y="41920"/>
                  <a:pt x="874528" y="39498"/>
                  <a:pt x="868039" y="39498"/>
                </a:cubicBezTo>
                <a:cubicBezTo>
                  <a:pt x="862167" y="39498"/>
                  <a:pt x="857229" y="41432"/>
                  <a:pt x="853227" y="45299"/>
                </a:cubicBezTo>
                <a:cubicBezTo>
                  <a:pt x="849225" y="49165"/>
                  <a:pt x="847011" y="54335"/>
                  <a:pt x="846585" y="60810"/>
                </a:cubicBezTo>
                <a:close/>
                <a:moveTo>
                  <a:pt x="912724" y="83401"/>
                </a:moveTo>
                <a:lnTo>
                  <a:pt x="925369" y="81412"/>
                </a:lnTo>
                <a:cubicBezTo>
                  <a:pt x="926079" y="86457"/>
                  <a:pt x="928057" y="90324"/>
                  <a:pt x="931301" y="93011"/>
                </a:cubicBezTo>
                <a:cubicBezTo>
                  <a:pt x="934545" y="95698"/>
                  <a:pt x="939080" y="97041"/>
                  <a:pt x="944905" y="97041"/>
                </a:cubicBezTo>
                <a:cubicBezTo>
                  <a:pt x="950778" y="97041"/>
                  <a:pt x="955135" y="95855"/>
                  <a:pt x="957976" y="93482"/>
                </a:cubicBezTo>
                <a:cubicBezTo>
                  <a:pt x="960818" y="91108"/>
                  <a:pt x="962239" y="88324"/>
                  <a:pt x="962239" y="85130"/>
                </a:cubicBezTo>
                <a:cubicBezTo>
                  <a:pt x="962239" y="82264"/>
                  <a:pt x="960984" y="80008"/>
                  <a:pt x="958474" y="78364"/>
                </a:cubicBezTo>
                <a:cubicBezTo>
                  <a:pt x="956721" y="77236"/>
                  <a:pt x="952364" y="75803"/>
                  <a:pt x="945402" y="74064"/>
                </a:cubicBezTo>
                <a:cubicBezTo>
                  <a:pt x="936025" y="71694"/>
                  <a:pt x="929525" y="69644"/>
                  <a:pt x="925902" y="67914"/>
                </a:cubicBezTo>
                <a:cubicBezTo>
                  <a:pt x="922279" y="66184"/>
                  <a:pt x="919532" y="63790"/>
                  <a:pt x="917661" y="60733"/>
                </a:cubicBezTo>
                <a:cubicBezTo>
                  <a:pt x="915790" y="57675"/>
                  <a:pt x="914855" y="54298"/>
                  <a:pt x="914855" y="50601"/>
                </a:cubicBezTo>
                <a:cubicBezTo>
                  <a:pt x="914855" y="47235"/>
                  <a:pt x="915625" y="44118"/>
                  <a:pt x="917164" y="41250"/>
                </a:cubicBezTo>
                <a:cubicBezTo>
                  <a:pt x="918703" y="38382"/>
                  <a:pt x="920799" y="36000"/>
                  <a:pt x="923451" y="34104"/>
                </a:cubicBezTo>
                <a:cubicBezTo>
                  <a:pt x="925440" y="32634"/>
                  <a:pt x="928151" y="31390"/>
                  <a:pt x="931585" y="30372"/>
                </a:cubicBezTo>
                <a:cubicBezTo>
                  <a:pt x="935019" y="29352"/>
                  <a:pt x="938701" y="28842"/>
                  <a:pt x="942632" y="28842"/>
                </a:cubicBezTo>
                <a:cubicBezTo>
                  <a:pt x="948552" y="28842"/>
                  <a:pt x="953749" y="29701"/>
                  <a:pt x="958225" y="31417"/>
                </a:cubicBezTo>
                <a:cubicBezTo>
                  <a:pt x="962700" y="33133"/>
                  <a:pt x="966004" y="35457"/>
                  <a:pt x="968135" y="38390"/>
                </a:cubicBezTo>
                <a:cubicBezTo>
                  <a:pt x="970266" y="41322"/>
                  <a:pt x="971734" y="45244"/>
                  <a:pt x="972540" y="50154"/>
                </a:cubicBezTo>
                <a:lnTo>
                  <a:pt x="960036" y="51859"/>
                </a:lnTo>
                <a:cubicBezTo>
                  <a:pt x="959468" y="47976"/>
                  <a:pt x="957822" y="44945"/>
                  <a:pt x="955099" y="42766"/>
                </a:cubicBezTo>
                <a:cubicBezTo>
                  <a:pt x="952376" y="40588"/>
                  <a:pt x="948528" y="39498"/>
                  <a:pt x="943555" y="39498"/>
                </a:cubicBezTo>
                <a:cubicBezTo>
                  <a:pt x="937683" y="39498"/>
                  <a:pt x="933491" y="40465"/>
                  <a:pt x="930981" y="42398"/>
                </a:cubicBezTo>
                <a:cubicBezTo>
                  <a:pt x="928471" y="44329"/>
                  <a:pt x="927216" y="46591"/>
                  <a:pt x="927216" y="49184"/>
                </a:cubicBezTo>
                <a:cubicBezTo>
                  <a:pt x="927216" y="50833"/>
                  <a:pt x="927737" y="52317"/>
                  <a:pt x="928779" y="53637"/>
                </a:cubicBezTo>
                <a:cubicBezTo>
                  <a:pt x="929821" y="55004"/>
                  <a:pt x="931455" y="56134"/>
                  <a:pt x="933681" y="57030"/>
                </a:cubicBezTo>
                <a:cubicBezTo>
                  <a:pt x="934959" y="57502"/>
                  <a:pt x="938724" y="58586"/>
                  <a:pt x="944976" y="60282"/>
                </a:cubicBezTo>
                <a:cubicBezTo>
                  <a:pt x="954022" y="62696"/>
                  <a:pt x="960332" y="64672"/>
                  <a:pt x="963908" y="66209"/>
                </a:cubicBezTo>
                <a:cubicBezTo>
                  <a:pt x="967484" y="67747"/>
                  <a:pt x="970290" y="69983"/>
                  <a:pt x="972326" y="72918"/>
                </a:cubicBezTo>
                <a:cubicBezTo>
                  <a:pt x="974363" y="75852"/>
                  <a:pt x="975381" y="79495"/>
                  <a:pt x="975381" y="83847"/>
                </a:cubicBezTo>
                <a:cubicBezTo>
                  <a:pt x="975381" y="88107"/>
                  <a:pt x="974138" y="92118"/>
                  <a:pt x="971652" y="95880"/>
                </a:cubicBezTo>
                <a:cubicBezTo>
                  <a:pt x="969165" y="99640"/>
                  <a:pt x="965578" y="102550"/>
                  <a:pt x="960889" y="104609"/>
                </a:cubicBezTo>
                <a:cubicBezTo>
                  <a:pt x="956200" y="106667"/>
                  <a:pt x="950896" y="107697"/>
                  <a:pt x="944976" y="107697"/>
                </a:cubicBezTo>
                <a:cubicBezTo>
                  <a:pt x="935172" y="107697"/>
                  <a:pt x="927701" y="105654"/>
                  <a:pt x="922563" y="101570"/>
                </a:cubicBezTo>
                <a:cubicBezTo>
                  <a:pt x="917424" y="97485"/>
                  <a:pt x="914145" y="91429"/>
                  <a:pt x="912724" y="83401"/>
                </a:cubicBezTo>
                <a:close/>
                <a:moveTo>
                  <a:pt x="985468" y="83401"/>
                </a:moveTo>
                <a:lnTo>
                  <a:pt x="998113" y="81412"/>
                </a:lnTo>
                <a:cubicBezTo>
                  <a:pt x="998824" y="86457"/>
                  <a:pt x="1000801" y="90324"/>
                  <a:pt x="1004045" y="93011"/>
                </a:cubicBezTo>
                <a:cubicBezTo>
                  <a:pt x="1007289" y="95698"/>
                  <a:pt x="1011824" y="97041"/>
                  <a:pt x="1017649" y="97041"/>
                </a:cubicBezTo>
                <a:cubicBezTo>
                  <a:pt x="1023522" y="97041"/>
                  <a:pt x="1027879" y="95855"/>
                  <a:pt x="1030721" y="93482"/>
                </a:cubicBezTo>
                <a:cubicBezTo>
                  <a:pt x="1033562" y="91108"/>
                  <a:pt x="1034983" y="88324"/>
                  <a:pt x="1034983" y="85130"/>
                </a:cubicBezTo>
                <a:cubicBezTo>
                  <a:pt x="1034983" y="82264"/>
                  <a:pt x="1033728" y="80008"/>
                  <a:pt x="1031218" y="78364"/>
                </a:cubicBezTo>
                <a:cubicBezTo>
                  <a:pt x="1029466" y="77236"/>
                  <a:pt x="1025109" y="75803"/>
                  <a:pt x="1018147" y="74064"/>
                </a:cubicBezTo>
                <a:cubicBezTo>
                  <a:pt x="1008769" y="71694"/>
                  <a:pt x="1002269" y="69644"/>
                  <a:pt x="998646" y="67914"/>
                </a:cubicBezTo>
                <a:cubicBezTo>
                  <a:pt x="995023" y="66184"/>
                  <a:pt x="992276" y="63790"/>
                  <a:pt x="990406" y="60733"/>
                </a:cubicBezTo>
                <a:cubicBezTo>
                  <a:pt x="988535" y="57675"/>
                  <a:pt x="987600" y="54298"/>
                  <a:pt x="987600" y="50601"/>
                </a:cubicBezTo>
                <a:cubicBezTo>
                  <a:pt x="987600" y="47235"/>
                  <a:pt x="988369" y="44118"/>
                  <a:pt x="989908" y="41250"/>
                </a:cubicBezTo>
                <a:cubicBezTo>
                  <a:pt x="991448" y="38382"/>
                  <a:pt x="993543" y="36000"/>
                  <a:pt x="996195" y="34104"/>
                </a:cubicBezTo>
                <a:cubicBezTo>
                  <a:pt x="998184" y="32634"/>
                  <a:pt x="1000896" y="31390"/>
                  <a:pt x="1004329" y="30372"/>
                </a:cubicBezTo>
                <a:cubicBezTo>
                  <a:pt x="1007763" y="29352"/>
                  <a:pt x="1011445" y="28842"/>
                  <a:pt x="1015376" y="28842"/>
                </a:cubicBezTo>
                <a:cubicBezTo>
                  <a:pt x="1021296" y="28842"/>
                  <a:pt x="1026494" y="29701"/>
                  <a:pt x="1030969" y="31417"/>
                </a:cubicBezTo>
                <a:cubicBezTo>
                  <a:pt x="1035445" y="33133"/>
                  <a:pt x="1038748" y="35457"/>
                  <a:pt x="1040880" y="38390"/>
                </a:cubicBezTo>
                <a:cubicBezTo>
                  <a:pt x="1043011" y="41322"/>
                  <a:pt x="1044479" y="45244"/>
                  <a:pt x="1045284" y="50154"/>
                </a:cubicBezTo>
                <a:lnTo>
                  <a:pt x="1032781" y="51859"/>
                </a:lnTo>
                <a:cubicBezTo>
                  <a:pt x="1032213" y="47976"/>
                  <a:pt x="1030567" y="44945"/>
                  <a:pt x="1027844" y="42766"/>
                </a:cubicBezTo>
                <a:cubicBezTo>
                  <a:pt x="1025121" y="40588"/>
                  <a:pt x="1021273" y="39498"/>
                  <a:pt x="1016300" y="39498"/>
                </a:cubicBezTo>
                <a:cubicBezTo>
                  <a:pt x="1010427" y="39498"/>
                  <a:pt x="1006236" y="40465"/>
                  <a:pt x="1003726" y="42398"/>
                </a:cubicBezTo>
                <a:cubicBezTo>
                  <a:pt x="1001216" y="44329"/>
                  <a:pt x="999960" y="46591"/>
                  <a:pt x="999960" y="49184"/>
                </a:cubicBezTo>
                <a:cubicBezTo>
                  <a:pt x="999960" y="50833"/>
                  <a:pt x="1000481" y="52317"/>
                  <a:pt x="1001523" y="53637"/>
                </a:cubicBezTo>
                <a:cubicBezTo>
                  <a:pt x="1002565" y="55004"/>
                  <a:pt x="1004199" y="56134"/>
                  <a:pt x="1006425" y="57030"/>
                </a:cubicBezTo>
                <a:cubicBezTo>
                  <a:pt x="1007704" y="57502"/>
                  <a:pt x="1011469" y="58586"/>
                  <a:pt x="1017721" y="60282"/>
                </a:cubicBezTo>
                <a:cubicBezTo>
                  <a:pt x="1026766" y="62696"/>
                  <a:pt x="1033077" y="64672"/>
                  <a:pt x="1036653" y="66209"/>
                </a:cubicBezTo>
                <a:cubicBezTo>
                  <a:pt x="1040228" y="67747"/>
                  <a:pt x="1043034" y="69983"/>
                  <a:pt x="1045071" y="72918"/>
                </a:cubicBezTo>
                <a:cubicBezTo>
                  <a:pt x="1047107" y="75852"/>
                  <a:pt x="1048126" y="79495"/>
                  <a:pt x="1048126" y="83847"/>
                </a:cubicBezTo>
                <a:cubicBezTo>
                  <a:pt x="1048126" y="88107"/>
                  <a:pt x="1046882" y="92118"/>
                  <a:pt x="1044396" y="95880"/>
                </a:cubicBezTo>
                <a:cubicBezTo>
                  <a:pt x="1041910" y="99640"/>
                  <a:pt x="1038322" y="102550"/>
                  <a:pt x="1033633" y="104609"/>
                </a:cubicBezTo>
                <a:cubicBezTo>
                  <a:pt x="1028945" y="106667"/>
                  <a:pt x="1023641" y="107697"/>
                  <a:pt x="1017721" y="107697"/>
                </a:cubicBezTo>
                <a:cubicBezTo>
                  <a:pt x="1007917" y="107697"/>
                  <a:pt x="1000446" y="105654"/>
                  <a:pt x="995307" y="101570"/>
                </a:cubicBezTo>
                <a:cubicBezTo>
                  <a:pt x="990169" y="97485"/>
                  <a:pt x="986889" y="91429"/>
                  <a:pt x="985468" y="83401"/>
                </a:cubicBezTo>
                <a:close/>
                <a:moveTo>
                  <a:pt x="1058567" y="68270"/>
                </a:moveTo>
                <a:cubicBezTo>
                  <a:pt x="1058567" y="54298"/>
                  <a:pt x="1062451" y="43950"/>
                  <a:pt x="1070218" y="37225"/>
                </a:cubicBezTo>
                <a:cubicBezTo>
                  <a:pt x="1076706" y="31637"/>
                  <a:pt x="1084615" y="28842"/>
                  <a:pt x="1093945" y="28842"/>
                </a:cubicBezTo>
                <a:cubicBezTo>
                  <a:pt x="1104317" y="28842"/>
                  <a:pt x="1112795" y="32240"/>
                  <a:pt x="1119378" y="39037"/>
                </a:cubicBezTo>
                <a:cubicBezTo>
                  <a:pt x="1125961" y="45833"/>
                  <a:pt x="1129252" y="55222"/>
                  <a:pt x="1129252" y="67204"/>
                </a:cubicBezTo>
                <a:cubicBezTo>
                  <a:pt x="1129252" y="76913"/>
                  <a:pt x="1127796" y="84550"/>
                  <a:pt x="1124883" y="90114"/>
                </a:cubicBezTo>
                <a:cubicBezTo>
                  <a:pt x="1121971" y="95679"/>
                  <a:pt x="1117732" y="100001"/>
                  <a:pt x="1112167" y="103079"/>
                </a:cubicBezTo>
                <a:cubicBezTo>
                  <a:pt x="1106602" y="106158"/>
                  <a:pt x="1100528" y="107697"/>
                  <a:pt x="1093945" y="107697"/>
                </a:cubicBezTo>
                <a:cubicBezTo>
                  <a:pt x="1083384" y="107697"/>
                  <a:pt x="1074847" y="104311"/>
                  <a:pt x="1068335" y="97538"/>
                </a:cubicBezTo>
                <a:cubicBezTo>
                  <a:pt x="1061823" y="90766"/>
                  <a:pt x="1058567" y="81009"/>
                  <a:pt x="1058567" y="68270"/>
                </a:cubicBezTo>
                <a:moveTo>
                  <a:pt x="1071710" y="68234"/>
                </a:moveTo>
                <a:cubicBezTo>
                  <a:pt x="1071710" y="77860"/>
                  <a:pt x="1073817" y="85068"/>
                  <a:pt x="1078032" y="89857"/>
                </a:cubicBezTo>
                <a:cubicBezTo>
                  <a:pt x="1082247" y="94646"/>
                  <a:pt x="1087552" y="97041"/>
                  <a:pt x="1093945" y="97041"/>
                </a:cubicBezTo>
                <a:cubicBezTo>
                  <a:pt x="1100292" y="97041"/>
                  <a:pt x="1105572" y="94634"/>
                  <a:pt x="1109787" y="89821"/>
                </a:cubicBezTo>
                <a:cubicBezTo>
                  <a:pt x="1114002" y="85008"/>
                  <a:pt x="1116110" y="77671"/>
                  <a:pt x="1116110" y="67810"/>
                </a:cubicBezTo>
                <a:cubicBezTo>
                  <a:pt x="1116110" y="58514"/>
                  <a:pt x="1113991" y="51471"/>
                  <a:pt x="1109752" y="46682"/>
                </a:cubicBezTo>
                <a:cubicBezTo>
                  <a:pt x="1105513" y="41893"/>
                  <a:pt x="1100244" y="39498"/>
                  <a:pt x="1093945" y="39498"/>
                </a:cubicBezTo>
                <a:cubicBezTo>
                  <a:pt x="1087552" y="39498"/>
                  <a:pt x="1082247" y="41881"/>
                  <a:pt x="1078032" y="46647"/>
                </a:cubicBezTo>
                <a:cubicBezTo>
                  <a:pt x="1073817" y="51412"/>
                  <a:pt x="1071710" y="58608"/>
                  <a:pt x="1071710" y="68234"/>
                </a:cubicBezTo>
                <a:close/>
                <a:moveTo>
                  <a:pt x="1144101" y="105992"/>
                </a:moveTo>
                <a:lnTo>
                  <a:pt x="1144101" y="30547"/>
                </a:lnTo>
                <a:lnTo>
                  <a:pt x="1155609" y="30547"/>
                </a:lnTo>
                <a:lnTo>
                  <a:pt x="1155609" y="41914"/>
                </a:lnTo>
                <a:cubicBezTo>
                  <a:pt x="1158545" y="36592"/>
                  <a:pt x="1161257" y="33082"/>
                  <a:pt x="1163743" y="31386"/>
                </a:cubicBezTo>
                <a:cubicBezTo>
                  <a:pt x="1166230" y="29690"/>
                  <a:pt x="1168965" y="28842"/>
                  <a:pt x="1171948" y="28842"/>
                </a:cubicBezTo>
                <a:cubicBezTo>
                  <a:pt x="1176258" y="28842"/>
                  <a:pt x="1180639" y="30210"/>
                  <a:pt x="1185091" y="32945"/>
                </a:cubicBezTo>
                <a:lnTo>
                  <a:pt x="1180686" y="44755"/>
                </a:lnTo>
                <a:cubicBezTo>
                  <a:pt x="1177560" y="42908"/>
                  <a:pt x="1174435" y="41985"/>
                  <a:pt x="1171309" y="41985"/>
                </a:cubicBezTo>
                <a:cubicBezTo>
                  <a:pt x="1168515" y="41985"/>
                  <a:pt x="1166005" y="42827"/>
                  <a:pt x="1163779" y="44511"/>
                </a:cubicBezTo>
                <a:cubicBezTo>
                  <a:pt x="1161553" y="46194"/>
                  <a:pt x="1159966" y="48529"/>
                  <a:pt x="1159019" y="51515"/>
                </a:cubicBezTo>
                <a:cubicBezTo>
                  <a:pt x="1157598" y="56066"/>
                  <a:pt x="1156888" y="61044"/>
                  <a:pt x="1156888" y="66449"/>
                </a:cubicBezTo>
                <a:lnTo>
                  <a:pt x="1156888" y="105992"/>
                </a:lnTo>
                <a:lnTo>
                  <a:pt x="1144101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914D0-3F62-4DE4-95E8-58363149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40" y="7347815"/>
            <a:ext cx="4097568" cy="10"/>
          </a:xfrm>
          <a:custGeom xmlns:a="http://schemas.openxmlformats.org/drawingml/2006/main">
            <a:pathLst>
              <a:path w="4097568" h="1" fill="none">
                <a:moveTo>
                  <a:pt x="0" y="0"/>
                </a:moveTo>
                <a:lnTo>
                  <a:pt x="40975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78" name="Text +resizeAndShrink(imageData:Data,size:CGSize):Data">
            <a:extLst xmlns:a="http://schemas.openxmlformats.org/drawingml/2006/main">
              <a:ext uri="{FF2B5EF4-FFF2-40B4-BE49-F238E27FC236}">
                <a16:creationId xmlns:a16="http://schemas.microsoft.com/office/drawing/2014/main" id="{D6696B58-50E5-4440-A301-EAD85A3C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50" y="7486087"/>
            <a:ext cx="3668932" cy="136681"/>
          </a:xfrm>
          <a:custGeom xmlns:a="http://schemas.openxmlformats.org/drawingml/2006/main">
            <a:pathLst>
              <a:path w="3668932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26736" y="105992"/>
                </a:moveTo>
                <a:lnTo>
                  <a:pt x="126736" y="30547"/>
                </a:lnTo>
                <a:lnTo>
                  <a:pt x="138244" y="30547"/>
                </a:lnTo>
                <a:lnTo>
                  <a:pt x="138244" y="41914"/>
                </a:lnTo>
                <a:cubicBezTo>
                  <a:pt x="141181" y="36592"/>
                  <a:pt x="143892" y="33082"/>
                  <a:pt x="146379" y="31386"/>
                </a:cubicBezTo>
                <a:cubicBezTo>
                  <a:pt x="148865" y="29690"/>
                  <a:pt x="151600" y="28842"/>
                  <a:pt x="154584" y="28842"/>
                </a:cubicBezTo>
                <a:cubicBezTo>
                  <a:pt x="158893" y="28842"/>
                  <a:pt x="163274" y="30210"/>
                  <a:pt x="167726" y="32945"/>
                </a:cubicBezTo>
                <a:lnTo>
                  <a:pt x="163322" y="44755"/>
                </a:lnTo>
                <a:cubicBezTo>
                  <a:pt x="160196" y="42908"/>
                  <a:pt x="157070" y="41985"/>
                  <a:pt x="153944" y="41985"/>
                </a:cubicBezTo>
                <a:cubicBezTo>
                  <a:pt x="151150" y="41985"/>
                  <a:pt x="148640" y="42827"/>
                  <a:pt x="146414" y="44511"/>
                </a:cubicBezTo>
                <a:cubicBezTo>
                  <a:pt x="144188" y="46194"/>
                  <a:pt x="142602" y="48529"/>
                  <a:pt x="141654" y="51515"/>
                </a:cubicBezTo>
                <a:cubicBezTo>
                  <a:pt x="140234" y="56066"/>
                  <a:pt x="139523" y="61044"/>
                  <a:pt x="139523" y="66449"/>
                </a:cubicBezTo>
                <a:lnTo>
                  <a:pt x="139523" y="105992"/>
                </a:lnTo>
                <a:lnTo>
                  <a:pt x="126736" y="105992"/>
                </a:lnTo>
                <a:close/>
                <a:moveTo>
                  <a:pt x="226973" y="81696"/>
                </a:moveTo>
                <a:lnTo>
                  <a:pt x="240186" y="83330"/>
                </a:lnTo>
                <a:cubicBezTo>
                  <a:pt x="238103" y="91050"/>
                  <a:pt x="234243" y="97041"/>
                  <a:pt x="228607" y="101303"/>
                </a:cubicBezTo>
                <a:cubicBezTo>
                  <a:pt x="222971" y="105566"/>
                  <a:pt x="215772" y="107697"/>
                  <a:pt x="207011" y="107697"/>
                </a:cubicBezTo>
                <a:cubicBezTo>
                  <a:pt x="195976" y="107697"/>
                  <a:pt x="187226" y="104299"/>
                  <a:pt x="180761" y="97503"/>
                </a:cubicBezTo>
                <a:cubicBezTo>
                  <a:pt x="174297" y="90706"/>
                  <a:pt x="171064" y="81175"/>
                  <a:pt x="171064" y="68909"/>
                </a:cubicBezTo>
                <a:cubicBezTo>
                  <a:pt x="171064" y="56216"/>
                  <a:pt x="174332" y="46365"/>
                  <a:pt x="180868" y="39356"/>
                </a:cubicBezTo>
                <a:cubicBezTo>
                  <a:pt x="187404" y="32347"/>
                  <a:pt x="195881" y="28842"/>
                  <a:pt x="206300" y="28842"/>
                </a:cubicBezTo>
                <a:cubicBezTo>
                  <a:pt x="216388" y="28842"/>
                  <a:pt x="224629" y="32271"/>
                  <a:pt x="231022" y="39128"/>
                </a:cubicBezTo>
                <a:cubicBezTo>
                  <a:pt x="237416" y="45983"/>
                  <a:pt x="240613" y="55628"/>
                  <a:pt x="240613" y="68063"/>
                </a:cubicBezTo>
                <a:cubicBezTo>
                  <a:pt x="240613" y="68819"/>
                  <a:pt x="240589" y="69954"/>
                  <a:pt x="240542" y="71466"/>
                </a:cubicBezTo>
                <a:lnTo>
                  <a:pt x="184278" y="71466"/>
                </a:lnTo>
                <a:cubicBezTo>
                  <a:pt x="184751" y="79731"/>
                  <a:pt x="187096" y="86059"/>
                  <a:pt x="191311" y="90452"/>
                </a:cubicBezTo>
                <a:cubicBezTo>
                  <a:pt x="195526" y="94844"/>
                  <a:pt x="200783" y="97041"/>
                  <a:pt x="207082" y="97041"/>
                </a:cubicBezTo>
                <a:cubicBezTo>
                  <a:pt x="211770" y="97041"/>
                  <a:pt x="215772" y="95821"/>
                  <a:pt x="219087" y="93382"/>
                </a:cubicBezTo>
                <a:cubicBezTo>
                  <a:pt x="222403" y="90942"/>
                  <a:pt x="225031" y="87046"/>
                  <a:pt x="226973" y="81696"/>
                </a:cubicBezTo>
                <a:moveTo>
                  <a:pt x="184988" y="60810"/>
                </a:moveTo>
                <a:lnTo>
                  <a:pt x="227115" y="60810"/>
                </a:lnTo>
                <a:cubicBezTo>
                  <a:pt x="226547" y="54568"/>
                  <a:pt x="224936" y="49886"/>
                  <a:pt x="222284" y="46764"/>
                </a:cubicBezTo>
                <a:cubicBezTo>
                  <a:pt x="218211" y="41920"/>
                  <a:pt x="212931" y="39498"/>
                  <a:pt x="206442" y="39498"/>
                </a:cubicBezTo>
                <a:cubicBezTo>
                  <a:pt x="200570" y="39498"/>
                  <a:pt x="195632" y="41432"/>
                  <a:pt x="191630" y="45299"/>
                </a:cubicBezTo>
                <a:cubicBezTo>
                  <a:pt x="187629" y="49165"/>
                  <a:pt x="185414" y="54335"/>
                  <a:pt x="184988" y="60810"/>
                </a:cubicBezTo>
                <a:close/>
                <a:moveTo>
                  <a:pt x="251127" y="83401"/>
                </a:moveTo>
                <a:lnTo>
                  <a:pt x="263772" y="81412"/>
                </a:lnTo>
                <a:cubicBezTo>
                  <a:pt x="264482" y="86457"/>
                  <a:pt x="266460" y="90324"/>
                  <a:pt x="269704" y="93011"/>
                </a:cubicBezTo>
                <a:cubicBezTo>
                  <a:pt x="272948" y="95698"/>
                  <a:pt x="277483" y="97041"/>
                  <a:pt x="283308" y="97041"/>
                </a:cubicBezTo>
                <a:cubicBezTo>
                  <a:pt x="289181" y="97041"/>
                  <a:pt x="293538" y="95855"/>
                  <a:pt x="296379" y="93482"/>
                </a:cubicBezTo>
                <a:cubicBezTo>
                  <a:pt x="299221" y="91108"/>
                  <a:pt x="300642" y="88324"/>
                  <a:pt x="300642" y="85130"/>
                </a:cubicBezTo>
                <a:cubicBezTo>
                  <a:pt x="300642" y="82264"/>
                  <a:pt x="299387" y="80008"/>
                  <a:pt x="296877" y="78364"/>
                </a:cubicBezTo>
                <a:cubicBezTo>
                  <a:pt x="295124" y="77236"/>
                  <a:pt x="290767" y="75803"/>
                  <a:pt x="283805" y="74064"/>
                </a:cubicBezTo>
                <a:cubicBezTo>
                  <a:pt x="274428" y="71694"/>
                  <a:pt x="267928" y="69644"/>
                  <a:pt x="264305" y="67914"/>
                </a:cubicBezTo>
                <a:cubicBezTo>
                  <a:pt x="260682" y="66184"/>
                  <a:pt x="257935" y="63790"/>
                  <a:pt x="256064" y="60733"/>
                </a:cubicBezTo>
                <a:cubicBezTo>
                  <a:pt x="254193" y="57675"/>
                  <a:pt x="253258" y="54298"/>
                  <a:pt x="253258" y="50601"/>
                </a:cubicBezTo>
                <a:cubicBezTo>
                  <a:pt x="253258" y="47235"/>
                  <a:pt x="254028" y="44118"/>
                  <a:pt x="255567" y="41250"/>
                </a:cubicBezTo>
                <a:cubicBezTo>
                  <a:pt x="257106" y="38382"/>
                  <a:pt x="259202" y="36000"/>
                  <a:pt x="261854" y="34104"/>
                </a:cubicBezTo>
                <a:cubicBezTo>
                  <a:pt x="263843" y="32634"/>
                  <a:pt x="266554" y="31390"/>
                  <a:pt x="269988" y="30372"/>
                </a:cubicBezTo>
                <a:cubicBezTo>
                  <a:pt x="273422" y="29352"/>
                  <a:pt x="277104" y="28842"/>
                  <a:pt x="281035" y="28842"/>
                </a:cubicBezTo>
                <a:cubicBezTo>
                  <a:pt x="286955" y="28842"/>
                  <a:pt x="292152" y="29701"/>
                  <a:pt x="296628" y="31417"/>
                </a:cubicBezTo>
                <a:cubicBezTo>
                  <a:pt x="301104" y="33133"/>
                  <a:pt x="304407" y="35457"/>
                  <a:pt x="306538" y="38390"/>
                </a:cubicBezTo>
                <a:cubicBezTo>
                  <a:pt x="308669" y="41322"/>
                  <a:pt x="310137" y="45244"/>
                  <a:pt x="310943" y="50154"/>
                </a:cubicBezTo>
                <a:lnTo>
                  <a:pt x="298440" y="51859"/>
                </a:lnTo>
                <a:cubicBezTo>
                  <a:pt x="297871" y="47976"/>
                  <a:pt x="296225" y="44945"/>
                  <a:pt x="293502" y="42766"/>
                </a:cubicBezTo>
                <a:cubicBezTo>
                  <a:pt x="290779" y="40588"/>
                  <a:pt x="286931" y="39498"/>
                  <a:pt x="281958" y="39498"/>
                </a:cubicBezTo>
                <a:cubicBezTo>
                  <a:pt x="276086" y="39498"/>
                  <a:pt x="271894" y="40465"/>
                  <a:pt x="269384" y="42398"/>
                </a:cubicBezTo>
                <a:cubicBezTo>
                  <a:pt x="266874" y="44329"/>
                  <a:pt x="265619" y="46591"/>
                  <a:pt x="265619" y="49184"/>
                </a:cubicBezTo>
                <a:cubicBezTo>
                  <a:pt x="265619" y="50833"/>
                  <a:pt x="266140" y="52317"/>
                  <a:pt x="267182" y="53637"/>
                </a:cubicBezTo>
                <a:cubicBezTo>
                  <a:pt x="268224" y="55004"/>
                  <a:pt x="269858" y="56134"/>
                  <a:pt x="272084" y="57030"/>
                </a:cubicBezTo>
                <a:cubicBezTo>
                  <a:pt x="273362" y="57502"/>
                  <a:pt x="277127" y="58586"/>
                  <a:pt x="283379" y="60282"/>
                </a:cubicBezTo>
                <a:cubicBezTo>
                  <a:pt x="292425" y="62696"/>
                  <a:pt x="298736" y="64672"/>
                  <a:pt x="302311" y="66209"/>
                </a:cubicBezTo>
                <a:cubicBezTo>
                  <a:pt x="305887" y="67747"/>
                  <a:pt x="308693" y="69983"/>
                  <a:pt x="310729" y="72918"/>
                </a:cubicBezTo>
                <a:cubicBezTo>
                  <a:pt x="312766" y="75852"/>
                  <a:pt x="313784" y="79495"/>
                  <a:pt x="313784" y="83847"/>
                </a:cubicBezTo>
                <a:cubicBezTo>
                  <a:pt x="313784" y="88107"/>
                  <a:pt x="312541" y="92118"/>
                  <a:pt x="310055" y="95880"/>
                </a:cubicBezTo>
                <a:cubicBezTo>
                  <a:pt x="307568" y="99640"/>
                  <a:pt x="303981" y="102550"/>
                  <a:pt x="299292" y="104609"/>
                </a:cubicBezTo>
                <a:cubicBezTo>
                  <a:pt x="294603" y="106667"/>
                  <a:pt x="289299" y="107697"/>
                  <a:pt x="283379" y="107697"/>
                </a:cubicBezTo>
                <a:cubicBezTo>
                  <a:pt x="273575" y="107697"/>
                  <a:pt x="266104" y="105654"/>
                  <a:pt x="260966" y="101570"/>
                </a:cubicBezTo>
                <a:cubicBezTo>
                  <a:pt x="255827" y="97485"/>
                  <a:pt x="252548" y="91429"/>
                  <a:pt x="251127" y="83401"/>
                </a:cubicBezTo>
                <a:close/>
                <a:moveTo>
                  <a:pt x="329057" y="16623"/>
                </a:moveTo>
                <a:lnTo>
                  <a:pt x="329057" y="1847"/>
                </a:lnTo>
                <a:lnTo>
                  <a:pt x="341845" y="1847"/>
                </a:lnTo>
                <a:lnTo>
                  <a:pt x="341845" y="16623"/>
                </a:lnTo>
                <a:lnTo>
                  <a:pt x="329057" y="16623"/>
                </a:lnTo>
                <a:moveTo>
                  <a:pt x="329057" y="105992"/>
                </a:moveTo>
                <a:lnTo>
                  <a:pt x="329057" y="30547"/>
                </a:lnTo>
                <a:lnTo>
                  <a:pt x="341845" y="30547"/>
                </a:lnTo>
                <a:lnTo>
                  <a:pt x="341845" y="105992"/>
                </a:lnTo>
                <a:lnTo>
                  <a:pt x="329057" y="105992"/>
                </a:lnTo>
                <a:close/>
                <a:moveTo>
                  <a:pt x="354561" y="105992"/>
                </a:moveTo>
                <a:lnTo>
                  <a:pt x="354561" y="95620"/>
                </a:lnTo>
                <a:lnTo>
                  <a:pt x="402585" y="40493"/>
                </a:lnTo>
                <a:cubicBezTo>
                  <a:pt x="397138" y="40777"/>
                  <a:pt x="392331" y="40919"/>
                  <a:pt x="388163" y="40919"/>
                </a:cubicBezTo>
                <a:lnTo>
                  <a:pt x="357403" y="40919"/>
                </a:lnTo>
                <a:lnTo>
                  <a:pt x="357403" y="30547"/>
                </a:lnTo>
                <a:lnTo>
                  <a:pt x="419066" y="30547"/>
                </a:lnTo>
                <a:lnTo>
                  <a:pt x="419066" y="39001"/>
                </a:lnTo>
                <a:lnTo>
                  <a:pt x="378218" y="86882"/>
                </a:lnTo>
                <a:lnTo>
                  <a:pt x="370332" y="95620"/>
                </a:lnTo>
                <a:cubicBezTo>
                  <a:pt x="376063" y="95194"/>
                  <a:pt x="381438" y="94981"/>
                  <a:pt x="386458" y="94981"/>
                </a:cubicBezTo>
                <a:lnTo>
                  <a:pt x="421339" y="94981"/>
                </a:lnTo>
                <a:lnTo>
                  <a:pt x="421339" y="105992"/>
                </a:lnTo>
                <a:lnTo>
                  <a:pt x="354561" y="105992"/>
                </a:lnTo>
                <a:close/>
                <a:moveTo>
                  <a:pt x="485701" y="81696"/>
                </a:moveTo>
                <a:lnTo>
                  <a:pt x="498914" y="83330"/>
                </a:lnTo>
                <a:cubicBezTo>
                  <a:pt x="496831" y="91050"/>
                  <a:pt x="492971" y="97041"/>
                  <a:pt x="487335" y="101303"/>
                </a:cubicBezTo>
                <a:cubicBezTo>
                  <a:pt x="481699" y="105566"/>
                  <a:pt x="474500" y="107697"/>
                  <a:pt x="465739" y="107697"/>
                </a:cubicBezTo>
                <a:cubicBezTo>
                  <a:pt x="454704" y="107697"/>
                  <a:pt x="445954" y="104299"/>
                  <a:pt x="439489" y="97503"/>
                </a:cubicBezTo>
                <a:cubicBezTo>
                  <a:pt x="433025" y="90706"/>
                  <a:pt x="429792" y="81175"/>
                  <a:pt x="429792" y="68909"/>
                </a:cubicBezTo>
                <a:cubicBezTo>
                  <a:pt x="429792" y="56216"/>
                  <a:pt x="433060" y="46365"/>
                  <a:pt x="439596" y="39356"/>
                </a:cubicBezTo>
                <a:cubicBezTo>
                  <a:pt x="446132" y="32347"/>
                  <a:pt x="454609" y="28842"/>
                  <a:pt x="465028" y="28842"/>
                </a:cubicBezTo>
                <a:cubicBezTo>
                  <a:pt x="475116" y="28842"/>
                  <a:pt x="483357" y="32271"/>
                  <a:pt x="489750" y="39128"/>
                </a:cubicBezTo>
                <a:cubicBezTo>
                  <a:pt x="496144" y="45983"/>
                  <a:pt x="499341" y="55628"/>
                  <a:pt x="499341" y="68063"/>
                </a:cubicBezTo>
                <a:cubicBezTo>
                  <a:pt x="499341" y="68819"/>
                  <a:pt x="499317" y="69954"/>
                  <a:pt x="499270" y="71466"/>
                </a:cubicBezTo>
                <a:lnTo>
                  <a:pt x="443006" y="71466"/>
                </a:lnTo>
                <a:cubicBezTo>
                  <a:pt x="443479" y="79731"/>
                  <a:pt x="445824" y="86059"/>
                  <a:pt x="450039" y="90452"/>
                </a:cubicBezTo>
                <a:cubicBezTo>
                  <a:pt x="454254" y="94844"/>
                  <a:pt x="459511" y="97041"/>
                  <a:pt x="465810" y="97041"/>
                </a:cubicBezTo>
                <a:cubicBezTo>
                  <a:pt x="470498" y="97041"/>
                  <a:pt x="474500" y="95821"/>
                  <a:pt x="477816" y="93382"/>
                </a:cubicBezTo>
                <a:cubicBezTo>
                  <a:pt x="481131" y="90942"/>
                  <a:pt x="483759" y="87046"/>
                  <a:pt x="485701" y="81696"/>
                </a:cubicBezTo>
                <a:moveTo>
                  <a:pt x="443716" y="60810"/>
                </a:moveTo>
                <a:lnTo>
                  <a:pt x="485843" y="60810"/>
                </a:lnTo>
                <a:cubicBezTo>
                  <a:pt x="485275" y="54568"/>
                  <a:pt x="483665" y="49886"/>
                  <a:pt x="481012" y="46764"/>
                </a:cubicBezTo>
                <a:cubicBezTo>
                  <a:pt x="476939" y="41920"/>
                  <a:pt x="471659" y="39498"/>
                  <a:pt x="465170" y="39498"/>
                </a:cubicBezTo>
                <a:cubicBezTo>
                  <a:pt x="459298" y="39498"/>
                  <a:pt x="454360" y="41432"/>
                  <a:pt x="450359" y="45299"/>
                </a:cubicBezTo>
                <a:cubicBezTo>
                  <a:pt x="446357" y="49165"/>
                  <a:pt x="444143" y="54335"/>
                  <a:pt x="443716" y="60810"/>
                </a:cubicBezTo>
                <a:close/>
                <a:moveTo>
                  <a:pt x="505166" y="105992"/>
                </a:moveTo>
                <a:lnTo>
                  <a:pt x="545162" y="1847"/>
                </a:lnTo>
                <a:lnTo>
                  <a:pt x="560009" y="1847"/>
                </a:lnTo>
                <a:lnTo>
                  <a:pt x="602633" y="105992"/>
                </a:lnTo>
                <a:lnTo>
                  <a:pt x="586933" y="105992"/>
                </a:lnTo>
                <a:lnTo>
                  <a:pt x="574786" y="74592"/>
                </a:lnTo>
                <a:lnTo>
                  <a:pt x="531238" y="74592"/>
                </a:lnTo>
                <a:lnTo>
                  <a:pt x="519801" y="105992"/>
                </a:lnTo>
                <a:lnTo>
                  <a:pt x="505166" y="105992"/>
                </a:lnTo>
                <a:moveTo>
                  <a:pt x="535216" y="63226"/>
                </a:moveTo>
                <a:lnTo>
                  <a:pt x="570523" y="63226"/>
                </a:lnTo>
                <a:lnTo>
                  <a:pt x="559654" y="34383"/>
                </a:lnTo>
                <a:cubicBezTo>
                  <a:pt x="556339" y="25622"/>
                  <a:pt x="553876" y="18423"/>
                  <a:pt x="552266" y="12787"/>
                </a:cubicBezTo>
                <a:cubicBezTo>
                  <a:pt x="550940" y="19465"/>
                  <a:pt x="549069" y="26095"/>
                  <a:pt x="546654" y="32678"/>
                </a:cubicBezTo>
                <a:lnTo>
                  <a:pt x="535216" y="63226"/>
                </a:lnTo>
                <a:close/>
                <a:moveTo>
                  <a:pt x="612010" y="105992"/>
                </a:moveTo>
                <a:lnTo>
                  <a:pt x="612010" y="30547"/>
                </a:lnTo>
                <a:lnTo>
                  <a:pt x="623519" y="30547"/>
                </a:lnTo>
                <a:lnTo>
                  <a:pt x="623519" y="41203"/>
                </a:lnTo>
                <a:cubicBezTo>
                  <a:pt x="629060" y="32963"/>
                  <a:pt x="637064" y="28842"/>
                  <a:pt x="647530" y="28842"/>
                </a:cubicBezTo>
                <a:cubicBezTo>
                  <a:pt x="652077" y="28842"/>
                  <a:pt x="656256" y="29659"/>
                  <a:pt x="660069" y="31293"/>
                </a:cubicBezTo>
                <a:cubicBezTo>
                  <a:pt x="663881" y="32927"/>
                  <a:pt x="666735" y="35070"/>
                  <a:pt x="668629" y="37722"/>
                </a:cubicBezTo>
                <a:cubicBezTo>
                  <a:pt x="670524" y="40374"/>
                  <a:pt x="671850" y="43524"/>
                  <a:pt x="672607" y="47171"/>
                </a:cubicBezTo>
                <a:cubicBezTo>
                  <a:pt x="673081" y="49539"/>
                  <a:pt x="673318" y="53683"/>
                  <a:pt x="673318" y="59603"/>
                </a:cubicBezTo>
                <a:lnTo>
                  <a:pt x="673318" y="105992"/>
                </a:lnTo>
                <a:lnTo>
                  <a:pt x="660531" y="105992"/>
                </a:lnTo>
                <a:lnTo>
                  <a:pt x="660531" y="60051"/>
                </a:lnTo>
                <a:cubicBezTo>
                  <a:pt x="660531" y="54836"/>
                  <a:pt x="660033" y="50936"/>
                  <a:pt x="659039" y="48352"/>
                </a:cubicBezTo>
                <a:cubicBezTo>
                  <a:pt x="658044" y="45768"/>
                  <a:pt x="656280" y="43705"/>
                  <a:pt x="653746" y="42165"/>
                </a:cubicBezTo>
                <a:cubicBezTo>
                  <a:pt x="651213" y="40624"/>
                  <a:pt x="648241" y="39853"/>
                  <a:pt x="644831" y="39853"/>
                </a:cubicBezTo>
                <a:cubicBezTo>
                  <a:pt x="639384" y="39853"/>
                  <a:pt x="634684" y="41584"/>
                  <a:pt x="630729" y="45046"/>
                </a:cubicBezTo>
                <a:cubicBezTo>
                  <a:pt x="626775" y="48506"/>
                  <a:pt x="624797" y="55072"/>
                  <a:pt x="624797" y="64744"/>
                </a:cubicBezTo>
                <a:lnTo>
                  <a:pt x="624797" y="105992"/>
                </a:lnTo>
                <a:lnTo>
                  <a:pt x="612010" y="105992"/>
                </a:lnTo>
                <a:close/>
                <a:moveTo>
                  <a:pt x="741872" y="105992"/>
                </a:moveTo>
                <a:lnTo>
                  <a:pt x="741872" y="96472"/>
                </a:lnTo>
                <a:cubicBezTo>
                  <a:pt x="737088" y="103955"/>
                  <a:pt x="730055" y="107697"/>
                  <a:pt x="720773" y="107697"/>
                </a:cubicBezTo>
                <a:cubicBezTo>
                  <a:pt x="714758" y="107697"/>
                  <a:pt x="709229" y="106039"/>
                  <a:pt x="704185" y="102724"/>
                </a:cubicBezTo>
                <a:cubicBezTo>
                  <a:pt x="699141" y="99409"/>
                  <a:pt x="695234" y="94779"/>
                  <a:pt x="692463" y="88836"/>
                </a:cubicBezTo>
                <a:cubicBezTo>
                  <a:pt x="689693" y="82892"/>
                  <a:pt x="688308" y="76060"/>
                  <a:pt x="688308" y="68341"/>
                </a:cubicBezTo>
                <a:cubicBezTo>
                  <a:pt x="688308" y="60810"/>
                  <a:pt x="689563" y="53979"/>
                  <a:pt x="692073" y="47845"/>
                </a:cubicBezTo>
                <a:cubicBezTo>
                  <a:pt x="694583" y="41712"/>
                  <a:pt x="698348" y="37012"/>
                  <a:pt x="703368" y="33744"/>
                </a:cubicBezTo>
                <a:cubicBezTo>
                  <a:pt x="708388" y="30476"/>
                  <a:pt x="714000" y="28842"/>
                  <a:pt x="720205" y="28842"/>
                </a:cubicBezTo>
                <a:cubicBezTo>
                  <a:pt x="724751" y="28842"/>
                  <a:pt x="728800" y="29801"/>
                  <a:pt x="732352" y="31719"/>
                </a:cubicBezTo>
                <a:cubicBezTo>
                  <a:pt x="735904" y="33637"/>
                  <a:pt x="738793" y="36136"/>
                  <a:pt x="741019" y="39214"/>
                </a:cubicBezTo>
                <a:lnTo>
                  <a:pt x="741019" y="1847"/>
                </a:lnTo>
                <a:lnTo>
                  <a:pt x="753736" y="1847"/>
                </a:lnTo>
                <a:lnTo>
                  <a:pt x="753736" y="105992"/>
                </a:lnTo>
                <a:lnTo>
                  <a:pt x="741872" y="105992"/>
                </a:lnTo>
                <a:moveTo>
                  <a:pt x="701450" y="68305"/>
                </a:moveTo>
                <a:cubicBezTo>
                  <a:pt x="701450" y="77931"/>
                  <a:pt x="703486" y="85127"/>
                  <a:pt x="707559" y="89892"/>
                </a:cubicBezTo>
                <a:cubicBezTo>
                  <a:pt x="711632" y="94658"/>
                  <a:pt x="716439" y="97041"/>
                  <a:pt x="721981" y="97041"/>
                </a:cubicBezTo>
                <a:cubicBezTo>
                  <a:pt x="727569" y="97041"/>
                  <a:pt x="732317" y="94765"/>
                  <a:pt x="736224" y="90212"/>
                </a:cubicBezTo>
                <a:cubicBezTo>
                  <a:pt x="740131" y="85658"/>
                  <a:pt x="742085" y="78709"/>
                  <a:pt x="742085" y="69366"/>
                </a:cubicBezTo>
                <a:cubicBezTo>
                  <a:pt x="742085" y="59080"/>
                  <a:pt x="740096" y="51531"/>
                  <a:pt x="736118" y="46718"/>
                </a:cubicBezTo>
                <a:cubicBezTo>
                  <a:pt x="732139" y="41905"/>
                  <a:pt x="727238" y="39498"/>
                  <a:pt x="721412" y="39498"/>
                </a:cubicBezTo>
                <a:cubicBezTo>
                  <a:pt x="715729" y="39498"/>
                  <a:pt x="710981" y="41811"/>
                  <a:pt x="707169" y="46436"/>
                </a:cubicBezTo>
                <a:cubicBezTo>
                  <a:pt x="703356" y="51059"/>
                  <a:pt x="701450" y="58349"/>
                  <a:pt x="701450" y="68305"/>
                </a:cubicBezTo>
                <a:close/>
                <a:moveTo>
                  <a:pt x="770784" y="72461"/>
                </a:moveTo>
                <a:lnTo>
                  <a:pt x="783785" y="71324"/>
                </a:lnTo>
                <a:cubicBezTo>
                  <a:pt x="784400" y="76534"/>
                  <a:pt x="785833" y="80808"/>
                  <a:pt x="788083" y="84147"/>
                </a:cubicBezTo>
                <a:cubicBezTo>
                  <a:pt x="790332" y="87486"/>
                  <a:pt x="793825" y="90185"/>
                  <a:pt x="798561" y="92246"/>
                </a:cubicBezTo>
                <a:cubicBezTo>
                  <a:pt x="803297" y="94306"/>
                  <a:pt x="808625" y="95336"/>
                  <a:pt x="814545" y="95336"/>
                </a:cubicBezTo>
                <a:cubicBezTo>
                  <a:pt x="819802" y="95336"/>
                  <a:pt x="824443" y="94554"/>
                  <a:pt x="828469" y="92991"/>
                </a:cubicBezTo>
                <a:cubicBezTo>
                  <a:pt x="832494" y="91429"/>
                  <a:pt x="835490" y="89286"/>
                  <a:pt x="837455" y="86562"/>
                </a:cubicBezTo>
                <a:cubicBezTo>
                  <a:pt x="839421" y="83839"/>
                  <a:pt x="840404" y="80867"/>
                  <a:pt x="840404" y="77647"/>
                </a:cubicBezTo>
                <a:cubicBezTo>
                  <a:pt x="840404" y="74379"/>
                  <a:pt x="839456" y="71526"/>
                  <a:pt x="837562" y="69086"/>
                </a:cubicBezTo>
                <a:cubicBezTo>
                  <a:pt x="835668" y="66647"/>
                  <a:pt x="832542" y="64599"/>
                  <a:pt x="828185" y="62942"/>
                </a:cubicBezTo>
                <a:cubicBezTo>
                  <a:pt x="825390" y="61852"/>
                  <a:pt x="819210" y="60159"/>
                  <a:pt x="809643" y="57862"/>
                </a:cubicBezTo>
                <a:cubicBezTo>
                  <a:pt x="800077" y="55565"/>
                  <a:pt x="793375" y="53398"/>
                  <a:pt x="789539" y="51362"/>
                </a:cubicBezTo>
                <a:cubicBezTo>
                  <a:pt x="784566" y="48757"/>
                  <a:pt x="780860" y="45525"/>
                  <a:pt x="778421" y="41665"/>
                </a:cubicBezTo>
                <a:cubicBezTo>
                  <a:pt x="775982" y="37805"/>
                  <a:pt x="774763" y="33484"/>
                  <a:pt x="774763" y="28700"/>
                </a:cubicBezTo>
                <a:cubicBezTo>
                  <a:pt x="774763" y="23443"/>
                  <a:pt x="776254" y="18530"/>
                  <a:pt x="779238" y="13959"/>
                </a:cubicBezTo>
                <a:cubicBezTo>
                  <a:pt x="782222" y="9389"/>
                  <a:pt x="786579" y="5920"/>
                  <a:pt x="792309" y="3552"/>
                </a:cubicBezTo>
                <a:cubicBezTo>
                  <a:pt x="798040" y="1184"/>
                  <a:pt x="804410" y="0"/>
                  <a:pt x="811419" y="0"/>
                </a:cubicBezTo>
                <a:cubicBezTo>
                  <a:pt x="819139" y="0"/>
                  <a:pt x="825947" y="1243"/>
                  <a:pt x="831843" y="3730"/>
                </a:cubicBezTo>
                <a:cubicBezTo>
                  <a:pt x="837740" y="6216"/>
                  <a:pt x="842274" y="9875"/>
                  <a:pt x="845447" y="14705"/>
                </a:cubicBezTo>
                <a:cubicBezTo>
                  <a:pt x="848621" y="19536"/>
                  <a:pt x="850326" y="25006"/>
                  <a:pt x="850562" y="31116"/>
                </a:cubicBezTo>
                <a:lnTo>
                  <a:pt x="837349" y="32110"/>
                </a:lnTo>
                <a:cubicBezTo>
                  <a:pt x="836638" y="25503"/>
                  <a:pt x="834235" y="20513"/>
                  <a:pt x="830138" y="17138"/>
                </a:cubicBezTo>
                <a:cubicBezTo>
                  <a:pt x="826042" y="13764"/>
                  <a:pt x="819991" y="12077"/>
                  <a:pt x="811988" y="12077"/>
                </a:cubicBezTo>
                <a:cubicBezTo>
                  <a:pt x="803652" y="12077"/>
                  <a:pt x="797578" y="13606"/>
                  <a:pt x="793766" y="16663"/>
                </a:cubicBezTo>
                <a:cubicBezTo>
                  <a:pt x="789953" y="19720"/>
                  <a:pt x="788047" y="23404"/>
                  <a:pt x="788047" y="27717"/>
                </a:cubicBezTo>
                <a:cubicBezTo>
                  <a:pt x="788047" y="31461"/>
                  <a:pt x="789397" y="34542"/>
                  <a:pt x="792096" y="36959"/>
                </a:cubicBezTo>
                <a:cubicBezTo>
                  <a:pt x="794748" y="39377"/>
                  <a:pt x="801675" y="41854"/>
                  <a:pt x="812876" y="44389"/>
                </a:cubicBezTo>
                <a:cubicBezTo>
                  <a:pt x="824076" y="46924"/>
                  <a:pt x="831760" y="49140"/>
                  <a:pt x="835928" y="51036"/>
                </a:cubicBezTo>
                <a:cubicBezTo>
                  <a:pt x="841990" y="53831"/>
                  <a:pt x="846466" y="57374"/>
                  <a:pt x="849355" y="61665"/>
                </a:cubicBezTo>
                <a:cubicBezTo>
                  <a:pt x="852244" y="65954"/>
                  <a:pt x="853688" y="70895"/>
                  <a:pt x="853688" y="76488"/>
                </a:cubicBezTo>
                <a:cubicBezTo>
                  <a:pt x="853688" y="82032"/>
                  <a:pt x="852102" y="87257"/>
                  <a:pt x="848928" y="92163"/>
                </a:cubicBezTo>
                <a:cubicBezTo>
                  <a:pt x="845755" y="97068"/>
                  <a:pt x="841197" y="100884"/>
                  <a:pt x="835253" y="103610"/>
                </a:cubicBezTo>
                <a:cubicBezTo>
                  <a:pt x="829309" y="106334"/>
                  <a:pt x="822620" y="107697"/>
                  <a:pt x="815184" y="107697"/>
                </a:cubicBezTo>
                <a:cubicBezTo>
                  <a:pt x="805760" y="107697"/>
                  <a:pt x="797862" y="106323"/>
                  <a:pt x="791492" y="103576"/>
                </a:cubicBezTo>
                <a:cubicBezTo>
                  <a:pt x="785123" y="100830"/>
                  <a:pt x="780126" y="96697"/>
                  <a:pt x="776503" y="91180"/>
                </a:cubicBezTo>
                <a:cubicBezTo>
                  <a:pt x="772880" y="85662"/>
                  <a:pt x="770974" y="79423"/>
                  <a:pt x="770784" y="72461"/>
                </a:cubicBezTo>
                <a:close/>
                <a:moveTo>
                  <a:pt x="870880" y="105992"/>
                </a:moveTo>
                <a:lnTo>
                  <a:pt x="870880" y="1847"/>
                </a:lnTo>
                <a:lnTo>
                  <a:pt x="883667" y="1847"/>
                </a:lnTo>
                <a:lnTo>
                  <a:pt x="883667" y="39214"/>
                </a:lnTo>
                <a:cubicBezTo>
                  <a:pt x="889634" y="32300"/>
                  <a:pt x="897165" y="28842"/>
                  <a:pt x="906258" y="28842"/>
                </a:cubicBezTo>
                <a:cubicBezTo>
                  <a:pt x="911846" y="28842"/>
                  <a:pt x="916701" y="29943"/>
                  <a:pt x="920821" y="32146"/>
                </a:cubicBezTo>
                <a:cubicBezTo>
                  <a:pt x="924941" y="34348"/>
                  <a:pt x="927889" y="37391"/>
                  <a:pt x="929665" y="41274"/>
                </a:cubicBezTo>
                <a:cubicBezTo>
                  <a:pt x="931441" y="45158"/>
                  <a:pt x="932329" y="50794"/>
                  <a:pt x="932329" y="58182"/>
                </a:cubicBezTo>
                <a:lnTo>
                  <a:pt x="932329" y="105992"/>
                </a:lnTo>
                <a:lnTo>
                  <a:pt x="919542" y="105992"/>
                </a:lnTo>
                <a:lnTo>
                  <a:pt x="919542" y="58182"/>
                </a:lnTo>
                <a:cubicBezTo>
                  <a:pt x="919542" y="51788"/>
                  <a:pt x="918157" y="47135"/>
                  <a:pt x="915386" y="44222"/>
                </a:cubicBezTo>
                <a:cubicBezTo>
                  <a:pt x="912616" y="41310"/>
                  <a:pt x="908697" y="39853"/>
                  <a:pt x="903629" y="39853"/>
                </a:cubicBezTo>
                <a:cubicBezTo>
                  <a:pt x="899840" y="39853"/>
                  <a:pt x="896277" y="40836"/>
                  <a:pt x="892938" y="42802"/>
                </a:cubicBezTo>
                <a:cubicBezTo>
                  <a:pt x="889599" y="44767"/>
                  <a:pt x="887219" y="47431"/>
                  <a:pt x="885798" y="50794"/>
                </a:cubicBezTo>
                <a:cubicBezTo>
                  <a:pt x="884377" y="54156"/>
                  <a:pt x="883667" y="58798"/>
                  <a:pt x="883667" y="64718"/>
                </a:cubicBezTo>
                <a:lnTo>
                  <a:pt x="883667" y="105992"/>
                </a:lnTo>
                <a:lnTo>
                  <a:pt x="870880" y="105992"/>
                </a:lnTo>
                <a:close/>
                <a:moveTo>
                  <a:pt x="951652" y="105992"/>
                </a:moveTo>
                <a:lnTo>
                  <a:pt x="951652" y="30547"/>
                </a:lnTo>
                <a:lnTo>
                  <a:pt x="963161" y="30547"/>
                </a:lnTo>
                <a:lnTo>
                  <a:pt x="963161" y="41914"/>
                </a:lnTo>
                <a:cubicBezTo>
                  <a:pt x="966097" y="36592"/>
                  <a:pt x="968809" y="33082"/>
                  <a:pt x="971295" y="31386"/>
                </a:cubicBezTo>
                <a:cubicBezTo>
                  <a:pt x="973781" y="29690"/>
                  <a:pt x="976516" y="28842"/>
                  <a:pt x="979500" y="28842"/>
                </a:cubicBezTo>
                <a:cubicBezTo>
                  <a:pt x="983810" y="28842"/>
                  <a:pt x="988191" y="30210"/>
                  <a:pt x="992642" y="32945"/>
                </a:cubicBezTo>
                <a:lnTo>
                  <a:pt x="988238" y="44755"/>
                </a:lnTo>
                <a:cubicBezTo>
                  <a:pt x="985112" y="42908"/>
                  <a:pt x="981986" y="41985"/>
                  <a:pt x="978861" y="41985"/>
                </a:cubicBezTo>
                <a:cubicBezTo>
                  <a:pt x="976066" y="41985"/>
                  <a:pt x="973556" y="42827"/>
                  <a:pt x="971330" y="44511"/>
                </a:cubicBezTo>
                <a:cubicBezTo>
                  <a:pt x="969105" y="46194"/>
                  <a:pt x="967518" y="48529"/>
                  <a:pt x="966571" y="51515"/>
                </a:cubicBezTo>
                <a:cubicBezTo>
                  <a:pt x="965150" y="56066"/>
                  <a:pt x="964440" y="61044"/>
                  <a:pt x="964440" y="66449"/>
                </a:cubicBezTo>
                <a:lnTo>
                  <a:pt x="964440" y="105992"/>
                </a:lnTo>
                <a:lnTo>
                  <a:pt x="951652" y="105992"/>
                </a:lnTo>
                <a:close/>
                <a:moveTo>
                  <a:pt x="1000315" y="16623"/>
                </a:moveTo>
                <a:lnTo>
                  <a:pt x="1000315" y="1847"/>
                </a:lnTo>
                <a:lnTo>
                  <a:pt x="1013102" y="1847"/>
                </a:lnTo>
                <a:lnTo>
                  <a:pt x="1013102" y="16623"/>
                </a:lnTo>
                <a:lnTo>
                  <a:pt x="1000315" y="16623"/>
                </a:lnTo>
                <a:moveTo>
                  <a:pt x="1000315" y="105992"/>
                </a:moveTo>
                <a:lnTo>
                  <a:pt x="1000315" y="30547"/>
                </a:lnTo>
                <a:lnTo>
                  <a:pt x="1013102" y="30547"/>
                </a:lnTo>
                <a:lnTo>
                  <a:pt x="1013102" y="105992"/>
                </a:lnTo>
                <a:lnTo>
                  <a:pt x="1000315" y="105992"/>
                </a:lnTo>
                <a:close/>
                <a:moveTo>
                  <a:pt x="1032566" y="105992"/>
                </a:moveTo>
                <a:lnTo>
                  <a:pt x="1032566" y="30547"/>
                </a:lnTo>
                <a:lnTo>
                  <a:pt x="1044075" y="30547"/>
                </a:lnTo>
                <a:lnTo>
                  <a:pt x="1044075" y="41203"/>
                </a:lnTo>
                <a:cubicBezTo>
                  <a:pt x="1049616" y="32963"/>
                  <a:pt x="1057620" y="28842"/>
                  <a:pt x="1068086" y="28842"/>
                </a:cubicBezTo>
                <a:cubicBezTo>
                  <a:pt x="1072633" y="28842"/>
                  <a:pt x="1076812" y="29659"/>
                  <a:pt x="1080625" y="31293"/>
                </a:cubicBezTo>
                <a:cubicBezTo>
                  <a:pt x="1084437" y="32927"/>
                  <a:pt x="1087291" y="35070"/>
                  <a:pt x="1089185" y="37722"/>
                </a:cubicBezTo>
                <a:cubicBezTo>
                  <a:pt x="1091080" y="40374"/>
                  <a:pt x="1092406" y="43524"/>
                  <a:pt x="1093163" y="47171"/>
                </a:cubicBezTo>
                <a:cubicBezTo>
                  <a:pt x="1093637" y="49539"/>
                  <a:pt x="1093874" y="53683"/>
                  <a:pt x="1093874" y="59603"/>
                </a:cubicBezTo>
                <a:lnTo>
                  <a:pt x="1093874" y="105992"/>
                </a:lnTo>
                <a:lnTo>
                  <a:pt x="1081087" y="105992"/>
                </a:lnTo>
                <a:lnTo>
                  <a:pt x="1081087" y="60051"/>
                </a:lnTo>
                <a:cubicBezTo>
                  <a:pt x="1081087" y="54836"/>
                  <a:pt x="1080589" y="50936"/>
                  <a:pt x="1079595" y="48352"/>
                </a:cubicBezTo>
                <a:cubicBezTo>
                  <a:pt x="1078600" y="45768"/>
                  <a:pt x="1076836" y="43705"/>
                  <a:pt x="1074302" y="42165"/>
                </a:cubicBezTo>
                <a:cubicBezTo>
                  <a:pt x="1071769" y="40624"/>
                  <a:pt x="1068797" y="39853"/>
                  <a:pt x="1065387" y="39853"/>
                </a:cubicBezTo>
                <a:cubicBezTo>
                  <a:pt x="1059940" y="39853"/>
                  <a:pt x="1055240" y="41584"/>
                  <a:pt x="1051285" y="45046"/>
                </a:cubicBezTo>
                <a:cubicBezTo>
                  <a:pt x="1047331" y="48506"/>
                  <a:pt x="1045353" y="55072"/>
                  <a:pt x="1045353" y="64744"/>
                </a:cubicBezTo>
                <a:lnTo>
                  <a:pt x="1045353" y="105992"/>
                </a:lnTo>
                <a:lnTo>
                  <a:pt x="1032566" y="105992"/>
                </a:lnTo>
                <a:close/>
                <a:moveTo>
                  <a:pt x="1113552" y="105992"/>
                </a:moveTo>
                <a:lnTo>
                  <a:pt x="1113552" y="1847"/>
                </a:lnTo>
                <a:lnTo>
                  <a:pt x="1126339" y="1847"/>
                </a:lnTo>
                <a:lnTo>
                  <a:pt x="1126339" y="61237"/>
                </a:lnTo>
                <a:lnTo>
                  <a:pt x="1156603" y="30547"/>
                </a:lnTo>
                <a:lnTo>
                  <a:pt x="1173155" y="30547"/>
                </a:lnTo>
                <a:lnTo>
                  <a:pt x="1144313" y="58537"/>
                </a:lnTo>
                <a:lnTo>
                  <a:pt x="1176068" y="105992"/>
                </a:lnTo>
                <a:lnTo>
                  <a:pt x="1160297" y="105992"/>
                </a:lnTo>
                <a:lnTo>
                  <a:pt x="1135362" y="67417"/>
                </a:lnTo>
                <a:lnTo>
                  <a:pt x="1126339" y="76084"/>
                </a:lnTo>
                <a:lnTo>
                  <a:pt x="1126339" y="105992"/>
                </a:lnTo>
                <a:lnTo>
                  <a:pt x="1113552" y="105992"/>
                </a:lnTo>
                <a:close/>
                <a:moveTo>
                  <a:pt x="1210664" y="136681"/>
                </a:moveTo>
                <a:cubicBezTo>
                  <a:pt x="1203607" y="127777"/>
                  <a:pt x="1197640" y="117358"/>
                  <a:pt x="1192762" y="105423"/>
                </a:cubicBezTo>
                <a:cubicBezTo>
                  <a:pt x="1187884" y="93489"/>
                  <a:pt x="1185444" y="81128"/>
                  <a:pt x="1185444" y="68341"/>
                </a:cubicBezTo>
                <a:cubicBezTo>
                  <a:pt x="1185444" y="57069"/>
                  <a:pt x="1187268" y="46271"/>
                  <a:pt x="1190915" y="35946"/>
                </a:cubicBezTo>
                <a:cubicBezTo>
                  <a:pt x="1195177" y="23964"/>
                  <a:pt x="1201760" y="12029"/>
                  <a:pt x="1210664" y="142"/>
                </a:cubicBezTo>
                <a:lnTo>
                  <a:pt x="1219828" y="142"/>
                </a:lnTo>
                <a:cubicBezTo>
                  <a:pt x="1214097" y="9993"/>
                  <a:pt x="1210309" y="17026"/>
                  <a:pt x="1208461" y="21241"/>
                </a:cubicBezTo>
                <a:cubicBezTo>
                  <a:pt x="1205572" y="27777"/>
                  <a:pt x="1203299" y="34597"/>
                  <a:pt x="1201642" y="41701"/>
                </a:cubicBezTo>
                <a:cubicBezTo>
                  <a:pt x="1199605" y="50557"/>
                  <a:pt x="1198587" y="59461"/>
                  <a:pt x="1198587" y="68412"/>
                </a:cubicBezTo>
                <a:cubicBezTo>
                  <a:pt x="1198587" y="91192"/>
                  <a:pt x="1205667" y="113948"/>
                  <a:pt x="1219828" y="136681"/>
                </a:cubicBezTo>
                <a:lnTo>
                  <a:pt x="1210664" y="136681"/>
                </a:lnTo>
                <a:close/>
                <a:moveTo>
                  <a:pt x="1234747" y="16623"/>
                </a:moveTo>
                <a:lnTo>
                  <a:pt x="1234747" y="1847"/>
                </a:lnTo>
                <a:lnTo>
                  <a:pt x="1247534" y="1847"/>
                </a:lnTo>
                <a:lnTo>
                  <a:pt x="1247534" y="16623"/>
                </a:lnTo>
                <a:lnTo>
                  <a:pt x="1234747" y="16623"/>
                </a:lnTo>
                <a:moveTo>
                  <a:pt x="1234747" y="105992"/>
                </a:moveTo>
                <a:lnTo>
                  <a:pt x="1234747" y="30547"/>
                </a:lnTo>
                <a:lnTo>
                  <a:pt x="1247534" y="30547"/>
                </a:lnTo>
                <a:lnTo>
                  <a:pt x="1247534" y="105992"/>
                </a:lnTo>
                <a:lnTo>
                  <a:pt x="1234747" y="105992"/>
                </a:lnTo>
                <a:close/>
                <a:moveTo>
                  <a:pt x="1266999" y="105992"/>
                </a:moveTo>
                <a:lnTo>
                  <a:pt x="1266999" y="30547"/>
                </a:lnTo>
                <a:lnTo>
                  <a:pt x="1278436" y="30547"/>
                </a:lnTo>
                <a:lnTo>
                  <a:pt x="1278436" y="41061"/>
                </a:lnTo>
                <a:cubicBezTo>
                  <a:pt x="1280804" y="37388"/>
                  <a:pt x="1283954" y="34433"/>
                  <a:pt x="1287884" y="32197"/>
                </a:cubicBezTo>
                <a:cubicBezTo>
                  <a:pt x="1291815" y="29960"/>
                  <a:pt x="1296291" y="28842"/>
                  <a:pt x="1301311" y="28842"/>
                </a:cubicBezTo>
                <a:cubicBezTo>
                  <a:pt x="1306899" y="28842"/>
                  <a:pt x="1311482" y="29997"/>
                  <a:pt x="1315057" y="32305"/>
                </a:cubicBezTo>
                <a:cubicBezTo>
                  <a:pt x="1318633" y="34613"/>
                  <a:pt x="1321155" y="37839"/>
                  <a:pt x="1322623" y="41985"/>
                </a:cubicBezTo>
                <a:cubicBezTo>
                  <a:pt x="1328590" y="33223"/>
                  <a:pt x="1336357" y="28842"/>
                  <a:pt x="1345924" y="28842"/>
                </a:cubicBezTo>
                <a:cubicBezTo>
                  <a:pt x="1353407" y="28842"/>
                  <a:pt x="1359161" y="30914"/>
                  <a:pt x="1363187" y="35058"/>
                </a:cubicBezTo>
                <a:cubicBezTo>
                  <a:pt x="1367212" y="39202"/>
                  <a:pt x="1369225" y="45584"/>
                  <a:pt x="1369225" y="54204"/>
                </a:cubicBezTo>
                <a:lnTo>
                  <a:pt x="1369225" y="105992"/>
                </a:lnTo>
                <a:lnTo>
                  <a:pt x="1356509" y="105992"/>
                </a:lnTo>
                <a:lnTo>
                  <a:pt x="1356509" y="58415"/>
                </a:lnTo>
                <a:cubicBezTo>
                  <a:pt x="1356509" y="53294"/>
                  <a:pt x="1356095" y="49608"/>
                  <a:pt x="1355266" y="47357"/>
                </a:cubicBezTo>
                <a:cubicBezTo>
                  <a:pt x="1354437" y="45105"/>
                  <a:pt x="1352933" y="43291"/>
                  <a:pt x="1350755" y="41916"/>
                </a:cubicBezTo>
                <a:cubicBezTo>
                  <a:pt x="1348576" y="40541"/>
                  <a:pt x="1346019" y="39853"/>
                  <a:pt x="1343083" y="39853"/>
                </a:cubicBezTo>
                <a:cubicBezTo>
                  <a:pt x="1337778" y="39853"/>
                  <a:pt x="1333374" y="41620"/>
                  <a:pt x="1329869" y="45153"/>
                </a:cubicBezTo>
                <a:cubicBezTo>
                  <a:pt x="1326364" y="48684"/>
                  <a:pt x="1324612" y="54338"/>
                  <a:pt x="1324612" y="62113"/>
                </a:cubicBezTo>
                <a:lnTo>
                  <a:pt x="1324612" y="105992"/>
                </a:lnTo>
                <a:lnTo>
                  <a:pt x="1311825" y="105992"/>
                </a:lnTo>
                <a:lnTo>
                  <a:pt x="1311825" y="56921"/>
                </a:lnTo>
                <a:cubicBezTo>
                  <a:pt x="1311825" y="51232"/>
                  <a:pt x="1310783" y="46965"/>
                  <a:pt x="1308699" y="44120"/>
                </a:cubicBezTo>
                <a:cubicBezTo>
                  <a:pt x="1306615" y="41276"/>
                  <a:pt x="1303205" y="39853"/>
                  <a:pt x="1298469" y="39853"/>
                </a:cubicBezTo>
                <a:cubicBezTo>
                  <a:pt x="1294870" y="39853"/>
                  <a:pt x="1291543" y="40802"/>
                  <a:pt x="1288488" y="42700"/>
                </a:cubicBezTo>
                <a:cubicBezTo>
                  <a:pt x="1285434" y="44595"/>
                  <a:pt x="1283219" y="47369"/>
                  <a:pt x="1281846" y="51020"/>
                </a:cubicBezTo>
                <a:cubicBezTo>
                  <a:pt x="1280473" y="54670"/>
                  <a:pt x="1279786" y="59932"/>
                  <a:pt x="1279786" y="66807"/>
                </a:cubicBezTo>
                <a:lnTo>
                  <a:pt x="1279786" y="105992"/>
                </a:lnTo>
                <a:lnTo>
                  <a:pt x="1266999" y="105992"/>
                </a:lnTo>
                <a:close/>
                <a:moveTo>
                  <a:pt x="1437424" y="96677"/>
                </a:moveTo>
                <a:cubicBezTo>
                  <a:pt x="1432688" y="100705"/>
                  <a:pt x="1428129" y="103549"/>
                  <a:pt x="1423749" y="105208"/>
                </a:cubicBezTo>
                <a:cubicBezTo>
                  <a:pt x="1419368" y="106867"/>
                  <a:pt x="1414667" y="107697"/>
                  <a:pt x="1409647" y="107697"/>
                </a:cubicBezTo>
                <a:cubicBezTo>
                  <a:pt x="1401359" y="107697"/>
                  <a:pt x="1394989" y="105671"/>
                  <a:pt x="1390537" y="101618"/>
                </a:cubicBezTo>
                <a:cubicBezTo>
                  <a:pt x="1386085" y="97566"/>
                  <a:pt x="1383860" y="92388"/>
                  <a:pt x="1383860" y="86085"/>
                </a:cubicBezTo>
                <a:cubicBezTo>
                  <a:pt x="1383860" y="82389"/>
                  <a:pt x="1384700" y="79014"/>
                  <a:pt x="1386381" y="75957"/>
                </a:cubicBezTo>
                <a:cubicBezTo>
                  <a:pt x="1388063" y="72900"/>
                  <a:pt x="1390265" y="70447"/>
                  <a:pt x="1392988" y="68598"/>
                </a:cubicBezTo>
                <a:cubicBezTo>
                  <a:pt x="1395711" y="66750"/>
                  <a:pt x="1398778" y="65352"/>
                  <a:pt x="1402188" y="64404"/>
                </a:cubicBezTo>
                <a:cubicBezTo>
                  <a:pt x="1404698" y="63740"/>
                  <a:pt x="1408487" y="63100"/>
                  <a:pt x="1413554" y="62484"/>
                </a:cubicBezTo>
                <a:cubicBezTo>
                  <a:pt x="1423879" y="61262"/>
                  <a:pt x="1431480" y="59804"/>
                  <a:pt x="1436358" y="58111"/>
                </a:cubicBezTo>
                <a:cubicBezTo>
                  <a:pt x="1436405" y="56366"/>
                  <a:pt x="1436429" y="55257"/>
                  <a:pt x="1436429" y="54785"/>
                </a:cubicBezTo>
                <a:cubicBezTo>
                  <a:pt x="1436429" y="49595"/>
                  <a:pt x="1435221" y="45939"/>
                  <a:pt x="1432806" y="43816"/>
                </a:cubicBezTo>
                <a:cubicBezTo>
                  <a:pt x="1429538" y="40938"/>
                  <a:pt x="1424684" y="39498"/>
                  <a:pt x="1418243" y="39498"/>
                </a:cubicBezTo>
                <a:cubicBezTo>
                  <a:pt x="1412228" y="39498"/>
                  <a:pt x="1407788" y="40552"/>
                  <a:pt x="1404923" y="42660"/>
                </a:cubicBezTo>
                <a:cubicBezTo>
                  <a:pt x="1402058" y="44767"/>
                  <a:pt x="1399938" y="48497"/>
                  <a:pt x="1398565" y="53848"/>
                </a:cubicBezTo>
                <a:lnTo>
                  <a:pt x="1386062" y="52143"/>
                </a:lnTo>
                <a:cubicBezTo>
                  <a:pt x="1387198" y="46775"/>
                  <a:pt x="1389069" y="42441"/>
                  <a:pt x="1391674" y="39139"/>
                </a:cubicBezTo>
                <a:cubicBezTo>
                  <a:pt x="1394279" y="35837"/>
                  <a:pt x="1398044" y="33296"/>
                  <a:pt x="1402969" y="31515"/>
                </a:cubicBezTo>
                <a:cubicBezTo>
                  <a:pt x="1407895" y="29733"/>
                  <a:pt x="1413602" y="28842"/>
                  <a:pt x="1420090" y="28842"/>
                </a:cubicBezTo>
                <a:cubicBezTo>
                  <a:pt x="1426531" y="28842"/>
                  <a:pt x="1431764" y="29600"/>
                  <a:pt x="1435790" y="31116"/>
                </a:cubicBezTo>
                <a:cubicBezTo>
                  <a:pt x="1439815" y="32631"/>
                  <a:pt x="1442775" y="34537"/>
                  <a:pt x="1444670" y="36834"/>
                </a:cubicBezTo>
                <a:cubicBezTo>
                  <a:pt x="1446564" y="39131"/>
                  <a:pt x="1447890" y="42032"/>
                  <a:pt x="1448648" y="45537"/>
                </a:cubicBezTo>
                <a:cubicBezTo>
                  <a:pt x="1449074" y="47715"/>
                  <a:pt x="1449287" y="51646"/>
                  <a:pt x="1449287" y="57329"/>
                </a:cubicBezTo>
                <a:lnTo>
                  <a:pt x="1449287" y="74379"/>
                </a:lnTo>
                <a:cubicBezTo>
                  <a:pt x="1449287" y="86266"/>
                  <a:pt x="1449560" y="93785"/>
                  <a:pt x="1450104" y="96934"/>
                </a:cubicBezTo>
                <a:cubicBezTo>
                  <a:pt x="1450649" y="100084"/>
                  <a:pt x="1451726" y="103103"/>
                  <a:pt x="1453337" y="105992"/>
                </a:cubicBezTo>
                <a:lnTo>
                  <a:pt x="1439981" y="105992"/>
                </a:lnTo>
                <a:cubicBezTo>
                  <a:pt x="1438655" y="103337"/>
                  <a:pt x="1437803" y="100232"/>
                  <a:pt x="1437424" y="96677"/>
                </a:cubicBezTo>
                <a:moveTo>
                  <a:pt x="1436358" y="68056"/>
                </a:moveTo>
                <a:cubicBezTo>
                  <a:pt x="1431717" y="69967"/>
                  <a:pt x="1424755" y="71591"/>
                  <a:pt x="1415472" y="72927"/>
                </a:cubicBezTo>
                <a:cubicBezTo>
                  <a:pt x="1410215" y="73688"/>
                  <a:pt x="1406498" y="74544"/>
                  <a:pt x="1404319" y="75496"/>
                </a:cubicBezTo>
                <a:cubicBezTo>
                  <a:pt x="1402140" y="76446"/>
                  <a:pt x="1400459" y="77837"/>
                  <a:pt x="1399275" y="79669"/>
                </a:cubicBezTo>
                <a:cubicBezTo>
                  <a:pt x="1398091" y="81500"/>
                  <a:pt x="1397499" y="83533"/>
                  <a:pt x="1397499" y="85768"/>
                </a:cubicBezTo>
                <a:cubicBezTo>
                  <a:pt x="1397499" y="89191"/>
                  <a:pt x="1398790" y="92044"/>
                  <a:pt x="1401371" y="94328"/>
                </a:cubicBezTo>
                <a:cubicBezTo>
                  <a:pt x="1403952" y="96610"/>
                  <a:pt x="1407729" y="97751"/>
                  <a:pt x="1412702" y="97751"/>
                </a:cubicBezTo>
                <a:cubicBezTo>
                  <a:pt x="1417627" y="97751"/>
                  <a:pt x="1422008" y="96669"/>
                  <a:pt x="1425844" y="94503"/>
                </a:cubicBezTo>
                <a:cubicBezTo>
                  <a:pt x="1429680" y="92338"/>
                  <a:pt x="1432498" y="89376"/>
                  <a:pt x="1434298" y="85617"/>
                </a:cubicBezTo>
                <a:cubicBezTo>
                  <a:pt x="1435671" y="82713"/>
                  <a:pt x="1436358" y="78430"/>
                  <a:pt x="1436358" y="72767"/>
                </a:cubicBezTo>
                <a:lnTo>
                  <a:pt x="1436358" y="68056"/>
                </a:lnTo>
                <a:close/>
                <a:moveTo>
                  <a:pt x="1466762" y="112243"/>
                </a:moveTo>
                <a:lnTo>
                  <a:pt x="1479194" y="114090"/>
                </a:lnTo>
                <a:cubicBezTo>
                  <a:pt x="1479715" y="117927"/>
                  <a:pt x="1481160" y="120721"/>
                  <a:pt x="1483528" y="122473"/>
                </a:cubicBezTo>
                <a:cubicBezTo>
                  <a:pt x="1486701" y="124841"/>
                  <a:pt x="1491034" y="126025"/>
                  <a:pt x="1496528" y="126025"/>
                </a:cubicBezTo>
                <a:cubicBezTo>
                  <a:pt x="1502448" y="126025"/>
                  <a:pt x="1507019" y="124838"/>
                  <a:pt x="1510239" y="122464"/>
                </a:cubicBezTo>
                <a:cubicBezTo>
                  <a:pt x="1513459" y="120092"/>
                  <a:pt x="1515638" y="116769"/>
                  <a:pt x="1516775" y="112496"/>
                </a:cubicBezTo>
                <a:cubicBezTo>
                  <a:pt x="1517438" y="109887"/>
                  <a:pt x="1517746" y="104405"/>
                  <a:pt x="1517698" y="96051"/>
                </a:cubicBezTo>
                <a:cubicBezTo>
                  <a:pt x="1512110" y="102678"/>
                  <a:pt x="1505148" y="105992"/>
                  <a:pt x="1496812" y="105992"/>
                </a:cubicBezTo>
                <a:cubicBezTo>
                  <a:pt x="1486441" y="105992"/>
                  <a:pt x="1478413" y="102250"/>
                  <a:pt x="1472730" y="94767"/>
                </a:cubicBezTo>
                <a:cubicBezTo>
                  <a:pt x="1467047" y="87285"/>
                  <a:pt x="1464205" y="78310"/>
                  <a:pt x="1464205" y="67843"/>
                </a:cubicBezTo>
                <a:cubicBezTo>
                  <a:pt x="1464205" y="60645"/>
                  <a:pt x="1465507" y="54002"/>
                  <a:pt x="1468112" y="47917"/>
                </a:cubicBezTo>
                <a:cubicBezTo>
                  <a:pt x="1470717" y="41831"/>
                  <a:pt x="1474494" y="37130"/>
                  <a:pt x="1479443" y="33815"/>
                </a:cubicBezTo>
                <a:cubicBezTo>
                  <a:pt x="1484392" y="30500"/>
                  <a:pt x="1490206" y="28842"/>
                  <a:pt x="1496883" y="28842"/>
                </a:cubicBezTo>
                <a:cubicBezTo>
                  <a:pt x="1505787" y="28842"/>
                  <a:pt x="1513128" y="32465"/>
                  <a:pt x="1518906" y="39711"/>
                </a:cubicBezTo>
                <a:lnTo>
                  <a:pt x="1518906" y="30547"/>
                </a:lnTo>
                <a:lnTo>
                  <a:pt x="1530699" y="30547"/>
                </a:lnTo>
                <a:lnTo>
                  <a:pt x="1530699" y="95806"/>
                </a:lnTo>
                <a:cubicBezTo>
                  <a:pt x="1530699" y="107559"/>
                  <a:pt x="1529503" y="115888"/>
                  <a:pt x="1527111" y="120793"/>
                </a:cubicBezTo>
                <a:cubicBezTo>
                  <a:pt x="1524719" y="125697"/>
                  <a:pt x="1520931" y="129571"/>
                  <a:pt x="1515745" y="132414"/>
                </a:cubicBezTo>
                <a:cubicBezTo>
                  <a:pt x="1510559" y="135259"/>
                  <a:pt x="1504177" y="136681"/>
                  <a:pt x="1496599" y="136681"/>
                </a:cubicBezTo>
                <a:cubicBezTo>
                  <a:pt x="1487601" y="136681"/>
                  <a:pt x="1480331" y="134651"/>
                  <a:pt x="1474790" y="130589"/>
                </a:cubicBezTo>
                <a:cubicBezTo>
                  <a:pt x="1469249" y="126528"/>
                  <a:pt x="1466573" y="120413"/>
                  <a:pt x="1466762" y="112243"/>
                </a:cubicBezTo>
                <a:moveTo>
                  <a:pt x="1477347" y="66922"/>
                </a:moveTo>
                <a:cubicBezTo>
                  <a:pt x="1477347" y="76795"/>
                  <a:pt x="1479313" y="83999"/>
                  <a:pt x="1483244" y="88534"/>
                </a:cubicBezTo>
                <a:cubicBezTo>
                  <a:pt x="1487175" y="93068"/>
                  <a:pt x="1492100" y="95336"/>
                  <a:pt x="1498020" y="95336"/>
                </a:cubicBezTo>
                <a:cubicBezTo>
                  <a:pt x="1503893" y="95336"/>
                  <a:pt x="1508818" y="93080"/>
                  <a:pt x="1512796" y="88569"/>
                </a:cubicBezTo>
                <a:cubicBezTo>
                  <a:pt x="1516775" y="84058"/>
                  <a:pt x="1518764" y="76984"/>
                  <a:pt x="1518764" y="67346"/>
                </a:cubicBezTo>
                <a:cubicBezTo>
                  <a:pt x="1518764" y="58134"/>
                  <a:pt x="1516715" y="51190"/>
                  <a:pt x="1512619" y="46513"/>
                </a:cubicBezTo>
                <a:cubicBezTo>
                  <a:pt x="1508522" y="41837"/>
                  <a:pt x="1503585" y="39498"/>
                  <a:pt x="1497807" y="39498"/>
                </a:cubicBezTo>
                <a:cubicBezTo>
                  <a:pt x="1492124" y="39498"/>
                  <a:pt x="1487293" y="41801"/>
                  <a:pt x="1483315" y="46407"/>
                </a:cubicBezTo>
                <a:cubicBezTo>
                  <a:pt x="1479337" y="51013"/>
                  <a:pt x="1477347" y="57851"/>
                  <a:pt x="1477347" y="66922"/>
                </a:cubicBezTo>
                <a:close/>
                <a:moveTo>
                  <a:pt x="1601668" y="81696"/>
                </a:moveTo>
                <a:lnTo>
                  <a:pt x="1614881" y="83330"/>
                </a:lnTo>
                <a:cubicBezTo>
                  <a:pt x="1612798" y="91050"/>
                  <a:pt x="1608938" y="97041"/>
                  <a:pt x="1603302" y="101303"/>
                </a:cubicBezTo>
                <a:cubicBezTo>
                  <a:pt x="1597666" y="105566"/>
                  <a:pt x="1590467" y="107697"/>
                  <a:pt x="1581706" y="107697"/>
                </a:cubicBezTo>
                <a:cubicBezTo>
                  <a:pt x="1570671" y="107697"/>
                  <a:pt x="1561921" y="104299"/>
                  <a:pt x="1555456" y="97503"/>
                </a:cubicBezTo>
                <a:cubicBezTo>
                  <a:pt x="1548992" y="90706"/>
                  <a:pt x="1545759" y="81175"/>
                  <a:pt x="1545759" y="68909"/>
                </a:cubicBezTo>
                <a:cubicBezTo>
                  <a:pt x="1545759" y="56216"/>
                  <a:pt x="1549027" y="46365"/>
                  <a:pt x="1555563" y="39356"/>
                </a:cubicBezTo>
                <a:cubicBezTo>
                  <a:pt x="1562099" y="32347"/>
                  <a:pt x="1570576" y="28842"/>
                  <a:pt x="1580995" y="28842"/>
                </a:cubicBezTo>
                <a:cubicBezTo>
                  <a:pt x="1591083" y="28842"/>
                  <a:pt x="1599324" y="32271"/>
                  <a:pt x="1605717" y="39128"/>
                </a:cubicBezTo>
                <a:cubicBezTo>
                  <a:pt x="1612111" y="45983"/>
                  <a:pt x="1615308" y="55628"/>
                  <a:pt x="1615308" y="68063"/>
                </a:cubicBezTo>
                <a:cubicBezTo>
                  <a:pt x="1615308" y="68819"/>
                  <a:pt x="1615284" y="69954"/>
                  <a:pt x="1615237" y="71466"/>
                </a:cubicBezTo>
                <a:lnTo>
                  <a:pt x="1558973" y="71466"/>
                </a:lnTo>
                <a:cubicBezTo>
                  <a:pt x="1559446" y="79731"/>
                  <a:pt x="1561791" y="86059"/>
                  <a:pt x="1566006" y="90452"/>
                </a:cubicBezTo>
                <a:cubicBezTo>
                  <a:pt x="1570221" y="94844"/>
                  <a:pt x="1575478" y="97041"/>
                  <a:pt x="1581777" y="97041"/>
                </a:cubicBezTo>
                <a:cubicBezTo>
                  <a:pt x="1586465" y="97041"/>
                  <a:pt x="1590467" y="95821"/>
                  <a:pt x="1593782" y="93382"/>
                </a:cubicBezTo>
                <a:cubicBezTo>
                  <a:pt x="1597098" y="90942"/>
                  <a:pt x="1599726" y="87046"/>
                  <a:pt x="1601668" y="81696"/>
                </a:cubicBezTo>
                <a:moveTo>
                  <a:pt x="1559683" y="60810"/>
                </a:moveTo>
                <a:lnTo>
                  <a:pt x="1601810" y="60810"/>
                </a:lnTo>
                <a:cubicBezTo>
                  <a:pt x="1601242" y="54568"/>
                  <a:pt x="1599631" y="49886"/>
                  <a:pt x="1596979" y="46764"/>
                </a:cubicBezTo>
                <a:cubicBezTo>
                  <a:pt x="1592906" y="41920"/>
                  <a:pt x="1587626" y="39498"/>
                  <a:pt x="1581137" y="39498"/>
                </a:cubicBezTo>
                <a:cubicBezTo>
                  <a:pt x="1575265" y="39498"/>
                  <a:pt x="1570327" y="41432"/>
                  <a:pt x="1566325" y="45299"/>
                </a:cubicBezTo>
                <a:cubicBezTo>
                  <a:pt x="1562324" y="49165"/>
                  <a:pt x="1560109" y="54335"/>
                  <a:pt x="1559683" y="60810"/>
                </a:cubicBezTo>
                <a:close/>
                <a:moveTo>
                  <a:pt x="1632571" y="105992"/>
                </a:moveTo>
                <a:lnTo>
                  <a:pt x="1632571" y="1847"/>
                </a:lnTo>
                <a:lnTo>
                  <a:pt x="1668446" y="1847"/>
                </a:lnTo>
                <a:cubicBezTo>
                  <a:pt x="1676545" y="1847"/>
                  <a:pt x="1682726" y="2344"/>
                  <a:pt x="1686988" y="3339"/>
                </a:cubicBezTo>
                <a:cubicBezTo>
                  <a:pt x="1692955" y="4712"/>
                  <a:pt x="1698046" y="7199"/>
                  <a:pt x="1702262" y="10798"/>
                </a:cubicBezTo>
                <a:cubicBezTo>
                  <a:pt x="1707755" y="15439"/>
                  <a:pt x="1711864" y="21371"/>
                  <a:pt x="1714587" y="28594"/>
                </a:cubicBezTo>
                <a:cubicBezTo>
                  <a:pt x="1717310" y="35816"/>
                  <a:pt x="1718672" y="44069"/>
                  <a:pt x="1718672" y="53351"/>
                </a:cubicBezTo>
                <a:cubicBezTo>
                  <a:pt x="1718672" y="61260"/>
                  <a:pt x="1717748" y="68270"/>
                  <a:pt x="1715901" y="74379"/>
                </a:cubicBezTo>
                <a:cubicBezTo>
                  <a:pt x="1714054" y="80488"/>
                  <a:pt x="1711686" y="85544"/>
                  <a:pt x="1708797" y="89546"/>
                </a:cubicBezTo>
                <a:cubicBezTo>
                  <a:pt x="1705908" y="93548"/>
                  <a:pt x="1702747" y="96697"/>
                  <a:pt x="1699313" y="98994"/>
                </a:cubicBezTo>
                <a:cubicBezTo>
                  <a:pt x="1695880" y="101291"/>
                  <a:pt x="1691736" y="103032"/>
                  <a:pt x="1686881" y="104216"/>
                </a:cubicBezTo>
                <a:cubicBezTo>
                  <a:pt x="1682027" y="105400"/>
                  <a:pt x="1676450" y="105992"/>
                  <a:pt x="1670151" y="105992"/>
                </a:cubicBezTo>
                <a:lnTo>
                  <a:pt x="1632571" y="105992"/>
                </a:lnTo>
                <a:moveTo>
                  <a:pt x="1646353" y="93702"/>
                </a:moveTo>
                <a:lnTo>
                  <a:pt x="1668589" y="93702"/>
                </a:lnTo>
                <a:cubicBezTo>
                  <a:pt x="1675456" y="93702"/>
                  <a:pt x="1680843" y="93063"/>
                  <a:pt x="1684750" y="91784"/>
                </a:cubicBezTo>
                <a:cubicBezTo>
                  <a:pt x="1688657" y="90505"/>
                  <a:pt x="1691771" y="88705"/>
                  <a:pt x="1694092" y="86385"/>
                </a:cubicBezTo>
                <a:cubicBezTo>
                  <a:pt x="1697360" y="83117"/>
                  <a:pt x="1699905" y="78724"/>
                  <a:pt x="1701729" y="73207"/>
                </a:cubicBezTo>
                <a:cubicBezTo>
                  <a:pt x="1703552" y="67689"/>
                  <a:pt x="1704464" y="61000"/>
                  <a:pt x="1704464" y="53138"/>
                </a:cubicBezTo>
                <a:cubicBezTo>
                  <a:pt x="1704464" y="42245"/>
                  <a:pt x="1702676" y="33874"/>
                  <a:pt x="1699100" y="28025"/>
                </a:cubicBezTo>
                <a:cubicBezTo>
                  <a:pt x="1695525" y="22176"/>
                  <a:pt x="1691179" y="18257"/>
                  <a:pt x="1686064" y="16268"/>
                </a:cubicBezTo>
                <a:cubicBezTo>
                  <a:pt x="1682370" y="14847"/>
                  <a:pt x="1676427" y="14137"/>
                  <a:pt x="1668233" y="14137"/>
                </a:cubicBezTo>
                <a:lnTo>
                  <a:pt x="1646353" y="14137"/>
                </a:lnTo>
                <a:lnTo>
                  <a:pt x="1646353" y="93702"/>
                </a:lnTo>
                <a:close/>
                <a:moveTo>
                  <a:pt x="1785236" y="96677"/>
                </a:moveTo>
                <a:cubicBezTo>
                  <a:pt x="1780500" y="100705"/>
                  <a:pt x="1775941" y="103549"/>
                  <a:pt x="1771561" y="105208"/>
                </a:cubicBezTo>
                <a:cubicBezTo>
                  <a:pt x="1767180" y="106867"/>
                  <a:pt x="1762479" y="107697"/>
                  <a:pt x="1757459" y="107697"/>
                </a:cubicBezTo>
                <a:cubicBezTo>
                  <a:pt x="1749171" y="107697"/>
                  <a:pt x="1742801" y="105671"/>
                  <a:pt x="1738349" y="101618"/>
                </a:cubicBezTo>
                <a:cubicBezTo>
                  <a:pt x="1733897" y="97566"/>
                  <a:pt x="1731672" y="92388"/>
                  <a:pt x="1731672" y="86085"/>
                </a:cubicBezTo>
                <a:cubicBezTo>
                  <a:pt x="1731672" y="82389"/>
                  <a:pt x="1732512" y="79014"/>
                  <a:pt x="1734193" y="75957"/>
                </a:cubicBezTo>
                <a:cubicBezTo>
                  <a:pt x="1735875" y="72900"/>
                  <a:pt x="1738077" y="70447"/>
                  <a:pt x="1740800" y="68598"/>
                </a:cubicBezTo>
                <a:cubicBezTo>
                  <a:pt x="1743523" y="66750"/>
                  <a:pt x="1746590" y="65352"/>
                  <a:pt x="1750000" y="64404"/>
                </a:cubicBezTo>
                <a:cubicBezTo>
                  <a:pt x="1752510" y="63740"/>
                  <a:pt x="1756299" y="63100"/>
                  <a:pt x="1761366" y="62484"/>
                </a:cubicBezTo>
                <a:cubicBezTo>
                  <a:pt x="1771691" y="61262"/>
                  <a:pt x="1779292" y="59804"/>
                  <a:pt x="1784170" y="58111"/>
                </a:cubicBezTo>
                <a:cubicBezTo>
                  <a:pt x="1784218" y="56366"/>
                  <a:pt x="1784241" y="55257"/>
                  <a:pt x="1784241" y="54785"/>
                </a:cubicBezTo>
                <a:cubicBezTo>
                  <a:pt x="1784241" y="49595"/>
                  <a:pt x="1783034" y="45939"/>
                  <a:pt x="1780618" y="43816"/>
                </a:cubicBezTo>
                <a:cubicBezTo>
                  <a:pt x="1777350" y="40938"/>
                  <a:pt x="1772496" y="39498"/>
                  <a:pt x="1766055" y="39498"/>
                </a:cubicBezTo>
                <a:cubicBezTo>
                  <a:pt x="1760040" y="39498"/>
                  <a:pt x="1755600" y="40552"/>
                  <a:pt x="1752735" y="42660"/>
                </a:cubicBezTo>
                <a:cubicBezTo>
                  <a:pt x="1749870" y="44767"/>
                  <a:pt x="1747750" y="48497"/>
                  <a:pt x="1746377" y="53848"/>
                </a:cubicBezTo>
                <a:lnTo>
                  <a:pt x="1733874" y="52143"/>
                </a:lnTo>
                <a:cubicBezTo>
                  <a:pt x="1735010" y="46775"/>
                  <a:pt x="1736881" y="42441"/>
                  <a:pt x="1739486" y="39139"/>
                </a:cubicBezTo>
                <a:cubicBezTo>
                  <a:pt x="1742091" y="35837"/>
                  <a:pt x="1745856" y="33296"/>
                  <a:pt x="1750781" y="31515"/>
                </a:cubicBezTo>
                <a:cubicBezTo>
                  <a:pt x="1755707" y="29733"/>
                  <a:pt x="1761414" y="28842"/>
                  <a:pt x="1767902" y="28842"/>
                </a:cubicBezTo>
                <a:cubicBezTo>
                  <a:pt x="1774343" y="28842"/>
                  <a:pt x="1779576" y="29600"/>
                  <a:pt x="1783602" y="31116"/>
                </a:cubicBezTo>
                <a:cubicBezTo>
                  <a:pt x="1787627" y="32631"/>
                  <a:pt x="1790587" y="34537"/>
                  <a:pt x="1792482" y="36834"/>
                </a:cubicBezTo>
                <a:cubicBezTo>
                  <a:pt x="1794376" y="39131"/>
                  <a:pt x="1795702" y="42032"/>
                  <a:pt x="1796460" y="45537"/>
                </a:cubicBezTo>
                <a:cubicBezTo>
                  <a:pt x="1796886" y="47715"/>
                  <a:pt x="1797099" y="51646"/>
                  <a:pt x="1797099" y="57329"/>
                </a:cubicBezTo>
                <a:lnTo>
                  <a:pt x="1797099" y="74379"/>
                </a:lnTo>
                <a:cubicBezTo>
                  <a:pt x="1797099" y="86266"/>
                  <a:pt x="1797372" y="93785"/>
                  <a:pt x="1797916" y="96934"/>
                </a:cubicBezTo>
                <a:cubicBezTo>
                  <a:pt x="1798461" y="100084"/>
                  <a:pt x="1799539" y="103103"/>
                  <a:pt x="1801149" y="105992"/>
                </a:cubicBezTo>
                <a:lnTo>
                  <a:pt x="1787793" y="105992"/>
                </a:lnTo>
                <a:cubicBezTo>
                  <a:pt x="1786467" y="103337"/>
                  <a:pt x="1785615" y="100232"/>
                  <a:pt x="1785236" y="96677"/>
                </a:cubicBezTo>
                <a:moveTo>
                  <a:pt x="1784170" y="68056"/>
                </a:moveTo>
                <a:cubicBezTo>
                  <a:pt x="1779529" y="69967"/>
                  <a:pt x="1772567" y="71591"/>
                  <a:pt x="1763284" y="72927"/>
                </a:cubicBezTo>
                <a:cubicBezTo>
                  <a:pt x="1758027" y="73688"/>
                  <a:pt x="1754310" y="74544"/>
                  <a:pt x="1752131" y="75496"/>
                </a:cubicBezTo>
                <a:cubicBezTo>
                  <a:pt x="1749953" y="76446"/>
                  <a:pt x="1748271" y="77837"/>
                  <a:pt x="1747087" y="79669"/>
                </a:cubicBezTo>
                <a:cubicBezTo>
                  <a:pt x="1745903" y="81500"/>
                  <a:pt x="1745311" y="83533"/>
                  <a:pt x="1745311" y="85768"/>
                </a:cubicBezTo>
                <a:cubicBezTo>
                  <a:pt x="1745311" y="89191"/>
                  <a:pt x="1746602" y="92044"/>
                  <a:pt x="1749183" y="94328"/>
                </a:cubicBezTo>
                <a:cubicBezTo>
                  <a:pt x="1751764" y="96610"/>
                  <a:pt x="1755541" y="97751"/>
                  <a:pt x="1760514" y="97751"/>
                </a:cubicBezTo>
                <a:cubicBezTo>
                  <a:pt x="1765439" y="97751"/>
                  <a:pt x="1769820" y="96669"/>
                  <a:pt x="1773656" y="94503"/>
                </a:cubicBezTo>
                <a:cubicBezTo>
                  <a:pt x="1777492" y="92338"/>
                  <a:pt x="1780310" y="89376"/>
                  <a:pt x="1782110" y="85617"/>
                </a:cubicBezTo>
                <a:cubicBezTo>
                  <a:pt x="1783483" y="82713"/>
                  <a:pt x="1784170" y="78430"/>
                  <a:pt x="1784170" y="72767"/>
                </a:cubicBezTo>
                <a:lnTo>
                  <a:pt x="1784170" y="68056"/>
                </a:lnTo>
                <a:close/>
                <a:moveTo>
                  <a:pt x="1844839" y="94696"/>
                </a:moveTo>
                <a:lnTo>
                  <a:pt x="1846686" y="105992"/>
                </a:lnTo>
                <a:cubicBezTo>
                  <a:pt x="1843086" y="106655"/>
                  <a:pt x="1839866" y="106986"/>
                  <a:pt x="1837024" y="106986"/>
                </a:cubicBezTo>
                <a:cubicBezTo>
                  <a:pt x="1832383" y="106986"/>
                  <a:pt x="1828784" y="106252"/>
                  <a:pt x="1826226" y="104784"/>
                </a:cubicBezTo>
                <a:cubicBezTo>
                  <a:pt x="1823669" y="103316"/>
                  <a:pt x="1821869" y="101386"/>
                  <a:pt x="1820827" y="98994"/>
                </a:cubicBezTo>
                <a:cubicBezTo>
                  <a:pt x="1819785" y="96603"/>
                  <a:pt x="1819264" y="91571"/>
                  <a:pt x="1819264" y="83898"/>
                </a:cubicBezTo>
                <a:lnTo>
                  <a:pt x="1819264" y="40493"/>
                </a:lnTo>
                <a:lnTo>
                  <a:pt x="1809887" y="40493"/>
                </a:lnTo>
                <a:lnTo>
                  <a:pt x="1809887" y="30547"/>
                </a:lnTo>
                <a:lnTo>
                  <a:pt x="1819264" y="30547"/>
                </a:lnTo>
                <a:lnTo>
                  <a:pt x="1819264" y="11813"/>
                </a:lnTo>
                <a:lnTo>
                  <a:pt x="1831980" y="4120"/>
                </a:lnTo>
                <a:lnTo>
                  <a:pt x="1831980" y="30547"/>
                </a:lnTo>
                <a:lnTo>
                  <a:pt x="1844839" y="30547"/>
                </a:lnTo>
                <a:lnTo>
                  <a:pt x="1844839" y="40493"/>
                </a:lnTo>
                <a:lnTo>
                  <a:pt x="1831980" y="40493"/>
                </a:lnTo>
                <a:lnTo>
                  <a:pt x="1831980" y="84609"/>
                </a:lnTo>
                <a:cubicBezTo>
                  <a:pt x="1831980" y="88255"/>
                  <a:pt x="1832205" y="90600"/>
                  <a:pt x="1832655" y="91642"/>
                </a:cubicBezTo>
                <a:cubicBezTo>
                  <a:pt x="1833105" y="92684"/>
                  <a:pt x="1833839" y="93512"/>
                  <a:pt x="1834858" y="94128"/>
                </a:cubicBezTo>
                <a:cubicBezTo>
                  <a:pt x="1835876" y="94744"/>
                  <a:pt x="1837332" y="95052"/>
                  <a:pt x="1839227" y="95052"/>
                </a:cubicBezTo>
                <a:cubicBezTo>
                  <a:pt x="1840647" y="95052"/>
                  <a:pt x="1842518" y="94933"/>
                  <a:pt x="1844839" y="94696"/>
                </a:cubicBezTo>
                <a:close/>
                <a:moveTo>
                  <a:pt x="1906572" y="96677"/>
                </a:moveTo>
                <a:cubicBezTo>
                  <a:pt x="1901836" y="100705"/>
                  <a:pt x="1897277" y="103549"/>
                  <a:pt x="1892896" y="105208"/>
                </a:cubicBezTo>
                <a:cubicBezTo>
                  <a:pt x="1888515" y="106867"/>
                  <a:pt x="1883815" y="107697"/>
                  <a:pt x="1878795" y="107697"/>
                </a:cubicBezTo>
                <a:cubicBezTo>
                  <a:pt x="1870507" y="107697"/>
                  <a:pt x="1864137" y="105671"/>
                  <a:pt x="1859685" y="101618"/>
                </a:cubicBezTo>
                <a:cubicBezTo>
                  <a:pt x="1855233" y="97566"/>
                  <a:pt x="1853007" y="92388"/>
                  <a:pt x="1853007" y="86085"/>
                </a:cubicBezTo>
                <a:cubicBezTo>
                  <a:pt x="1853007" y="82389"/>
                  <a:pt x="1853848" y="79014"/>
                  <a:pt x="1855529" y="75957"/>
                </a:cubicBezTo>
                <a:cubicBezTo>
                  <a:pt x="1857210" y="72900"/>
                  <a:pt x="1859413" y="70447"/>
                  <a:pt x="1862136" y="68598"/>
                </a:cubicBezTo>
                <a:cubicBezTo>
                  <a:pt x="1864859" y="66750"/>
                  <a:pt x="1867926" y="65352"/>
                  <a:pt x="1871336" y="64404"/>
                </a:cubicBezTo>
                <a:cubicBezTo>
                  <a:pt x="1873846" y="63740"/>
                  <a:pt x="1877635" y="63100"/>
                  <a:pt x="1882702" y="62484"/>
                </a:cubicBezTo>
                <a:cubicBezTo>
                  <a:pt x="1893027" y="61262"/>
                  <a:pt x="1900628" y="59804"/>
                  <a:pt x="1905506" y="58111"/>
                </a:cubicBezTo>
                <a:cubicBezTo>
                  <a:pt x="1905553" y="56366"/>
                  <a:pt x="1905577" y="55257"/>
                  <a:pt x="1905577" y="54785"/>
                </a:cubicBezTo>
                <a:cubicBezTo>
                  <a:pt x="1905577" y="49595"/>
                  <a:pt x="1904369" y="45939"/>
                  <a:pt x="1901954" y="43816"/>
                </a:cubicBezTo>
                <a:cubicBezTo>
                  <a:pt x="1898686" y="40938"/>
                  <a:pt x="1893832" y="39498"/>
                  <a:pt x="1887391" y="39498"/>
                </a:cubicBezTo>
                <a:cubicBezTo>
                  <a:pt x="1881376" y="39498"/>
                  <a:pt x="1876936" y="40552"/>
                  <a:pt x="1874071" y="42660"/>
                </a:cubicBezTo>
                <a:cubicBezTo>
                  <a:pt x="1871205" y="44767"/>
                  <a:pt x="1869086" y="48497"/>
                  <a:pt x="1867713" y="53848"/>
                </a:cubicBezTo>
                <a:lnTo>
                  <a:pt x="1855210" y="52143"/>
                </a:lnTo>
                <a:cubicBezTo>
                  <a:pt x="1856346" y="46775"/>
                  <a:pt x="1858217" y="42441"/>
                  <a:pt x="1860822" y="39139"/>
                </a:cubicBezTo>
                <a:cubicBezTo>
                  <a:pt x="1863427" y="35837"/>
                  <a:pt x="1867192" y="33296"/>
                  <a:pt x="1872117" y="31515"/>
                </a:cubicBezTo>
                <a:cubicBezTo>
                  <a:pt x="1877043" y="29733"/>
                  <a:pt x="1882749" y="28842"/>
                  <a:pt x="1889238" y="28842"/>
                </a:cubicBezTo>
                <a:cubicBezTo>
                  <a:pt x="1895679" y="28842"/>
                  <a:pt x="1900912" y="29600"/>
                  <a:pt x="1904938" y="31116"/>
                </a:cubicBezTo>
                <a:cubicBezTo>
                  <a:pt x="1908963" y="32631"/>
                  <a:pt x="1911923" y="34537"/>
                  <a:pt x="1913818" y="36834"/>
                </a:cubicBezTo>
                <a:cubicBezTo>
                  <a:pt x="1915712" y="39131"/>
                  <a:pt x="1917038" y="42032"/>
                  <a:pt x="1917796" y="45537"/>
                </a:cubicBezTo>
                <a:cubicBezTo>
                  <a:pt x="1918222" y="47715"/>
                  <a:pt x="1918435" y="51646"/>
                  <a:pt x="1918435" y="57329"/>
                </a:cubicBezTo>
                <a:lnTo>
                  <a:pt x="1918435" y="74379"/>
                </a:lnTo>
                <a:cubicBezTo>
                  <a:pt x="1918435" y="86266"/>
                  <a:pt x="1918708" y="93785"/>
                  <a:pt x="1919252" y="96934"/>
                </a:cubicBezTo>
                <a:cubicBezTo>
                  <a:pt x="1919797" y="100084"/>
                  <a:pt x="1920874" y="103103"/>
                  <a:pt x="1922484" y="105992"/>
                </a:cubicBezTo>
                <a:lnTo>
                  <a:pt x="1909129" y="105992"/>
                </a:lnTo>
                <a:cubicBezTo>
                  <a:pt x="1907803" y="103337"/>
                  <a:pt x="1906950" y="100232"/>
                  <a:pt x="1906572" y="96677"/>
                </a:cubicBezTo>
                <a:moveTo>
                  <a:pt x="1905506" y="68056"/>
                </a:moveTo>
                <a:cubicBezTo>
                  <a:pt x="1900865" y="69967"/>
                  <a:pt x="1893903" y="71591"/>
                  <a:pt x="1884620" y="72927"/>
                </a:cubicBezTo>
                <a:cubicBezTo>
                  <a:pt x="1879363" y="73688"/>
                  <a:pt x="1875645" y="74544"/>
                  <a:pt x="1873467" y="75496"/>
                </a:cubicBezTo>
                <a:cubicBezTo>
                  <a:pt x="1871288" y="76446"/>
                  <a:pt x="1869607" y="77837"/>
                  <a:pt x="1868423" y="79669"/>
                </a:cubicBezTo>
                <a:cubicBezTo>
                  <a:pt x="1867239" y="81500"/>
                  <a:pt x="1866647" y="83533"/>
                  <a:pt x="1866647" y="85768"/>
                </a:cubicBezTo>
                <a:cubicBezTo>
                  <a:pt x="1866647" y="89191"/>
                  <a:pt x="1867938" y="92044"/>
                  <a:pt x="1870519" y="94328"/>
                </a:cubicBezTo>
                <a:cubicBezTo>
                  <a:pt x="1873100" y="96610"/>
                  <a:pt x="1876877" y="97751"/>
                  <a:pt x="1881850" y="97751"/>
                </a:cubicBezTo>
                <a:cubicBezTo>
                  <a:pt x="1886775" y="97751"/>
                  <a:pt x="1891156" y="96669"/>
                  <a:pt x="1894992" y="94503"/>
                </a:cubicBezTo>
                <a:cubicBezTo>
                  <a:pt x="1898828" y="92338"/>
                  <a:pt x="1901646" y="89376"/>
                  <a:pt x="1903446" y="85617"/>
                </a:cubicBezTo>
                <a:cubicBezTo>
                  <a:pt x="1904819" y="82713"/>
                  <a:pt x="1905506" y="78430"/>
                  <a:pt x="1905506" y="72767"/>
                </a:cubicBezTo>
                <a:lnTo>
                  <a:pt x="1905506" y="68056"/>
                </a:lnTo>
                <a:close/>
                <a:moveTo>
                  <a:pt x="1941807" y="45181"/>
                </a:moveTo>
                <a:lnTo>
                  <a:pt x="1941807" y="30547"/>
                </a:lnTo>
                <a:lnTo>
                  <a:pt x="1956370" y="30547"/>
                </a:lnTo>
                <a:lnTo>
                  <a:pt x="1956370" y="45181"/>
                </a:lnTo>
                <a:lnTo>
                  <a:pt x="1941807" y="45181"/>
                </a:lnTo>
                <a:moveTo>
                  <a:pt x="1941807" y="105992"/>
                </a:moveTo>
                <a:lnTo>
                  <a:pt x="1941807" y="91358"/>
                </a:lnTo>
                <a:lnTo>
                  <a:pt x="1956370" y="91358"/>
                </a:lnTo>
                <a:lnTo>
                  <a:pt x="1956370" y="105992"/>
                </a:lnTo>
                <a:lnTo>
                  <a:pt x="1941807" y="105992"/>
                </a:lnTo>
                <a:close/>
                <a:moveTo>
                  <a:pt x="2020734" y="105992"/>
                </a:moveTo>
                <a:lnTo>
                  <a:pt x="2020734" y="1847"/>
                </a:lnTo>
                <a:lnTo>
                  <a:pt x="2056609" y="1847"/>
                </a:lnTo>
                <a:cubicBezTo>
                  <a:pt x="2064708" y="1847"/>
                  <a:pt x="2070888" y="2344"/>
                  <a:pt x="2075150" y="3339"/>
                </a:cubicBezTo>
                <a:cubicBezTo>
                  <a:pt x="2081118" y="4712"/>
                  <a:pt x="2086209" y="7199"/>
                  <a:pt x="2090424" y="10798"/>
                </a:cubicBezTo>
                <a:cubicBezTo>
                  <a:pt x="2095918" y="15439"/>
                  <a:pt x="2100026" y="21371"/>
                  <a:pt x="2102750" y="28594"/>
                </a:cubicBezTo>
                <a:cubicBezTo>
                  <a:pt x="2105473" y="35816"/>
                  <a:pt x="2106834" y="44069"/>
                  <a:pt x="2106834" y="53351"/>
                </a:cubicBezTo>
                <a:cubicBezTo>
                  <a:pt x="2106834" y="61260"/>
                  <a:pt x="2105911" y="68270"/>
                  <a:pt x="2104064" y="74379"/>
                </a:cubicBezTo>
                <a:cubicBezTo>
                  <a:pt x="2102217" y="80488"/>
                  <a:pt x="2099849" y="85544"/>
                  <a:pt x="2096960" y="89546"/>
                </a:cubicBezTo>
                <a:cubicBezTo>
                  <a:pt x="2094071" y="93548"/>
                  <a:pt x="2090910" y="96697"/>
                  <a:pt x="2087476" y="98994"/>
                </a:cubicBezTo>
                <a:cubicBezTo>
                  <a:pt x="2084042" y="101291"/>
                  <a:pt x="2079898" y="103032"/>
                  <a:pt x="2075044" y="104216"/>
                </a:cubicBezTo>
                <a:cubicBezTo>
                  <a:pt x="2070189" y="105400"/>
                  <a:pt x="2064613" y="105992"/>
                  <a:pt x="2058314" y="105992"/>
                </a:cubicBezTo>
                <a:lnTo>
                  <a:pt x="2020734" y="105992"/>
                </a:lnTo>
                <a:moveTo>
                  <a:pt x="2034516" y="93702"/>
                </a:moveTo>
                <a:lnTo>
                  <a:pt x="2056751" y="93702"/>
                </a:lnTo>
                <a:cubicBezTo>
                  <a:pt x="2063618" y="93702"/>
                  <a:pt x="2069005" y="93063"/>
                  <a:pt x="2072913" y="91784"/>
                </a:cubicBezTo>
                <a:cubicBezTo>
                  <a:pt x="2076820" y="90505"/>
                  <a:pt x="2079934" y="88705"/>
                  <a:pt x="2082254" y="86385"/>
                </a:cubicBezTo>
                <a:cubicBezTo>
                  <a:pt x="2085522" y="83117"/>
                  <a:pt x="2088068" y="78724"/>
                  <a:pt x="2089891" y="73207"/>
                </a:cubicBezTo>
                <a:cubicBezTo>
                  <a:pt x="2091715" y="67689"/>
                  <a:pt x="2092626" y="61000"/>
                  <a:pt x="2092626" y="53138"/>
                </a:cubicBezTo>
                <a:cubicBezTo>
                  <a:pt x="2092626" y="42245"/>
                  <a:pt x="2090838" y="33874"/>
                  <a:pt x="2087263" y="28025"/>
                </a:cubicBezTo>
                <a:cubicBezTo>
                  <a:pt x="2083687" y="22176"/>
                  <a:pt x="2079342" y="18257"/>
                  <a:pt x="2074227" y="16268"/>
                </a:cubicBezTo>
                <a:cubicBezTo>
                  <a:pt x="2070533" y="14847"/>
                  <a:pt x="2064589" y="14137"/>
                  <a:pt x="2056396" y="14137"/>
                </a:cubicBezTo>
                <a:lnTo>
                  <a:pt x="2034516" y="14137"/>
                </a:lnTo>
                <a:lnTo>
                  <a:pt x="2034516" y="93702"/>
                </a:lnTo>
                <a:close/>
                <a:moveTo>
                  <a:pt x="2173398" y="96677"/>
                </a:moveTo>
                <a:cubicBezTo>
                  <a:pt x="2168662" y="100705"/>
                  <a:pt x="2164104" y="103549"/>
                  <a:pt x="2159723" y="105208"/>
                </a:cubicBezTo>
                <a:cubicBezTo>
                  <a:pt x="2155342" y="106867"/>
                  <a:pt x="2150642" y="107697"/>
                  <a:pt x="2145622" y="107697"/>
                </a:cubicBezTo>
                <a:cubicBezTo>
                  <a:pt x="2137334" y="107697"/>
                  <a:pt x="2130964" y="105671"/>
                  <a:pt x="2126512" y="101618"/>
                </a:cubicBezTo>
                <a:cubicBezTo>
                  <a:pt x="2122060" y="97566"/>
                  <a:pt x="2119834" y="92388"/>
                  <a:pt x="2119834" y="86085"/>
                </a:cubicBezTo>
                <a:cubicBezTo>
                  <a:pt x="2119834" y="82389"/>
                  <a:pt x="2120675" y="79014"/>
                  <a:pt x="2122356" y="75957"/>
                </a:cubicBezTo>
                <a:cubicBezTo>
                  <a:pt x="2124037" y="72900"/>
                  <a:pt x="2126240" y="70447"/>
                  <a:pt x="2128963" y="68598"/>
                </a:cubicBezTo>
                <a:cubicBezTo>
                  <a:pt x="2131686" y="66750"/>
                  <a:pt x="2134752" y="65352"/>
                  <a:pt x="2138162" y="64404"/>
                </a:cubicBezTo>
                <a:cubicBezTo>
                  <a:pt x="2140672" y="63740"/>
                  <a:pt x="2144461" y="63100"/>
                  <a:pt x="2149529" y="62484"/>
                </a:cubicBezTo>
                <a:cubicBezTo>
                  <a:pt x="2159853" y="61262"/>
                  <a:pt x="2167455" y="59804"/>
                  <a:pt x="2172333" y="58111"/>
                </a:cubicBezTo>
                <a:cubicBezTo>
                  <a:pt x="2172380" y="56366"/>
                  <a:pt x="2172404" y="55257"/>
                  <a:pt x="2172404" y="54785"/>
                </a:cubicBezTo>
                <a:cubicBezTo>
                  <a:pt x="2172404" y="49595"/>
                  <a:pt x="2171196" y="45939"/>
                  <a:pt x="2168781" y="43816"/>
                </a:cubicBezTo>
                <a:cubicBezTo>
                  <a:pt x="2165513" y="40938"/>
                  <a:pt x="2160658" y="39498"/>
                  <a:pt x="2154217" y="39498"/>
                </a:cubicBezTo>
                <a:cubicBezTo>
                  <a:pt x="2148203" y="39498"/>
                  <a:pt x="2143763" y="40552"/>
                  <a:pt x="2140897" y="42660"/>
                </a:cubicBezTo>
                <a:cubicBezTo>
                  <a:pt x="2138032" y="44767"/>
                  <a:pt x="2135913" y="48497"/>
                  <a:pt x="2134539" y="53848"/>
                </a:cubicBezTo>
                <a:lnTo>
                  <a:pt x="2122036" y="52143"/>
                </a:lnTo>
                <a:cubicBezTo>
                  <a:pt x="2123173" y="46775"/>
                  <a:pt x="2125044" y="42441"/>
                  <a:pt x="2127648" y="39139"/>
                </a:cubicBezTo>
                <a:cubicBezTo>
                  <a:pt x="2130253" y="35837"/>
                  <a:pt x="2134018" y="33296"/>
                  <a:pt x="2138944" y="31515"/>
                </a:cubicBezTo>
                <a:cubicBezTo>
                  <a:pt x="2143869" y="29733"/>
                  <a:pt x="2149576" y="28842"/>
                  <a:pt x="2156065" y="28842"/>
                </a:cubicBezTo>
                <a:cubicBezTo>
                  <a:pt x="2162505" y="28842"/>
                  <a:pt x="2167739" y="29600"/>
                  <a:pt x="2171764" y="31116"/>
                </a:cubicBezTo>
                <a:cubicBezTo>
                  <a:pt x="2175790" y="32631"/>
                  <a:pt x="2178750" y="34537"/>
                  <a:pt x="2180644" y="36834"/>
                </a:cubicBezTo>
                <a:cubicBezTo>
                  <a:pt x="2182539" y="39131"/>
                  <a:pt x="2183865" y="42032"/>
                  <a:pt x="2184623" y="45537"/>
                </a:cubicBezTo>
                <a:cubicBezTo>
                  <a:pt x="2185049" y="47715"/>
                  <a:pt x="2185262" y="51646"/>
                  <a:pt x="2185262" y="57329"/>
                </a:cubicBezTo>
                <a:lnTo>
                  <a:pt x="2185262" y="74379"/>
                </a:lnTo>
                <a:cubicBezTo>
                  <a:pt x="2185262" y="86266"/>
                  <a:pt x="2185534" y="93785"/>
                  <a:pt x="2186079" y="96934"/>
                </a:cubicBezTo>
                <a:cubicBezTo>
                  <a:pt x="2186624" y="100084"/>
                  <a:pt x="2187701" y="103103"/>
                  <a:pt x="2189311" y="105992"/>
                </a:cubicBezTo>
                <a:lnTo>
                  <a:pt x="2175956" y="105992"/>
                </a:lnTo>
                <a:cubicBezTo>
                  <a:pt x="2174630" y="103337"/>
                  <a:pt x="2173777" y="100232"/>
                  <a:pt x="2173398" y="96677"/>
                </a:cubicBezTo>
                <a:moveTo>
                  <a:pt x="2172333" y="68056"/>
                </a:moveTo>
                <a:cubicBezTo>
                  <a:pt x="2167691" y="69967"/>
                  <a:pt x="2160729" y="71591"/>
                  <a:pt x="2151447" y="72927"/>
                </a:cubicBezTo>
                <a:cubicBezTo>
                  <a:pt x="2146190" y="73688"/>
                  <a:pt x="2142472" y="74544"/>
                  <a:pt x="2140294" y="75496"/>
                </a:cubicBezTo>
                <a:cubicBezTo>
                  <a:pt x="2138115" y="76446"/>
                  <a:pt x="2136434" y="77837"/>
                  <a:pt x="2135250" y="79669"/>
                </a:cubicBezTo>
                <a:cubicBezTo>
                  <a:pt x="2134066" y="81500"/>
                  <a:pt x="2133474" y="83533"/>
                  <a:pt x="2133474" y="85768"/>
                </a:cubicBezTo>
                <a:cubicBezTo>
                  <a:pt x="2133474" y="89191"/>
                  <a:pt x="2134764" y="92044"/>
                  <a:pt x="2137345" y="94328"/>
                </a:cubicBezTo>
                <a:cubicBezTo>
                  <a:pt x="2139927" y="96610"/>
                  <a:pt x="2143704" y="97751"/>
                  <a:pt x="2148676" y="97751"/>
                </a:cubicBezTo>
                <a:cubicBezTo>
                  <a:pt x="2153602" y="97751"/>
                  <a:pt x="2157983" y="96669"/>
                  <a:pt x="2161819" y="94503"/>
                </a:cubicBezTo>
                <a:cubicBezTo>
                  <a:pt x="2165655" y="92338"/>
                  <a:pt x="2168473" y="89376"/>
                  <a:pt x="2170273" y="85617"/>
                </a:cubicBezTo>
                <a:cubicBezTo>
                  <a:pt x="2171646" y="82713"/>
                  <a:pt x="2172333" y="78430"/>
                  <a:pt x="2172333" y="72767"/>
                </a:cubicBezTo>
                <a:lnTo>
                  <a:pt x="2172333" y="68056"/>
                </a:lnTo>
                <a:close/>
                <a:moveTo>
                  <a:pt x="2233001" y="94696"/>
                </a:moveTo>
                <a:lnTo>
                  <a:pt x="2234848" y="105992"/>
                </a:lnTo>
                <a:cubicBezTo>
                  <a:pt x="2231249" y="106655"/>
                  <a:pt x="2228028" y="106986"/>
                  <a:pt x="2225187" y="106986"/>
                </a:cubicBezTo>
                <a:cubicBezTo>
                  <a:pt x="2220545" y="106986"/>
                  <a:pt x="2216946" y="106252"/>
                  <a:pt x="2214388" y="104784"/>
                </a:cubicBezTo>
                <a:cubicBezTo>
                  <a:pt x="2211831" y="103316"/>
                  <a:pt x="2210031" y="101386"/>
                  <a:pt x="2208989" y="98994"/>
                </a:cubicBezTo>
                <a:cubicBezTo>
                  <a:pt x="2207947" y="96603"/>
                  <a:pt x="2207427" y="91571"/>
                  <a:pt x="2207427" y="83898"/>
                </a:cubicBezTo>
                <a:lnTo>
                  <a:pt x="2207427" y="40493"/>
                </a:lnTo>
                <a:lnTo>
                  <a:pt x="2198049" y="40493"/>
                </a:lnTo>
                <a:lnTo>
                  <a:pt x="2198049" y="30547"/>
                </a:lnTo>
                <a:lnTo>
                  <a:pt x="2207427" y="30547"/>
                </a:lnTo>
                <a:lnTo>
                  <a:pt x="2207427" y="11813"/>
                </a:lnTo>
                <a:lnTo>
                  <a:pt x="2220143" y="4120"/>
                </a:lnTo>
                <a:lnTo>
                  <a:pt x="2220143" y="30547"/>
                </a:lnTo>
                <a:lnTo>
                  <a:pt x="2233001" y="30547"/>
                </a:lnTo>
                <a:lnTo>
                  <a:pt x="2233001" y="40493"/>
                </a:lnTo>
                <a:lnTo>
                  <a:pt x="2220143" y="40493"/>
                </a:lnTo>
                <a:lnTo>
                  <a:pt x="2220143" y="84609"/>
                </a:lnTo>
                <a:cubicBezTo>
                  <a:pt x="2220143" y="88255"/>
                  <a:pt x="2220368" y="90600"/>
                  <a:pt x="2220818" y="91642"/>
                </a:cubicBezTo>
                <a:cubicBezTo>
                  <a:pt x="2221267" y="92684"/>
                  <a:pt x="2222002" y="93512"/>
                  <a:pt x="2223020" y="94128"/>
                </a:cubicBezTo>
                <a:cubicBezTo>
                  <a:pt x="2224038" y="94744"/>
                  <a:pt x="2225494" y="95052"/>
                  <a:pt x="2227389" y="95052"/>
                </a:cubicBezTo>
                <a:cubicBezTo>
                  <a:pt x="2228810" y="95052"/>
                  <a:pt x="2230680" y="94933"/>
                  <a:pt x="2233001" y="94696"/>
                </a:cubicBezTo>
                <a:close/>
                <a:moveTo>
                  <a:pt x="2294734" y="96677"/>
                </a:moveTo>
                <a:cubicBezTo>
                  <a:pt x="2289998" y="100705"/>
                  <a:pt x="2285440" y="103549"/>
                  <a:pt x="2281059" y="105208"/>
                </a:cubicBezTo>
                <a:cubicBezTo>
                  <a:pt x="2276678" y="106867"/>
                  <a:pt x="2271978" y="107697"/>
                  <a:pt x="2266957" y="107697"/>
                </a:cubicBezTo>
                <a:cubicBezTo>
                  <a:pt x="2258669" y="107697"/>
                  <a:pt x="2252299" y="105671"/>
                  <a:pt x="2247848" y="101618"/>
                </a:cubicBezTo>
                <a:cubicBezTo>
                  <a:pt x="2243396" y="97566"/>
                  <a:pt x="2241170" y="92388"/>
                  <a:pt x="2241170" y="86085"/>
                </a:cubicBezTo>
                <a:cubicBezTo>
                  <a:pt x="2241170" y="82389"/>
                  <a:pt x="2242010" y="79014"/>
                  <a:pt x="2243692" y="75957"/>
                </a:cubicBezTo>
                <a:cubicBezTo>
                  <a:pt x="2245373" y="72900"/>
                  <a:pt x="2247575" y="70447"/>
                  <a:pt x="2250298" y="68598"/>
                </a:cubicBezTo>
                <a:cubicBezTo>
                  <a:pt x="2253022" y="66750"/>
                  <a:pt x="2256088" y="65352"/>
                  <a:pt x="2259498" y="64404"/>
                </a:cubicBezTo>
                <a:cubicBezTo>
                  <a:pt x="2262008" y="63740"/>
                  <a:pt x="2265797" y="63100"/>
                  <a:pt x="2270865" y="62484"/>
                </a:cubicBezTo>
                <a:cubicBezTo>
                  <a:pt x="2281189" y="61262"/>
                  <a:pt x="2288790" y="59804"/>
                  <a:pt x="2293668" y="58111"/>
                </a:cubicBezTo>
                <a:cubicBezTo>
                  <a:pt x="2293716" y="56366"/>
                  <a:pt x="2293739" y="55257"/>
                  <a:pt x="2293739" y="54785"/>
                </a:cubicBezTo>
                <a:cubicBezTo>
                  <a:pt x="2293739" y="49595"/>
                  <a:pt x="2292532" y="45939"/>
                  <a:pt x="2290116" y="43816"/>
                </a:cubicBezTo>
                <a:cubicBezTo>
                  <a:pt x="2286849" y="40938"/>
                  <a:pt x="2281994" y="39498"/>
                  <a:pt x="2275553" y="39498"/>
                </a:cubicBezTo>
                <a:cubicBezTo>
                  <a:pt x="2269538" y="39498"/>
                  <a:pt x="2265098" y="40552"/>
                  <a:pt x="2262233" y="42660"/>
                </a:cubicBezTo>
                <a:cubicBezTo>
                  <a:pt x="2259368" y="44767"/>
                  <a:pt x="2257249" y="48497"/>
                  <a:pt x="2255875" y="53848"/>
                </a:cubicBezTo>
                <a:lnTo>
                  <a:pt x="2243372" y="52143"/>
                </a:lnTo>
                <a:cubicBezTo>
                  <a:pt x="2244509" y="46775"/>
                  <a:pt x="2246379" y="42441"/>
                  <a:pt x="2248984" y="39139"/>
                </a:cubicBezTo>
                <a:cubicBezTo>
                  <a:pt x="2251589" y="35837"/>
                  <a:pt x="2255354" y="33296"/>
                  <a:pt x="2260280" y="31515"/>
                </a:cubicBezTo>
                <a:cubicBezTo>
                  <a:pt x="2265205" y="29733"/>
                  <a:pt x="2270912" y="28842"/>
                  <a:pt x="2277400" y="28842"/>
                </a:cubicBezTo>
                <a:cubicBezTo>
                  <a:pt x="2283841" y="28842"/>
                  <a:pt x="2289075" y="29600"/>
                  <a:pt x="2293100" y="31116"/>
                </a:cubicBezTo>
                <a:cubicBezTo>
                  <a:pt x="2297126" y="32631"/>
                  <a:pt x="2300086" y="34537"/>
                  <a:pt x="2301980" y="36834"/>
                </a:cubicBezTo>
                <a:cubicBezTo>
                  <a:pt x="2303875" y="39131"/>
                  <a:pt x="2305201" y="42032"/>
                  <a:pt x="2305958" y="45537"/>
                </a:cubicBezTo>
                <a:cubicBezTo>
                  <a:pt x="2306385" y="47715"/>
                  <a:pt x="2306598" y="51646"/>
                  <a:pt x="2306598" y="57329"/>
                </a:cubicBezTo>
                <a:lnTo>
                  <a:pt x="2306598" y="74379"/>
                </a:lnTo>
                <a:cubicBezTo>
                  <a:pt x="2306598" y="86266"/>
                  <a:pt x="2306870" y="93785"/>
                  <a:pt x="2307415" y="96934"/>
                </a:cubicBezTo>
                <a:cubicBezTo>
                  <a:pt x="2307959" y="100084"/>
                  <a:pt x="2309037" y="103103"/>
                  <a:pt x="2310647" y="105992"/>
                </a:cubicBezTo>
                <a:lnTo>
                  <a:pt x="2297291" y="105992"/>
                </a:lnTo>
                <a:cubicBezTo>
                  <a:pt x="2295965" y="103337"/>
                  <a:pt x="2295113" y="100232"/>
                  <a:pt x="2294734" y="96677"/>
                </a:cubicBezTo>
                <a:moveTo>
                  <a:pt x="2293668" y="68056"/>
                </a:moveTo>
                <a:cubicBezTo>
                  <a:pt x="2289027" y="69967"/>
                  <a:pt x="2282065" y="71591"/>
                  <a:pt x="2272783" y="72927"/>
                </a:cubicBezTo>
                <a:cubicBezTo>
                  <a:pt x="2267526" y="73688"/>
                  <a:pt x="2263808" y="74544"/>
                  <a:pt x="2261629" y="75496"/>
                </a:cubicBezTo>
                <a:cubicBezTo>
                  <a:pt x="2259451" y="76446"/>
                  <a:pt x="2257770" y="77837"/>
                  <a:pt x="2256586" y="79669"/>
                </a:cubicBezTo>
                <a:cubicBezTo>
                  <a:pt x="2255402" y="81500"/>
                  <a:pt x="2254810" y="83533"/>
                  <a:pt x="2254810" y="85768"/>
                </a:cubicBezTo>
                <a:cubicBezTo>
                  <a:pt x="2254810" y="89191"/>
                  <a:pt x="2256100" y="92044"/>
                  <a:pt x="2258681" y="94328"/>
                </a:cubicBezTo>
                <a:cubicBezTo>
                  <a:pt x="2261262" y="96610"/>
                  <a:pt x="2265039" y="97751"/>
                  <a:pt x="2270012" y="97751"/>
                </a:cubicBezTo>
                <a:cubicBezTo>
                  <a:pt x="2274938" y="97751"/>
                  <a:pt x="2279318" y="96669"/>
                  <a:pt x="2283154" y="94503"/>
                </a:cubicBezTo>
                <a:cubicBezTo>
                  <a:pt x="2286991" y="92338"/>
                  <a:pt x="2289809" y="89376"/>
                  <a:pt x="2291608" y="85617"/>
                </a:cubicBezTo>
                <a:cubicBezTo>
                  <a:pt x="2292982" y="82713"/>
                  <a:pt x="2293668" y="78430"/>
                  <a:pt x="2293668" y="72767"/>
                </a:cubicBezTo>
                <a:lnTo>
                  <a:pt x="2293668" y="68056"/>
                </a:lnTo>
                <a:close/>
                <a:moveTo>
                  <a:pt x="2329757" y="105992"/>
                </a:moveTo>
                <a:lnTo>
                  <a:pt x="2329757" y="91358"/>
                </a:lnTo>
                <a:lnTo>
                  <a:pt x="2344320" y="91358"/>
                </a:lnTo>
                <a:lnTo>
                  <a:pt x="2344320" y="105950"/>
                </a:lnTo>
                <a:cubicBezTo>
                  <a:pt x="2344320" y="111313"/>
                  <a:pt x="2343373" y="115644"/>
                  <a:pt x="2341478" y="118941"/>
                </a:cubicBezTo>
                <a:cubicBezTo>
                  <a:pt x="2339584" y="122240"/>
                  <a:pt x="2336577" y="124791"/>
                  <a:pt x="2332456" y="126593"/>
                </a:cubicBezTo>
                <a:lnTo>
                  <a:pt x="2328904" y="121052"/>
                </a:lnTo>
                <a:cubicBezTo>
                  <a:pt x="2331604" y="119874"/>
                  <a:pt x="2333593" y="118142"/>
                  <a:pt x="2334872" y="115855"/>
                </a:cubicBezTo>
                <a:cubicBezTo>
                  <a:pt x="2336150" y="113569"/>
                  <a:pt x="2336861" y="110281"/>
                  <a:pt x="2337003" y="105992"/>
                </a:cubicBezTo>
                <a:lnTo>
                  <a:pt x="2329757" y="105992"/>
                </a:lnTo>
                <a:close/>
                <a:moveTo>
                  <a:pt x="2402147" y="83401"/>
                </a:moveTo>
                <a:lnTo>
                  <a:pt x="2414792" y="81412"/>
                </a:lnTo>
                <a:cubicBezTo>
                  <a:pt x="2415503" y="86457"/>
                  <a:pt x="2417480" y="90324"/>
                  <a:pt x="2420724" y="93011"/>
                </a:cubicBezTo>
                <a:cubicBezTo>
                  <a:pt x="2423968" y="95698"/>
                  <a:pt x="2428503" y="97041"/>
                  <a:pt x="2434328" y="97041"/>
                </a:cubicBezTo>
                <a:cubicBezTo>
                  <a:pt x="2440201" y="97041"/>
                  <a:pt x="2444558" y="95855"/>
                  <a:pt x="2447400" y="93482"/>
                </a:cubicBezTo>
                <a:cubicBezTo>
                  <a:pt x="2450241" y="91108"/>
                  <a:pt x="2451662" y="88324"/>
                  <a:pt x="2451662" y="85130"/>
                </a:cubicBezTo>
                <a:cubicBezTo>
                  <a:pt x="2451662" y="82264"/>
                  <a:pt x="2450407" y="80008"/>
                  <a:pt x="2447897" y="78364"/>
                </a:cubicBezTo>
                <a:cubicBezTo>
                  <a:pt x="2446145" y="77236"/>
                  <a:pt x="2441788" y="75803"/>
                  <a:pt x="2434826" y="74064"/>
                </a:cubicBezTo>
                <a:cubicBezTo>
                  <a:pt x="2425448" y="71694"/>
                  <a:pt x="2418948" y="69644"/>
                  <a:pt x="2415325" y="67914"/>
                </a:cubicBezTo>
                <a:cubicBezTo>
                  <a:pt x="2411702" y="66184"/>
                  <a:pt x="2408955" y="63790"/>
                  <a:pt x="2407084" y="60733"/>
                </a:cubicBezTo>
                <a:cubicBezTo>
                  <a:pt x="2405214" y="57675"/>
                  <a:pt x="2404278" y="54298"/>
                  <a:pt x="2404278" y="50601"/>
                </a:cubicBezTo>
                <a:cubicBezTo>
                  <a:pt x="2404278" y="47235"/>
                  <a:pt x="2405048" y="44118"/>
                  <a:pt x="2406587" y="41250"/>
                </a:cubicBezTo>
                <a:cubicBezTo>
                  <a:pt x="2408126" y="38382"/>
                  <a:pt x="2410222" y="36000"/>
                  <a:pt x="2412874" y="34104"/>
                </a:cubicBezTo>
                <a:cubicBezTo>
                  <a:pt x="2414863" y="32634"/>
                  <a:pt x="2417575" y="31390"/>
                  <a:pt x="2421008" y="30372"/>
                </a:cubicBezTo>
                <a:cubicBezTo>
                  <a:pt x="2424442" y="29352"/>
                  <a:pt x="2428124" y="28842"/>
                  <a:pt x="2432055" y="28842"/>
                </a:cubicBezTo>
                <a:cubicBezTo>
                  <a:pt x="2437975" y="28842"/>
                  <a:pt x="2443173" y="29701"/>
                  <a:pt x="2447648" y="31417"/>
                </a:cubicBezTo>
                <a:cubicBezTo>
                  <a:pt x="2452124" y="33133"/>
                  <a:pt x="2455427" y="35457"/>
                  <a:pt x="2457558" y="38390"/>
                </a:cubicBezTo>
                <a:cubicBezTo>
                  <a:pt x="2459690" y="41322"/>
                  <a:pt x="2461158" y="45244"/>
                  <a:pt x="2461963" y="50154"/>
                </a:cubicBezTo>
                <a:lnTo>
                  <a:pt x="2449460" y="51859"/>
                </a:lnTo>
                <a:cubicBezTo>
                  <a:pt x="2448892" y="47976"/>
                  <a:pt x="2447246" y="44945"/>
                  <a:pt x="2444523" y="42766"/>
                </a:cubicBezTo>
                <a:cubicBezTo>
                  <a:pt x="2441799" y="40588"/>
                  <a:pt x="2437951" y="39498"/>
                  <a:pt x="2432979" y="39498"/>
                </a:cubicBezTo>
                <a:cubicBezTo>
                  <a:pt x="2427106" y="39498"/>
                  <a:pt x="2422915" y="40465"/>
                  <a:pt x="2420404" y="42398"/>
                </a:cubicBezTo>
                <a:cubicBezTo>
                  <a:pt x="2417894" y="44329"/>
                  <a:pt x="2416639" y="46591"/>
                  <a:pt x="2416639" y="49184"/>
                </a:cubicBezTo>
                <a:cubicBezTo>
                  <a:pt x="2416639" y="50833"/>
                  <a:pt x="2417160" y="52317"/>
                  <a:pt x="2418202" y="53637"/>
                </a:cubicBezTo>
                <a:cubicBezTo>
                  <a:pt x="2419244" y="55004"/>
                  <a:pt x="2420878" y="56134"/>
                  <a:pt x="2423104" y="57030"/>
                </a:cubicBezTo>
                <a:cubicBezTo>
                  <a:pt x="2424383" y="57502"/>
                  <a:pt x="2428148" y="58586"/>
                  <a:pt x="2434399" y="60282"/>
                </a:cubicBezTo>
                <a:cubicBezTo>
                  <a:pt x="2443445" y="62696"/>
                  <a:pt x="2449756" y="64672"/>
                  <a:pt x="2453332" y="66209"/>
                </a:cubicBezTo>
                <a:cubicBezTo>
                  <a:pt x="2456907" y="67747"/>
                  <a:pt x="2459713" y="69983"/>
                  <a:pt x="2461750" y="72918"/>
                </a:cubicBezTo>
                <a:cubicBezTo>
                  <a:pt x="2463786" y="75852"/>
                  <a:pt x="2464805" y="79495"/>
                  <a:pt x="2464805" y="83847"/>
                </a:cubicBezTo>
                <a:cubicBezTo>
                  <a:pt x="2464805" y="88107"/>
                  <a:pt x="2463561" y="92118"/>
                  <a:pt x="2461075" y="95880"/>
                </a:cubicBezTo>
                <a:cubicBezTo>
                  <a:pt x="2458589" y="99640"/>
                  <a:pt x="2455001" y="102550"/>
                  <a:pt x="2450312" y="104609"/>
                </a:cubicBezTo>
                <a:cubicBezTo>
                  <a:pt x="2445624" y="106667"/>
                  <a:pt x="2440319" y="107697"/>
                  <a:pt x="2434399" y="107697"/>
                </a:cubicBezTo>
                <a:cubicBezTo>
                  <a:pt x="2424596" y="107697"/>
                  <a:pt x="2417125" y="105654"/>
                  <a:pt x="2411986" y="101570"/>
                </a:cubicBezTo>
                <a:cubicBezTo>
                  <a:pt x="2406848" y="97485"/>
                  <a:pt x="2403568" y="91429"/>
                  <a:pt x="2402147" y="83401"/>
                </a:cubicBezTo>
                <a:close/>
                <a:moveTo>
                  <a:pt x="2480078" y="16623"/>
                </a:moveTo>
                <a:lnTo>
                  <a:pt x="2480078" y="1847"/>
                </a:lnTo>
                <a:lnTo>
                  <a:pt x="2492865" y="1847"/>
                </a:lnTo>
                <a:lnTo>
                  <a:pt x="2492865" y="16623"/>
                </a:lnTo>
                <a:lnTo>
                  <a:pt x="2480078" y="16623"/>
                </a:lnTo>
                <a:moveTo>
                  <a:pt x="2480078" y="105992"/>
                </a:moveTo>
                <a:lnTo>
                  <a:pt x="2480078" y="30547"/>
                </a:lnTo>
                <a:lnTo>
                  <a:pt x="2492865" y="30547"/>
                </a:lnTo>
                <a:lnTo>
                  <a:pt x="2492865" y="105992"/>
                </a:lnTo>
                <a:lnTo>
                  <a:pt x="2480078" y="105992"/>
                </a:lnTo>
                <a:close/>
                <a:moveTo>
                  <a:pt x="2505581" y="105992"/>
                </a:moveTo>
                <a:lnTo>
                  <a:pt x="2505581" y="95620"/>
                </a:lnTo>
                <a:lnTo>
                  <a:pt x="2553604" y="40493"/>
                </a:lnTo>
                <a:cubicBezTo>
                  <a:pt x="2548158" y="40777"/>
                  <a:pt x="2543351" y="40919"/>
                  <a:pt x="2539183" y="40919"/>
                </a:cubicBezTo>
                <a:lnTo>
                  <a:pt x="2508423" y="40919"/>
                </a:lnTo>
                <a:lnTo>
                  <a:pt x="2508423" y="30547"/>
                </a:lnTo>
                <a:lnTo>
                  <a:pt x="2570085" y="30547"/>
                </a:lnTo>
                <a:lnTo>
                  <a:pt x="2570085" y="39001"/>
                </a:lnTo>
                <a:lnTo>
                  <a:pt x="2529237" y="86882"/>
                </a:lnTo>
                <a:lnTo>
                  <a:pt x="2521352" y="95620"/>
                </a:lnTo>
                <a:cubicBezTo>
                  <a:pt x="2527082" y="95194"/>
                  <a:pt x="2532458" y="94981"/>
                  <a:pt x="2537478" y="94981"/>
                </a:cubicBezTo>
                <a:lnTo>
                  <a:pt x="2572359" y="94981"/>
                </a:lnTo>
                <a:lnTo>
                  <a:pt x="2572359" y="105992"/>
                </a:lnTo>
                <a:lnTo>
                  <a:pt x="2505581" y="105992"/>
                </a:lnTo>
                <a:close/>
                <a:moveTo>
                  <a:pt x="2636721" y="81696"/>
                </a:moveTo>
                <a:lnTo>
                  <a:pt x="2649935" y="83330"/>
                </a:lnTo>
                <a:cubicBezTo>
                  <a:pt x="2647851" y="91050"/>
                  <a:pt x="2643991" y="97041"/>
                  <a:pt x="2638355" y="101303"/>
                </a:cubicBezTo>
                <a:cubicBezTo>
                  <a:pt x="2632719" y="105566"/>
                  <a:pt x="2625521" y="107697"/>
                  <a:pt x="2616759" y="107697"/>
                </a:cubicBezTo>
                <a:cubicBezTo>
                  <a:pt x="2605724" y="107697"/>
                  <a:pt x="2596974" y="104299"/>
                  <a:pt x="2590510" y="97503"/>
                </a:cubicBezTo>
                <a:cubicBezTo>
                  <a:pt x="2584045" y="90706"/>
                  <a:pt x="2580813" y="81175"/>
                  <a:pt x="2580813" y="68909"/>
                </a:cubicBezTo>
                <a:cubicBezTo>
                  <a:pt x="2580813" y="56216"/>
                  <a:pt x="2584081" y="46365"/>
                  <a:pt x="2590616" y="39356"/>
                </a:cubicBezTo>
                <a:cubicBezTo>
                  <a:pt x="2597152" y="32347"/>
                  <a:pt x="2605629" y="28842"/>
                  <a:pt x="2616049" y="28842"/>
                </a:cubicBezTo>
                <a:cubicBezTo>
                  <a:pt x="2626136" y="28842"/>
                  <a:pt x="2634377" y="32271"/>
                  <a:pt x="2640771" y="39128"/>
                </a:cubicBezTo>
                <a:cubicBezTo>
                  <a:pt x="2647164" y="45983"/>
                  <a:pt x="2650361" y="55628"/>
                  <a:pt x="2650361" y="68063"/>
                </a:cubicBezTo>
                <a:cubicBezTo>
                  <a:pt x="2650361" y="68819"/>
                  <a:pt x="2650337" y="69954"/>
                  <a:pt x="2650290" y="71466"/>
                </a:cubicBezTo>
                <a:lnTo>
                  <a:pt x="2594026" y="71466"/>
                </a:lnTo>
                <a:cubicBezTo>
                  <a:pt x="2594500" y="79731"/>
                  <a:pt x="2596844" y="86059"/>
                  <a:pt x="2601059" y="90452"/>
                </a:cubicBezTo>
                <a:cubicBezTo>
                  <a:pt x="2605274" y="94844"/>
                  <a:pt x="2610531" y="97041"/>
                  <a:pt x="2616830" y="97041"/>
                </a:cubicBezTo>
                <a:cubicBezTo>
                  <a:pt x="2621519" y="97041"/>
                  <a:pt x="2625521" y="95821"/>
                  <a:pt x="2628836" y="93382"/>
                </a:cubicBezTo>
                <a:cubicBezTo>
                  <a:pt x="2632151" y="90942"/>
                  <a:pt x="2634780" y="87046"/>
                  <a:pt x="2636721" y="81696"/>
                </a:cubicBezTo>
                <a:moveTo>
                  <a:pt x="2594737" y="60810"/>
                </a:moveTo>
                <a:lnTo>
                  <a:pt x="2636863" y="60810"/>
                </a:lnTo>
                <a:cubicBezTo>
                  <a:pt x="2636295" y="54568"/>
                  <a:pt x="2634685" y="49886"/>
                  <a:pt x="2632033" y="46764"/>
                </a:cubicBezTo>
                <a:cubicBezTo>
                  <a:pt x="2627960" y="41920"/>
                  <a:pt x="2622679" y="39498"/>
                  <a:pt x="2616191" y="39498"/>
                </a:cubicBezTo>
                <a:cubicBezTo>
                  <a:pt x="2610318" y="39498"/>
                  <a:pt x="2605381" y="41432"/>
                  <a:pt x="2601379" y="45299"/>
                </a:cubicBezTo>
                <a:cubicBezTo>
                  <a:pt x="2597377" y="49165"/>
                  <a:pt x="2595163" y="54335"/>
                  <a:pt x="2594737" y="60810"/>
                </a:cubicBezTo>
                <a:close/>
                <a:moveTo>
                  <a:pt x="2669541" y="45181"/>
                </a:moveTo>
                <a:lnTo>
                  <a:pt x="2669541" y="30547"/>
                </a:lnTo>
                <a:lnTo>
                  <a:pt x="2684104" y="30547"/>
                </a:lnTo>
                <a:lnTo>
                  <a:pt x="2684104" y="45181"/>
                </a:lnTo>
                <a:lnTo>
                  <a:pt x="2669541" y="45181"/>
                </a:lnTo>
                <a:moveTo>
                  <a:pt x="2669541" y="105992"/>
                </a:moveTo>
                <a:lnTo>
                  <a:pt x="2669541" y="91358"/>
                </a:lnTo>
                <a:lnTo>
                  <a:pt x="2684104" y="91358"/>
                </a:lnTo>
                <a:lnTo>
                  <a:pt x="2684104" y="105992"/>
                </a:lnTo>
                <a:lnTo>
                  <a:pt x="2669541" y="105992"/>
                </a:lnTo>
                <a:close/>
                <a:moveTo>
                  <a:pt x="2822774" y="69335"/>
                </a:moveTo>
                <a:lnTo>
                  <a:pt x="2836556" y="72816"/>
                </a:lnTo>
                <a:cubicBezTo>
                  <a:pt x="2833667" y="84159"/>
                  <a:pt x="2828469" y="92808"/>
                  <a:pt x="2820963" y="98763"/>
                </a:cubicBezTo>
                <a:cubicBezTo>
                  <a:pt x="2813456" y="104719"/>
                  <a:pt x="2804280" y="107697"/>
                  <a:pt x="2793435" y="107697"/>
                </a:cubicBezTo>
                <a:cubicBezTo>
                  <a:pt x="2782210" y="107697"/>
                  <a:pt x="2773082" y="105412"/>
                  <a:pt x="2766049" y="100841"/>
                </a:cubicBezTo>
                <a:cubicBezTo>
                  <a:pt x="2759016" y="96271"/>
                  <a:pt x="2753664" y="89653"/>
                  <a:pt x="2749994" y="80986"/>
                </a:cubicBezTo>
                <a:cubicBezTo>
                  <a:pt x="2746323" y="72319"/>
                  <a:pt x="2744488" y="63013"/>
                  <a:pt x="2744488" y="53067"/>
                </a:cubicBezTo>
                <a:cubicBezTo>
                  <a:pt x="2744488" y="42221"/>
                  <a:pt x="2746560" y="32761"/>
                  <a:pt x="2750704" y="24686"/>
                </a:cubicBezTo>
                <a:cubicBezTo>
                  <a:pt x="2754848" y="16612"/>
                  <a:pt x="2760744" y="10478"/>
                  <a:pt x="2768393" y="6287"/>
                </a:cubicBezTo>
                <a:cubicBezTo>
                  <a:pt x="2776042" y="2096"/>
                  <a:pt x="2784460" y="0"/>
                  <a:pt x="2793648" y="0"/>
                </a:cubicBezTo>
                <a:cubicBezTo>
                  <a:pt x="2804067" y="0"/>
                  <a:pt x="2812829" y="2652"/>
                  <a:pt x="2819933" y="7956"/>
                </a:cubicBezTo>
                <a:cubicBezTo>
                  <a:pt x="2827037" y="13261"/>
                  <a:pt x="2831986" y="20720"/>
                  <a:pt x="2834780" y="30334"/>
                </a:cubicBezTo>
                <a:lnTo>
                  <a:pt x="2821211" y="33531"/>
                </a:lnTo>
                <a:cubicBezTo>
                  <a:pt x="2818796" y="25928"/>
                  <a:pt x="2815291" y="20393"/>
                  <a:pt x="2810698" y="16925"/>
                </a:cubicBezTo>
                <a:cubicBezTo>
                  <a:pt x="2806104" y="13456"/>
                  <a:pt x="2800326" y="11722"/>
                  <a:pt x="2793364" y="11722"/>
                </a:cubicBezTo>
                <a:cubicBezTo>
                  <a:pt x="2785360" y="11722"/>
                  <a:pt x="2778670" y="13643"/>
                  <a:pt x="2773295" y="17487"/>
                </a:cubicBezTo>
                <a:cubicBezTo>
                  <a:pt x="2767920" y="21329"/>
                  <a:pt x="2764143" y="26488"/>
                  <a:pt x="2761964" y="32965"/>
                </a:cubicBezTo>
                <a:cubicBezTo>
                  <a:pt x="2759785" y="39440"/>
                  <a:pt x="2758696" y="46116"/>
                  <a:pt x="2758696" y="52994"/>
                </a:cubicBezTo>
                <a:cubicBezTo>
                  <a:pt x="2758696" y="61865"/>
                  <a:pt x="2759987" y="69610"/>
                  <a:pt x="2762568" y="76228"/>
                </a:cubicBezTo>
                <a:cubicBezTo>
                  <a:pt x="2765149" y="82847"/>
                  <a:pt x="2769163" y="87793"/>
                  <a:pt x="2774609" y="91067"/>
                </a:cubicBezTo>
                <a:cubicBezTo>
                  <a:pt x="2780056" y="94339"/>
                  <a:pt x="2785952" y="95975"/>
                  <a:pt x="2792298" y="95975"/>
                </a:cubicBezTo>
                <a:cubicBezTo>
                  <a:pt x="2800018" y="95975"/>
                  <a:pt x="2806554" y="93737"/>
                  <a:pt x="2811905" y="89262"/>
                </a:cubicBezTo>
                <a:cubicBezTo>
                  <a:pt x="2817257" y="84786"/>
                  <a:pt x="2820880" y="78144"/>
                  <a:pt x="2822774" y="69335"/>
                </a:cubicBezTo>
                <a:close/>
                <a:moveTo>
                  <a:pt x="2902269" y="64931"/>
                </a:moveTo>
                <a:lnTo>
                  <a:pt x="2902269" y="52854"/>
                </a:lnTo>
                <a:lnTo>
                  <a:pt x="2946385" y="52783"/>
                </a:lnTo>
                <a:lnTo>
                  <a:pt x="2946385" y="91358"/>
                </a:lnTo>
                <a:cubicBezTo>
                  <a:pt x="2939612" y="96780"/>
                  <a:pt x="2932627" y="100859"/>
                  <a:pt x="2925428" y="103594"/>
                </a:cubicBezTo>
                <a:cubicBezTo>
                  <a:pt x="2918229" y="106329"/>
                  <a:pt x="2910841" y="107697"/>
                  <a:pt x="2903263" y="107697"/>
                </a:cubicBezTo>
                <a:cubicBezTo>
                  <a:pt x="2893034" y="107697"/>
                  <a:pt x="2883739" y="105506"/>
                  <a:pt x="2875380" y="101126"/>
                </a:cubicBezTo>
                <a:cubicBezTo>
                  <a:pt x="2867021" y="96745"/>
                  <a:pt x="2860710" y="90410"/>
                  <a:pt x="2856448" y="82122"/>
                </a:cubicBezTo>
                <a:cubicBezTo>
                  <a:pt x="2852185" y="73834"/>
                  <a:pt x="2850054" y="64575"/>
                  <a:pt x="2850054" y="54346"/>
                </a:cubicBezTo>
                <a:cubicBezTo>
                  <a:pt x="2850054" y="44211"/>
                  <a:pt x="2852174" y="34750"/>
                  <a:pt x="2856412" y="25965"/>
                </a:cubicBezTo>
                <a:cubicBezTo>
                  <a:pt x="2860651" y="17180"/>
                  <a:pt x="2866749" y="10656"/>
                  <a:pt x="2874705" y="6394"/>
                </a:cubicBezTo>
                <a:cubicBezTo>
                  <a:pt x="2882662" y="2131"/>
                  <a:pt x="2891826" y="0"/>
                  <a:pt x="2902198" y="0"/>
                </a:cubicBezTo>
                <a:cubicBezTo>
                  <a:pt x="2909728" y="0"/>
                  <a:pt x="2916536" y="1217"/>
                  <a:pt x="2922622" y="3650"/>
                </a:cubicBezTo>
                <a:cubicBezTo>
                  <a:pt x="2928707" y="6083"/>
                  <a:pt x="2933479" y="9473"/>
                  <a:pt x="2936936" y="13822"/>
                </a:cubicBezTo>
                <a:cubicBezTo>
                  <a:pt x="2940394" y="18168"/>
                  <a:pt x="2943022" y="23838"/>
                  <a:pt x="2944822" y="30831"/>
                </a:cubicBezTo>
                <a:lnTo>
                  <a:pt x="2932390" y="34241"/>
                </a:lnTo>
                <a:cubicBezTo>
                  <a:pt x="2930827" y="28937"/>
                  <a:pt x="2928885" y="24769"/>
                  <a:pt x="2926564" y="21738"/>
                </a:cubicBezTo>
                <a:cubicBezTo>
                  <a:pt x="2924244" y="18707"/>
                  <a:pt x="2920929" y="16280"/>
                  <a:pt x="2916619" y="14457"/>
                </a:cubicBezTo>
                <a:cubicBezTo>
                  <a:pt x="2912309" y="12633"/>
                  <a:pt x="2907526" y="11722"/>
                  <a:pt x="2902269" y="11722"/>
                </a:cubicBezTo>
                <a:cubicBezTo>
                  <a:pt x="2895970" y="11722"/>
                  <a:pt x="2890523" y="12681"/>
                  <a:pt x="2885930" y="14601"/>
                </a:cubicBezTo>
                <a:cubicBezTo>
                  <a:pt x="2881336" y="16521"/>
                  <a:pt x="2877630" y="19045"/>
                  <a:pt x="2874812" y="22173"/>
                </a:cubicBezTo>
                <a:cubicBezTo>
                  <a:pt x="2871994" y="25302"/>
                  <a:pt x="2869803" y="28739"/>
                  <a:pt x="2868241" y="32483"/>
                </a:cubicBezTo>
                <a:cubicBezTo>
                  <a:pt x="2865588" y="38930"/>
                  <a:pt x="2864262" y="45921"/>
                  <a:pt x="2864262" y="53458"/>
                </a:cubicBezTo>
                <a:cubicBezTo>
                  <a:pt x="2864262" y="62748"/>
                  <a:pt x="2865861" y="70521"/>
                  <a:pt x="2869058" y="76779"/>
                </a:cubicBezTo>
                <a:cubicBezTo>
                  <a:pt x="2872254" y="83036"/>
                  <a:pt x="2876907" y="87682"/>
                  <a:pt x="2883017" y="90716"/>
                </a:cubicBezTo>
                <a:cubicBezTo>
                  <a:pt x="2889126" y="93748"/>
                  <a:pt x="2895615" y="95265"/>
                  <a:pt x="2902482" y="95265"/>
                </a:cubicBezTo>
                <a:cubicBezTo>
                  <a:pt x="2908449" y="95265"/>
                  <a:pt x="2914275" y="94109"/>
                  <a:pt x="2919958" y="91797"/>
                </a:cubicBezTo>
                <a:cubicBezTo>
                  <a:pt x="2925641" y="89485"/>
                  <a:pt x="2929951" y="87018"/>
                  <a:pt x="2932887" y="84396"/>
                </a:cubicBezTo>
                <a:lnTo>
                  <a:pt x="2932887" y="64931"/>
                </a:lnTo>
                <a:lnTo>
                  <a:pt x="2902269" y="64931"/>
                </a:lnTo>
                <a:close/>
                <a:moveTo>
                  <a:pt x="2962014" y="72461"/>
                </a:moveTo>
                <a:lnTo>
                  <a:pt x="2975014" y="71324"/>
                </a:lnTo>
                <a:cubicBezTo>
                  <a:pt x="2975630" y="76534"/>
                  <a:pt x="2977062" y="80808"/>
                  <a:pt x="2979312" y="84147"/>
                </a:cubicBezTo>
                <a:cubicBezTo>
                  <a:pt x="2981561" y="87486"/>
                  <a:pt x="2985054" y="90185"/>
                  <a:pt x="2989790" y="92246"/>
                </a:cubicBezTo>
                <a:cubicBezTo>
                  <a:pt x="2994526" y="94306"/>
                  <a:pt x="2999854" y="95336"/>
                  <a:pt x="3005774" y="95336"/>
                </a:cubicBezTo>
                <a:cubicBezTo>
                  <a:pt x="3011031" y="95336"/>
                  <a:pt x="3015673" y="94554"/>
                  <a:pt x="3019698" y="92991"/>
                </a:cubicBezTo>
                <a:cubicBezTo>
                  <a:pt x="3023724" y="91429"/>
                  <a:pt x="3026719" y="89286"/>
                  <a:pt x="3028685" y="86562"/>
                </a:cubicBezTo>
                <a:cubicBezTo>
                  <a:pt x="3030650" y="83839"/>
                  <a:pt x="3031633" y="80867"/>
                  <a:pt x="3031633" y="77647"/>
                </a:cubicBezTo>
                <a:cubicBezTo>
                  <a:pt x="3031633" y="74379"/>
                  <a:pt x="3030686" y="71526"/>
                  <a:pt x="3028791" y="69086"/>
                </a:cubicBezTo>
                <a:cubicBezTo>
                  <a:pt x="3026897" y="66647"/>
                  <a:pt x="3023771" y="64599"/>
                  <a:pt x="3019414" y="62942"/>
                </a:cubicBezTo>
                <a:cubicBezTo>
                  <a:pt x="3016620" y="61852"/>
                  <a:pt x="3010439" y="60159"/>
                  <a:pt x="3000873" y="57862"/>
                </a:cubicBezTo>
                <a:cubicBezTo>
                  <a:pt x="2991306" y="55565"/>
                  <a:pt x="2984604" y="53398"/>
                  <a:pt x="2980768" y="51362"/>
                </a:cubicBezTo>
                <a:cubicBezTo>
                  <a:pt x="2975795" y="48757"/>
                  <a:pt x="2972089" y="45525"/>
                  <a:pt x="2969650" y="41665"/>
                </a:cubicBezTo>
                <a:cubicBezTo>
                  <a:pt x="2967211" y="37805"/>
                  <a:pt x="2965992" y="33484"/>
                  <a:pt x="2965992" y="28700"/>
                </a:cubicBezTo>
                <a:cubicBezTo>
                  <a:pt x="2965992" y="23443"/>
                  <a:pt x="2967484" y="18530"/>
                  <a:pt x="2970467" y="13959"/>
                </a:cubicBezTo>
                <a:cubicBezTo>
                  <a:pt x="2973451" y="9389"/>
                  <a:pt x="2977808" y="5920"/>
                  <a:pt x="2983539" y="3552"/>
                </a:cubicBezTo>
                <a:cubicBezTo>
                  <a:pt x="2989269" y="1184"/>
                  <a:pt x="2995639" y="0"/>
                  <a:pt x="3002649" y="0"/>
                </a:cubicBezTo>
                <a:cubicBezTo>
                  <a:pt x="3010368" y="0"/>
                  <a:pt x="3017176" y="1243"/>
                  <a:pt x="3023073" y="3730"/>
                </a:cubicBezTo>
                <a:cubicBezTo>
                  <a:pt x="3028969" y="6216"/>
                  <a:pt x="3033504" y="9875"/>
                  <a:pt x="3036677" y="14705"/>
                </a:cubicBezTo>
                <a:cubicBezTo>
                  <a:pt x="3039850" y="19536"/>
                  <a:pt x="3041555" y="25006"/>
                  <a:pt x="3041792" y="31116"/>
                </a:cubicBezTo>
                <a:lnTo>
                  <a:pt x="3028578" y="32110"/>
                </a:lnTo>
                <a:cubicBezTo>
                  <a:pt x="3027868" y="25503"/>
                  <a:pt x="3025464" y="20513"/>
                  <a:pt x="3021368" y="17138"/>
                </a:cubicBezTo>
                <a:cubicBezTo>
                  <a:pt x="3017271" y="13764"/>
                  <a:pt x="3011221" y="12077"/>
                  <a:pt x="3003217" y="12077"/>
                </a:cubicBezTo>
                <a:cubicBezTo>
                  <a:pt x="2994881" y="12077"/>
                  <a:pt x="2988808" y="13606"/>
                  <a:pt x="2984995" y="16663"/>
                </a:cubicBezTo>
                <a:cubicBezTo>
                  <a:pt x="2981183" y="19720"/>
                  <a:pt x="2979276" y="23404"/>
                  <a:pt x="2979276" y="27717"/>
                </a:cubicBezTo>
                <a:cubicBezTo>
                  <a:pt x="2979276" y="31461"/>
                  <a:pt x="2980626" y="34542"/>
                  <a:pt x="2983326" y="36959"/>
                </a:cubicBezTo>
                <a:cubicBezTo>
                  <a:pt x="2985978" y="39377"/>
                  <a:pt x="2992904" y="41854"/>
                  <a:pt x="3004105" y="44389"/>
                </a:cubicBezTo>
                <a:cubicBezTo>
                  <a:pt x="3015306" y="46924"/>
                  <a:pt x="3022990" y="49140"/>
                  <a:pt x="3027157" y="51036"/>
                </a:cubicBezTo>
                <a:cubicBezTo>
                  <a:pt x="3033219" y="53831"/>
                  <a:pt x="3037695" y="57374"/>
                  <a:pt x="3040584" y="61665"/>
                </a:cubicBezTo>
                <a:cubicBezTo>
                  <a:pt x="3043473" y="65954"/>
                  <a:pt x="3044917" y="70895"/>
                  <a:pt x="3044917" y="76488"/>
                </a:cubicBezTo>
                <a:cubicBezTo>
                  <a:pt x="3044917" y="82032"/>
                  <a:pt x="3043331" y="87257"/>
                  <a:pt x="3040158" y="92163"/>
                </a:cubicBezTo>
                <a:cubicBezTo>
                  <a:pt x="3036985" y="97068"/>
                  <a:pt x="3032426" y="100884"/>
                  <a:pt x="3026482" y="103610"/>
                </a:cubicBezTo>
                <a:cubicBezTo>
                  <a:pt x="3020539" y="106334"/>
                  <a:pt x="3013849" y="107697"/>
                  <a:pt x="3006414" y="107697"/>
                </a:cubicBezTo>
                <a:cubicBezTo>
                  <a:pt x="2996989" y="107697"/>
                  <a:pt x="2989092" y="106323"/>
                  <a:pt x="2982722" y="103576"/>
                </a:cubicBezTo>
                <a:cubicBezTo>
                  <a:pt x="2976352" y="100830"/>
                  <a:pt x="2971355" y="96697"/>
                  <a:pt x="2967732" y="91180"/>
                </a:cubicBezTo>
                <a:cubicBezTo>
                  <a:pt x="2964109" y="85662"/>
                  <a:pt x="2962203" y="79423"/>
                  <a:pt x="2962014" y="72461"/>
                </a:cubicBezTo>
                <a:close/>
                <a:moveTo>
                  <a:pt x="3062180" y="16623"/>
                </a:moveTo>
                <a:lnTo>
                  <a:pt x="3062180" y="1847"/>
                </a:lnTo>
                <a:lnTo>
                  <a:pt x="3074967" y="1847"/>
                </a:lnTo>
                <a:lnTo>
                  <a:pt x="3074967" y="16623"/>
                </a:lnTo>
                <a:lnTo>
                  <a:pt x="3062180" y="16623"/>
                </a:lnTo>
                <a:moveTo>
                  <a:pt x="3062180" y="105992"/>
                </a:moveTo>
                <a:lnTo>
                  <a:pt x="3062180" y="30547"/>
                </a:lnTo>
                <a:lnTo>
                  <a:pt x="3074967" y="30547"/>
                </a:lnTo>
                <a:lnTo>
                  <a:pt x="3074967" y="105992"/>
                </a:lnTo>
                <a:lnTo>
                  <a:pt x="3062180" y="105992"/>
                </a:lnTo>
                <a:close/>
                <a:moveTo>
                  <a:pt x="3087683" y="105992"/>
                </a:moveTo>
                <a:lnTo>
                  <a:pt x="3087683" y="95620"/>
                </a:lnTo>
                <a:lnTo>
                  <a:pt x="3135706" y="40493"/>
                </a:lnTo>
                <a:cubicBezTo>
                  <a:pt x="3130260" y="40777"/>
                  <a:pt x="3125452" y="40919"/>
                  <a:pt x="3121285" y="40919"/>
                </a:cubicBezTo>
                <a:lnTo>
                  <a:pt x="3090524" y="40919"/>
                </a:lnTo>
                <a:lnTo>
                  <a:pt x="3090524" y="30547"/>
                </a:lnTo>
                <a:lnTo>
                  <a:pt x="3152187" y="30547"/>
                </a:lnTo>
                <a:lnTo>
                  <a:pt x="3152187" y="39001"/>
                </a:lnTo>
                <a:lnTo>
                  <a:pt x="3111339" y="86882"/>
                </a:lnTo>
                <a:lnTo>
                  <a:pt x="3103454" y="95620"/>
                </a:lnTo>
                <a:cubicBezTo>
                  <a:pt x="3109184" y="95194"/>
                  <a:pt x="3114560" y="94981"/>
                  <a:pt x="3119580" y="94981"/>
                </a:cubicBezTo>
                <a:lnTo>
                  <a:pt x="3154461" y="94981"/>
                </a:lnTo>
                <a:lnTo>
                  <a:pt x="3154461" y="105992"/>
                </a:lnTo>
                <a:lnTo>
                  <a:pt x="3087683" y="105992"/>
                </a:lnTo>
                <a:close/>
                <a:moveTo>
                  <a:pt x="3218823" y="81696"/>
                </a:moveTo>
                <a:lnTo>
                  <a:pt x="3232036" y="83330"/>
                </a:lnTo>
                <a:cubicBezTo>
                  <a:pt x="3229952" y="91050"/>
                  <a:pt x="3226092" y="97041"/>
                  <a:pt x="3220457" y="101303"/>
                </a:cubicBezTo>
                <a:cubicBezTo>
                  <a:pt x="3214821" y="105566"/>
                  <a:pt x="3207622" y="107697"/>
                  <a:pt x="3198860" y="107697"/>
                </a:cubicBezTo>
                <a:cubicBezTo>
                  <a:pt x="3187825" y="107697"/>
                  <a:pt x="3179076" y="104299"/>
                  <a:pt x="3172611" y="97503"/>
                </a:cubicBezTo>
                <a:cubicBezTo>
                  <a:pt x="3166146" y="90706"/>
                  <a:pt x="3162914" y="81175"/>
                  <a:pt x="3162914" y="68909"/>
                </a:cubicBezTo>
                <a:cubicBezTo>
                  <a:pt x="3162914" y="56216"/>
                  <a:pt x="3166182" y="46365"/>
                  <a:pt x="3172718" y="39356"/>
                </a:cubicBezTo>
                <a:cubicBezTo>
                  <a:pt x="3179253" y="32347"/>
                  <a:pt x="3187731" y="28842"/>
                  <a:pt x="3198150" y="28842"/>
                </a:cubicBezTo>
                <a:cubicBezTo>
                  <a:pt x="3208238" y="28842"/>
                  <a:pt x="3216478" y="32271"/>
                  <a:pt x="3222872" y="39128"/>
                </a:cubicBezTo>
                <a:cubicBezTo>
                  <a:pt x="3229265" y="45983"/>
                  <a:pt x="3232462" y="55628"/>
                  <a:pt x="3232462" y="68063"/>
                </a:cubicBezTo>
                <a:cubicBezTo>
                  <a:pt x="3232462" y="68819"/>
                  <a:pt x="3232439" y="69954"/>
                  <a:pt x="3232391" y="71466"/>
                </a:cubicBezTo>
                <a:lnTo>
                  <a:pt x="3176127" y="71466"/>
                </a:lnTo>
                <a:cubicBezTo>
                  <a:pt x="3176601" y="79731"/>
                  <a:pt x="3178945" y="86059"/>
                  <a:pt x="3183160" y="90452"/>
                </a:cubicBezTo>
                <a:cubicBezTo>
                  <a:pt x="3187376" y="94844"/>
                  <a:pt x="3192632" y="97041"/>
                  <a:pt x="3198931" y="97041"/>
                </a:cubicBezTo>
                <a:cubicBezTo>
                  <a:pt x="3203620" y="97041"/>
                  <a:pt x="3207622" y="95821"/>
                  <a:pt x="3210937" y="93382"/>
                </a:cubicBezTo>
                <a:cubicBezTo>
                  <a:pt x="3214252" y="90942"/>
                  <a:pt x="3216881" y="87046"/>
                  <a:pt x="3218823" y="81696"/>
                </a:cubicBezTo>
                <a:moveTo>
                  <a:pt x="3176838" y="60810"/>
                </a:moveTo>
                <a:lnTo>
                  <a:pt x="3218965" y="60810"/>
                </a:lnTo>
                <a:cubicBezTo>
                  <a:pt x="3218396" y="54568"/>
                  <a:pt x="3216786" y="49886"/>
                  <a:pt x="3214134" y="46764"/>
                </a:cubicBezTo>
                <a:cubicBezTo>
                  <a:pt x="3210061" y="41920"/>
                  <a:pt x="3204780" y="39498"/>
                  <a:pt x="3198292" y="39498"/>
                </a:cubicBezTo>
                <a:cubicBezTo>
                  <a:pt x="3192419" y="39498"/>
                  <a:pt x="3187482" y="41432"/>
                  <a:pt x="3183480" y="45299"/>
                </a:cubicBezTo>
                <a:cubicBezTo>
                  <a:pt x="3179478" y="49165"/>
                  <a:pt x="3177264" y="54335"/>
                  <a:pt x="3176838" y="60810"/>
                </a:cubicBezTo>
                <a:close/>
                <a:moveTo>
                  <a:pt x="3256474" y="136681"/>
                </a:moveTo>
                <a:lnTo>
                  <a:pt x="3247310" y="136681"/>
                </a:lnTo>
                <a:cubicBezTo>
                  <a:pt x="3261470" y="113948"/>
                  <a:pt x="3268551" y="91192"/>
                  <a:pt x="3268551" y="68412"/>
                </a:cubicBezTo>
                <a:cubicBezTo>
                  <a:pt x="3268551" y="59508"/>
                  <a:pt x="3267532" y="50675"/>
                  <a:pt x="3265496" y="41914"/>
                </a:cubicBezTo>
                <a:cubicBezTo>
                  <a:pt x="3263886" y="34810"/>
                  <a:pt x="3261636" y="27990"/>
                  <a:pt x="3258747" y="21454"/>
                </a:cubicBezTo>
                <a:cubicBezTo>
                  <a:pt x="3256900" y="17192"/>
                  <a:pt x="3253088" y="10088"/>
                  <a:pt x="3247310" y="142"/>
                </a:cubicBezTo>
                <a:lnTo>
                  <a:pt x="3256474" y="142"/>
                </a:lnTo>
                <a:cubicBezTo>
                  <a:pt x="3265378" y="12029"/>
                  <a:pt x="3271961" y="23964"/>
                  <a:pt x="3276223" y="35946"/>
                </a:cubicBezTo>
                <a:cubicBezTo>
                  <a:pt x="3279870" y="46271"/>
                  <a:pt x="3281693" y="57069"/>
                  <a:pt x="3281693" y="68341"/>
                </a:cubicBezTo>
                <a:cubicBezTo>
                  <a:pt x="3281693" y="81128"/>
                  <a:pt x="3279242" y="93489"/>
                  <a:pt x="3274340" y="105423"/>
                </a:cubicBezTo>
                <a:cubicBezTo>
                  <a:pt x="3269439" y="117358"/>
                  <a:pt x="3263483" y="127777"/>
                  <a:pt x="3256474" y="136681"/>
                </a:cubicBezTo>
                <a:close/>
                <a:moveTo>
                  <a:pt x="3300093" y="45181"/>
                </a:moveTo>
                <a:lnTo>
                  <a:pt x="3300093" y="30547"/>
                </a:lnTo>
                <a:lnTo>
                  <a:pt x="3314656" y="30547"/>
                </a:lnTo>
                <a:lnTo>
                  <a:pt x="3314656" y="45181"/>
                </a:lnTo>
                <a:lnTo>
                  <a:pt x="3300093" y="45181"/>
                </a:lnTo>
                <a:moveTo>
                  <a:pt x="3300093" y="105992"/>
                </a:moveTo>
                <a:lnTo>
                  <a:pt x="3300093" y="91358"/>
                </a:lnTo>
                <a:lnTo>
                  <a:pt x="3314656" y="91358"/>
                </a:lnTo>
                <a:lnTo>
                  <a:pt x="3314656" y="105992"/>
                </a:lnTo>
                <a:lnTo>
                  <a:pt x="3300093" y="105992"/>
                </a:lnTo>
                <a:close/>
                <a:moveTo>
                  <a:pt x="3379018" y="105992"/>
                </a:moveTo>
                <a:lnTo>
                  <a:pt x="3379018" y="1847"/>
                </a:lnTo>
                <a:lnTo>
                  <a:pt x="3414893" y="1847"/>
                </a:lnTo>
                <a:cubicBezTo>
                  <a:pt x="3422992" y="1847"/>
                  <a:pt x="3429172" y="2344"/>
                  <a:pt x="3433435" y="3339"/>
                </a:cubicBezTo>
                <a:cubicBezTo>
                  <a:pt x="3439402" y="4712"/>
                  <a:pt x="3444493" y="7199"/>
                  <a:pt x="3448708" y="10798"/>
                </a:cubicBezTo>
                <a:cubicBezTo>
                  <a:pt x="3454202" y="15439"/>
                  <a:pt x="3458311" y="21371"/>
                  <a:pt x="3461034" y="28594"/>
                </a:cubicBezTo>
                <a:cubicBezTo>
                  <a:pt x="3463757" y="35816"/>
                  <a:pt x="3465119" y="44069"/>
                  <a:pt x="3465119" y="53351"/>
                </a:cubicBezTo>
                <a:cubicBezTo>
                  <a:pt x="3465119" y="61260"/>
                  <a:pt x="3464195" y="68270"/>
                  <a:pt x="3462348" y="74379"/>
                </a:cubicBezTo>
                <a:cubicBezTo>
                  <a:pt x="3460501" y="80488"/>
                  <a:pt x="3458133" y="85544"/>
                  <a:pt x="3455244" y="89546"/>
                </a:cubicBezTo>
                <a:cubicBezTo>
                  <a:pt x="3452355" y="93548"/>
                  <a:pt x="3449194" y="96697"/>
                  <a:pt x="3445760" y="98994"/>
                </a:cubicBezTo>
                <a:cubicBezTo>
                  <a:pt x="3442327" y="101291"/>
                  <a:pt x="3438183" y="103032"/>
                  <a:pt x="3433328" y="104216"/>
                </a:cubicBezTo>
                <a:cubicBezTo>
                  <a:pt x="3428474" y="105400"/>
                  <a:pt x="3422897" y="105992"/>
                  <a:pt x="3416598" y="105992"/>
                </a:cubicBezTo>
                <a:lnTo>
                  <a:pt x="3379018" y="105992"/>
                </a:lnTo>
                <a:moveTo>
                  <a:pt x="3392800" y="93702"/>
                </a:moveTo>
                <a:lnTo>
                  <a:pt x="3415035" y="93702"/>
                </a:lnTo>
                <a:cubicBezTo>
                  <a:pt x="3421903" y="93702"/>
                  <a:pt x="3427290" y="93063"/>
                  <a:pt x="3431197" y="91784"/>
                </a:cubicBezTo>
                <a:cubicBezTo>
                  <a:pt x="3435104" y="90505"/>
                  <a:pt x="3438218" y="88705"/>
                  <a:pt x="3440539" y="86385"/>
                </a:cubicBezTo>
                <a:cubicBezTo>
                  <a:pt x="3443807" y="83117"/>
                  <a:pt x="3446352" y="78724"/>
                  <a:pt x="3448176" y="73207"/>
                </a:cubicBezTo>
                <a:cubicBezTo>
                  <a:pt x="3449999" y="67689"/>
                  <a:pt x="3450911" y="61000"/>
                  <a:pt x="3450911" y="53138"/>
                </a:cubicBezTo>
                <a:cubicBezTo>
                  <a:pt x="3450911" y="42245"/>
                  <a:pt x="3449123" y="33874"/>
                  <a:pt x="3445547" y="28025"/>
                </a:cubicBezTo>
                <a:cubicBezTo>
                  <a:pt x="3441971" y="22176"/>
                  <a:pt x="3437626" y="18257"/>
                  <a:pt x="3432511" y="16268"/>
                </a:cubicBezTo>
                <a:cubicBezTo>
                  <a:pt x="3428817" y="14847"/>
                  <a:pt x="3422873" y="14137"/>
                  <a:pt x="3414680" y="14137"/>
                </a:cubicBezTo>
                <a:lnTo>
                  <a:pt x="3392800" y="14137"/>
                </a:lnTo>
                <a:lnTo>
                  <a:pt x="3392800" y="93702"/>
                </a:lnTo>
                <a:close/>
                <a:moveTo>
                  <a:pt x="3531682" y="96677"/>
                </a:moveTo>
                <a:cubicBezTo>
                  <a:pt x="3526946" y="100705"/>
                  <a:pt x="3522388" y="103549"/>
                  <a:pt x="3518007" y="105208"/>
                </a:cubicBezTo>
                <a:cubicBezTo>
                  <a:pt x="3513626" y="106867"/>
                  <a:pt x="3508926" y="107697"/>
                  <a:pt x="3503906" y="107697"/>
                </a:cubicBezTo>
                <a:cubicBezTo>
                  <a:pt x="3495618" y="107697"/>
                  <a:pt x="3489248" y="105671"/>
                  <a:pt x="3484796" y="101618"/>
                </a:cubicBezTo>
                <a:cubicBezTo>
                  <a:pt x="3480344" y="97566"/>
                  <a:pt x="3478118" y="92388"/>
                  <a:pt x="3478118" y="86085"/>
                </a:cubicBezTo>
                <a:cubicBezTo>
                  <a:pt x="3478118" y="82389"/>
                  <a:pt x="3478959" y="79014"/>
                  <a:pt x="3480640" y="75957"/>
                </a:cubicBezTo>
                <a:cubicBezTo>
                  <a:pt x="3482321" y="72900"/>
                  <a:pt x="3484524" y="70447"/>
                  <a:pt x="3487247" y="68598"/>
                </a:cubicBezTo>
                <a:cubicBezTo>
                  <a:pt x="3489970" y="66750"/>
                  <a:pt x="3493037" y="65352"/>
                  <a:pt x="3496446" y="64404"/>
                </a:cubicBezTo>
                <a:cubicBezTo>
                  <a:pt x="3498957" y="63740"/>
                  <a:pt x="3502745" y="63100"/>
                  <a:pt x="3507813" y="62484"/>
                </a:cubicBezTo>
                <a:cubicBezTo>
                  <a:pt x="3518137" y="61262"/>
                  <a:pt x="3525739" y="59804"/>
                  <a:pt x="3530617" y="58111"/>
                </a:cubicBezTo>
                <a:cubicBezTo>
                  <a:pt x="3530664" y="56366"/>
                  <a:pt x="3530688" y="55257"/>
                  <a:pt x="3530688" y="54785"/>
                </a:cubicBezTo>
                <a:cubicBezTo>
                  <a:pt x="3530688" y="49595"/>
                  <a:pt x="3529480" y="45939"/>
                  <a:pt x="3527065" y="43816"/>
                </a:cubicBezTo>
                <a:cubicBezTo>
                  <a:pt x="3523797" y="40938"/>
                  <a:pt x="3518942" y="39498"/>
                  <a:pt x="3512502" y="39498"/>
                </a:cubicBezTo>
                <a:cubicBezTo>
                  <a:pt x="3506487" y="39498"/>
                  <a:pt x="3502047" y="40552"/>
                  <a:pt x="3499182" y="42660"/>
                </a:cubicBezTo>
                <a:cubicBezTo>
                  <a:pt x="3496316" y="44767"/>
                  <a:pt x="3494197" y="48497"/>
                  <a:pt x="3492823" y="53848"/>
                </a:cubicBezTo>
                <a:lnTo>
                  <a:pt x="3480320" y="52143"/>
                </a:lnTo>
                <a:cubicBezTo>
                  <a:pt x="3481457" y="46775"/>
                  <a:pt x="3483328" y="42441"/>
                  <a:pt x="3485933" y="39139"/>
                </a:cubicBezTo>
                <a:cubicBezTo>
                  <a:pt x="3488537" y="35837"/>
                  <a:pt x="3492302" y="33296"/>
                  <a:pt x="3497228" y="31515"/>
                </a:cubicBezTo>
                <a:cubicBezTo>
                  <a:pt x="3502153" y="29733"/>
                  <a:pt x="3507860" y="28842"/>
                  <a:pt x="3514349" y="28842"/>
                </a:cubicBezTo>
                <a:cubicBezTo>
                  <a:pt x="3520790" y="28842"/>
                  <a:pt x="3526023" y="29600"/>
                  <a:pt x="3530048" y="31116"/>
                </a:cubicBezTo>
                <a:cubicBezTo>
                  <a:pt x="3534074" y="32631"/>
                  <a:pt x="3537034" y="34537"/>
                  <a:pt x="3538928" y="36834"/>
                </a:cubicBezTo>
                <a:cubicBezTo>
                  <a:pt x="3540823" y="39131"/>
                  <a:pt x="3542149" y="42032"/>
                  <a:pt x="3542907" y="45537"/>
                </a:cubicBezTo>
                <a:cubicBezTo>
                  <a:pt x="3543333" y="47715"/>
                  <a:pt x="3543546" y="51646"/>
                  <a:pt x="3543546" y="57329"/>
                </a:cubicBezTo>
                <a:lnTo>
                  <a:pt x="3543546" y="74379"/>
                </a:lnTo>
                <a:cubicBezTo>
                  <a:pt x="3543546" y="86266"/>
                  <a:pt x="3543818" y="93785"/>
                  <a:pt x="3544363" y="96934"/>
                </a:cubicBezTo>
                <a:cubicBezTo>
                  <a:pt x="3544908" y="100084"/>
                  <a:pt x="3545985" y="103103"/>
                  <a:pt x="3547595" y="105992"/>
                </a:cubicBezTo>
                <a:lnTo>
                  <a:pt x="3534240" y="105992"/>
                </a:lnTo>
                <a:cubicBezTo>
                  <a:pt x="3532914" y="103337"/>
                  <a:pt x="3532061" y="100232"/>
                  <a:pt x="3531682" y="96677"/>
                </a:cubicBezTo>
                <a:moveTo>
                  <a:pt x="3530617" y="68056"/>
                </a:moveTo>
                <a:cubicBezTo>
                  <a:pt x="3525975" y="69967"/>
                  <a:pt x="3519014" y="71591"/>
                  <a:pt x="3509731" y="72927"/>
                </a:cubicBezTo>
                <a:cubicBezTo>
                  <a:pt x="3504474" y="73688"/>
                  <a:pt x="3500756" y="74544"/>
                  <a:pt x="3498578" y="75496"/>
                </a:cubicBezTo>
                <a:cubicBezTo>
                  <a:pt x="3496399" y="76446"/>
                  <a:pt x="3494718" y="77837"/>
                  <a:pt x="3493534" y="79669"/>
                </a:cubicBezTo>
                <a:cubicBezTo>
                  <a:pt x="3492350" y="81500"/>
                  <a:pt x="3491758" y="83533"/>
                  <a:pt x="3491758" y="85768"/>
                </a:cubicBezTo>
                <a:cubicBezTo>
                  <a:pt x="3491758" y="89191"/>
                  <a:pt x="3493048" y="92044"/>
                  <a:pt x="3495629" y="94328"/>
                </a:cubicBezTo>
                <a:cubicBezTo>
                  <a:pt x="3498211" y="96610"/>
                  <a:pt x="3501988" y="97751"/>
                  <a:pt x="3506960" y="97751"/>
                </a:cubicBezTo>
                <a:cubicBezTo>
                  <a:pt x="3511886" y="97751"/>
                  <a:pt x="3516267" y="96669"/>
                  <a:pt x="3520103" y="94503"/>
                </a:cubicBezTo>
                <a:cubicBezTo>
                  <a:pt x="3523939" y="92338"/>
                  <a:pt x="3526757" y="89376"/>
                  <a:pt x="3528557" y="85617"/>
                </a:cubicBezTo>
                <a:cubicBezTo>
                  <a:pt x="3529930" y="82713"/>
                  <a:pt x="3530617" y="78430"/>
                  <a:pt x="3530617" y="72767"/>
                </a:cubicBezTo>
                <a:lnTo>
                  <a:pt x="3530617" y="68056"/>
                </a:lnTo>
                <a:close/>
                <a:moveTo>
                  <a:pt x="3591286" y="94696"/>
                </a:moveTo>
                <a:lnTo>
                  <a:pt x="3593133" y="105992"/>
                </a:lnTo>
                <a:cubicBezTo>
                  <a:pt x="3589534" y="106655"/>
                  <a:pt x="3586314" y="106986"/>
                  <a:pt x="3583472" y="106986"/>
                </a:cubicBezTo>
                <a:cubicBezTo>
                  <a:pt x="3578831" y="106986"/>
                  <a:pt x="3575231" y="106252"/>
                  <a:pt x="3572674" y="104784"/>
                </a:cubicBezTo>
                <a:cubicBezTo>
                  <a:pt x="3570116" y="103316"/>
                  <a:pt x="3568317" y="101386"/>
                  <a:pt x="3567275" y="98994"/>
                </a:cubicBezTo>
                <a:cubicBezTo>
                  <a:pt x="3566233" y="96603"/>
                  <a:pt x="3565712" y="91571"/>
                  <a:pt x="3565712" y="83898"/>
                </a:cubicBezTo>
                <a:lnTo>
                  <a:pt x="3565712" y="40493"/>
                </a:lnTo>
                <a:lnTo>
                  <a:pt x="3556335" y="40493"/>
                </a:lnTo>
                <a:lnTo>
                  <a:pt x="3556335" y="30547"/>
                </a:lnTo>
                <a:lnTo>
                  <a:pt x="3565712" y="30547"/>
                </a:lnTo>
                <a:lnTo>
                  <a:pt x="3565712" y="11813"/>
                </a:lnTo>
                <a:lnTo>
                  <a:pt x="3578428" y="4120"/>
                </a:lnTo>
                <a:lnTo>
                  <a:pt x="3578428" y="30547"/>
                </a:lnTo>
                <a:lnTo>
                  <a:pt x="3591286" y="30547"/>
                </a:lnTo>
                <a:lnTo>
                  <a:pt x="3591286" y="40493"/>
                </a:lnTo>
                <a:lnTo>
                  <a:pt x="3578428" y="40493"/>
                </a:lnTo>
                <a:lnTo>
                  <a:pt x="3578428" y="84609"/>
                </a:lnTo>
                <a:cubicBezTo>
                  <a:pt x="3578428" y="88255"/>
                  <a:pt x="3578653" y="90600"/>
                  <a:pt x="3579103" y="91642"/>
                </a:cubicBezTo>
                <a:cubicBezTo>
                  <a:pt x="3579553" y="92684"/>
                  <a:pt x="3580287" y="93512"/>
                  <a:pt x="3581305" y="94128"/>
                </a:cubicBezTo>
                <a:cubicBezTo>
                  <a:pt x="3582324" y="94744"/>
                  <a:pt x="3583780" y="95052"/>
                  <a:pt x="3585674" y="95052"/>
                </a:cubicBezTo>
                <a:cubicBezTo>
                  <a:pt x="3587095" y="95052"/>
                  <a:pt x="3588966" y="94933"/>
                  <a:pt x="3591286" y="94696"/>
                </a:cubicBezTo>
                <a:close/>
                <a:moveTo>
                  <a:pt x="3653019" y="96677"/>
                </a:moveTo>
                <a:cubicBezTo>
                  <a:pt x="3648283" y="100705"/>
                  <a:pt x="3643725" y="103549"/>
                  <a:pt x="3639344" y="105208"/>
                </a:cubicBezTo>
                <a:cubicBezTo>
                  <a:pt x="3634963" y="106867"/>
                  <a:pt x="3630262" y="107697"/>
                  <a:pt x="3625242" y="107697"/>
                </a:cubicBezTo>
                <a:cubicBezTo>
                  <a:pt x="3616954" y="107697"/>
                  <a:pt x="3610584" y="105671"/>
                  <a:pt x="3606132" y="101618"/>
                </a:cubicBezTo>
                <a:cubicBezTo>
                  <a:pt x="3601681" y="97566"/>
                  <a:pt x="3599455" y="92388"/>
                  <a:pt x="3599455" y="86085"/>
                </a:cubicBezTo>
                <a:cubicBezTo>
                  <a:pt x="3599455" y="82389"/>
                  <a:pt x="3600295" y="79014"/>
                  <a:pt x="3601977" y="75957"/>
                </a:cubicBezTo>
                <a:cubicBezTo>
                  <a:pt x="3603658" y="72900"/>
                  <a:pt x="3605860" y="70447"/>
                  <a:pt x="3608583" y="68598"/>
                </a:cubicBezTo>
                <a:cubicBezTo>
                  <a:pt x="3611307" y="66750"/>
                  <a:pt x="3614373" y="65352"/>
                  <a:pt x="3617783" y="64404"/>
                </a:cubicBezTo>
                <a:cubicBezTo>
                  <a:pt x="3620293" y="63740"/>
                  <a:pt x="3624082" y="63100"/>
                  <a:pt x="3629149" y="62484"/>
                </a:cubicBezTo>
                <a:cubicBezTo>
                  <a:pt x="3639474" y="61262"/>
                  <a:pt x="3647075" y="59804"/>
                  <a:pt x="3651953" y="58111"/>
                </a:cubicBezTo>
                <a:cubicBezTo>
                  <a:pt x="3652001" y="56366"/>
                  <a:pt x="3652024" y="55257"/>
                  <a:pt x="3652024" y="54785"/>
                </a:cubicBezTo>
                <a:cubicBezTo>
                  <a:pt x="3652024" y="49595"/>
                  <a:pt x="3650817" y="45939"/>
                  <a:pt x="3648401" y="43816"/>
                </a:cubicBezTo>
                <a:cubicBezTo>
                  <a:pt x="3645133" y="40938"/>
                  <a:pt x="3640279" y="39498"/>
                  <a:pt x="3633838" y="39498"/>
                </a:cubicBezTo>
                <a:cubicBezTo>
                  <a:pt x="3627823" y="39498"/>
                  <a:pt x="3623383" y="40552"/>
                  <a:pt x="3620518" y="42660"/>
                </a:cubicBezTo>
                <a:cubicBezTo>
                  <a:pt x="3617653" y="44767"/>
                  <a:pt x="3615533" y="48497"/>
                  <a:pt x="3614160" y="53848"/>
                </a:cubicBezTo>
                <a:lnTo>
                  <a:pt x="3601657" y="52143"/>
                </a:lnTo>
                <a:cubicBezTo>
                  <a:pt x="3602794" y="46775"/>
                  <a:pt x="3604664" y="42441"/>
                  <a:pt x="3607269" y="39139"/>
                </a:cubicBezTo>
                <a:cubicBezTo>
                  <a:pt x="3609874" y="35837"/>
                  <a:pt x="3613639" y="33296"/>
                  <a:pt x="3618564" y="31515"/>
                </a:cubicBezTo>
                <a:cubicBezTo>
                  <a:pt x="3623490" y="29733"/>
                  <a:pt x="3629197" y="28842"/>
                  <a:pt x="3635685" y="28842"/>
                </a:cubicBezTo>
                <a:cubicBezTo>
                  <a:pt x="3642126" y="28842"/>
                  <a:pt x="3647359" y="29600"/>
                  <a:pt x="3651385" y="31116"/>
                </a:cubicBezTo>
                <a:cubicBezTo>
                  <a:pt x="3655411" y="32631"/>
                  <a:pt x="3658371" y="34537"/>
                  <a:pt x="3660265" y="36834"/>
                </a:cubicBezTo>
                <a:cubicBezTo>
                  <a:pt x="3662159" y="39131"/>
                  <a:pt x="3663486" y="42032"/>
                  <a:pt x="3664243" y="45537"/>
                </a:cubicBezTo>
                <a:cubicBezTo>
                  <a:pt x="3664670" y="47715"/>
                  <a:pt x="3664883" y="51646"/>
                  <a:pt x="3664883" y="57329"/>
                </a:cubicBezTo>
                <a:lnTo>
                  <a:pt x="3664883" y="74379"/>
                </a:lnTo>
                <a:cubicBezTo>
                  <a:pt x="3664883" y="86266"/>
                  <a:pt x="3665155" y="93785"/>
                  <a:pt x="3665700" y="96934"/>
                </a:cubicBezTo>
                <a:cubicBezTo>
                  <a:pt x="3666244" y="100084"/>
                  <a:pt x="3667322" y="103103"/>
                  <a:pt x="3668932" y="105992"/>
                </a:cubicBezTo>
                <a:lnTo>
                  <a:pt x="3655576" y="105992"/>
                </a:lnTo>
                <a:cubicBezTo>
                  <a:pt x="3654250" y="103337"/>
                  <a:pt x="3653398" y="100232"/>
                  <a:pt x="3653019" y="96677"/>
                </a:cubicBezTo>
                <a:moveTo>
                  <a:pt x="3651953" y="68056"/>
                </a:moveTo>
                <a:cubicBezTo>
                  <a:pt x="3647312" y="69967"/>
                  <a:pt x="3640350" y="71591"/>
                  <a:pt x="3631068" y="72927"/>
                </a:cubicBezTo>
                <a:cubicBezTo>
                  <a:pt x="3625811" y="73688"/>
                  <a:pt x="3622093" y="74544"/>
                  <a:pt x="3619914" y="75496"/>
                </a:cubicBezTo>
                <a:cubicBezTo>
                  <a:pt x="3617736" y="76446"/>
                  <a:pt x="3616054" y="77837"/>
                  <a:pt x="3614870" y="79669"/>
                </a:cubicBezTo>
                <a:cubicBezTo>
                  <a:pt x="3613686" y="81500"/>
                  <a:pt x="3613094" y="83533"/>
                  <a:pt x="3613094" y="85768"/>
                </a:cubicBezTo>
                <a:cubicBezTo>
                  <a:pt x="3613094" y="89191"/>
                  <a:pt x="3614385" y="92044"/>
                  <a:pt x="3616966" y="94328"/>
                </a:cubicBezTo>
                <a:cubicBezTo>
                  <a:pt x="3619547" y="96610"/>
                  <a:pt x="3623324" y="97751"/>
                  <a:pt x="3628297" y="97751"/>
                </a:cubicBezTo>
                <a:cubicBezTo>
                  <a:pt x="3633222" y="97751"/>
                  <a:pt x="3637603" y="96669"/>
                  <a:pt x="3641439" y="94503"/>
                </a:cubicBezTo>
                <a:cubicBezTo>
                  <a:pt x="3645276" y="92338"/>
                  <a:pt x="3648093" y="89376"/>
                  <a:pt x="3649893" y="85617"/>
                </a:cubicBezTo>
                <a:cubicBezTo>
                  <a:pt x="3651267" y="82713"/>
                  <a:pt x="3651953" y="78430"/>
                  <a:pt x="3651953" y="72767"/>
                </a:cubicBezTo>
                <a:lnTo>
                  <a:pt x="3651953" y="68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28568-79DC-4AEF-B8BD-6D80F1F1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8" y="2771852"/>
            <a:ext cx="3639971" cy="415996"/>
          </a:xfrm>
          <a:custGeom xmlns:a="http://schemas.openxmlformats.org/drawingml/2006/main">
            <a:pathLst>
              <a:path w="3639971" h="415996">
                <a:moveTo>
                  <a:pt x="0" y="415996"/>
                </a:moveTo>
                <a:lnTo>
                  <a:pt x="0" y="0"/>
                </a:lnTo>
                <a:lnTo>
                  <a:pt x="3639971" y="0"/>
                </a:lnTo>
                <a:lnTo>
                  <a:pt x="3639971" y="4159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C98D4-1564-454F-9D86-1C54CDBD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2771851"/>
            <a:ext cx="3639972" cy="415997"/>
          </a:xfrm>
          <a:custGeom xmlns:a="http://schemas.openxmlformats.org/drawingml/2006/main">
            <a:pathLst>
              <a:path w="3639972" h="415997" fill="none">
                <a:moveTo>
                  <a:pt x="0" y="415997"/>
                </a:moveTo>
                <a:lnTo>
                  <a:pt x="0" y="0"/>
                </a:lnTo>
                <a:lnTo>
                  <a:pt x="3639972" y="0"/>
                </a:lnTo>
                <a:lnTo>
                  <a:pt x="3639972" y="415997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61735-0211-4DE6-8473-719A6E55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3187848"/>
            <a:ext cx="3639972" cy="623995"/>
          </a:xfrm>
          <a:custGeom xmlns:a="http://schemas.openxmlformats.org/drawingml/2006/main">
            <a:pathLst>
              <a:path w="3639972" h="623995" fill="none">
                <a:moveTo>
                  <a:pt x="0" y="0"/>
                </a:moveTo>
                <a:lnTo>
                  <a:pt x="0" y="623995"/>
                </a:lnTo>
                <a:lnTo>
                  <a:pt x="3639972" y="623995"/>
                </a:lnTo>
                <a:lnTo>
                  <a:pt x="3639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84300-1915-45BF-B3B4-458CBC6B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3187848"/>
            <a:ext cx="3639972" cy="10"/>
          </a:xfrm>
          <a:custGeom xmlns:a="http://schemas.openxmlformats.org/drawingml/2006/main">
            <a:pathLst>
              <a:path w="3639972" h="1" fill="none">
                <a:moveTo>
                  <a:pt x="0" y="0"/>
                </a:moveTo>
                <a:lnTo>
                  <a:pt x="3639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83" name="Text &lt;&lt;interface&gt;&gt;">
            <a:extLst xmlns:a="http://schemas.openxmlformats.org/drawingml/2006/main">
              <a:ext uri="{FF2B5EF4-FFF2-40B4-BE49-F238E27FC236}">
                <a16:creationId xmlns:a16="http://schemas.microsoft.com/office/drawing/2014/main" id="{0A275BC0-AEFA-4322-A320-1E64B1DD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956" y="2868700"/>
            <a:ext cx="962734" cy="107555"/>
          </a:xfrm>
          <a:custGeom xmlns:a="http://schemas.openxmlformats.org/drawingml/2006/main">
            <a:pathLst>
              <a:path w="962734" h="107555">
                <a:moveTo>
                  <a:pt x="212054" y="1705"/>
                </a:moveTo>
                <a:lnTo>
                  <a:pt x="212054" y="16481"/>
                </a:lnTo>
                <a:lnTo>
                  <a:pt x="224841" y="16481"/>
                </a:lnTo>
                <a:lnTo>
                  <a:pt x="224841" y="1705"/>
                </a:lnTo>
                <a:lnTo>
                  <a:pt x="212054" y="1705"/>
                </a:lnTo>
                <a:close/>
                <a:moveTo>
                  <a:pt x="68980" y="31968"/>
                </a:moveTo>
                <a:lnTo>
                  <a:pt x="68980" y="19181"/>
                </a:lnTo>
                <a:lnTo>
                  <a:pt x="0" y="48307"/>
                </a:lnTo>
                <a:lnTo>
                  <a:pt x="0" y="60242"/>
                </a:lnTo>
                <a:lnTo>
                  <a:pt x="68980" y="89795"/>
                </a:lnTo>
                <a:lnTo>
                  <a:pt x="68980" y="77007"/>
                </a:lnTo>
                <a:lnTo>
                  <a:pt x="14279" y="54346"/>
                </a:lnTo>
                <a:lnTo>
                  <a:pt x="68980" y="31968"/>
                </a:lnTo>
                <a:close/>
                <a:moveTo>
                  <a:pt x="153944" y="31968"/>
                </a:moveTo>
                <a:lnTo>
                  <a:pt x="153944" y="19181"/>
                </a:lnTo>
                <a:lnTo>
                  <a:pt x="84964" y="48307"/>
                </a:lnTo>
                <a:lnTo>
                  <a:pt x="84964" y="60242"/>
                </a:lnTo>
                <a:lnTo>
                  <a:pt x="153944" y="89795"/>
                </a:lnTo>
                <a:lnTo>
                  <a:pt x="153944" y="77007"/>
                </a:lnTo>
                <a:lnTo>
                  <a:pt x="99243" y="54346"/>
                </a:lnTo>
                <a:lnTo>
                  <a:pt x="153944" y="31968"/>
                </a:lnTo>
                <a:close/>
                <a:moveTo>
                  <a:pt x="352017" y="94663"/>
                </a:moveTo>
                <a:lnTo>
                  <a:pt x="351748" y="94687"/>
                </a:lnTo>
                <a:lnTo>
                  <a:pt x="351484" y="94710"/>
                </a:lnTo>
                <a:lnTo>
                  <a:pt x="351224" y="94731"/>
                </a:lnTo>
                <a:lnTo>
                  <a:pt x="350969" y="94752"/>
                </a:lnTo>
                <a:lnTo>
                  <a:pt x="350719" y="94771"/>
                </a:lnTo>
                <a:lnTo>
                  <a:pt x="350473" y="94789"/>
                </a:lnTo>
                <a:lnTo>
                  <a:pt x="350232" y="94805"/>
                </a:lnTo>
                <a:lnTo>
                  <a:pt x="349996" y="94821"/>
                </a:lnTo>
                <a:lnTo>
                  <a:pt x="349765" y="94835"/>
                </a:lnTo>
                <a:lnTo>
                  <a:pt x="349538" y="94848"/>
                </a:lnTo>
                <a:lnTo>
                  <a:pt x="349316" y="94860"/>
                </a:lnTo>
                <a:lnTo>
                  <a:pt x="349098" y="94870"/>
                </a:lnTo>
                <a:lnTo>
                  <a:pt x="348886" y="94879"/>
                </a:lnTo>
                <a:lnTo>
                  <a:pt x="348677" y="94887"/>
                </a:lnTo>
                <a:lnTo>
                  <a:pt x="348474" y="94894"/>
                </a:lnTo>
                <a:lnTo>
                  <a:pt x="348275" y="94900"/>
                </a:lnTo>
                <a:lnTo>
                  <a:pt x="348081" y="94904"/>
                </a:lnTo>
                <a:lnTo>
                  <a:pt x="347892" y="94907"/>
                </a:lnTo>
                <a:lnTo>
                  <a:pt x="347707" y="94909"/>
                </a:lnTo>
                <a:lnTo>
                  <a:pt x="347528" y="94910"/>
                </a:lnTo>
                <a:lnTo>
                  <a:pt x="347293" y="94908"/>
                </a:lnTo>
                <a:lnTo>
                  <a:pt x="347063" y="94903"/>
                </a:lnTo>
                <a:lnTo>
                  <a:pt x="346838" y="94895"/>
                </a:lnTo>
                <a:lnTo>
                  <a:pt x="346617" y="94884"/>
                </a:lnTo>
                <a:lnTo>
                  <a:pt x="346401" y="94869"/>
                </a:lnTo>
                <a:lnTo>
                  <a:pt x="346189" y="94852"/>
                </a:lnTo>
                <a:lnTo>
                  <a:pt x="345982" y="94831"/>
                </a:lnTo>
                <a:lnTo>
                  <a:pt x="345779" y="94807"/>
                </a:lnTo>
                <a:lnTo>
                  <a:pt x="345581" y="94780"/>
                </a:lnTo>
                <a:lnTo>
                  <a:pt x="345388" y="94749"/>
                </a:lnTo>
                <a:lnTo>
                  <a:pt x="345199" y="94716"/>
                </a:lnTo>
                <a:lnTo>
                  <a:pt x="345014" y="94679"/>
                </a:lnTo>
                <a:lnTo>
                  <a:pt x="344835" y="94639"/>
                </a:lnTo>
                <a:lnTo>
                  <a:pt x="344660" y="94595"/>
                </a:lnTo>
                <a:lnTo>
                  <a:pt x="344489" y="94549"/>
                </a:lnTo>
                <a:lnTo>
                  <a:pt x="344323" y="94499"/>
                </a:lnTo>
                <a:lnTo>
                  <a:pt x="344161" y="94446"/>
                </a:lnTo>
                <a:lnTo>
                  <a:pt x="344004" y="94390"/>
                </a:lnTo>
                <a:lnTo>
                  <a:pt x="343852" y="94331"/>
                </a:lnTo>
                <a:lnTo>
                  <a:pt x="343704" y="94268"/>
                </a:lnTo>
                <a:lnTo>
                  <a:pt x="343561" y="94202"/>
                </a:lnTo>
                <a:lnTo>
                  <a:pt x="343422" y="94134"/>
                </a:lnTo>
                <a:lnTo>
                  <a:pt x="343288" y="94061"/>
                </a:lnTo>
                <a:lnTo>
                  <a:pt x="343159" y="93986"/>
                </a:lnTo>
                <a:lnTo>
                  <a:pt x="343033" y="93908"/>
                </a:lnTo>
                <a:lnTo>
                  <a:pt x="342910" y="93828"/>
                </a:lnTo>
                <a:lnTo>
                  <a:pt x="342790" y="93745"/>
                </a:lnTo>
                <a:lnTo>
                  <a:pt x="342673" y="93660"/>
                </a:lnTo>
                <a:lnTo>
                  <a:pt x="342559" y="93573"/>
                </a:lnTo>
                <a:lnTo>
                  <a:pt x="342448" y="93484"/>
                </a:lnTo>
                <a:lnTo>
                  <a:pt x="342340" y="93393"/>
                </a:lnTo>
                <a:lnTo>
                  <a:pt x="342235" y="93299"/>
                </a:lnTo>
                <a:lnTo>
                  <a:pt x="342133" y="93203"/>
                </a:lnTo>
                <a:lnTo>
                  <a:pt x="342034" y="93105"/>
                </a:lnTo>
                <a:lnTo>
                  <a:pt x="341938" y="93005"/>
                </a:lnTo>
                <a:lnTo>
                  <a:pt x="341844" y="92903"/>
                </a:lnTo>
                <a:lnTo>
                  <a:pt x="341754" y="92798"/>
                </a:lnTo>
                <a:lnTo>
                  <a:pt x="341667" y="92691"/>
                </a:lnTo>
                <a:lnTo>
                  <a:pt x="341582" y="92582"/>
                </a:lnTo>
                <a:lnTo>
                  <a:pt x="341501" y="92471"/>
                </a:lnTo>
                <a:lnTo>
                  <a:pt x="341423" y="92357"/>
                </a:lnTo>
                <a:lnTo>
                  <a:pt x="341347" y="92241"/>
                </a:lnTo>
                <a:lnTo>
                  <a:pt x="341275" y="92123"/>
                </a:lnTo>
                <a:lnTo>
                  <a:pt x="341205" y="92003"/>
                </a:lnTo>
                <a:lnTo>
                  <a:pt x="341138" y="91880"/>
                </a:lnTo>
                <a:lnTo>
                  <a:pt x="341075" y="91756"/>
                </a:lnTo>
                <a:lnTo>
                  <a:pt x="341014" y="91629"/>
                </a:lnTo>
                <a:lnTo>
                  <a:pt x="340956" y="91500"/>
                </a:lnTo>
                <a:lnTo>
                  <a:pt x="340901" y="91363"/>
                </a:lnTo>
                <a:lnTo>
                  <a:pt x="340849" y="91212"/>
                </a:lnTo>
                <a:lnTo>
                  <a:pt x="340798" y="91048"/>
                </a:lnTo>
                <a:lnTo>
                  <a:pt x="340750" y="90870"/>
                </a:lnTo>
                <a:lnTo>
                  <a:pt x="340704" y="90679"/>
                </a:lnTo>
                <a:lnTo>
                  <a:pt x="340661" y="90474"/>
                </a:lnTo>
                <a:lnTo>
                  <a:pt x="340620" y="90256"/>
                </a:lnTo>
                <a:lnTo>
                  <a:pt x="340581" y="90024"/>
                </a:lnTo>
                <a:lnTo>
                  <a:pt x="340545" y="89778"/>
                </a:lnTo>
                <a:lnTo>
                  <a:pt x="340511" y="89519"/>
                </a:lnTo>
                <a:lnTo>
                  <a:pt x="340479" y="89246"/>
                </a:lnTo>
                <a:lnTo>
                  <a:pt x="340450" y="88960"/>
                </a:lnTo>
                <a:lnTo>
                  <a:pt x="340423" y="88660"/>
                </a:lnTo>
                <a:lnTo>
                  <a:pt x="340399" y="88347"/>
                </a:lnTo>
                <a:lnTo>
                  <a:pt x="340376" y="88020"/>
                </a:lnTo>
                <a:lnTo>
                  <a:pt x="340356" y="87679"/>
                </a:lnTo>
                <a:lnTo>
                  <a:pt x="340339" y="87325"/>
                </a:lnTo>
                <a:lnTo>
                  <a:pt x="340324" y="86958"/>
                </a:lnTo>
                <a:lnTo>
                  <a:pt x="340311" y="86576"/>
                </a:lnTo>
                <a:lnTo>
                  <a:pt x="340300" y="86181"/>
                </a:lnTo>
                <a:lnTo>
                  <a:pt x="340292" y="85773"/>
                </a:lnTo>
                <a:lnTo>
                  <a:pt x="340286" y="85351"/>
                </a:lnTo>
                <a:lnTo>
                  <a:pt x="340283" y="84916"/>
                </a:lnTo>
                <a:lnTo>
                  <a:pt x="340281" y="84467"/>
                </a:lnTo>
                <a:lnTo>
                  <a:pt x="340281" y="40351"/>
                </a:lnTo>
                <a:lnTo>
                  <a:pt x="353140" y="40351"/>
                </a:lnTo>
                <a:lnTo>
                  <a:pt x="353140" y="30405"/>
                </a:lnTo>
                <a:lnTo>
                  <a:pt x="340281" y="30405"/>
                </a:lnTo>
                <a:lnTo>
                  <a:pt x="340281" y="3978"/>
                </a:lnTo>
                <a:lnTo>
                  <a:pt x="327565" y="11671"/>
                </a:lnTo>
                <a:lnTo>
                  <a:pt x="327565" y="30405"/>
                </a:lnTo>
                <a:lnTo>
                  <a:pt x="318188" y="30405"/>
                </a:lnTo>
                <a:lnTo>
                  <a:pt x="318188" y="40351"/>
                </a:lnTo>
                <a:lnTo>
                  <a:pt x="327565" y="40351"/>
                </a:lnTo>
                <a:lnTo>
                  <a:pt x="327565" y="83756"/>
                </a:lnTo>
                <a:lnTo>
                  <a:pt x="327568" y="84702"/>
                </a:lnTo>
                <a:lnTo>
                  <a:pt x="327576" y="85619"/>
                </a:lnTo>
                <a:lnTo>
                  <a:pt x="327590" y="86510"/>
                </a:lnTo>
                <a:lnTo>
                  <a:pt x="327609" y="87372"/>
                </a:lnTo>
                <a:lnTo>
                  <a:pt x="327633" y="88208"/>
                </a:lnTo>
                <a:lnTo>
                  <a:pt x="327663" y="89015"/>
                </a:lnTo>
                <a:lnTo>
                  <a:pt x="327698" y="89796"/>
                </a:lnTo>
                <a:lnTo>
                  <a:pt x="327739" y="90548"/>
                </a:lnTo>
                <a:lnTo>
                  <a:pt x="327785" y="91274"/>
                </a:lnTo>
                <a:lnTo>
                  <a:pt x="327837" y="91972"/>
                </a:lnTo>
                <a:lnTo>
                  <a:pt x="327894" y="92642"/>
                </a:lnTo>
                <a:lnTo>
                  <a:pt x="327956" y="93285"/>
                </a:lnTo>
                <a:lnTo>
                  <a:pt x="328024" y="93900"/>
                </a:lnTo>
                <a:lnTo>
                  <a:pt x="328097" y="94488"/>
                </a:lnTo>
                <a:lnTo>
                  <a:pt x="328176" y="95048"/>
                </a:lnTo>
                <a:lnTo>
                  <a:pt x="328260" y="95580"/>
                </a:lnTo>
                <a:lnTo>
                  <a:pt x="328349" y="96086"/>
                </a:lnTo>
                <a:lnTo>
                  <a:pt x="328444" y="96563"/>
                </a:lnTo>
                <a:lnTo>
                  <a:pt x="328545" y="97014"/>
                </a:lnTo>
                <a:lnTo>
                  <a:pt x="328651" y="97436"/>
                </a:lnTo>
                <a:lnTo>
                  <a:pt x="328762" y="97832"/>
                </a:lnTo>
                <a:lnTo>
                  <a:pt x="328879" y="98199"/>
                </a:lnTo>
                <a:lnTo>
                  <a:pt x="329001" y="98540"/>
                </a:lnTo>
                <a:lnTo>
                  <a:pt x="329128" y="98852"/>
                </a:lnTo>
                <a:lnTo>
                  <a:pt x="329262" y="99149"/>
                </a:lnTo>
                <a:lnTo>
                  <a:pt x="329404" y="99441"/>
                </a:lnTo>
                <a:lnTo>
                  <a:pt x="329554" y="99728"/>
                </a:lnTo>
                <a:lnTo>
                  <a:pt x="329712" y="100010"/>
                </a:lnTo>
                <a:lnTo>
                  <a:pt x="329878" y="100287"/>
                </a:lnTo>
                <a:lnTo>
                  <a:pt x="330052" y="100559"/>
                </a:lnTo>
                <a:lnTo>
                  <a:pt x="330233" y="100827"/>
                </a:lnTo>
                <a:lnTo>
                  <a:pt x="330423" y="101090"/>
                </a:lnTo>
                <a:lnTo>
                  <a:pt x="330620" y="101348"/>
                </a:lnTo>
                <a:lnTo>
                  <a:pt x="330825" y="101601"/>
                </a:lnTo>
                <a:lnTo>
                  <a:pt x="331038" y="101850"/>
                </a:lnTo>
                <a:lnTo>
                  <a:pt x="331259" y="102093"/>
                </a:lnTo>
                <a:lnTo>
                  <a:pt x="331488" y="102332"/>
                </a:lnTo>
                <a:lnTo>
                  <a:pt x="331725" y="102566"/>
                </a:lnTo>
                <a:lnTo>
                  <a:pt x="331970" y="102796"/>
                </a:lnTo>
                <a:lnTo>
                  <a:pt x="332222" y="103020"/>
                </a:lnTo>
                <a:lnTo>
                  <a:pt x="332483" y="103240"/>
                </a:lnTo>
                <a:lnTo>
                  <a:pt x="332751" y="103454"/>
                </a:lnTo>
                <a:lnTo>
                  <a:pt x="333027" y="103664"/>
                </a:lnTo>
                <a:lnTo>
                  <a:pt x="333312" y="103869"/>
                </a:lnTo>
                <a:lnTo>
                  <a:pt x="333604" y="104070"/>
                </a:lnTo>
                <a:lnTo>
                  <a:pt x="333904" y="104265"/>
                </a:lnTo>
                <a:lnTo>
                  <a:pt x="334211" y="104456"/>
                </a:lnTo>
                <a:lnTo>
                  <a:pt x="334527" y="104642"/>
                </a:lnTo>
                <a:lnTo>
                  <a:pt x="334852" y="104822"/>
                </a:lnTo>
                <a:lnTo>
                  <a:pt x="335188" y="104994"/>
                </a:lnTo>
                <a:lnTo>
                  <a:pt x="335535" y="105158"/>
                </a:lnTo>
                <a:lnTo>
                  <a:pt x="335893" y="105315"/>
                </a:lnTo>
                <a:lnTo>
                  <a:pt x="336261" y="105464"/>
                </a:lnTo>
                <a:lnTo>
                  <a:pt x="336641" y="105606"/>
                </a:lnTo>
                <a:lnTo>
                  <a:pt x="337031" y="105739"/>
                </a:lnTo>
                <a:lnTo>
                  <a:pt x="337432" y="105866"/>
                </a:lnTo>
                <a:lnTo>
                  <a:pt x="337844" y="105984"/>
                </a:lnTo>
                <a:lnTo>
                  <a:pt x="338267" y="106095"/>
                </a:lnTo>
                <a:lnTo>
                  <a:pt x="338700" y="106198"/>
                </a:lnTo>
                <a:lnTo>
                  <a:pt x="339145" y="106294"/>
                </a:lnTo>
                <a:lnTo>
                  <a:pt x="339600" y="106382"/>
                </a:lnTo>
                <a:lnTo>
                  <a:pt x="340066" y="106462"/>
                </a:lnTo>
                <a:lnTo>
                  <a:pt x="340543" y="106535"/>
                </a:lnTo>
                <a:lnTo>
                  <a:pt x="341031" y="106600"/>
                </a:lnTo>
                <a:lnTo>
                  <a:pt x="341530" y="106657"/>
                </a:lnTo>
                <a:lnTo>
                  <a:pt x="342040" y="106707"/>
                </a:lnTo>
                <a:lnTo>
                  <a:pt x="342560" y="106749"/>
                </a:lnTo>
                <a:lnTo>
                  <a:pt x="343091" y="106783"/>
                </a:lnTo>
                <a:lnTo>
                  <a:pt x="343634" y="106810"/>
                </a:lnTo>
                <a:lnTo>
                  <a:pt x="344187" y="106829"/>
                </a:lnTo>
                <a:lnTo>
                  <a:pt x="344751" y="106840"/>
                </a:lnTo>
                <a:lnTo>
                  <a:pt x="345325" y="106844"/>
                </a:lnTo>
                <a:lnTo>
                  <a:pt x="345682" y="106843"/>
                </a:lnTo>
                <a:lnTo>
                  <a:pt x="346044" y="106837"/>
                </a:lnTo>
                <a:lnTo>
                  <a:pt x="346409" y="106829"/>
                </a:lnTo>
                <a:lnTo>
                  <a:pt x="346778" y="106817"/>
                </a:lnTo>
                <a:lnTo>
                  <a:pt x="347151" y="106801"/>
                </a:lnTo>
                <a:lnTo>
                  <a:pt x="347528" y="106782"/>
                </a:lnTo>
                <a:lnTo>
                  <a:pt x="347908" y="106760"/>
                </a:lnTo>
                <a:lnTo>
                  <a:pt x="348293" y="106734"/>
                </a:lnTo>
                <a:lnTo>
                  <a:pt x="348682" y="106704"/>
                </a:lnTo>
                <a:lnTo>
                  <a:pt x="349075" y="106672"/>
                </a:lnTo>
                <a:lnTo>
                  <a:pt x="349471" y="106635"/>
                </a:lnTo>
                <a:lnTo>
                  <a:pt x="349872" y="106596"/>
                </a:lnTo>
                <a:lnTo>
                  <a:pt x="350276" y="106552"/>
                </a:lnTo>
                <a:lnTo>
                  <a:pt x="350685" y="106506"/>
                </a:lnTo>
                <a:lnTo>
                  <a:pt x="351097" y="106456"/>
                </a:lnTo>
                <a:lnTo>
                  <a:pt x="351514" y="106402"/>
                </a:lnTo>
                <a:lnTo>
                  <a:pt x="351934" y="106345"/>
                </a:lnTo>
                <a:lnTo>
                  <a:pt x="352358" y="106285"/>
                </a:lnTo>
                <a:lnTo>
                  <a:pt x="352786" y="106221"/>
                </a:lnTo>
                <a:lnTo>
                  <a:pt x="353219" y="106154"/>
                </a:lnTo>
                <a:lnTo>
                  <a:pt x="353655" y="106083"/>
                </a:lnTo>
                <a:lnTo>
                  <a:pt x="354095" y="106009"/>
                </a:lnTo>
                <a:lnTo>
                  <a:pt x="354539" y="105931"/>
                </a:lnTo>
                <a:lnTo>
                  <a:pt x="354987" y="105850"/>
                </a:lnTo>
                <a:lnTo>
                  <a:pt x="353140" y="94554"/>
                </a:lnTo>
                <a:lnTo>
                  <a:pt x="352852" y="94583"/>
                </a:lnTo>
                <a:lnTo>
                  <a:pt x="352569" y="94611"/>
                </a:lnTo>
                <a:lnTo>
                  <a:pt x="352291" y="94638"/>
                </a:lnTo>
                <a:lnTo>
                  <a:pt x="352017" y="94663"/>
                </a:lnTo>
                <a:close/>
                <a:moveTo>
                  <a:pt x="257134" y="62249"/>
                </a:moveTo>
                <a:lnTo>
                  <a:pt x="257186" y="61121"/>
                </a:lnTo>
                <a:lnTo>
                  <a:pt x="257258" y="60025"/>
                </a:lnTo>
                <a:lnTo>
                  <a:pt x="257351" y="58962"/>
                </a:lnTo>
                <a:lnTo>
                  <a:pt x="257464" y="57931"/>
                </a:lnTo>
                <a:lnTo>
                  <a:pt x="257598" y="56932"/>
                </a:lnTo>
                <a:lnTo>
                  <a:pt x="257752" y="55966"/>
                </a:lnTo>
                <a:lnTo>
                  <a:pt x="257927" y="55032"/>
                </a:lnTo>
                <a:lnTo>
                  <a:pt x="258123" y="54130"/>
                </a:lnTo>
                <a:lnTo>
                  <a:pt x="258339" y="53261"/>
                </a:lnTo>
                <a:lnTo>
                  <a:pt x="258576" y="52424"/>
                </a:lnTo>
                <a:lnTo>
                  <a:pt x="258834" y="51619"/>
                </a:lnTo>
                <a:lnTo>
                  <a:pt x="259112" y="50847"/>
                </a:lnTo>
                <a:lnTo>
                  <a:pt x="259410" y="50107"/>
                </a:lnTo>
                <a:lnTo>
                  <a:pt x="259730" y="49399"/>
                </a:lnTo>
                <a:lnTo>
                  <a:pt x="260069" y="48724"/>
                </a:lnTo>
                <a:lnTo>
                  <a:pt x="260430" y="48082"/>
                </a:lnTo>
                <a:lnTo>
                  <a:pt x="260811" y="47471"/>
                </a:lnTo>
                <a:lnTo>
                  <a:pt x="261213" y="46893"/>
                </a:lnTo>
                <a:lnTo>
                  <a:pt x="261635" y="46347"/>
                </a:lnTo>
                <a:lnTo>
                  <a:pt x="262078" y="45834"/>
                </a:lnTo>
                <a:lnTo>
                  <a:pt x="262541" y="45353"/>
                </a:lnTo>
                <a:lnTo>
                  <a:pt x="263025" y="44904"/>
                </a:lnTo>
                <a:lnTo>
                  <a:pt x="263523" y="44480"/>
                </a:lnTo>
                <a:lnTo>
                  <a:pt x="264029" y="44075"/>
                </a:lnTo>
                <a:lnTo>
                  <a:pt x="264543" y="43687"/>
                </a:lnTo>
                <a:lnTo>
                  <a:pt x="265064" y="43317"/>
                </a:lnTo>
                <a:lnTo>
                  <a:pt x="265594" y="42966"/>
                </a:lnTo>
                <a:lnTo>
                  <a:pt x="266131" y="42632"/>
                </a:lnTo>
                <a:lnTo>
                  <a:pt x="266676" y="42317"/>
                </a:lnTo>
                <a:lnTo>
                  <a:pt x="267228" y="42019"/>
                </a:lnTo>
                <a:lnTo>
                  <a:pt x="267789" y="41740"/>
                </a:lnTo>
                <a:lnTo>
                  <a:pt x="268357" y="41478"/>
                </a:lnTo>
                <a:lnTo>
                  <a:pt x="268933" y="41235"/>
                </a:lnTo>
                <a:lnTo>
                  <a:pt x="269516" y="41010"/>
                </a:lnTo>
                <a:lnTo>
                  <a:pt x="270108" y="40802"/>
                </a:lnTo>
                <a:lnTo>
                  <a:pt x="270707" y="40613"/>
                </a:lnTo>
                <a:lnTo>
                  <a:pt x="271314" y="40442"/>
                </a:lnTo>
                <a:lnTo>
                  <a:pt x="271929" y="40288"/>
                </a:lnTo>
                <a:lnTo>
                  <a:pt x="272551" y="40153"/>
                </a:lnTo>
                <a:lnTo>
                  <a:pt x="273182" y="40036"/>
                </a:lnTo>
                <a:lnTo>
                  <a:pt x="273820" y="39937"/>
                </a:lnTo>
                <a:lnTo>
                  <a:pt x="274465" y="39856"/>
                </a:lnTo>
                <a:lnTo>
                  <a:pt x="275119" y="39793"/>
                </a:lnTo>
                <a:lnTo>
                  <a:pt x="275780" y="39747"/>
                </a:lnTo>
                <a:lnTo>
                  <a:pt x="276450" y="39720"/>
                </a:lnTo>
                <a:lnTo>
                  <a:pt x="277126" y="39711"/>
                </a:lnTo>
                <a:lnTo>
                  <a:pt x="277550" y="39715"/>
                </a:lnTo>
                <a:lnTo>
                  <a:pt x="277970" y="39727"/>
                </a:lnTo>
                <a:lnTo>
                  <a:pt x="278385" y="39748"/>
                </a:lnTo>
                <a:lnTo>
                  <a:pt x="278795" y="39776"/>
                </a:lnTo>
                <a:lnTo>
                  <a:pt x="279201" y="39812"/>
                </a:lnTo>
                <a:lnTo>
                  <a:pt x="279602" y="39856"/>
                </a:lnTo>
                <a:lnTo>
                  <a:pt x="279998" y="39908"/>
                </a:lnTo>
                <a:lnTo>
                  <a:pt x="280390" y="39968"/>
                </a:lnTo>
                <a:lnTo>
                  <a:pt x="280778" y="40036"/>
                </a:lnTo>
                <a:lnTo>
                  <a:pt x="281161" y="40113"/>
                </a:lnTo>
                <a:lnTo>
                  <a:pt x="281539" y="40197"/>
                </a:lnTo>
                <a:lnTo>
                  <a:pt x="281913" y="40289"/>
                </a:lnTo>
                <a:lnTo>
                  <a:pt x="282282" y="40389"/>
                </a:lnTo>
                <a:lnTo>
                  <a:pt x="282647" y="40498"/>
                </a:lnTo>
                <a:lnTo>
                  <a:pt x="283007" y="40614"/>
                </a:lnTo>
                <a:lnTo>
                  <a:pt x="283362" y="40739"/>
                </a:lnTo>
                <a:lnTo>
                  <a:pt x="283713" y="40871"/>
                </a:lnTo>
                <a:lnTo>
                  <a:pt x="284060" y="41011"/>
                </a:lnTo>
                <a:lnTo>
                  <a:pt x="284401" y="41160"/>
                </a:lnTo>
                <a:lnTo>
                  <a:pt x="284739" y="41316"/>
                </a:lnTo>
                <a:lnTo>
                  <a:pt x="285071" y="41481"/>
                </a:lnTo>
                <a:lnTo>
                  <a:pt x="285399" y="41653"/>
                </a:lnTo>
                <a:lnTo>
                  <a:pt x="285723" y="41834"/>
                </a:lnTo>
                <a:lnTo>
                  <a:pt x="286042" y="42022"/>
                </a:lnTo>
                <a:lnTo>
                  <a:pt x="286355" y="42218"/>
                </a:lnTo>
                <a:lnTo>
                  <a:pt x="286659" y="42418"/>
                </a:lnTo>
                <a:lnTo>
                  <a:pt x="286956" y="42625"/>
                </a:lnTo>
                <a:lnTo>
                  <a:pt x="287245" y="42836"/>
                </a:lnTo>
                <a:lnTo>
                  <a:pt x="287525" y="43053"/>
                </a:lnTo>
                <a:lnTo>
                  <a:pt x="287798" y="43276"/>
                </a:lnTo>
                <a:lnTo>
                  <a:pt x="288063" y="43504"/>
                </a:lnTo>
                <a:lnTo>
                  <a:pt x="288319" y="43737"/>
                </a:lnTo>
                <a:lnTo>
                  <a:pt x="288568" y="43976"/>
                </a:lnTo>
                <a:lnTo>
                  <a:pt x="288808" y="44220"/>
                </a:lnTo>
                <a:lnTo>
                  <a:pt x="289041" y="44470"/>
                </a:lnTo>
                <a:lnTo>
                  <a:pt x="289265" y="44725"/>
                </a:lnTo>
                <a:lnTo>
                  <a:pt x="289482" y="44985"/>
                </a:lnTo>
                <a:lnTo>
                  <a:pt x="289690" y="45251"/>
                </a:lnTo>
                <a:lnTo>
                  <a:pt x="289891" y="45523"/>
                </a:lnTo>
                <a:lnTo>
                  <a:pt x="290083" y="45799"/>
                </a:lnTo>
                <a:lnTo>
                  <a:pt x="290268" y="46082"/>
                </a:lnTo>
                <a:lnTo>
                  <a:pt x="290444" y="46369"/>
                </a:lnTo>
                <a:lnTo>
                  <a:pt x="290613" y="46662"/>
                </a:lnTo>
                <a:lnTo>
                  <a:pt x="290773" y="46961"/>
                </a:lnTo>
                <a:lnTo>
                  <a:pt x="290925" y="47265"/>
                </a:lnTo>
                <a:lnTo>
                  <a:pt x="291070" y="47574"/>
                </a:lnTo>
                <a:lnTo>
                  <a:pt x="291206" y="47889"/>
                </a:lnTo>
                <a:lnTo>
                  <a:pt x="291335" y="48210"/>
                </a:lnTo>
                <a:lnTo>
                  <a:pt x="291456" y="48539"/>
                </a:lnTo>
                <a:lnTo>
                  <a:pt x="291573" y="48883"/>
                </a:lnTo>
                <a:lnTo>
                  <a:pt x="291684" y="49240"/>
                </a:lnTo>
                <a:lnTo>
                  <a:pt x="291790" y="49611"/>
                </a:lnTo>
                <a:lnTo>
                  <a:pt x="291891" y="49996"/>
                </a:lnTo>
                <a:lnTo>
                  <a:pt x="291987" y="50394"/>
                </a:lnTo>
                <a:lnTo>
                  <a:pt x="292078" y="50806"/>
                </a:lnTo>
                <a:lnTo>
                  <a:pt x="292163" y="51232"/>
                </a:lnTo>
                <a:lnTo>
                  <a:pt x="292244" y="51672"/>
                </a:lnTo>
                <a:lnTo>
                  <a:pt x="292319" y="52125"/>
                </a:lnTo>
                <a:lnTo>
                  <a:pt x="292389" y="52592"/>
                </a:lnTo>
                <a:lnTo>
                  <a:pt x="292453" y="53072"/>
                </a:lnTo>
                <a:lnTo>
                  <a:pt x="292513" y="53567"/>
                </a:lnTo>
                <a:lnTo>
                  <a:pt x="292567" y="54075"/>
                </a:lnTo>
                <a:lnTo>
                  <a:pt x="292617" y="54597"/>
                </a:lnTo>
                <a:lnTo>
                  <a:pt x="292661" y="55132"/>
                </a:lnTo>
                <a:lnTo>
                  <a:pt x="292699" y="55681"/>
                </a:lnTo>
                <a:lnTo>
                  <a:pt x="292733" y="56244"/>
                </a:lnTo>
                <a:lnTo>
                  <a:pt x="292762" y="56821"/>
                </a:lnTo>
                <a:lnTo>
                  <a:pt x="292785" y="57411"/>
                </a:lnTo>
                <a:lnTo>
                  <a:pt x="292803" y="58015"/>
                </a:lnTo>
                <a:lnTo>
                  <a:pt x="292816" y="58633"/>
                </a:lnTo>
                <a:lnTo>
                  <a:pt x="292824" y="59264"/>
                </a:lnTo>
                <a:lnTo>
                  <a:pt x="292826" y="59909"/>
                </a:lnTo>
                <a:lnTo>
                  <a:pt x="292826" y="105850"/>
                </a:lnTo>
                <a:lnTo>
                  <a:pt x="305614" y="105850"/>
                </a:lnTo>
                <a:lnTo>
                  <a:pt x="305614" y="59461"/>
                </a:lnTo>
                <a:lnTo>
                  <a:pt x="305612" y="58730"/>
                </a:lnTo>
                <a:lnTo>
                  <a:pt x="305609" y="58018"/>
                </a:lnTo>
                <a:lnTo>
                  <a:pt x="305602" y="57324"/>
                </a:lnTo>
                <a:lnTo>
                  <a:pt x="305594" y="56649"/>
                </a:lnTo>
                <a:lnTo>
                  <a:pt x="305583" y="55992"/>
                </a:lnTo>
                <a:lnTo>
                  <a:pt x="305569" y="55354"/>
                </a:lnTo>
                <a:lnTo>
                  <a:pt x="305553" y="54734"/>
                </a:lnTo>
                <a:lnTo>
                  <a:pt x="305535" y="54133"/>
                </a:lnTo>
                <a:lnTo>
                  <a:pt x="305514" y="53550"/>
                </a:lnTo>
                <a:lnTo>
                  <a:pt x="305490" y="52986"/>
                </a:lnTo>
                <a:lnTo>
                  <a:pt x="305464" y="52440"/>
                </a:lnTo>
                <a:lnTo>
                  <a:pt x="305436" y="51913"/>
                </a:lnTo>
                <a:lnTo>
                  <a:pt x="305405" y="51404"/>
                </a:lnTo>
                <a:lnTo>
                  <a:pt x="305372" y="50914"/>
                </a:lnTo>
                <a:lnTo>
                  <a:pt x="305336" y="50442"/>
                </a:lnTo>
                <a:lnTo>
                  <a:pt x="305298" y="49989"/>
                </a:lnTo>
                <a:lnTo>
                  <a:pt x="305257" y="49554"/>
                </a:lnTo>
                <a:lnTo>
                  <a:pt x="305214" y="49138"/>
                </a:lnTo>
                <a:lnTo>
                  <a:pt x="305168" y="48740"/>
                </a:lnTo>
                <a:lnTo>
                  <a:pt x="305120" y="48361"/>
                </a:lnTo>
                <a:lnTo>
                  <a:pt x="305070" y="48000"/>
                </a:lnTo>
                <a:lnTo>
                  <a:pt x="305017" y="47658"/>
                </a:lnTo>
                <a:lnTo>
                  <a:pt x="304961" y="47334"/>
                </a:lnTo>
                <a:lnTo>
                  <a:pt x="304903" y="47029"/>
                </a:lnTo>
                <a:lnTo>
                  <a:pt x="304805" y="46575"/>
                </a:lnTo>
                <a:lnTo>
                  <a:pt x="304702" y="46127"/>
                </a:lnTo>
                <a:lnTo>
                  <a:pt x="304592" y="45684"/>
                </a:lnTo>
                <a:lnTo>
                  <a:pt x="304477" y="45247"/>
                </a:lnTo>
                <a:lnTo>
                  <a:pt x="304356" y="44814"/>
                </a:lnTo>
                <a:lnTo>
                  <a:pt x="304228" y="44387"/>
                </a:lnTo>
                <a:lnTo>
                  <a:pt x="304095" y="43965"/>
                </a:lnTo>
                <a:lnTo>
                  <a:pt x="303956" y="43548"/>
                </a:lnTo>
                <a:lnTo>
                  <a:pt x="303811" y="43136"/>
                </a:lnTo>
                <a:lnTo>
                  <a:pt x="303660" y="42729"/>
                </a:lnTo>
                <a:lnTo>
                  <a:pt x="303503" y="42328"/>
                </a:lnTo>
                <a:lnTo>
                  <a:pt x="303340" y="41931"/>
                </a:lnTo>
                <a:lnTo>
                  <a:pt x="303172" y="41540"/>
                </a:lnTo>
                <a:lnTo>
                  <a:pt x="302997" y="41154"/>
                </a:lnTo>
                <a:lnTo>
                  <a:pt x="302816" y="40774"/>
                </a:lnTo>
                <a:lnTo>
                  <a:pt x="302630" y="40398"/>
                </a:lnTo>
                <a:lnTo>
                  <a:pt x="302437" y="40028"/>
                </a:lnTo>
                <a:lnTo>
                  <a:pt x="302239" y="39663"/>
                </a:lnTo>
                <a:lnTo>
                  <a:pt x="302035" y="39303"/>
                </a:lnTo>
                <a:lnTo>
                  <a:pt x="301825" y="38948"/>
                </a:lnTo>
                <a:lnTo>
                  <a:pt x="301609" y="38598"/>
                </a:lnTo>
                <a:lnTo>
                  <a:pt x="301387" y="38254"/>
                </a:lnTo>
                <a:lnTo>
                  <a:pt x="301159" y="37914"/>
                </a:lnTo>
                <a:lnTo>
                  <a:pt x="300925" y="37580"/>
                </a:lnTo>
                <a:lnTo>
                  <a:pt x="300683" y="37251"/>
                </a:lnTo>
                <a:lnTo>
                  <a:pt x="300431" y="36928"/>
                </a:lnTo>
                <a:lnTo>
                  <a:pt x="300170" y="36610"/>
                </a:lnTo>
                <a:lnTo>
                  <a:pt x="299898" y="36297"/>
                </a:lnTo>
                <a:lnTo>
                  <a:pt x="299616" y="35989"/>
                </a:lnTo>
                <a:lnTo>
                  <a:pt x="299324" y="35687"/>
                </a:lnTo>
                <a:lnTo>
                  <a:pt x="299023" y="35389"/>
                </a:lnTo>
                <a:lnTo>
                  <a:pt x="298711" y="35098"/>
                </a:lnTo>
                <a:lnTo>
                  <a:pt x="298389" y="34811"/>
                </a:lnTo>
                <a:lnTo>
                  <a:pt x="298057" y="34530"/>
                </a:lnTo>
                <a:lnTo>
                  <a:pt x="297716" y="34254"/>
                </a:lnTo>
                <a:lnTo>
                  <a:pt x="297364" y="33984"/>
                </a:lnTo>
                <a:lnTo>
                  <a:pt x="297002" y="33719"/>
                </a:lnTo>
                <a:lnTo>
                  <a:pt x="296631" y="33459"/>
                </a:lnTo>
                <a:lnTo>
                  <a:pt x="296249" y="33204"/>
                </a:lnTo>
                <a:lnTo>
                  <a:pt x="295857" y="32955"/>
                </a:lnTo>
                <a:lnTo>
                  <a:pt x="295456" y="32711"/>
                </a:lnTo>
                <a:lnTo>
                  <a:pt x="295044" y="32472"/>
                </a:lnTo>
                <a:lnTo>
                  <a:pt x="294623" y="32239"/>
                </a:lnTo>
                <a:lnTo>
                  <a:pt x="294191" y="32010"/>
                </a:lnTo>
                <a:lnTo>
                  <a:pt x="293749" y="31788"/>
                </a:lnTo>
                <a:lnTo>
                  <a:pt x="293298" y="31570"/>
                </a:lnTo>
                <a:lnTo>
                  <a:pt x="292836" y="31358"/>
                </a:lnTo>
                <a:lnTo>
                  <a:pt x="292365" y="31151"/>
                </a:lnTo>
                <a:lnTo>
                  <a:pt x="291886" y="30951"/>
                </a:lnTo>
                <a:lnTo>
                  <a:pt x="291404" y="30760"/>
                </a:lnTo>
                <a:lnTo>
                  <a:pt x="290918" y="30577"/>
                </a:lnTo>
                <a:lnTo>
                  <a:pt x="290428" y="30402"/>
                </a:lnTo>
                <a:lnTo>
                  <a:pt x="289934" y="30236"/>
                </a:lnTo>
                <a:lnTo>
                  <a:pt x="289436" y="30079"/>
                </a:lnTo>
                <a:lnTo>
                  <a:pt x="288935" y="29930"/>
                </a:lnTo>
                <a:lnTo>
                  <a:pt x="288430" y="29789"/>
                </a:lnTo>
                <a:lnTo>
                  <a:pt x="287921" y="29658"/>
                </a:lnTo>
                <a:lnTo>
                  <a:pt x="287408" y="29534"/>
                </a:lnTo>
                <a:lnTo>
                  <a:pt x="286891" y="29419"/>
                </a:lnTo>
                <a:lnTo>
                  <a:pt x="286371" y="29313"/>
                </a:lnTo>
                <a:lnTo>
                  <a:pt x="285846" y="29215"/>
                </a:lnTo>
                <a:lnTo>
                  <a:pt x="285318" y="29126"/>
                </a:lnTo>
                <a:lnTo>
                  <a:pt x="284786" y="29045"/>
                </a:lnTo>
                <a:lnTo>
                  <a:pt x="284250" y="28973"/>
                </a:lnTo>
                <a:lnTo>
                  <a:pt x="283711" y="28909"/>
                </a:lnTo>
                <a:lnTo>
                  <a:pt x="283167" y="28853"/>
                </a:lnTo>
                <a:lnTo>
                  <a:pt x="282620" y="28807"/>
                </a:lnTo>
                <a:lnTo>
                  <a:pt x="282069" y="28768"/>
                </a:lnTo>
                <a:lnTo>
                  <a:pt x="281514" y="28738"/>
                </a:lnTo>
                <a:lnTo>
                  <a:pt x="280955" y="28717"/>
                </a:lnTo>
                <a:lnTo>
                  <a:pt x="280392" y="28704"/>
                </a:lnTo>
                <a:lnTo>
                  <a:pt x="279826" y="28700"/>
                </a:lnTo>
                <a:lnTo>
                  <a:pt x="278531" y="28722"/>
                </a:lnTo>
                <a:lnTo>
                  <a:pt x="277261" y="28786"/>
                </a:lnTo>
                <a:lnTo>
                  <a:pt x="276016" y="28893"/>
                </a:lnTo>
                <a:lnTo>
                  <a:pt x="274798" y="29044"/>
                </a:lnTo>
                <a:lnTo>
                  <a:pt x="273605" y="29237"/>
                </a:lnTo>
                <a:lnTo>
                  <a:pt x="272438" y="29473"/>
                </a:lnTo>
                <a:lnTo>
                  <a:pt x="271296" y="29752"/>
                </a:lnTo>
                <a:lnTo>
                  <a:pt x="270180" y="30074"/>
                </a:lnTo>
                <a:lnTo>
                  <a:pt x="269090" y="30438"/>
                </a:lnTo>
                <a:lnTo>
                  <a:pt x="268025" y="30846"/>
                </a:lnTo>
                <a:lnTo>
                  <a:pt x="266986" y="31297"/>
                </a:lnTo>
                <a:lnTo>
                  <a:pt x="265973" y="31790"/>
                </a:lnTo>
                <a:lnTo>
                  <a:pt x="264986" y="32327"/>
                </a:lnTo>
                <a:lnTo>
                  <a:pt x="264024" y="32906"/>
                </a:lnTo>
                <a:lnTo>
                  <a:pt x="263087" y="33529"/>
                </a:lnTo>
                <a:lnTo>
                  <a:pt x="262176" y="34194"/>
                </a:lnTo>
                <a:lnTo>
                  <a:pt x="261291" y="34902"/>
                </a:lnTo>
                <a:lnTo>
                  <a:pt x="260432" y="35653"/>
                </a:lnTo>
                <a:lnTo>
                  <a:pt x="259598" y="36447"/>
                </a:lnTo>
                <a:lnTo>
                  <a:pt x="258790" y="37284"/>
                </a:lnTo>
                <a:lnTo>
                  <a:pt x="258008" y="38164"/>
                </a:lnTo>
                <a:lnTo>
                  <a:pt x="257251" y="39087"/>
                </a:lnTo>
                <a:lnTo>
                  <a:pt x="256520" y="40053"/>
                </a:lnTo>
                <a:lnTo>
                  <a:pt x="255814" y="41061"/>
                </a:lnTo>
                <a:lnTo>
                  <a:pt x="255814" y="30405"/>
                </a:lnTo>
                <a:lnTo>
                  <a:pt x="244306" y="30405"/>
                </a:lnTo>
                <a:lnTo>
                  <a:pt x="244306" y="105850"/>
                </a:lnTo>
                <a:lnTo>
                  <a:pt x="257093" y="105850"/>
                </a:lnTo>
                <a:lnTo>
                  <a:pt x="257093" y="64602"/>
                </a:lnTo>
                <a:lnTo>
                  <a:pt x="257103" y="63409"/>
                </a:lnTo>
                <a:lnTo>
                  <a:pt x="257134" y="62249"/>
                </a:lnTo>
                <a:close/>
                <a:moveTo>
                  <a:pt x="484632" y="31271"/>
                </a:moveTo>
                <a:lnTo>
                  <a:pt x="484080" y="31008"/>
                </a:lnTo>
                <a:lnTo>
                  <a:pt x="483528" y="30759"/>
                </a:lnTo>
                <a:lnTo>
                  <a:pt x="482977" y="30524"/>
                </a:lnTo>
                <a:lnTo>
                  <a:pt x="482427" y="30303"/>
                </a:lnTo>
                <a:lnTo>
                  <a:pt x="481878" y="30096"/>
                </a:lnTo>
                <a:lnTo>
                  <a:pt x="481329" y="29904"/>
                </a:lnTo>
                <a:lnTo>
                  <a:pt x="480781" y="29726"/>
                </a:lnTo>
                <a:lnTo>
                  <a:pt x="480234" y="29562"/>
                </a:lnTo>
                <a:lnTo>
                  <a:pt x="479687" y="29412"/>
                </a:lnTo>
                <a:lnTo>
                  <a:pt x="479142" y="29277"/>
                </a:lnTo>
                <a:lnTo>
                  <a:pt x="478597" y="29156"/>
                </a:lnTo>
                <a:lnTo>
                  <a:pt x="478052" y="29049"/>
                </a:lnTo>
                <a:lnTo>
                  <a:pt x="477509" y="28957"/>
                </a:lnTo>
                <a:lnTo>
                  <a:pt x="476966" y="28878"/>
                </a:lnTo>
                <a:lnTo>
                  <a:pt x="476424" y="28814"/>
                </a:lnTo>
                <a:lnTo>
                  <a:pt x="475883" y="28764"/>
                </a:lnTo>
                <a:lnTo>
                  <a:pt x="475342" y="28729"/>
                </a:lnTo>
                <a:lnTo>
                  <a:pt x="474802" y="28707"/>
                </a:lnTo>
                <a:lnTo>
                  <a:pt x="474263" y="28700"/>
                </a:lnTo>
                <a:lnTo>
                  <a:pt x="473891" y="28705"/>
                </a:lnTo>
                <a:lnTo>
                  <a:pt x="473522" y="28718"/>
                </a:lnTo>
                <a:lnTo>
                  <a:pt x="473156" y="28740"/>
                </a:lnTo>
                <a:lnTo>
                  <a:pt x="472792" y="28771"/>
                </a:lnTo>
                <a:lnTo>
                  <a:pt x="472431" y="28811"/>
                </a:lnTo>
                <a:lnTo>
                  <a:pt x="472072" y="28859"/>
                </a:lnTo>
                <a:lnTo>
                  <a:pt x="471716" y="28917"/>
                </a:lnTo>
                <a:lnTo>
                  <a:pt x="471362" y="28983"/>
                </a:lnTo>
                <a:lnTo>
                  <a:pt x="471011" y="29058"/>
                </a:lnTo>
                <a:lnTo>
                  <a:pt x="470663" y="29142"/>
                </a:lnTo>
                <a:lnTo>
                  <a:pt x="470317" y="29235"/>
                </a:lnTo>
                <a:lnTo>
                  <a:pt x="469974" y="29336"/>
                </a:lnTo>
                <a:lnTo>
                  <a:pt x="469634" y="29447"/>
                </a:lnTo>
                <a:lnTo>
                  <a:pt x="469296" y="29566"/>
                </a:lnTo>
                <a:lnTo>
                  <a:pt x="468960" y="29694"/>
                </a:lnTo>
                <a:lnTo>
                  <a:pt x="468627" y="29831"/>
                </a:lnTo>
                <a:lnTo>
                  <a:pt x="468297" y="29977"/>
                </a:lnTo>
                <a:lnTo>
                  <a:pt x="467969" y="30131"/>
                </a:lnTo>
                <a:lnTo>
                  <a:pt x="467644" y="30295"/>
                </a:lnTo>
                <a:lnTo>
                  <a:pt x="467322" y="30467"/>
                </a:lnTo>
                <a:lnTo>
                  <a:pt x="467002" y="30648"/>
                </a:lnTo>
                <a:lnTo>
                  <a:pt x="466685" y="30838"/>
                </a:lnTo>
                <a:lnTo>
                  <a:pt x="466370" y="31037"/>
                </a:lnTo>
                <a:lnTo>
                  <a:pt x="466058" y="31244"/>
                </a:lnTo>
                <a:lnTo>
                  <a:pt x="465746" y="31466"/>
                </a:lnTo>
                <a:lnTo>
                  <a:pt x="465432" y="31706"/>
                </a:lnTo>
                <a:lnTo>
                  <a:pt x="465115" y="31965"/>
                </a:lnTo>
                <a:lnTo>
                  <a:pt x="464796" y="32243"/>
                </a:lnTo>
                <a:lnTo>
                  <a:pt x="464475" y="32540"/>
                </a:lnTo>
                <a:lnTo>
                  <a:pt x="464151" y="32856"/>
                </a:lnTo>
                <a:lnTo>
                  <a:pt x="463825" y="33191"/>
                </a:lnTo>
                <a:lnTo>
                  <a:pt x="463497" y="33545"/>
                </a:lnTo>
                <a:lnTo>
                  <a:pt x="463166" y="33917"/>
                </a:lnTo>
                <a:lnTo>
                  <a:pt x="462833" y="34309"/>
                </a:lnTo>
                <a:lnTo>
                  <a:pt x="462497" y="34719"/>
                </a:lnTo>
                <a:lnTo>
                  <a:pt x="462160" y="35148"/>
                </a:lnTo>
                <a:lnTo>
                  <a:pt x="461820" y="35596"/>
                </a:lnTo>
                <a:lnTo>
                  <a:pt x="461477" y="36063"/>
                </a:lnTo>
                <a:lnTo>
                  <a:pt x="461132" y="36549"/>
                </a:lnTo>
                <a:lnTo>
                  <a:pt x="460785" y="37054"/>
                </a:lnTo>
                <a:lnTo>
                  <a:pt x="460436" y="37577"/>
                </a:lnTo>
                <a:lnTo>
                  <a:pt x="460084" y="38120"/>
                </a:lnTo>
                <a:lnTo>
                  <a:pt x="459730" y="38681"/>
                </a:lnTo>
                <a:lnTo>
                  <a:pt x="459373" y="39262"/>
                </a:lnTo>
                <a:lnTo>
                  <a:pt x="459015" y="39861"/>
                </a:lnTo>
                <a:lnTo>
                  <a:pt x="458653" y="40479"/>
                </a:lnTo>
                <a:lnTo>
                  <a:pt x="458290" y="41116"/>
                </a:lnTo>
                <a:lnTo>
                  <a:pt x="457924" y="41772"/>
                </a:lnTo>
                <a:lnTo>
                  <a:pt x="457924" y="30405"/>
                </a:lnTo>
                <a:lnTo>
                  <a:pt x="446415" y="30405"/>
                </a:lnTo>
                <a:lnTo>
                  <a:pt x="446415" y="105850"/>
                </a:lnTo>
                <a:lnTo>
                  <a:pt x="459203" y="105850"/>
                </a:lnTo>
                <a:lnTo>
                  <a:pt x="459203" y="66307"/>
                </a:lnTo>
                <a:lnTo>
                  <a:pt x="459206" y="65634"/>
                </a:lnTo>
                <a:lnTo>
                  <a:pt x="459217" y="64965"/>
                </a:lnTo>
                <a:lnTo>
                  <a:pt x="459236" y="64300"/>
                </a:lnTo>
                <a:lnTo>
                  <a:pt x="459262" y="63640"/>
                </a:lnTo>
                <a:lnTo>
                  <a:pt x="459295" y="62985"/>
                </a:lnTo>
                <a:lnTo>
                  <a:pt x="459336" y="62333"/>
                </a:lnTo>
                <a:lnTo>
                  <a:pt x="459384" y="61687"/>
                </a:lnTo>
                <a:lnTo>
                  <a:pt x="459439" y="61044"/>
                </a:lnTo>
                <a:lnTo>
                  <a:pt x="459502" y="60407"/>
                </a:lnTo>
                <a:lnTo>
                  <a:pt x="459573" y="59773"/>
                </a:lnTo>
                <a:lnTo>
                  <a:pt x="459650" y="59144"/>
                </a:lnTo>
                <a:lnTo>
                  <a:pt x="459735" y="58520"/>
                </a:lnTo>
                <a:lnTo>
                  <a:pt x="459828" y="57900"/>
                </a:lnTo>
                <a:lnTo>
                  <a:pt x="459928" y="57284"/>
                </a:lnTo>
                <a:lnTo>
                  <a:pt x="460035" y="56673"/>
                </a:lnTo>
                <a:lnTo>
                  <a:pt x="460150" y="56066"/>
                </a:lnTo>
                <a:lnTo>
                  <a:pt x="460272" y="55464"/>
                </a:lnTo>
                <a:lnTo>
                  <a:pt x="460401" y="54866"/>
                </a:lnTo>
                <a:lnTo>
                  <a:pt x="460538" y="54273"/>
                </a:lnTo>
                <a:lnTo>
                  <a:pt x="460683" y="53684"/>
                </a:lnTo>
                <a:lnTo>
                  <a:pt x="460834" y="53100"/>
                </a:lnTo>
                <a:lnTo>
                  <a:pt x="460993" y="52520"/>
                </a:lnTo>
                <a:lnTo>
                  <a:pt x="461160" y="51944"/>
                </a:lnTo>
                <a:lnTo>
                  <a:pt x="461334" y="51373"/>
                </a:lnTo>
                <a:lnTo>
                  <a:pt x="461456" y="51003"/>
                </a:lnTo>
                <a:lnTo>
                  <a:pt x="461584" y="50640"/>
                </a:lnTo>
                <a:lnTo>
                  <a:pt x="461719" y="50284"/>
                </a:lnTo>
                <a:lnTo>
                  <a:pt x="461861" y="49934"/>
                </a:lnTo>
                <a:lnTo>
                  <a:pt x="462009" y="49591"/>
                </a:lnTo>
                <a:lnTo>
                  <a:pt x="462164" y="49255"/>
                </a:lnTo>
                <a:lnTo>
                  <a:pt x="462326" y="48926"/>
                </a:lnTo>
                <a:lnTo>
                  <a:pt x="462494" y="48604"/>
                </a:lnTo>
                <a:lnTo>
                  <a:pt x="462669" y="48288"/>
                </a:lnTo>
                <a:lnTo>
                  <a:pt x="462851" y="47979"/>
                </a:lnTo>
                <a:lnTo>
                  <a:pt x="463039" y="47677"/>
                </a:lnTo>
                <a:lnTo>
                  <a:pt x="463234" y="47382"/>
                </a:lnTo>
                <a:lnTo>
                  <a:pt x="463436" y="47094"/>
                </a:lnTo>
                <a:lnTo>
                  <a:pt x="463644" y="46812"/>
                </a:lnTo>
                <a:lnTo>
                  <a:pt x="463859" y="46537"/>
                </a:lnTo>
                <a:lnTo>
                  <a:pt x="464081" y="46269"/>
                </a:lnTo>
                <a:lnTo>
                  <a:pt x="464309" y="46008"/>
                </a:lnTo>
                <a:lnTo>
                  <a:pt x="464544" y="45753"/>
                </a:lnTo>
                <a:lnTo>
                  <a:pt x="464786" y="45506"/>
                </a:lnTo>
                <a:lnTo>
                  <a:pt x="465034" y="45265"/>
                </a:lnTo>
                <a:lnTo>
                  <a:pt x="465289" y="45031"/>
                </a:lnTo>
                <a:lnTo>
                  <a:pt x="465550" y="44803"/>
                </a:lnTo>
                <a:lnTo>
                  <a:pt x="465819" y="44583"/>
                </a:lnTo>
                <a:lnTo>
                  <a:pt x="466094" y="44369"/>
                </a:lnTo>
                <a:lnTo>
                  <a:pt x="466373" y="44163"/>
                </a:lnTo>
                <a:lnTo>
                  <a:pt x="466656" y="43965"/>
                </a:lnTo>
                <a:lnTo>
                  <a:pt x="466942" y="43777"/>
                </a:lnTo>
                <a:lnTo>
                  <a:pt x="467230" y="43597"/>
                </a:lnTo>
                <a:lnTo>
                  <a:pt x="467522" y="43426"/>
                </a:lnTo>
                <a:lnTo>
                  <a:pt x="467816" y="43264"/>
                </a:lnTo>
                <a:lnTo>
                  <a:pt x="468114" y="43110"/>
                </a:lnTo>
                <a:lnTo>
                  <a:pt x="468414" y="42965"/>
                </a:lnTo>
                <a:lnTo>
                  <a:pt x="468718" y="42829"/>
                </a:lnTo>
                <a:lnTo>
                  <a:pt x="469024" y="42702"/>
                </a:lnTo>
                <a:lnTo>
                  <a:pt x="469333" y="42584"/>
                </a:lnTo>
                <a:lnTo>
                  <a:pt x="469646" y="42474"/>
                </a:lnTo>
                <a:lnTo>
                  <a:pt x="469961" y="42373"/>
                </a:lnTo>
                <a:lnTo>
                  <a:pt x="470279" y="42281"/>
                </a:lnTo>
                <a:lnTo>
                  <a:pt x="470600" y="42198"/>
                </a:lnTo>
                <a:lnTo>
                  <a:pt x="470924" y="42123"/>
                </a:lnTo>
                <a:lnTo>
                  <a:pt x="471251" y="42058"/>
                </a:lnTo>
                <a:lnTo>
                  <a:pt x="471581" y="42001"/>
                </a:lnTo>
                <a:lnTo>
                  <a:pt x="471914" y="41952"/>
                </a:lnTo>
                <a:lnTo>
                  <a:pt x="472250" y="41913"/>
                </a:lnTo>
                <a:lnTo>
                  <a:pt x="472589" y="41882"/>
                </a:lnTo>
                <a:lnTo>
                  <a:pt x="472931" y="41860"/>
                </a:lnTo>
                <a:lnTo>
                  <a:pt x="473276" y="41847"/>
                </a:lnTo>
                <a:lnTo>
                  <a:pt x="473624" y="41843"/>
                </a:lnTo>
                <a:lnTo>
                  <a:pt x="474015" y="41847"/>
                </a:lnTo>
                <a:lnTo>
                  <a:pt x="474405" y="41862"/>
                </a:lnTo>
                <a:lnTo>
                  <a:pt x="474796" y="41886"/>
                </a:lnTo>
                <a:lnTo>
                  <a:pt x="475187" y="41920"/>
                </a:lnTo>
                <a:lnTo>
                  <a:pt x="475577" y="41963"/>
                </a:lnTo>
                <a:lnTo>
                  <a:pt x="475968" y="42016"/>
                </a:lnTo>
                <a:lnTo>
                  <a:pt x="476359" y="42078"/>
                </a:lnTo>
                <a:lnTo>
                  <a:pt x="476750" y="42150"/>
                </a:lnTo>
                <a:lnTo>
                  <a:pt x="477140" y="42232"/>
                </a:lnTo>
                <a:lnTo>
                  <a:pt x="477531" y="42324"/>
                </a:lnTo>
                <a:lnTo>
                  <a:pt x="477922" y="42425"/>
                </a:lnTo>
                <a:lnTo>
                  <a:pt x="478312" y="42535"/>
                </a:lnTo>
                <a:lnTo>
                  <a:pt x="478703" y="42656"/>
                </a:lnTo>
                <a:lnTo>
                  <a:pt x="479094" y="42785"/>
                </a:lnTo>
                <a:lnTo>
                  <a:pt x="479485" y="42925"/>
                </a:lnTo>
                <a:lnTo>
                  <a:pt x="479875" y="43074"/>
                </a:lnTo>
                <a:lnTo>
                  <a:pt x="480266" y="43233"/>
                </a:lnTo>
                <a:lnTo>
                  <a:pt x="480657" y="43401"/>
                </a:lnTo>
                <a:lnTo>
                  <a:pt x="481047" y="43579"/>
                </a:lnTo>
                <a:lnTo>
                  <a:pt x="481438" y="43767"/>
                </a:lnTo>
                <a:lnTo>
                  <a:pt x="481829" y="43964"/>
                </a:lnTo>
                <a:lnTo>
                  <a:pt x="482220" y="44171"/>
                </a:lnTo>
                <a:lnTo>
                  <a:pt x="482610" y="44387"/>
                </a:lnTo>
                <a:lnTo>
                  <a:pt x="483001" y="44613"/>
                </a:lnTo>
                <a:lnTo>
                  <a:pt x="486766" y="34519"/>
                </a:lnTo>
                <a:lnTo>
                  <a:pt x="486766" y="40351"/>
                </a:lnTo>
                <a:lnTo>
                  <a:pt x="498061" y="40351"/>
                </a:lnTo>
                <a:lnTo>
                  <a:pt x="498061" y="105850"/>
                </a:lnTo>
                <a:lnTo>
                  <a:pt x="510777" y="105850"/>
                </a:lnTo>
                <a:lnTo>
                  <a:pt x="510777" y="40351"/>
                </a:lnTo>
                <a:lnTo>
                  <a:pt x="525482" y="40351"/>
                </a:lnTo>
                <a:lnTo>
                  <a:pt x="525482" y="30405"/>
                </a:lnTo>
                <a:lnTo>
                  <a:pt x="510777" y="30405"/>
                </a:lnTo>
                <a:lnTo>
                  <a:pt x="510777" y="23470"/>
                </a:lnTo>
                <a:lnTo>
                  <a:pt x="510781" y="22911"/>
                </a:lnTo>
                <a:lnTo>
                  <a:pt x="510794" y="22368"/>
                </a:lnTo>
                <a:lnTo>
                  <a:pt x="510815" y="21839"/>
                </a:lnTo>
                <a:lnTo>
                  <a:pt x="510844" y="21325"/>
                </a:lnTo>
                <a:lnTo>
                  <a:pt x="510882" y="20827"/>
                </a:lnTo>
                <a:lnTo>
                  <a:pt x="510928" y="20343"/>
                </a:lnTo>
                <a:lnTo>
                  <a:pt x="510983" y="19874"/>
                </a:lnTo>
                <a:lnTo>
                  <a:pt x="511045" y="19421"/>
                </a:lnTo>
                <a:lnTo>
                  <a:pt x="511117" y="18982"/>
                </a:lnTo>
                <a:lnTo>
                  <a:pt x="511196" y="18558"/>
                </a:lnTo>
                <a:lnTo>
                  <a:pt x="511284" y="18149"/>
                </a:lnTo>
                <a:lnTo>
                  <a:pt x="511381" y="17756"/>
                </a:lnTo>
                <a:lnTo>
                  <a:pt x="511486" y="17377"/>
                </a:lnTo>
                <a:lnTo>
                  <a:pt x="511599" y="17013"/>
                </a:lnTo>
                <a:lnTo>
                  <a:pt x="511721" y="16664"/>
                </a:lnTo>
                <a:lnTo>
                  <a:pt x="511851" y="16330"/>
                </a:lnTo>
                <a:lnTo>
                  <a:pt x="511989" y="16011"/>
                </a:lnTo>
                <a:lnTo>
                  <a:pt x="512136" y="15708"/>
                </a:lnTo>
                <a:lnTo>
                  <a:pt x="512291" y="15419"/>
                </a:lnTo>
                <a:lnTo>
                  <a:pt x="512454" y="15145"/>
                </a:lnTo>
                <a:lnTo>
                  <a:pt x="512626" y="14886"/>
                </a:lnTo>
                <a:lnTo>
                  <a:pt x="512807" y="14642"/>
                </a:lnTo>
                <a:lnTo>
                  <a:pt x="512995" y="14413"/>
                </a:lnTo>
                <a:lnTo>
                  <a:pt x="513192" y="14199"/>
                </a:lnTo>
                <a:lnTo>
                  <a:pt x="513400" y="13997"/>
                </a:lnTo>
                <a:lnTo>
                  <a:pt x="513619" y="13803"/>
                </a:lnTo>
                <a:lnTo>
                  <a:pt x="513850" y="13618"/>
                </a:lnTo>
                <a:lnTo>
                  <a:pt x="514092" y="13442"/>
                </a:lnTo>
                <a:lnTo>
                  <a:pt x="514347" y="13274"/>
                </a:lnTo>
                <a:lnTo>
                  <a:pt x="514613" y="13115"/>
                </a:lnTo>
                <a:lnTo>
                  <a:pt x="514891" y="12965"/>
                </a:lnTo>
                <a:lnTo>
                  <a:pt x="515182" y="12823"/>
                </a:lnTo>
                <a:lnTo>
                  <a:pt x="515483" y="12689"/>
                </a:lnTo>
                <a:lnTo>
                  <a:pt x="515797" y="12565"/>
                </a:lnTo>
                <a:lnTo>
                  <a:pt x="516123" y="12449"/>
                </a:lnTo>
                <a:lnTo>
                  <a:pt x="516460" y="12341"/>
                </a:lnTo>
                <a:lnTo>
                  <a:pt x="516810" y="12242"/>
                </a:lnTo>
                <a:lnTo>
                  <a:pt x="517171" y="12152"/>
                </a:lnTo>
                <a:lnTo>
                  <a:pt x="517544" y="12070"/>
                </a:lnTo>
                <a:lnTo>
                  <a:pt x="517928" y="11997"/>
                </a:lnTo>
                <a:lnTo>
                  <a:pt x="518325" y="11932"/>
                </a:lnTo>
                <a:lnTo>
                  <a:pt x="518734" y="11876"/>
                </a:lnTo>
                <a:lnTo>
                  <a:pt x="519154" y="11829"/>
                </a:lnTo>
                <a:lnTo>
                  <a:pt x="519586" y="11790"/>
                </a:lnTo>
                <a:lnTo>
                  <a:pt x="520030" y="11760"/>
                </a:lnTo>
                <a:lnTo>
                  <a:pt x="520486" y="11739"/>
                </a:lnTo>
                <a:lnTo>
                  <a:pt x="520954" y="11726"/>
                </a:lnTo>
                <a:lnTo>
                  <a:pt x="521433" y="11722"/>
                </a:lnTo>
                <a:lnTo>
                  <a:pt x="521730" y="11723"/>
                </a:lnTo>
                <a:lnTo>
                  <a:pt x="522028" y="11727"/>
                </a:lnTo>
                <a:lnTo>
                  <a:pt x="522328" y="11733"/>
                </a:lnTo>
                <a:lnTo>
                  <a:pt x="522629" y="11741"/>
                </a:lnTo>
                <a:lnTo>
                  <a:pt x="522932" y="11752"/>
                </a:lnTo>
                <a:lnTo>
                  <a:pt x="523236" y="11766"/>
                </a:lnTo>
                <a:lnTo>
                  <a:pt x="523541" y="11782"/>
                </a:lnTo>
                <a:lnTo>
                  <a:pt x="523848" y="11801"/>
                </a:lnTo>
                <a:lnTo>
                  <a:pt x="524157" y="11822"/>
                </a:lnTo>
                <a:lnTo>
                  <a:pt x="524467" y="11845"/>
                </a:lnTo>
                <a:lnTo>
                  <a:pt x="524779" y="11871"/>
                </a:lnTo>
                <a:lnTo>
                  <a:pt x="525092" y="11899"/>
                </a:lnTo>
                <a:lnTo>
                  <a:pt x="525406" y="11930"/>
                </a:lnTo>
                <a:lnTo>
                  <a:pt x="525722" y="11963"/>
                </a:lnTo>
                <a:lnTo>
                  <a:pt x="526040" y="11999"/>
                </a:lnTo>
                <a:lnTo>
                  <a:pt x="526359" y="12037"/>
                </a:lnTo>
                <a:lnTo>
                  <a:pt x="526679" y="12078"/>
                </a:lnTo>
                <a:lnTo>
                  <a:pt x="527001" y="12121"/>
                </a:lnTo>
                <a:lnTo>
                  <a:pt x="527324" y="12167"/>
                </a:lnTo>
                <a:lnTo>
                  <a:pt x="527649" y="12215"/>
                </a:lnTo>
                <a:lnTo>
                  <a:pt x="527975" y="12266"/>
                </a:lnTo>
                <a:lnTo>
                  <a:pt x="528303" y="12319"/>
                </a:lnTo>
                <a:lnTo>
                  <a:pt x="528633" y="12374"/>
                </a:lnTo>
                <a:lnTo>
                  <a:pt x="528963" y="12432"/>
                </a:lnTo>
                <a:lnTo>
                  <a:pt x="530881" y="1279"/>
                </a:lnTo>
                <a:lnTo>
                  <a:pt x="530339" y="1174"/>
                </a:lnTo>
                <a:lnTo>
                  <a:pt x="529800" y="1074"/>
                </a:lnTo>
                <a:lnTo>
                  <a:pt x="529265" y="979"/>
                </a:lnTo>
                <a:lnTo>
                  <a:pt x="528734" y="888"/>
                </a:lnTo>
                <a:lnTo>
                  <a:pt x="528208" y="801"/>
                </a:lnTo>
                <a:lnTo>
                  <a:pt x="527685" y="719"/>
                </a:lnTo>
                <a:lnTo>
                  <a:pt x="527166" y="642"/>
                </a:lnTo>
                <a:lnTo>
                  <a:pt x="526651" y="568"/>
                </a:lnTo>
                <a:lnTo>
                  <a:pt x="526139" y="500"/>
                </a:lnTo>
                <a:lnTo>
                  <a:pt x="525632" y="435"/>
                </a:lnTo>
                <a:lnTo>
                  <a:pt x="525129" y="375"/>
                </a:lnTo>
                <a:lnTo>
                  <a:pt x="524630" y="320"/>
                </a:lnTo>
                <a:lnTo>
                  <a:pt x="524135" y="269"/>
                </a:lnTo>
                <a:lnTo>
                  <a:pt x="523643" y="222"/>
                </a:lnTo>
                <a:lnTo>
                  <a:pt x="523156" y="180"/>
                </a:lnTo>
                <a:lnTo>
                  <a:pt x="522672" y="142"/>
                </a:lnTo>
                <a:lnTo>
                  <a:pt x="522193" y="109"/>
                </a:lnTo>
                <a:lnTo>
                  <a:pt x="521717" y="80"/>
                </a:lnTo>
                <a:lnTo>
                  <a:pt x="521246" y="56"/>
                </a:lnTo>
                <a:lnTo>
                  <a:pt x="520778" y="36"/>
                </a:lnTo>
                <a:lnTo>
                  <a:pt x="520314" y="20"/>
                </a:lnTo>
                <a:lnTo>
                  <a:pt x="519854" y="9"/>
                </a:lnTo>
                <a:lnTo>
                  <a:pt x="519399" y="2"/>
                </a:lnTo>
                <a:lnTo>
                  <a:pt x="518947" y="0"/>
                </a:lnTo>
                <a:lnTo>
                  <a:pt x="518255" y="5"/>
                </a:lnTo>
                <a:lnTo>
                  <a:pt x="517575" y="21"/>
                </a:lnTo>
                <a:lnTo>
                  <a:pt x="516909" y="48"/>
                </a:lnTo>
                <a:lnTo>
                  <a:pt x="516256" y="86"/>
                </a:lnTo>
                <a:lnTo>
                  <a:pt x="515616" y="134"/>
                </a:lnTo>
                <a:lnTo>
                  <a:pt x="514988" y="193"/>
                </a:lnTo>
                <a:lnTo>
                  <a:pt x="514374" y="262"/>
                </a:lnTo>
                <a:lnTo>
                  <a:pt x="513773" y="343"/>
                </a:lnTo>
                <a:lnTo>
                  <a:pt x="513184" y="434"/>
                </a:lnTo>
                <a:lnTo>
                  <a:pt x="512609" y="535"/>
                </a:lnTo>
                <a:lnTo>
                  <a:pt x="512046" y="648"/>
                </a:lnTo>
                <a:lnTo>
                  <a:pt x="511496" y="771"/>
                </a:lnTo>
                <a:lnTo>
                  <a:pt x="510960" y="905"/>
                </a:lnTo>
                <a:lnTo>
                  <a:pt x="510436" y="1049"/>
                </a:lnTo>
                <a:lnTo>
                  <a:pt x="509925" y="1205"/>
                </a:lnTo>
                <a:lnTo>
                  <a:pt x="509427" y="1370"/>
                </a:lnTo>
                <a:lnTo>
                  <a:pt x="508942" y="1547"/>
                </a:lnTo>
                <a:lnTo>
                  <a:pt x="508470" y="1735"/>
                </a:lnTo>
                <a:lnTo>
                  <a:pt x="508011" y="1933"/>
                </a:lnTo>
                <a:lnTo>
                  <a:pt x="507565" y="2141"/>
                </a:lnTo>
                <a:lnTo>
                  <a:pt x="507132" y="2361"/>
                </a:lnTo>
                <a:lnTo>
                  <a:pt x="506712" y="2591"/>
                </a:lnTo>
                <a:lnTo>
                  <a:pt x="506305" y="2832"/>
                </a:lnTo>
                <a:lnTo>
                  <a:pt x="505911" y="3084"/>
                </a:lnTo>
                <a:lnTo>
                  <a:pt x="505528" y="3344"/>
                </a:lnTo>
                <a:lnTo>
                  <a:pt x="505155" y="3611"/>
                </a:lnTo>
                <a:lnTo>
                  <a:pt x="504791" y="3884"/>
                </a:lnTo>
                <a:lnTo>
                  <a:pt x="504438" y="4164"/>
                </a:lnTo>
                <a:lnTo>
                  <a:pt x="504094" y="4450"/>
                </a:lnTo>
                <a:lnTo>
                  <a:pt x="503760" y="4743"/>
                </a:lnTo>
                <a:lnTo>
                  <a:pt x="503435" y="5042"/>
                </a:lnTo>
                <a:lnTo>
                  <a:pt x="503121" y="5348"/>
                </a:lnTo>
                <a:lnTo>
                  <a:pt x="502816" y="5660"/>
                </a:lnTo>
                <a:lnTo>
                  <a:pt x="502520" y="5979"/>
                </a:lnTo>
                <a:lnTo>
                  <a:pt x="502235" y="6304"/>
                </a:lnTo>
                <a:lnTo>
                  <a:pt x="501959" y="6636"/>
                </a:lnTo>
                <a:lnTo>
                  <a:pt x="501693" y="6975"/>
                </a:lnTo>
                <a:lnTo>
                  <a:pt x="501437" y="7319"/>
                </a:lnTo>
                <a:lnTo>
                  <a:pt x="501191" y="7671"/>
                </a:lnTo>
                <a:lnTo>
                  <a:pt x="500954" y="8029"/>
                </a:lnTo>
                <a:lnTo>
                  <a:pt x="500727" y="8393"/>
                </a:lnTo>
                <a:lnTo>
                  <a:pt x="500510" y="8764"/>
                </a:lnTo>
                <a:lnTo>
                  <a:pt x="500302" y="9142"/>
                </a:lnTo>
                <a:lnTo>
                  <a:pt x="500104" y="9526"/>
                </a:lnTo>
                <a:lnTo>
                  <a:pt x="499916" y="9916"/>
                </a:lnTo>
                <a:lnTo>
                  <a:pt x="499738" y="10313"/>
                </a:lnTo>
                <a:lnTo>
                  <a:pt x="499569" y="10717"/>
                </a:lnTo>
                <a:lnTo>
                  <a:pt x="499411" y="11127"/>
                </a:lnTo>
                <a:lnTo>
                  <a:pt x="499301" y="11441"/>
                </a:lnTo>
                <a:lnTo>
                  <a:pt x="499195" y="11768"/>
                </a:lnTo>
                <a:lnTo>
                  <a:pt x="499094" y="12109"/>
                </a:lnTo>
                <a:lnTo>
                  <a:pt x="498998" y="12463"/>
                </a:lnTo>
                <a:lnTo>
                  <a:pt x="498907" y="12831"/>
                </a:lnTo>
                <a:lnTo>
                  <a:pt x="498820" y="13213"/>
                </a:lnTo>
                <a:lnTo>
                  <a:pt x="498738" y="13608"/>
                </a:lnTo>
                <a:lnTo>
                  <a:pt x="498661" y="14017"/>
                </a:lnTo>
                <a:lnTo>
                  <a:pt x="498588" y="14439"/>
                </a:lnTo>
                <a:lnTo>
                  <a:pt x="498520" y="14874"/>
                </a:lnTo>
                <a:lnTo>
                  <a:pt x="498457" y="15324"/>
                </a:lnTo>
                <a:lnTo>
                  <a:pt x="498398" y="15786"/>
                </a:lnTo>
                <a:lnTo>
                  <a:pt x="498344" y="16263"/>
                </a:lnTo>
                <a:lnTo>
                  <a:pt x="498295" y="16753"/>
                </a:lnTo>
                <a:lnTo>
                  <a:pt x="498251" y="17256"/>
                </a:lnTo>
                <a:lnTo>
                  <a:pt x="498211" y="17773"/>
                </a:lnTo>
                <a:lnTo>
                  <a:pt x="498176" y="18303"/>
                </a:lnTo>
                <a:lnTo>
                  <a:pt x="498145" y="18847"/>
                </a:lnTo>
                <a:lnTo>
                  <a:pt x="498119" y="19405"/>
                </a:lnTo>
                <a:lnTo>
                  <a:pt x="498098" y="19976"/>
                </a:lnTo>
                <a:lnTo>
                  <a:pt x="498082" y="20560"/>
                </a:lnTo>
                <a:lnTo>
                  <a:pt x="498070" y="21159"/>
                </a:lnTo>
                <a:lnTo>
                  <a:pt x="498063" y="21770"/>
                </a:lnTo>
                <a:lnTo>
                  <a:pt x="498061" y="22395"/>
                </a:lnTo>
                <a:lnTo>
                  <a:pt x="498061" y="30405"/>
                </a:lnTo>
                <a:lnTo>
                  <a:pt x="486766" y="30405"/>
                </a:lnTo>
                <a:lnTo>
                  <a:pt x="486766" y="32420"/>
                </a:lnTo>
                <a:lnTo>
                  <a:pt x="486294" y="32147"/>
                </a:lnTo>
                <a:lnTo>
                  <a:pt x="485739" y="31841"/>
                </a:lnTo>
                <a:lnTo>
                  <a:pt x="485186" y="31549"/>
                </a:lnTo>
                <a:lnTo>
                  <a:pt x="484632" y="31271"/>
                </a:lnTo>
                <a:close/>
                <a:moveTo>
                  <a:pt x="416261" y="84108"/>
                </a:moveTo>
                <a:lnTo>
                  <a:pt x="415986" y="84708"/>
                </a:lnTo>
                <a:lnTo>
                  <a:pt x="415704" y="85294"/>
                </a:lnTo>
                <a:lnTo>
                  <a:pt x="415414" y="85864"/>
                </a:lnTo>
                <a:lnTo>
                  <a:pt x="415118" y="86419"/>
                </a:lnTo>
                <a:lnTo>
                  <a:pt x="414815" y="86959"/>
                </a:lnTo>
                <a:lnTo>
                  <a:pt x="414504" y="87484"/>
                </a:lnTo>
                <a:lnTo>
                  <a:pt x="414186" y="87994"/>
                </a:lnTo>
                <a:lnTo>
                  <a:pt x="413861" y="88488"/>
                </a:lnTo>
                <a:lnTo>
                  <a:pt x="413529" y="88968"/>
                </a:lnTo>
                <a:lnTo>
                  <a:pt x="413190" y="89432"/>
                </a:lnTo>
                <a:lnTo>
                  <a:pt x="412843" y="89881"/>
                </a:lnTo>
                <a:lnTo>
                  <a:pt x="412490" y="90315"/>
                </a:lnTo>
                <a:lnTo>
                  <a:pt x="412129" y="90733"/>
                </a:lnTo>
                <a:lnTo>
                  <a:pt x="411761" y="91137"/>
                </a:lnTo>
                <a:lnTo>
                  <a:pt x="411386" y="91525"/>
                </a:lnTo>
                <a:lnTo>
                  <a:pt x="411004" y="91899"/>
                </a:lnTo>
                <a:lnTo>
                  <a:pt x="410614" y="92257"/>
                </a:lnTo>
                <a:lnTo>
                  <a:pt x="410218" y="92600"/>
                </a:lnTo>
                <a:lnTo>
                  <a:pt x="409814" y="92927"/>
                </a:lnTo>
                <a:lnTo>
                  <a:pt x="409403" y="93240"/>
                </a:lnTo>
                <a:lnTo>
                  <a:pt x="408985" y="93539"/>
                </a:lnTo>
                <a:lnTo>
                  <a:pt x="408560" y="93824"/>
                </a:lnTo>
                <a:lnTo>
                  <a:pt x="408128" y="94098"/>
                </a:lnTo>
                <a:lnTo>
                  <a:pt x="407688" y="94358"/>
                </a:lnTo>
                <a:lnTo>
                  <a:pt x="407242" y="94606"/>
                </a:lnTo>
                <a:lnTo>
                  <a:pt x="406788" y="94841"/>
                </a:lnTo>
                <a:lnTo>
                  <a:pt x="406327" y="95063"/>
                </a:lnTo>
                <a:lnTo>
                  <a:pt x="405859" y="95273"/>
                </a:lnTo>
                <a:lnTo>
                  <a:pt x="405384" y="95470"/>
                </a:lnTo>
                <a:lnTo>
                  <a:pt x="404902" y="95654"/>
                </a:lnTo>
                <a:lnTo>
                  <a:pt x="404412" y="95825"/>
                </a:lnTo>
                <a:lnTo>
                  <a:pt x="403915" y="95984"/>
                </a:lnTo>
                <a:lnTo>
                  <a:pt x="403412" y="96130"/>
                </a:lnTo>
                <a:lnTo>
                  <a:pt x="402901" y="96264"/>
                </a:lnTo>
                <a:lnTo>
                  <a:pt x="402382" y="96384"/>
                </a:lnTo>
                <a:lnTo>
                  <a:pt x="401857" y="96492"/>
                </a:lnTo>
                <a:lnTo>
                  <a:pt x="401325" y="96587"/>
                </a:lnTo>
                <a:lnTo>
                  <a:pt x="400785" y="96670"/>
                </a:lnTo>
                <a:lnTo>
                  <a:pt x="400238" y="96740"/>
                </a:lnTo>
                <a:lnTo>
                  <a:pt x="399685" y="96797"/>
                </a:lnTo>
                <a:lnTo>
                  <a:pt x="399124" y="96842"/>
                </a:lnTo>
                <a:lnTo>
                  <a:pt x="398555" y="96873"/>
                </a:lnTo>
                <a:lnTo>
                  <a:pt x="397980" y="96892"/>
                </a:lnTo>
                <a:lnTo>
                  <a:pt x="397397" y="96899"/>
                </a:lnTo>
                <a:lnTo>
                  <a:pt x="396616" y="96887"/>
                </a:lnTo>
                <a:lnTo>
                  <a:pt x="395844" y="96853"/>
                </a:lnTo>
                <a:lnTo>
                  <a:pt x="395084" y="96796"/>
                </a:lnTo>
                <a:lnTo>
                  <a:pt x="394335" y="96716"/>
                </a:lnTo>
                <a:lnTo>
                  <a:pt x="393596" y="96613"/>
                </a:lnTo>
                <a:lnTo>
                  <a:pt x="392869" y="96487"/>
                </a:lnTo>
                <a:lnTo>
                  <a:pt x="392152" y="96338"/>
                </a:lnTo>
                <a:lnTo>
                  <a:pt x="391446" y="96167"/>
                </a:lnTo>
                <a:lnTo>
                  <a:pt x="390751" y="95972"/>
                </a:lnTo>
                <a:lnTo>
                  <a:pt x="390067" y="95755"/>
                </a:lnTo>
                <a:lnTo>
                  <a:pt x="389393" y="95515"/>
                </a:lnTo>
                <a:lnTo>
                  <a:pt x="388731" y="95251"/>
                </a:lnTo>
                <a:lnTo>
                  <a:pt x="388079" y="94965"/>
                </a:lnTo>
                <a:lnTo>
                  <a:pt x="387438" y="94657"/>
                </a:lnTo>
                <a:lnTo>
                  <a:pt x="386808" y="94325"/>
                </a:lnTo>
                <a:lnTo>
                  <a:pt x="386189" y="93970"/>
                </a:lnTo>
                <a:lnTo>
                  <a:pt x="385581" y="93593"/>
                </a:lnTo>
                <a:lnTo>
                  <a:pt x="384983" y="93192"/>
                </a:lnTo>
                <a:lnTo>
                  <a:pt x="384397" y="92769"/>
                </a:lnTo>
                <a:lnTo>
                  <a:pt x="383821" y="92323"/>
                </a:lnTo>
                <a:lnTo>
                  <a:pt x="383256" y="91854"/>
                </a:lnTo>
                <a:lnTo>
                  <a:pt x="382702" y="91362"/>
                </a:lnTo>
                <a:lnTo>
                  <a:pt x="382159" y="90847"/>
                </a:lnTo>
                <a:lnTo>
                  <a:pt x="381627" y="90310"/>
                </a:lnTo>
                <a:lnTo>
                  <a:pt x="381109" y="89751"/>
                </a:lnTo>
                <a:lnTo>
                  <a:pt x="380612" y="89171"/>
                </a:lnTo>
                <a:lnTo>
                  <a:pt x="380134" y="88572"/>
                </a:lnTo>
                <a:lnTo>
                  <a:pt x="379675" y="87952"/>
                </a:lnTo>
                <a:lnTo>
                  <a:pt x="379236" y="87312"/>
                </a:lnTo>
                <a:lnTo>
                  <a:pt x="378816" y="86652"/>
                </a:lnTo>
                <a:lnTo>
                  <a:pt x="378416" y="85972"/>
                </a:lnTo>
                <a:lnTo>
                  <a:pt x="378035" y="85272"/>
                </a:lnTo>
                <a:lnTo>
                  <a:pt x="377674" y="84551"/>
                </a:lnTo>
                <a:lnTo>
                  <a:pt x="377332" y="83811"/>
                </a:lnTo>
                <a:lnTo>
                  <a:pt x="377010" y="83050"/>
                </a:lnTo>
                <a:lnTo>
                  <a:pt x="376707" y="82269"/>
                </a:lnTo>
                <a:lnTo>
                  <a:pt x="376424" y="81468"/>
                </a:lnTo>
                <a:lnTo>
                  <a:pt x="376160" y="80646"/>
                </a:lnTo>
                <a:lnTo>
                  <a:pt x="375916" y="79805"/>
                </a:lnTo>
                <a:lnTo>
                  <a:pt x="375691" y="78943"/>
                </a:lnTo>
                <a:lnTo>
                  <a:pt x="375485" y="78061"/>
                </a:lnTo>
                <a:lnTo>
                  <a:pt x="375300" y="77160"/>
                </a:lnTo>
                <a:lnTo>
                  <a:pt x="375133" y="76237"/>
                </a:lnTo>
                <a:lnTo>
                  <a:pt x="374986" y="75295"/>
                </a:lnTo>
                <a:lnTo>
                  <a:pt x="374859" y="74333"/>
                </a:lnTo>
                <a:lnTo>
                  <a:pt x="374751" y="73350"/>
                </a:lnTo>
                <a:lnTo>
                  <a:pt x="374663" y="72347"/>
                </a:lnTo>
                <a:lnTo>
                  <a:pt x="374594" y="71324"/>
                </a:lnTo>
                <a:lnTo>
                  <a:pt x="430857" y="71324"/>
                </a:lnTo>
                <a:lnTo>
                  <a:pt x="430863" y="71137"/>
                </a:lnTo>
                <a:lnTo>
                  <a:pt x="430869" y="70954"/>
                </a:lnTo>
                <a:lnTo>
                  <a:pt x="430874" y="70775"/>
                </a:lnTo>
                <a:lnTo>
                  <a:pt x="430879" y="70599"/>
                </a:lnTo>
                <a:lnTo>
                  <a:pt x="430884" y="70428"/>
                </a:lnTo>
                <a:lnTo>
                  <a:pt x="430888" y="70261"/>
                </a:lnTo>
                <a:lnTo>
                  <a:pt x="430893" y="70097"/>
                </a:lnTo>
                <a:lnTo>
                  <a:pt x="430897" y="69938"/>
                </a:lnTo>
                <a:lnTo>
                  <a:pt x="430901" y="69782"/>
                </a:lnTo>
                <a:lnTo>
                  <a:pt x="430904" y="69630"/>
                </a:lnTo>
                <a:lnTo>
                  <a:pt x="430908" y="69483"/>
                </a:lnTo>
                <a:lnTo>
                  <a:pt x="430911" y="69339"/>
                </a:lnTo>
                <a:lnTo>
                  <a:pt x="430913" y="69199"/>
                </a:lnTo>
                <a:lnTo>
                  <a:pt x="430916" y="69063"/>
                </a:lnTo>
                <a:lnTo>
                  <a:pt x="430918" y="68931"/>
                </a:lnTo>
                <a:lnTo>
                  <a:pt x="430921" y="68803"/>
                </a:lnTo>
                <a:lnTo>
                  <a:pt x="430922" y="68679"/>
                </a:lnTo>
                <a:lnTo>
                  <a:pt x="430924" y="68559"/>
                </a:lnTo>
                <a:lnTo>
                  <a:pt x="430925" y="68443"/>
                </a:lnTo>
                <a:lnTo>
                  <a:pt x="430926" y="68331"/>
                </a:lnTo>
                <a:lnTo>
                  <a:pt x="430927" y="68222"/>
                </a:lnTo>
                <a:lnTo>
                  <a:pt x="430928" y="68118"/>
                </a:lnTo>
                <a:lnTo>
                  <a:pt x="430928" y="68017"/>
                </a:lnTo>
                <a:lnTo>
                  <a:pt x="430928" y="67921"/>
                </a:lnTo>
                <a:lnTo>
                  <a:pt x="430912" y="66381"/>
                </a:lnTo>
                <a:lnTo>
                  <a:pt x="430862" y="64870"/>
                </a:lnTo>
                <a:lnTo>
                  <a:pt x="430779" y="63389"/>
                </a:lnTo>
                <a:lnTo>
                  <a:pt x="430662" y="61936"/>
                </a:lnTo>
                <a:lnTo>
                  <a:pt x="430512" y="60512"/>
                </a:lnTo>
                <a:lnTo>
                  <a:pt x="430329" y="59118"/>
                </a:lnTo>
                <a:lnTo>
                  <a:pt x="430113" y="57752"/>
                </a:lnTo>
                <a:lnTo>
                  <a:pt x="429863" y="56416"/>
                </a:lnTo>
                <a:lnTo>
                  <a:pt x="429580" y="55109"/>
                </a:lnTo>
                <a:lnTo>
                  <a:pt x="429263" y="53830"/>
                </a:lnTo>
                <a:lnTo>
                  <a:pt x="428914" y="52581"/>
                </a:lnTo>
                <a:lnTo>
                  <a:pt x="428531" y="51361"/>
                </a:lnTo>
                <a:lnTo>
                  <a:pt x="428115" y="50170"/>
                </a:lnTo>
                <a:lnTo>
                  <a:pt x="427665" y="49008"/>
                </a:lnTo>
                <a:lnTo>
                  <a:pt x="427182" y="47875"/>
                </a:lnTo>
                <a:lnTo>
                  <a:pt x="426666" y="46771"/>
                </a:lnTo>
                <a:lnTo>
                  <a:pt x="426117" y="45696"/>
                </a:lnTo>
                <a:lnTo>
                  <a:pt x="425534" y="44650"/>
                </a:lnTo>
                <a:lnTo>
                  <a:pt x="424918" y="43633"/>
                </a:lnTo>
                <a:lnTo>
                  <a:pt x="424268" y="42646"/>
                </a:lnTo>
                <a:lnTo>
                  <a:pt x="423586" y="41687"/>
                </a:lnTo>
                <a:lnTo>
                  <a:pt x="422870" y="40757"/>
                </a:lnTo>
                <a:lnTo>
                  <a:pt x="422121" y="39857"/>
                </a:lnTo>
                <a:lnTo>
                  <a:pt x="421338" y="38985"/>
                </a:lnTo>
                <a:lnTo>
                  <a:pt x="420529" y="38146"/>
                </a:lnTo>
                <a:lnTo>
                  <a:pt x="419701" y="37343"/>
                </a:lnTo>
                <a:lnTo>
                  <a:pt x="418854" y="36575"/>
                </a:lnTo>
                <a:lnTo>
                  <a:pt x="417987" y="35843"/>
                </a:lnTo>
                <a:lnTo>
                  <a:pt x="417101" y="35146"/>
                </a:lnTo>
                <a:lnTo>
                  <a:pt x="416196" y="34486"/>
                </a:lnTo>
                <a:lnTo>
                  <a:pt x="415272" y="33861"/>
                </a:lnTo>
                <a:lnTo>
                  <a:pt x="414329" y="33271"/>
                </a:lnTo>
                <a:lnTo>
                  <a:pt x="413366" y="32718"/>
                </a:lnTo>
                <a:lnTo>
                  <a:pt x="412384" y="32200"/>
                </a:lnTo>
                <a:lnTo>
                  <a:pt x="411383" y="31718"/>
                </a:lnTo>
                <a:lnTo>
                  <a:pt x="410362" y="31272"/>
                </a:lnTo>
                <a:lnTo>
                  <a:pt x="409323" y="30861"/>
                </a:lnTo>
                <a:lnTo>
                  <a:pt x="408264" y="30486"/>
                </a:lnTo>
                <a:lnTo>
                  <a:pt x="407185" y="30147"/>
                </a:lnTo>
                <a:lnTo>
                  <a:pt x="406088" y="29843"/>
                </a:lnTo>
                <a:lnTo>
                  <a:pt x="404971" y="29575"/>
                </a:lnTo>
                <a:lnTo>
                  <a:pt x="403835" y="29343"/>
                </a:lnTo>
                <a:lnTo>
                  <a:pt x="402680" y="29147"/>
                </a:lnTo>
                <a:lnTo>
                  <a:pt x="401506" y="28986"/>
                </a:lnTo>
                <a:lnTo>
                  <a:pt x="400312" y="28861"/>
                </a:lnTo>
                <a:lnTo>
                  <a:pt x="399099" y="28772"/>
                </a:lnTo>
                <a:lnTo>
                  <a:pt x="397867" y="28718"/>
                </a:lnTo>
                <a:lnTo>
                  <a:pt x="396616" y="28700"/>
                </a:lnTo>
                <a:lnTo>
                  <a:pt x="395324" y="28718"/>
                </a:lnTo>
                <a:lnTo>
                  <a:pt x="394052" y="28773"/>
                </a:lnTo>
                <a:lnTo>
                  <a:pt x="392800" y="28864"/>
                </a:lnTo>
                <a:lnTo>
                  <a:pt x="391568" y="28992"/>
                </a:lnTo>
                <a:lnTo>
                  <a:pt x="390357" y="29157"/>
                </a:lnTo>
                <a:lnTo>
                  <a:pt x="389166" y="29357"/>
                </a:lnTo>
                <a:lnTo>
                  <a:pt x="387995" y="29595"/>
                </a:lnTo>
                <a:lnTo>
                  <a:pt x="386844" y="29868"/>
                </a:lnTo>
                <a:lnTo>
                  <a:pt x="385714" y="30179"/>
                </a:lnTo>
                <a:lnTo>
                  <a:pt x="384603" y="30526"/>
                </a:lnTo>
                <a:lnTo>
                  <a:pt x="383513" y="30909"/>
                </a:lnTo>
                <a:lnTo>
                  <a:pt x="382444" y="31329"/>
                </a:lnTo>
                <a:lnTo>
                  <a:pt x="381394" y="31785"/>
                </a:lnTo>
                <a:lnTo>
                  <a:pt x="380365" y="32278"/>
                </a:lnTo>
                <a:lnTo>
                  <a:pt x="379356" y="32807"/>
                </a:lnTo>
                <a:lnTo>
                  <a:pt x="378367" y="33373"/>
                </a:lnTo>
                <a:lnTo>
                  <a:pt x="377398" y="33975"/>
                </a:lnTo>
                <a:lnTo>
                  <a:pt x="376450" y="34614"/>
                </a:lnTo>
                <a:lnTo>
                  <a:pt x="375521" y="35290"/>
                </a:lnTo>
                <a:lnTo>
                  <a:pt x="374613" y="36002"/>
                </a:lnTo>
                <a:lnTo>
                  <a:pt x="373726" y="36750"/>
                </a:lnTo>
                <a:lnTo>
                  <a:pt x="372858" y="37535"/>
                </a:lnTo>
                <a:lnTo>
                  <a:pt x="372011" y="38356"/>
                </a:lnTo>
                <a:lnTo>
                  <a:pt x="371184" y="39214"/>
                </a:lnTo>
                <a:lnTo>
                  <a:pt x="370384" y="40105"/>
                </a:lnTo>
                <a:lnTo>
                  <a:pt x="369618" y="41026"/>
                </a:lnTo>
                <a:lnTo>
                  <a:pt x="368886" y="41976"/>
                </a:lnTo>
                <a:lnTo>
                  <a:pt x="368188" y="42956"/>
                </a:lnTo>
                <a:lnTo>
                  <a:pt x="367524" y="43965"/>
                </a:lnTo>
                <a:lnTo>
                  <a:pt x="366895" y="45004"/>
                </a:lnTo>
                <a:lnTo>
                  <a:pt x="366299" y="46072"/>
                </a:lnTo>
                <a:lnTo>
                  <a:pt x="365737" y="47171"/>
                </a:lnTo>
                <a:lnTo>
                  <a:pt x="365210" y="48298"/>
                </a:lnTo>
                <a:lnTo>
                  <a:pt x="364716" y="49456"/>
                </a:lnTo>
                <a:lnTo>
                  <a:pt x="364257" y="50643"/>
                </a:lnTo>
                <a:lnTo>
                  <a:pt x="363831" y="51859"/>
                </a:lnTo>
                <a:lnTo>
                  <a:pt x="363440" y="53105"/>
                </a:lnTo>
                <a:lnTo>
                  <a:pt x="363082" y="54381"/>
                </a:lnTo>
                <a:lnTo>
                  <a:pt x="362759" y="55687"/>
                </a:lnTo>
                <a:lnTo>
                  <a:pt x="362469" y="57022"/>
                </a:lnTo>
                <a:lnTo>
                  <a:pt x="362214" y="58386"/>
                </a:lnTo>
                <a:lnTo>
                  <a:pt x="361993" y="59780"/>
                </a:lnTo>
                <a:lnTo>
                  <a:pt x="361806" y="61204"/>
                </a:lnTo>
                <a:lnTo>
                  <a:pt x="361652" y="62657"/>
                </a:lnTo>
                <a:lnTo>
                  <a:pt x="361533" y="64140"/>
                </a:lnTo>
                <a:lnTo>
                  <a:pt x="361448" y="65653"/>
                </a:lnTo>
                <a:lnTo>
                  <a:pt x="361397" y="67195"/>
                </a:lnTo>
                <a:lnTo>
                  <a:pt x="361380" y="68767"/>
                </a:lnTo>
                <a:lnTo>
                  <a:pt x="361397" y="70286"/>
                </a:lnTo>
                <a:lnTo>
                  <a:pt x="361447" y="71776"/>
                </a:lnTo>
                <a:lnTo>
                  <a:pt x="361532" y="73238"/>
                </a:lnTo>
                <a:lnTo>
                  <a:pt x="361650" y="74672"/>
                </a:lnTo>
                <a:lnTo>
                  <a:pt x="361801" y="76077"/>
                </a:lnTo>
                <a:lnTo>
                  <a:pt x="361986" y="77454"/>
                </a:lnTo>
                <a:lnTo>
                  <a:pt x="362205" y="78802"/>
                </a:lnTo>
                <a:lnTo>
                  <a:pt x="362458" y="80121"/>
                </a:lnTo>
                <a:lnTo>
                  <a:pt x="362744" y="81412"/>
                </a:lnTo>
                <a:lnTo>
                  <a:pt x="363064" y="82675"/>
                </a:lnTo>
                <a:lnTo>
                  <a:pt x="363417" y="83909"/>
                </a:lnTo>
                <a:lnTo>
                  <a:pt x="363804" y="85115"/>
                </a:lnTo>
                <a:lnTo>
                  <a:pt x="364225" y="86292"/>
                </a:lnTo>
                <a:lnTo>
                  <a:pt x="364680" y="87441"/>
                </a:lnTo>
                <a:lnTo>
                  <a:pt x="365168" y="88561"/>
                </a:lnTo>
                <a:lnTo>
                  <a:pt x="365690" y="89653"/>
                </a:lnTo>
                <a:lnTo>
                  <a:pt x="366245" y="90716"/>
                </a:lnTo>
                <a:lnTo>
                  <a:pt x="366835" y="91750"/>
                </a:lnTo>
                <a:lnTo>
                  <a:pt x="367458" y="92757"/>
                </a:lnTo>
                <a:lnTo>
                  <a:pt x="368114" y="93734"/>
                </a:lnTo>
                <a:lnTo>
                  <a:pt x="368804" y="94684"/>
                </a:lnTo>
                <a:lnTo>
                  <a:pt x="369528" y="95604"/>
                </a:lnTo>
                <a:lnTo>
                  <a:pt x="370286" y="96497"/>
                </a:lnTo>
                <a:lnTo>
                  <a:pt x="371077" y="97360"/>
                </a:lnTo>
                <a:lnTo>
                  <a:pt x="371897" y="98192"/>
                </a:lnTo>
                <a:lnTo>
                  <a:pt x="372741" y="98989"/>
                </a:lnTo>
                <a:lnTo>
                  <a:pt x="373608" y="99750"/>
                </a:lnTo>
                <a:lnTo>
                  <a:pt x="374500" y="100475"/>
                </a:lnTo>
                <a:lnTo>
                  <a:pt x="375415" y="101166"/>
                </a:lnTo>
                <a:lnTo>
                  <a:pt x="376354" y="101820"/>
                </a:lnTo>
                <a:lnTo>
                  <a:pt x="377317" y="102440"/>
                </a:lnTo>
                <a:lnTo>
                  <a:pt x="378303" y="103024"/>
                </a:lnTo>
                <a:lnTo>
                  <a:pt x="379314" y="103573"/>
                </a:lnTo>
                <a:lnTo>
                  <a:pt x="380348" y="104086"/>
                </a:lnTo>
                <a:lnTo>
                  <a:pt x="381406" y="104564"/>
                </a:lnTo>
                <a:lnTo>
                  <a:pt x="382488" y="105006"/>
                </a:lnTo>
                <a:lnTo>
                  <a:pt x="383594" y="105413"/>
                </a:lnTo>
                <a:lnTo>
                  <a:pt x="384723" y="105785"/>
                </a:lnTo>
                <a:lnTo>
                  <a:pt x="385876" y="106121"/>
                </a:lnTo>
                <a:lnTo>
                  <a:pt x="387053" y="106422"/>
                </a:lnTo>
                <a:lnTo>
                  <a:pt x="388254" y="106687"/>
                </a:lnTo>
                <a:lnTo>
                  <a:pt x="389479" y="106918"/>
                </a:lnTo>
                <a:lnTo>
                  <a:pt x="390727" y="107112"/>
                </a:lnTo>
                <a:lnTo>
                  <a:pt x="391999" y="107272"/>
                </a:lnTo>
                <a:lnTo>
                  <a:pt x="393295" y="107395"/>
                </a:lnTo>
                <a:lnTo>
                  <a:pt x="394615" y="107484"/>
                </a:lnTo>
                <a:lnTo>
                  <a:pt x="395959" y="107537"/>
                </a:lnTo>
                <a:lnTo>
                  <a:pt x="397326" y="107555"/>
                </a:lnTo>
                <a:lnTo>
                  <a:pt x="398413" y="107544"/>
                </a:lnTo>
                <a:lnTo>
                  <a:pt x="399484" y="107510"/>
                </a:lnTo>
                <a:lnTo>
                  <a:pt x="400539" y="107455"/>
                </a:lnTo>
                <a:lnTo>
                  <a:pt x="401577" y="107377"/>
                </a:lnTo>
                <a:lnTo>
                  <a:pt x="402599" y="107277"/>
                </a:lnTo>
                <a:lnTo>
                  <a:pt x="403605" y="107155"/>
                </a:lnTo>
                <a:lnTo>
                  <a:pt x="404594" y="107011"/>
                </a:lnTo>
                <a:lnTo>
                  <a:pt x="405567" y="106844"/>
                </a:lnTo>
                <a:lnTo>
                  <a:pt x="406524" y="106656"/>
                </a:lnTo>
                <a:lnTo>
                  <a:pt x="407464" y="106445"/>
                </a:lnTo>
                <a:lnTo>
                  <a:pt x="408389" y="106212"/>
                </a:lnTo>
                <a:lnTo>
                  <a:pt x="409297" y="105956"/>
                </a:lnTo>
                <a:lnTo>
                  <a:pt x="410188" y="105679"/>
                </a:lnTo>
                <a:lnTo>
                  <a:pt x="411064" y="105379"/>
                </a:lnTo>
                <a:lnTo>
                  <a:pt x="411923" y="105057"/>
                </a:lnTo>
                <a:lnTo>
                  <a:pt x="412766" y="104713"/>
                </a:lnTo>
                <a:lnTo>
                  <a:pt x="413592" y="104347"/>
                </a:lnTo>
                <a:lnTo>
                  <a:pt x="414403" y="103958"/>
                </a:lnTo>
                <a:lnTo>
                  <a:pt x="415197" y="103548"/>
                </a:lnTo>
                <a:lnTo>
                  <a:pt x="415974" y="103115"/>
                </a:lnTo>
                <a:lnTo>
                  <a:pt x="416736" y="102660"/>
                </a:lnTo>
                <a:lnTo>
                  <a:pt x="417481" y="102182"/>
                </a:lnTo>
                <a:lnTo>
                  <a:pt x="418210" y="101683"/>
                </a:lnTo>
                <a:lnTo>
                  <a:pt x="418923" y="101161"/>
                </a:lnTo>
                <a:lnTo>
                  <a:pt x="419618" y="100619"/>
                </a:lnTo>
                <a:lnTo>
                  <a:pt x="420295" y="100059"/>
                </a:lnTo>
                <a:lnTo>
                  <a:pt x="420953" y="99482"/>
                </a:lnTo>
                <a:lnTo>
                  <a:pt x="421593" y="98886"/>
                </a:lnTo>
                <a:lnTo>
                  <a:pt x="422214" y="98272"/>
                </a:lnTo>
                <a:lnTo>
                  <a:pt x="422817" y="97640"/>
                </a:lnTo>
                <a:lnTo>
                  <a:pt x="423401" y="96990"/>
                </a:lnTo>
                <a:lnTo>
                  <a:pt x="423966" y="96322"/>
                </a:lnTo>
                <a:lnTo>
                  <a:pt x="424514" y="95637"/>
                </a:lnTo>
                <a:lnTo>
                  <a:pt x="425042" y="94933"/>
                </a:lnTo>
                <a:lnTo>
                  <a:pt x="425553" y="94211"/>
                </a:lnTo>
                <a:lnTo>
                  <a:pt x="426044" y="93471"/>
                </a:lnTo>
                <a:lnTo>
                  <a:pt x="426518" y="92713"/>
                </a:lnTo>
                <a:lnTo>
                  <a:pt x="426972" y="91937"/>
                </a:lnTo>
                <a:lnTo>
                  <a:pt x="427409" y="91143"/>
                </a:lnTo>
                <a:lnTo>
                  <a:pt x="427826" y="90331"/>
                </a:lnTo>
                <a:lnTo>
                  <a:pt x="428226" y="89502"/>
                </a:lnTo>
                <a:lnTo>
                  <a:pt x="428606" y="88654"/>
                </a:lnTo>
                <a:lnTo>
                  <a:pt x="428969" y="87788"/>
                </a:lnTo>
                <a:lnTo>
                  <a:pt x="429312" y="86904"/>
                </a:lnTo>
                <a:lnTo>
                  <a:pt x="429637" y="86002"/>
                </a:lnTo>
                <a:lnTo>
                  <a:pt x="429944" y="85082"/>
                </a:lnTo>
                <a:lnTo>
                  <a:pt x="430232" y="84144"/>
                </a:lnTo>
                <a:lnTo>
                  <a:pt x="430502" y="83188"/>
                </a:lnTo>
                <a:lnTo>
                  <a:pt x="417289" y="81554"/>
                </a:lnTo>
                <a:lnTo>
                  <a:pt x="417042" y="82215"/>
                </a:lnTo>
                <a:lnTo>
                  <a:pt x="416789" y="82861"/>
                </a:lnTo>
                <a:lnTo>
                  <a:pt x="416528" y="83492"/>
                </a:lnTo>
                <a:lnTo>
                  <a:pt x="416261" y="84108"/>
                </a:lnTo>
                <a:close/>
                <a:moveTo>
                  <a:pt x="375666" y="57539"/>
                </a:moveTo>
                <a:lnTo>
                  <a:pt x="375803" y="56791"/>
                </a:lnTo>
                <a:lnTo>
                  <a:pt x="375959" y="56057"/>
                </a:lnTo>
                <a:lnTo>
                  <a:pt x="376133" y="55336"/>
                </a:lnTo>
                <a:lnTo>
                  <a:pt x="376326" y="54628"/>
                </a:lnTo>
                <a:lnTo>
                  <a:pt x="376538" y="53934"/>
                </a:lnTo>
                <a:lnTo>
                  <a:pt x="376768" y="53254"/>
                </a:lnTo>
                <a:lnTo>
                  <a:pt x="377017" y="52587"/>
                </a:lnTo>
                <a:lnTo>
                  <a:pt x="377284" y="51934"/>
                </a:lnTo>
                <a:lnTo>
                  <a:pt x="377570" y="51295"/>
                </a:lnTo>
                <a:lnTo>
                  <a:pt x="377875" y="50669"/>
                </a:lnTo>
                <a:lnTo>
                  <a:pt x="378198" y="50056"/>
                </a:lnTo>
                <a:lnTo>
                  <a:pt x="378540" y="49458"/>
                </a:lnTo>
                <a:lnTo>
                  <a:pt x="378901" y="48873"/>
                </a:lnTo>
                <a:lnTo>
                  <a:pt x="379280" y="48301"/>
                </a:lnTo>
                <a:lnTo>
                  <a:pt x="379678" y="47743"/>
                </a:lnTo>
                <a:lnTo>
                  <a:pt x="380094" y="47199"/>
                </a:lnTo>
                <a:lnTo>
                  <a:pt x="380529" y="46668"/>
                </a:lnTo>
                <a:lnTo>
                  <a:pt x="380983" y="46151"/>
                </a:lnTo>
                <a:lnTo>
                  <a:pt x="381455" y="45647"/>
                </a:lnTo>
                <a:lnTo>
                  <a:pt x="381946" y="45157"/>
                </a:lnTo>
                <a:lnTo>
                  <a:pt x="382451" y="44684"/>
                </a:lnTo>
                <a:lnTo>
                  <a:pt x="382966" y="44231"/>
                </a:lnTo>
                <a:lnTo>
                  <a:pt x="383491" y="43797"/>
                </a:lnTo>
                <a:lnTo>
                  <a:pt x="384025" y="43385"/>
                </a:lnTo>
                <a:lnTo>
                  <a:pt x="384569" y="42992"/>
                </a:lnTo>
                <a:lnTo>
                  <a:pt x="385123" y="42619"/>
                </a:lnTo>
                <a:lnTo>
                  <a:pt x="385687" y="42267"/>
                </a:lnTo>
                <a:lnTo>
                  <a:pt x="386260" y="41934"/>
                </a:lnTo>
                <a:lnTo>
                  <a:pt x="386843" y="41622"/>
                </a:lnTo>
                <a:lnTo>
                  <a:pt x="387436" y="41330"/>
                </a:lnTo>
                <a:lnTo>
                  <a:pt x="388038" y="41058"/>
                </a:lnTo>
                <a:lnTo>
                  <a:pt x="388651" y="40806"/>
                </a:lnTo>
                <a:lnTo>
                  <a:pt x="389273" y="40575"/>
                </a:lnTo>
                <a:lnTo>
                  <a:pt x="389904" y="40363"/>
                </a:lnTo>
                <a:lnTo>
                  <a:pt x="390546" y="40172"/>
                </a:lnTo>
                <a:lnTo>
                  <a:pt x="391197" y="40001"/>
                </a:lnTo>
                <a:lnTo>
                  <a:pt x="391858" y="39850"/>
                </a:lnTo>
                <a:lnTo>
                  <a:pt x="392529" y="39719"/>
                </a:lnTo>
                <a:lnTo>
                  <a:pt x="393210" y="39608"/>
                </a:lnTo>
                <a:lnTo>
                  <a:pt x="393900" y="39517"/>
                </a:lnTo>
                <a:lnTo>
                  <a:pt x="394600" y="39447"/>
                </a:lnTo>
                <a:lnTo>
                  <a:pt x="395309" y="39396"/>
                </a:lnTo>
                <a:lnTo>
                  <a:pt x="396029" y="39366"/>
                </a:lnTo>
                <a:lnTo>
                  <a:pt x="396758" y="39356"/>
                </a:lnTo>
                <a:lnTo>
                  <a:pt x="397563" y="39369"/>
                </a:lnTo>
                <a:lnTo>
                  <a:pt x="398355" y="39407"/>
                </a:lnTo>
                <a:lnTo>
                  <a:pt x="399135" y="39470"/>
                </a:lnTo>
                <a:lnTo>
                  <a:pt x="399902" y="39558"/>
                </a:lnTo>
                <a:lnTo>
                  <a:pt x="400656" y="39672"/>
                </a:lnTo>
                <a:lnTo>
                  <a:pt x="401398" y="39810"/>
                </a:lnTo>
                <a:lnTo>
                  <a:pt x="402127" y="39974"/>
                </a:lnTo>
                <a:lnTo>
                  <a:pt x="402844" y="40164"/>
                </a:lnTo>
                <a:lnTo>
                  <a:pt x="403548" y="40378"/>
                </a:lnTo>
                <a:lnTo>
                  <a:pt x="404240" y="40618"/>
                </a:lnTo>
                <a:lnTo>
                  <a:pt x="404918" y="40883"/>
                </a:lnTo>
                <a:lnTo>
                  <a:pt x="405585" y="41173"/>
                </a:lnTo>
                <a:lnTo>
                  <a:pt x="406239" y="41488"/>
                </a:lnTo>
                <a:lnTo>
                  <a:pt x="406880" y="41829"/>
                </a:lnTo>
                <a:lnTo>
                  <a:pt x="407508" y="42195"/>
                </a:lnTo>
                <a:lnTo>
                  <a:pt x="408125" y="42586"/>
                </a:lnTo>
                <a:lnTo>
                  <a:pt x="408728" y="43002"/>
                </a:lnTo>
                <a:lnTo>
                  <a:pt x="409319" y="43443"/>
                </a:lnTo>
                <a:lnTo>
                  <a:pt x="409897" y="43910"/>
                </a:lnTo>
                <a:lnTo>
                  <a:pt x="410463" y="44402"/>
                </a:lnTo>
                <a:lnTo>
                  <a:pt x="411016" y="44919"/>
                </a:lnTo>
                <a:lnTo>
                  <a:pt x="411557" y="45462"/>
                </a:lnTo>
                <a:lnTo>
                  <a:pt x="412085" y="46029"/>
                </a:lnTo>
                <a:lnTo>
                  <a:pt x="412600" y="46622"/>
                </a:lnTo>
                <a:lnTo>
                  <a:pt x="412926" y="47021"/>
                </a:lnTo>
                <a:lnTo>
                  <a:pt x="413241" y="47435"/>
                </a:lnTo>
                <a:lnTo>
                  <a:pt x="413546" y="47866"/>
                </a:lnTo>
                <a:lnTo>
                  <a:pt x="413839" y="48313"/>
                </a:lnTo>
                <a:lnTo>
                  <a:pt x="414122" y="48776"/>
                </a:lnTo>
                <a:lnTo>
                  <a:pt x="414394" y="49256"/>
                </a:lnTo>
                <a:lnTo>
                  <a:pt x="414655" y="49752"/>
                </a:lnTo>
                <a:lnTo>
                  <a:pt x="414905" y="50264"/>
                </a:lnTo>
                <a:lnTo>
                  <a:pt x="415144" y="50792"/>
                </a:lnTo>
                <a:lnTo>
                  <a:pt x="415373" y="51337"/>
                </a:lnTo>
                <a:lnTo>
                  <a:pt x="415590" y="51898"/>
                </a:lnTo>
                <a:lnTo>
                  <a:pt x="415797" y="52475"/>
                </a:lnTo>
                <a:lnTo>
                  <a:pt x="415993" y="53068"/>
                </a:lnTo>
                <a:lnTo>
                  <a:pt x="416178" y="53678"/>
                </a:lnTo>
                <a:lnTo>
                  <a:pt x="416352" y="54304"/>
                </a:lnTo>
                <a:lnTo>
                  <a:pt x="416515" y="54946"/>
                </a:lnTo>
                <a:lnTo>
                  <a:pt x="416668" y="55604"/>
                </a:lnTo>
                <a:lnTo>
                  <a:pt x="416809" y="56279"/>
                </a:lnTo>
                <a:lnTo>
                  <a:pt x="416940" y="56970"/>
                </a:lnTo>
                <a:lnTo>
                  <a:pt x="417060" y="57677"/>
                </a:lnTo>
                <a:lnTo>
                  <a:pt x="417169" y="58400"/>
                </a:lnTo>
                <a:lnTo>
                  <a:pt x="417267" y="59140"/>
                </a:lnTo>
                <a:lnTo>
                  <a:pt x="417354" y="59896"/>
                </a:lnTo>
                <a:lnTo>
                  <a:pt x="417431" y="60668"/>
                </a:lnTo>
                <a:lnTo>
                  <a:pt x="375304" y="60668"/>
                </a:lnTo>
                <a:lnTo>
                  <a:pt x="375367" y="59866"/>
                </a:lnTo>
                <a:lnTo>
                  <a:pt x="375448" y="59077"/>
                </a:lnTo>
                <a:lnTo>
                  <a:pt x="375548" y="58301"/>
                </a:lnTo>
                <a:lnTo>
                  <a:pt x="375666" y="57539"/>
                </a:lnTo>
                <a:close/>
                <a:moveTo>
                  <a:pt x="212054" y="105850"/>
                </a:moveTo>
                <a:lnTo>
                  <a:pt x="224841" y="105850"/>
                </a:lnTo>
                <a:lnTo>
                  <a:pt x="224841" y="30405"/>
                </a:lnTo>
                <a:lnTo>
                  <a:pt x="212054" y="30405"/>
                </a:lnTo>
                <a:lnTo>
                  <a:pt x="212054" y="105850"/>
                </a:lnTo>
                <a:close/>
                <a:moveTo>
                  <a:pt x="863419" y="54346"/>
                </a:moveTo>
                <a:lnTo>
                  <a:pt x="808790" y="77007"/>
                </a:lnTo>
                <a:lnTo>
                  <a:pt x="808790" y="89795"/>
                </a:lnTo>
                <a:lnTo>
                  <a:pt x="877770" y="60242"/>
                </a:lnTo>
                <a:lnTo>
                  <a:pt x="877770" y="48307"/>
                </a:lnTo>
                <a:lnTo>
                  <a:pt x="808790" y="19181"/>
                </a:lnTo>
                <a:lnTo>
                  <a:pt x="808790" y="31968"/>
                </a:lnTo>
                <a:lnTo>
                  <a:pt x="863419" y="54346"/>
                </a:lnTo>
                <a:close/>
                <a:moveTo>
                  <a:pt x="948384" y="54346"/>
                </a:moveTo>
                <a:lnTo>
                  <a:pt x="893754" y="77007"/>
                </a:lnTo>
                <a:lnTo>
                  <a:pt x="893754" y="89795"/>
                </a:lnTo>
                <a:lnTo>
                  <a:pt x="962734" y="60242"/>
                </a:lnTo>
                <a:lnTo>
                  <a:pt x="962734" y="48307"/>
                </a:lnTo>
                <a:lnTo>
                  <a:pt x="893754" y="19181"/>
                </a:lnTo>
                <a:lnTo>
                  <a:pt x="893754" y="31968"/>
                </a:lnTo>
                <a:lnTo>
                  <a:pt x="948384" y="54346"/>
                </a:lnTo>
                <a:close/>
                <a:moveTo>
                  <a:pt x="584888" y="98275"/>
                </a:moveTo>
                <a:lnTo>
                  <a:pt x="584958" y="98698"/>
                </a:lnTo>
                <a:lnTo>
                  <a:pt x="585032" y="99116"/>
                </a:lnTo>
                <a:lnTo>
                  <a:pt x="585112" y="99530"/>
                </a:lnTo>
                <a:lnTo>
                  <a:pt x="585196" y="99940"/>
                </a:lnTo>
                <a:lnTo>
                  <a:pt x="585285" y="100344"/>
                </a:lnTo>
                <a:lnTo>
                  <a:pt x="585380" y="100744"/>
                </a:lnTo>
                <a:lnTo>
                  <a:pt x="585479" y="101139"/>
                </a:lnTo>
                <a:lnTo>
                  <a:pt x="585583" y="101530"/>
                </a:lnTo>
                <a:lnTo>
                  <a:pt x="585692" y="101915"/>
                </a:lnTo>
                <a:lnTo>
                  <a:pt x="585806" y="102296"/>
                </a:lnTo>
                <a:lnTo>
                  <a:pt x="585925" y="102673"/>
                </a:lnTo>
                <a:lnTo>
                  <a:pt x="586049" y="103045"/>
                </a:lnTo>
                <a:lnTo>
                  <a:pt x="586177" y="103412"/>
                </a:lnTo>
                <a:lnTo>
                  <a:pt x="586311" y="103774"/>
                </a:lnTo>
                <a:lnTo>
                  <a:pt x="586450" y="104132"/>
                </a:lnTo>
                <a:lnTo>
                  <a:pt x="586593" y="104485"/>
                </a:lnTo>
                <a:lnTo>
                  <a:pt x="586742" y="104833"/>
                </a:lnTo>
                <a:lnTo>
                  <a:pt x="586895" y="105177"/>
                </a:lnTo>
                <a:lnTo>
                  <a:pt x="587054" y="105515"/>
                </a:lnTo>
                <a:lnTo>
                  <a:pt x="587217" y="105850"/>
                </a:lnTo>
                <a:lnTo>
                  <a:pt x="600572" y="105850"/>
                </a:lnTo>
                <a:lnTo>
                  <a:pt x="600374" y="105488"/>
                </a:lnTo>
                <a:lnTo>
                  <a:pt x="600181" y="105125"/>
                </a:lnTo>
                <a:lnTo>
                  <a:pt x="599994" y="104760"/>
                </a:lnTo>
                <a:lnTo>
                  <a:pt x="599812" y="104394"/>
                </a:lnTo>
                <a:lnTo>
                  <a:pt x="599635" y="104027"/>
                </a:lnTo>
                <a:lnTo>
                  <a:pt x="599465" y="103659"/>
                </a:lnTo>
                <a:lnTo>
                  <a:pt x="599299" y="103289"/>
                </a:lnTo>
                <a:lnTo>
                  <a:pt x="599140" y="102917"/>
                </a:lnTo>
                <a:lnTo>
                  <a:pt x="598986" y="102545"/>
                </a:lnTo>
                <a:lnTo>
                  <a:pt x="598837" y="102171"/>
                </a:lnTo>
                <a:lnTo>
                  <a:pt x="598694" y="101795"/>
                </a:lnTo>
                <a:lnTo>
                  <a:pt x="598557" y="101419"/>
                </a:lnTo>
                <a:lnTo>
                  <a:pt x="598425" y="101041"/>
                </a:lnTo>
                <a:lnTo>
                  <a:pt x="598298" y="100661"/>
                </a:lnTo>
                <a:lnTo>
                  <a:pt x="598178" y="100280"/>
                </a:lnTo>
                <a:lnTo>
                  <a:pt x="598062" y="99898"/>
                </a:lnTo>
                <a:lnTo>
                  <a:pt x="597953" y="99515"/>
                </a:lnTo>
                <a:lnTo>
                  <a:pt x="597848" y="99130"/>
                </a:lnTo>
                <a:lnTo>
                  <a:pt x="597750" y="98744"/>
                </a:lnTo>
                <a:lnTo>
                  <a:pt x="597657" y="98356"/>
                </a:lnTo>
                <a:lnTo>
                  <a:pt x="597569" y="97967"/>
                </a:lnTo>
                <a:lnTo>
                  <a:pt x="597487" y="97577"/>
                </a:lnTo>
                <a:lnTo>
                  <a:pt x="597411" y="97185"/>
                </a:lnTo>
                <a:lnTo>
                  <a:pt x="597340" y="96792"/>
                </a:lnTo>
                <a:lnTo>
                  <a:pt x="597273" y="96376"/>
                </a:lnTo>
                <a:lnTo>
                  <a:pt x="597210" y="95914"/>
                </a:lnTo>
                <a:lnTo>
                  <a:pt x="597149" y="95406"/>
                </a:lnTo>
                <a:lnTo>
                  <a:pt x="597090" y="94853"/>
                </a:lnTo>
                <a:lnTo>
                  <a:pt x="597035" y="94255"/>
                </a:lnTo>
                <a:lnTo>
                  <a:pt x="596983" y="93611"/>
                </a:lnTo>
                <a:lnTo>
                  <a:pt x="596933" y="92921"/>
                </a:lnTo>
                <a:lnTo>
                  <a:pt x="596886" y="92186"/>
                </a:lnTo>
                <a:lnTo>
                  <a:pt x="596842" y="91406"/>
                </a:lnTo>
                <a:lnTo>
                  <a:pt x="596801" y="90580"/>
                </a:lnTo>
                <a:lnTo>
                  <a:pt x="596763" y="89708"/>
                </a:lnTo>
                <a:lnTo>
                  <a:pt x="596727" y="88791"/>
                </a:lnTo>
                <a:lnTo>
                  <a:pt x="596695" y="87829"/>
                </a:lnTo>
                <a:lnTo>
                  <a:pt x="596665" y="86821"/>
                </a:lnTo>
                <a:lnTo>
                  <a:pt x="596638" y="85767"/>
                </a:lnTo>
                <a:lnTo>
                  <a:pt x="596614" y="84668"/>
                </a:lnTo>
                <a:lnTo>
                  <a:pt x="596593" y="83523"/>
                </a:lnTo>
                <a:lnTo>
                  <a:pt x="596574" y="82333"/>
                </a:lnTo>
                <a:lnTo>
                  <a:pt x="596559" y="81098"/>
                </a:lnTo>
                <a:lnTo>
                  <a:pt x="596546" y="79816"/>
                </a:lnTo>
                <a:lnTo>
                  <a:pt x="596536" y="78490"/>
                </a:lnTo>
                <a:lnTo>
                  <a:pt x="596529" y="77118"/>
                </a:lnTo>
                <a:lnTo>
                  <a:pt x="596525" y="75700"/>
                </a:lnTo>
                <a:lnTo>
                  <a:pt x="596523" y="74237"/>
                </a:lnTo>
                <a:lnTo>
                  <a:pt x="596523" y="57187"/>
                </a:lnTo>
                <a:lnTo>
                  <a:pt x="596522" y="56486"/>
                </a:lnTo>
                <a:lnTo>
                  <a:pt x="596519" y="55803"/>
                </a:lnTo>
                <a:lnTo>
                  <a:pt x="596513" y="55138"/>
                </a:lnTo>
                <a:lnTo>
                  <a:pt x="596505" y="54492"/>
                </a:lnTo>
                <a:lnTo>
                  <a:pt x="596495" y="53863"/>
                </a:lnTo>
                <a:lnTo>
                  <a:pt x="596483" y="53253"/>
                </a:lnTo>
                <a:lnTo>
                  <a:pt x="596469" y="52662"/>
                </a:lnTo>
                <a:lnTo>
                  <a:pt x="596452" y="52088"/>
                </a:lnTo>
                <a:lnTo>
                  <a:pt x="596433" y="51533"/>
                </a:lnTo>
                <a:lnTo>
                  <a:pt x="596412" y="50996"/>
                </a:lnTo>
                <a:lnTo>
                  <a:pt x="596389" y="50477"/>
                </a:lnTo>
                <a:lnTo>
                  <a:pt x="596363" y="49977"/>
                </a:lnTo>
                <a:lnTo>
                  <a:pt x="596336" y="49494"/>
                </a:lnTo>
                <a:lnTo>
                  <a:pt x="596306" y="49030"/>
                </a:lnTo>
                <a:lnTo>
                  <a:pt x="596273" y="48585"/>
                </a:lnTo>
                <a:lnTo>
                  <a:pt x="596239" y="48157"/>
                </a:lnTo>
                <a:lnTo>
                  <a:pt x="596202" y="47748"/>
                </a:lnTo>
                <a:lnTo>
                  <a:pt x="596163" y="47357"/>
                </a:lnTo>
                <a:lnTo>
                  <a:pt x="596122" y="46984"/>
                </a:lnTo>
                <a:lnTo>
                  <a:pt x="596079" y="46630"/>
                </a:lnTo>
                <a:lnTo>
                  <a:pt x="596034" y="46294"/>
                </a:lnTo>
                <a:lnTo>
                  <a:pt x="595986" y="45976"/>
                </a:lnTo>
                <a:lnTo>
                  <a:pt x="595936" y="45676"/>
                </a:lnTo>
                <a:lnTo>
                  <a:pt x="595884" y="45395"/>
                </a:lnTo>
                <a:lnTo>
                  <a:pt x="595786" y="44960"/>
                </a:lnTo>
                <a:lnTo>
                  <a:pt x="595682" y="44531"/>
                </a:lnTo>
                <a:lnTo>
                  <a:pt x="595573" y="44109"/>
                </a:lnTo>
                <a:lnTo>
                  <a:pt x="595458" y="43693"/>
                </a:lnTo>
                <a:lnTo>
                  <a:pt x="595336" y="43283"/>
                </a:lnTo>
                <a:lnTo>
                  <a:pt x="595209" y="42879"/>
                </a:lnTo>
                <a:lnTo>
                  <a:pt x="595076" y="42482"/>
                </a:lnTo>
                <a:lnTo>
                  <a:pt x="594937" y="42091"/>
                </a:lnTo>
                <a:lnTo>
                  <a:pt x="594792" y="41707"/>
                </a:lnTo>
                <a:lnTo>
                  <a:pt x="594641" y="41328"/>
                </a:lnTo>
                <a:lnTo>
                  <a:pt x="594484" y="40956"/>
                </a:lnTo>
                <a:lnTo>
                  <a:pt x="594321" y="40591"/>
                </a:lnTo>
                <a:lnTo>
                  <a:pt x="594152" y="40231"/>
                </a:lnTo>
                <a:lnTo>
                  <a:pt x="593978" y="39878"/>
                </a:lnTo>
                <a:lnTo>
                  <a:pt x="593797" y="39531"/>
                </a:lnTo>
                <a:lnTo>
                  <a:pt x="593610" y="39190"/>
                </a:lnTo>
                <a:lnTo>
                  <a:pt x="593418" y="38856"/>
                </a:lnTo>
                <a:lnTo>
                  <a:pt x="593220" y="38528"/>
                </a:lnTo>
                <a:lnTo>
                  <a:pt x="593016" y="38206"/>
                </a:lnTo>
                <a:lnTo>
                  <a:pt x="592805" y="37891"/>
                </a:lnTo>
                <a:lnTo>
                  <a:pt x="592589" y="37582"/>
                </a:lnTo>
                <a:lnTo>
                  <a:pt x="592367" y="37279"/>
                </a:lnTo>
                <a:lnTo>
                  <a:pt x="592139" y="36982"/>
                </a:lnTo>
                <a:lnTo>
                  <a:pt x="591906" y="36692"/>
                </a:lnTo>
                <a:lnTo>
                  <a:pt x="591663" y="36407"/>
                </a:lnTo>
                <a:lnTo>
                  <a:pt x="591410" y="36126"/>
                </a:lnTo>
                <a:lnTo>
                  <a:pt x="591145" y="35849"/>
                </a:lnTo>
                <a:lnTo>
                  <a:pt x="590870" y="35576"/>
                </a:lnTo>
                <a:lnTo>
                  <a:pt x="590583" y="35307"/>
                </a:lnTo>
                <a:lnTo>
                  <a:pt x="590285" y="35043"/>
                </a:lnTo>
                <a:lnTo>
                  <a:pt x="589976" y="34782"/>
                </a:lnTo>
                <a:lnTo>
                  <a:pt x="589656" y="34525"/>
                </a:lnTo>
                <a:lnTo>
                  <a:pt x="589325" y="34273"/>
                </a:lnTo>
                <a:lnTo>
                  <a:pt x="588983" y="34025"/>
                </a:lnTo>
                <a:lnTo>
                  <a:pt x="588629" y="33780"/>
                </a:lnTo>
                <a:lnTo>
                  <a:pt x="588265" y="33540"/>
                </a:lnTo>
                <a:lnTo>
                  <a:pt x="587889" y="33304"/>
                </a:lnTo>
                <a:lnTo>
                  <a:pt x="587502" y="33071"/>
                </a:lnTo>
                <a:lnTo>
                  <a:pt x="587105" y="32843"/>
                </a:lnTo>
                <a:lnTo>
                  <a:pt x="586696" y="32619"/>
                </a:lnTo>
                <a:lnTo>
                  <a:pt x="586276" y="32399"/>
                </a:lnTo>
                <a:lnTo>
                  <a:pt x="585845" y="32183"/>
                </a:lnTo>
                <a:lnTo>
                  <a:pt x="585403" y="31972"/>
                </a:lnTo>
                <a:lnTo>
                  <a:pt x="584949" y="31764"/>
                </a:lnTo>
                <a:lnTo>
                  <a:pt x="584485" y="31560"/>
                </a:lnTo>
                <a:lnTo>
                  <a:pt x="584010" y="31360"/>
                </a:lnTo>
                <a:lnTo>
                  <a:pt x="583523" y="31165"/>
                </a:lnTo>
                <a:lnTo>
                  <a:pt x="583025" y="30973"/>
                </a:lnTo>
                <a:lnTo>
                  <a:pt x="582516" y="30788"/>
                </a:lnTo>
                <a:lnTo>
                  <a:pt x="581994" y="30610"/>
                </a:lnTo>
                <a:lnTo>
                  <a:pt x="581459" y="30441"/>
                </a:lnTo>
                <a:lnTo>
                  <a:pt x="580912" y="30279"/>
                </a:lnTo>
                <a:lnTo>
                  <a:pt x="580352" y="30125"/>
                </a:lnTo>
                <a:lnTo>
                  <a:pt x="579780" y="29979"/>
                </a:lnTo>
                <a:lnTo>
                  <a:pt x="579195" y="29841"/>
                </a:lnTo>
                <a:lnTo>
                  <a:pt x="578597" y="29711"/>
                </a:lnTo>
                <a:lnTo>
                  <a:pt x="577987" y="29588"/>
                </a:lnTo>
                <a:lnTo>
                  <a:pt x="577364" y="29474"/>
                </a:lnTo>
                <a:lnTo>
                  <a:pt x="576729" y="29367"/>
                </a:lnTo>
                <a:lnTo>
                  <a:pt x="576081" y="29269"/>
                </a:lnTo>
                <a:lnTo>
                  <a:pt x="575421" y="29178"/>
                </a:lnTo>
                <a:lnTo>
                  <a:pt x="574748" y="29095"/>
                </a:lnTo>
                <a:lnTo>
                  <a:pt x="574062" y="29020"/>
                </a:lnTo>
                <a:lnTo>
                  <a:pt x="573364" y="28953"/>
                </a:lnTo>
                <a:lnTo>
                  <a:pt x="572653" y="28894"/>
                </a:lnTo>
                <a:lnTo>
                  <a:pt x="571930" y="28842"/>
                </a:lnTo>
                <a:lnTo>
                  <a:pt x="571194" y="28799"/>
                </a:lnTo>
                <a:lnTo>
                  <a:pt x="570445" y="28763"/>
                </a:lnTo>
                <a:lnTo>
                  <a:pt x="569684" y="28736"/>
                </a:lnTo>
                <a:lnTo>
                  <a:pt x="568911" y="28716"/>
                </a:lnTo>
                <a:lnTo>
                  <a:pt x="568124" y="28704"/>
                </a:lnTo>
                <a:lnTo>
                  <a:pt x="567326" y="28700"/>
                </a:lnTo>
                <a:lnTo>
                  <a:pt x="566519" y="28705"/>
                </a:lnTo>
                <a:lnTo>
                  <a:pt x="565720" y="28719"/>
                </a:lnTo>
                <a:lnTo>
                  <a:pt x="564929" y="28742"/>
                </a:lnTo>
                <a:lnTo>
                  <a:pt x="564147" y="28774"/>
                </a:lnTo>
                <a:lnTo>
                  <a:pt x="563372" y="28816"/>
                </a:lnTo>
                <a:lnTo>
                  <a:pt x="562606" y="28867"/>
                </a:lnTo>
                <a:lnTo>
                  <a:pt x="561848" y="28928"/>
                </a:lnTo>
                <a:lnTo>
                  <a:pt x="561098" y="28997"/>
                </a:lnTo>
                <a:lnTo>
                  <a:pt x="560356" y="29076"/>
                </a:lnTo>
                <a:lnTo>
                  <a:pt x="559622" y="29164"/>
                </a:lnTo>
                <a:lnTo>
                  <a:pt x="558897" y="29262"/>
                </a:lnTo>
                <a:lnTo>
                  <a:pt x="558179" y="29368"/>
                </a:lnTo>
                <a:lnTo>
                  <a:pt x="557470" y="29484"/>
                </a:lnTo>
                <a:lnTo>
                  <a:pt x="556769" y="29610"/>
                </a:lnTo>
                <a:lnTo>
                  <a:pt x="556076" y="29744"/>
                </a:lnTo>
                <a:lnTo>
                  <a:pt x="555391" y="29888"/>
                </a:lnTo>
                <a:lnTo>
                  <a:pt x="554714" y="30041"/>
                </a:lnTo>
                <a:lnTo>
                  <a:pt x="554046" y="30204"/>
                </a:lnTo>
                <a:lnTo>
                  <a:pt x="553385" y="30375"/>
                </a:lnTo>
                <a:lnTo>
                  <a:pt x="552733" y="30556"/>
                </a:lnTo>
                <a:lnTo>
                  <a:pt x="552089" y="30747"/>
                </a:lnTo>
                <a:lnTo>
                  <a:pt x="551453" y="30946"/>
                </a:lnTo>
                <a:lnTo>
                  <a:pt x="550825" y="31155"/>
                </a:lnTo>
                <a:lnTo>
                  <a:pt x="550205" y="31373"/>
                </a:lnTo>
                <a:lnTo>
                  <a:pt x="549595" y="31600"/>
                </a:lnTo>
                <a:lnTo>
                  <a:pt x="548998" y="31834"/>
                </a:lnTo>
                <a:lnTo>
                  <a:pt x="548412" y="32076"/>
                </a:lnTo>
                <a:lnTo>
                  <a:pt x="547839" y="32327"/>
                </a:lnTo>
                <a:lnTo>
                  <a:pt x="547278" y="32585"/>
                </a:lnTo>
                <a:lnTo>
                  <a:pt x="546728" y="32851"/>
                </a:lnTo>
                <a:lnTo>
                  <a:pt x="546191" y="33125"/>
                </a:lnTo>
                <a:lnTo>
                  <a:pt x="545666" y="33407"/>
                </a:lnTo>
                <a:lnTo>
                  <a:pt x="545153" y="33697"/>
                </a:lnTo>
                <a:lnTo>
                  <a:pt x="544653" y="33995"/>
                </a:lnTo>
                <a:lnTo>
                  <a:pt x="544164" y="34301"/>
                </a:lnTo>
                <a:lnTo>
                  <a:pt x="543687" y="34614"/>
                </a:lnTo>
                <a:lnTo>
                  <a:pt x="543222" y="34936"/>
                </a:lnTo>
                <a:lnTo>
                  <a:pt x="542770" y="35265"/>
                </a:lnTo>
                <a:lnTo>
                  <a:pt x="542330" y="35603"/>
                </a:lnTo>
                <a:lnTo>
                  <a:pt x="541901" y="35948"/>
                </a:lnTo>
                <a:lnTo>
                  <a:pt x="541485" y="36302"/>
                </a:lnTo>
                <a:lnTo>
                  <a:pt x="541081" y="36663"/>
                </a:lnTo>
                <a:lnTo>
                  <a:pt x="540689" y="37032"/>
                </a:lnTo>
                <a:lnTo>
                  <a:pt x="540309" y="37409"/>
                </a:lnTo>
                <a:lnTo>
                  <a:pt x="539941" y="37794"/>
                </a:lnTo>
                <a:lnTo>
                  <a:pt x="539585" y="38187"/>
                </a:lnTo>
                <a:lnTo>
                  <a:pt x="539241" y="38588"/>
                </a:lnTo>
                <a:lnTo>
                  <a:pt x="538910" y="38997"/>
                </a:lnTo>
                <a:lnTo>
                  <a:pt x="538588" y="39415"/>
                </a:lnTo>
                <a:lnTo>
                  <a:pt x="538274" y="39844"/>
                </a:lnTo>
                <a:lnTo>
                  <a:pt x="537967" y="40283"/>
                </a:lnTo>
                <a:lnTo>
                  <a:pt x="537668" y="40734"/>
                </a:lnTo>
                <a:lnTo>
                  <a:pt x="537377" y="41195"/>
                </a:lnTo>
                <a:lnTo>
                  <a:pt x="537094" y="41667"/>
                </a:lnTo>
                <a:lnTo>
                  <a:pt x="536818" y="42149"/>
                </a:lnTo>
                <a:lnTo>
                  <a:pt x="536549" y="42643"/>
                </a:lnTo>
                <a:lnTo>
                  <a:pt x="536289" y="43147"/>
                </a:lnTo>
                <a:lnTo>
                  <a:pt x="536036" y="43662"/>
                </a:lnTo>
                <a:lnTo>
                  <a:pt x="535791" y="44188"/>
                </a:lnTo>
                <a:lnTo>
                  <a:pt x="535553" y="44724"/>
                </a:lnTo>
                <a:lnTo>
                  <a:pt x="535323" y="45271"/>
                </a:lnTo>
                <a:lnTo>
                  <a:pt x="535101" y="45829"/>
                </a:lnTo>
                <a:lnTo>
                  <a:pt x="534886" y="46398"/>
                </a:lnTo>
                <a:lnTo>
                  <a:pt x="534679" y="46978"/>
                </a:lnTo>
                <a:lnTo>
                  <a:pt x="534479" y="47568"/>
                </a:lnTo>
                <a:lnTo>
                  <a:pt x="534288" y="48169"/>
                </a:lnTo>
                <a:lnTo>
                  <a:pt x="534103" y="48781"/>
                </a:lnTo>
                <a:lnTo>
                  <a:pt x="533927" y="49403"/>
                </a:lnTo>
                <a:lnTo>
                  <a:pt x="533758" y="50037"/>
                </a:lnTo>
                <a:lnTo>
                  <a:pt x="533597" y="50681"/>
                </a:lnTo>
                <a:lnTo>
                  <a:pt x="533443" y="51336"/>
                </a:lnTo>
                <a:lnTo>
                  <a:pt x="533297" y="52001"/>
                </a:lnTo>
                <a:lnTo>
                  <a:pt x="545800" y="53706"/>
                </a:lnTo>
                <a:lnTo>
                  <a:pt x="545976" y="53046"/>
                </a:lnTo>
                <a:lnTo>
                  <a:pt x="546159" y="52402"/>
                </a:lnTo>
                <a:lnTo>
                  <a:pt x="546350" y="51775"/>
                </a:lnTo>
                <a:lnTo>
                  <a:pt x="546549" y="51166"/>
                </a:lnTo>
                <a:lnTo>
                  <a:pt x="546756" y="50573"/>
                </a:lnTo>
                <a:lnTo>
                  <a:pt x="546970" y="49997"/>
                </a:lnTo>
                <a:lnTo>
                  <a:pt x="547193" y="49438"/>
                </a:lnTo>
                <a:lnTo>
                  <a:pt x="547423" y="48895"/>
                </a:lnTo>
                <a:lnTo>
                  <a:pt x="547660" y="48370"/>
                </a:lnTo>
                <a:lnTo>
                  <a:pt x="547906" y="47862"/>
                </a:lnTo>
                <a:lnTo>
                  <a:pt x="548159" y="47370"/>
                </a:lnTo>
                <a:lnTo>
                  <a:pt x="548420" y="46895"/>
                </a:lnTo>
                <a:lnTo>
                  <a:pt x="548689" y="46438"/>
                </a:lnTo>
                <a:lnTo>
                  <a:pt x="548965" y="45997"/>
                </a:lnTo>
                <a:lnTo>
                  <a:pt x="549250" y="45573"/>
                </a:lnTo>
                <a:lnTo>
                  <a:pt x="549542" y="45166"/>
                </a:lnTo>
                <a:lnTo>
                  <a:pt x="549842" y="44776"/>
                </a:lnTo>
                <a:lnTo>
                  <a:pt x="550149" y="44402"/>
                </a:lnTo>
                <a:lnTo>
                  <a:pt x="550465" y="44046"/>
                </a:lnTo>
                <a:lnTo>
                  <a:pt x="550788" y="43706"/>
                </a:lnTo>
                <a:lnTo>
                  <a:pt x="551119" y="43384"/>
                </a:lnTo>
                <a:lnTo>
                  <a:pt x="551458" y="43078"/>
                </a:lnTo>
                <a:lnTo>
                  <a:pt x="551804" y="42789"/>
                </a:lnTo>
                <a:lnTo>
                  <a:pt x="552159" y="42517"/>
                </a:lnTo>
                <a:lnTo>
                  <a:pt x="552525" y="42260"/>
                </a:lnTo>
                <a:lnTo>
                  <a:pt x="552908" y="42013"/>
                </a:lnTo>
                <a:lnTo>
                  <a:pt x="553307" y="41777"/>
                </a:lnTo>
                <a:lnTo>
                  <a:pt x="553722" y="41552"/>
                </a:lnTo>
                <a:lnTo>
                  <a:pt x="554154" y="41337"/>
                </a:lnTo>
                <a:lnTo>
                  <a:pt x="554603" y="41134"/>
                </a:lnTo>
                <a:lnTo>
                  <a:pt x="555068" y="40942"/>
                </a:lnTo>
                <a:lnTo>
                  <a:pt x="555549" y="40761"/>
                </a:lnTo>
                <a:lnTo>
                  <a:pt x="556046" y="40591"/>
                </a:lnTo>
                <a:lnTo>
                  <a:pt x="556560" y="40432"/>
                </a:lnTo>
                <a:lnTo>
                  <a:pt x="557091" y="40284"/>
                </a:lnTo>
                <a:lnTo>
                  <a:pt x="557638" y="40147"/>
                </a:lnTo>
                <a:lnTo>
                  <a:pt x="558201" y="40020"/>
                </a:lnTo>
                <a:lnTo>
                  <a:pt x="558780" y="39905"/>
                </a:lnTo>
                <a:lnTo>
                  <a:pt x="559376" y="39801"/>
                </a:lnTo>
                <a:lnTo>
                  <a:pt x="559989" y="39707"/>
                </a:lnTo>
                <a:lnTo>
                  <a:pt x="560618" y="39625"/>
                </a:lnTo>
                <a:lnTo>
                  <a:pt x="561263" y="39554"/>
                </a:lnTo>
                <a:lnTo>
                  <a:pt x="561924" y="39493"/>
                </a:lnTo>
                <a:lnTo>
                  <a:pt x="562602" y="39444"/>
                </a:lnTo>
                <a:lnTo>
                  <a:pt x="563297" y="39406"/>
                </a:lnTo>
                <a:lnTo>
                  <a:pt x="564008" y="39378"/>
                </a:lnTo>
                <a:lnTo>
                  <a:pt x="564735" y="39362"/>
                </a:lnTo>
                <a:lnTo>
                  <a:pt x="565479" y="39356"/>
                </a:lnTo>
                <a:lnTo>
                  <a:pt x="566275" y="39364"/>
                </a:lnTo>
                <a:lnTo>
                  <a:pt x="567056" y="39386"/>
                </a:lnTo>
                <a:lnTo>
                  <a:pt x="567820" y="39424"/>
                </a:lnTo>
                <a:lnTo>
                  <a:pt x="568567" y="39476"/>
                </a:lnTo>
                <a:lnTo>
                  <a:pt x="569298" y="39544"/>
                </a:lnTo>
                <a:lnTo>
                  <a:pt x="570012" y="39626"/>
                </a:lnTo>
                <a:lnTo>
                  <a:pt x="570710" y="39724"/>
                </a:lnTo>
                <a:lnTo>
                  <a:pt x="571391" y="39836"/>
                </a:lnTo>
                <a:lnTo>
                  <a:pt x="572055" y="39963"/>
                </a:lnTo>
                <a:lnTo>
                  <a:pt x="572703" y="40106"/>
                </a:lnTo>
                <a:lnTo>
                  <a:pt x="573335" y="40263"/>
                </a:lnTo>
                <a:lnTo>
                  <a:pt x="573950" y="40436"/>
                </a:lnTo>
                <a:lnTo>
                  <a:pt x="574549" y="40623"/>
                </a:lnTo>
                <a:lnTo>
                  <a:pt x="575131" y="40825"/>
                </a:lnTo>
                <a:lnTo>
                  <a:pt x="575696" y="41043"/>
                </a:lnTo>
                <a:lnTo>
                  <a:pt x="576245" y="41275"/>
                </a:lnTo>
                <a:lnTo>
                  <a:pt x="576778" y="41523"/>
                </a:lnTo>
                <a:lnTo>
                  <a:pt x="577293" y="41785"/>
                </a:lnTo>
                <a:lnTo>
                  <a:pt x="577793" y="42062"/>
                </a:lnTo>
                <a:lnTo>
                  <a:pt x="578276" y="42355"/>
                </a:lnTo>
                <a:lnTo>
                  <a:pt x="578742" y="42662"/>
                </a:lnTo>
                <a:lnTo>
                  <a:pt x="579192" y="42984"/>
                </a:lnTo>
                <a:lnTo>
                  <a:pt x="579625" y="43322"/>
                </a:lnTo>
                <a:lnTo>
                  <a:pt x="580042" y="43674"/>
                </a:lnTo>
                <a:lnTo>
                  <a:pt x="580337" y="43947"/>
                </a:lnTo>
                <a:lnTo>
                  <a:pt x="580620" y="44237"/>
                </a:lnTo>
                <a:lnTo>
                  <a:pt x="580891" y="44542"/>
                </a:lnTo>
                <a:lnTo>
                  <a:pt x="581149" y="44863"/>
                </a:lnTo>
                <a:lnTo>
                  <a:pt x="581394" y="45200"/>
                </a:lnTo>
                <a:lnTo>
                  <a:pt x="581627" y="45553"/>
                </a:lnTo>
                <a:lnTo>
                  <a:pt x="581847" y="45923"/>
                </a:lnTo>
                <a:lnTo>
                  <a:pt x="582055" y="46308"/>
                </a:lnTo>
                <a:lnTo>
                  <a:pt x="582250" y="46709"/>
                </a:lnTo>
                <a:lnTo>
                  <a:pt x="582432" y="47126"/>
                </a:lnTo>
                <a:lnTo>
                  <a:pt x="582602" y="47559"/>
                </a:lnTo>
                <a:lnTo>
                  <a:pt x="582759" y="48008"/>
                </a:lnTo>
                <a:lnTo>
                  <a:pt x="582904" y="48473"/>
                </a:lnTo>
                <a:lnTo>
                  <a:pt x="583036" y="48954"/>
                </a:lnTo>
                <a:lnTo>
                  <a:pt x="583155" y="49451"/>
                </a:lnTo>
                <a:lnTo>
                  <a:pt x="583262" y="49964"/>
                </a:lnTo>
                <a:lnTo>
                  <a:pt x="583357" y="50493"/>
                </a:lnTo>
                <a:lnTo>
                  <a:pt x="583438" y="51038"/>
                </a:lnTo>
                <a:lnTo>
                  <a:pt x="583508" y="51599"/>
                </a:lnTo>
                <a:lnTo>
                  <a:pt x="583564" y="52176"/>
                </a:lnTo>
                <a:lnTo>
                  <a:pt x="583608" y="52769"/>
                </a:lnTo>
                <a:lnTo>
                  <a:pt x="583640" y="53378"/>
                </a:lnTo>
                <a:lnTo>
                  <a:pt x="583659" y="54002"/>
                </a:lnTo>
                <a:lnTo>
                  <a:pt x="583665" y="54643"/>
                </a:lnTo>
                <a:lnTo>
                  <a:pt x="583665" y="54705"/>
                </a:lnTo>
                <a:lnTo>
                  <a:pt x="583664" y="54774"/>
                </a:lnTo>
                <a:lnTo>
                  <a:pt x="583664" y="54850"/>
                </a:lnTo>
                <a:lnTo>
                  <a:pt x="583663" y="54932"/>
                </a:lnTo>
                <a:lnTo>
                  <a:pt x="583662" y="55021"/>
                </a:lnTo>
                <a:lnTo>
                  <a:pt x="583660" y="55117"/>
                </a:lnTo>
                <a:lnTo>
                  <a:pt x="583659" y="55219"/>
                </a:lnTo>
                <a:lnTo>
                  <a:pt x="583657" y="55327"/>
                </a:lnTo>
                <a:lnTo>
                  <a:pt x="583655" y="55443"/>
                </a:lnTo>
                <a:lnTo>
                  <a:pt x="583653" y="55565"/>
                </a:lnTo>
                <a:lnTo>
                  <a:pt x="583650" y="55693"/>
                </a:lnTo>
                <a:lnTo>
                  <a:pt x="583647" y="55829"/>
                </a:lnTo>
                <a:lnTo>
                  <a:pt x="583644" y="55971"/>
                </a:lnTo>
                <a:lnTo>
                  <a:pt x="583641" y="56119"/>
                </a:lnTo>
                <a:lnTo>
                  <a:pt x="583637" y="56274"/>
                </a:lnTo>
                <a:lnTo>
                  <a:pt x="583633" y="56436"/>
                </a:lnTo>
                <a:lnTo>
                  <a:pt x="583629" y="56604"/>
                </a:lnTo>
                <a:lnTo>
                  <a:pt x="583625" y="56779"/>
                </a:lnTo>
                <a:lnTo>
                  <a:pt x="583620" y="56961"/>
                </a:lnTo>
                <a:lnTo>
                  <a:pt x="583616" y="57149"/>
                </a:lnTo>
                <a:lnTo>
                  <a:pt x="583610" y="57344"/>
                </a:lnTo>
                <a:lnTo>
                  <a:pt x="583605" y="57546"/>
                </a:lnTo>
                <a:lnTo>
                  <a:pt x="583600" y="57754"/>
                </a:lnTo>
                <a:lnTo>
                  <a:pt x="583594" y="57969"/>
                </a:lnTo>
                <a:lnTo>
                  <a:pt x="582970" y="58179"/>
                </a:lnTo>
                <a:lnTo>
                  <a:pt x="582318" y="58387"/>
                </a:lnTo>
                <a:lnTo>
                  <a:pt x="581637" y="58593"/>
                </a:lnTo>
                <a:lnTo>
                  <a:pt x="580928" y="58796"/>
                </a:lnTo>
                <a:lnTo>
                  <a:pt x="580190" y="58996"/>
                </a:lnTo>
                <a:lnTo>
                  <a:pt x="579425" y="59194"/>
                </a:lnTo>
                <a:lnTo>
                  <a:pt x="578631" y="59390"/>
                </a:lnTo>
                <a:lnTo>
                  <a:pt x="577808" y="59583"/>
                </a:lnTo>
                <a:lnTo>
                  <a:pt x="576957" y="59774"/>
                </a:lnTo>
                <a:lnTo>
                  <a:pt x="576078" y="59963"/>
                </a:lnTo>
                <a:lnTo>
                  <a:pt x="575170" y="60148"/>
                </a:lnTo>
                <a:lnTo>
                  <a:pt x="574234" y="60332"/>
                </a:lnTo>
                <a:lnTo>
                  <a:pt x="573270" y="60513"/>
                </a:lnTo>
                <a:lnTo>
                  <a:pt x="572277" y="60691"/>
                </a:lnTo>
                <a:lnTo>
                  <a:pt x="571256" y="60868"/>
                </a:lnTo>
                <a:lnTo>
                  <a:pt x="570207" y="61041"/>
                </a:lnTo>
                <a:lnTo>
                  <a:pt x="569129" y="61212"/>
                </a:lnTo>
                <a:lnTo>
                  <a:pt x="568023" y="61381"/>
                </a:lnTo>
                <a:lnTo>
                  <a:pt x="566888" y="61547"/>
                </a:lnTo>
                <a:lnTo>
                  <a:pt x="565725" y="61711"/>
                </a:lnTo>
                <a:lnTo>
                  <a:pt x="564534" y="61873"/>
                </a:lnTo>
                <a:lnTo>
                  <a:pt x="563314" y="62032"/>
                </a:lnTo>
                <a:lnTo>
                  <a:pt x="562066" y="62188"/>
                </a:lnTo>
                <a:lnTo>
                  <a:pt x="560790" y="62342"/>
                </a:lnTo>
                <a:lnTo>
                  <a:pt x="560163" y="62419"/>
                </a:lnTo>
                <a:lnTo>
                  <a:pt x="559550" y="62497"/>
                </a:lnTo>
                <a:lnTo>
                  <a:pt x="558950" y="62574"/>
                </a:lnTo>
                <a:lnTo>
                  <a:pt x="558363" y="62652"/>
                </a:lnTo>
                <a:lnTo>
                  <a:pt x="557789" y="62730"/>
                </a:lnTo>
                <a:lnTo>
                  <a:pt x="557229" y="62808"/>
                </a:lnTo>
                <a:lnTo>
                  <a:pt x="556682" y="62887"/>
                </a:lnTo>
                <a:lnTo>
                  <a:pt x="556149" y="62966"/>
                </a:lnTo>
                <a:lnTo>
                  <a:pt x="555628" y="63045"/>
                </a:lnTo>
                <a:lnTo>
                  <a:pt x="555122" y="63124"/>
                </a:lnTo>
                <a:lnTo>
                  <a:pt x="554628" y="63204"/>
                </a:lnTo>
                <a:lnTo>
                  <a:pt x="554148" y="63284"/>
                </a:lnTo>
                <a:lnTo>
                  <a:pt x="553681" y="63364"/>
                </a:lnTo>
                <a:lnTo>
                  <a:pt x="553227" y="63444"/>
                </a:lnTo>
                <a:lnTo>
                  <a:pt x="552787" y="63525"/>
                </a:lnTo>
                <a:lnTo>
                  <a:pt x="552360" y="63606"/>
                </a:lnTo>
                <a:lnTo>
                  <a:pt x="551946" y="63687"/>
                </a:lnTo>
                <a:lnTo>
                  <a:pt x="551546" y="63769"/>
                </a:lnTo>
                <a:lnTo>
                  <a:pt x="551159" y="63850"/>
                </a:lnTo>
                <a:lnTo>
                  <a:pt x="550785" y="63932"/>
                </a:lnTo>
                <a:lnTo>
                  <a:pt x="550425" y="64014"/>
                </a:lnTo>
                <a:lnTo>
                  <a:pt x="550078" y="64097"/>
                </a:lnTo>
                <a:lnTo>
                  <a:pt x="549744" y="64179"/>
                </a:lnTo>
                <a:lnTo>
                  <a:pt x="549424" y="64262"/>
                </a:lnTo>
                <a:lnTo>
                  <a:pt x="548999" y="64383"/>
                </a:lnTo>
                <a:lnTo>
                  <a:pt x="548578" y="64509"/>
                </a:lnTo>
                <a:lnTo>
                  <a:pt x="548161" y="64639"/>
                </a:lnTo>
                <a:lnTo>
                  <a:pt x="547747" y="64774"/>
                </a:lnTo>
                <a:lnTo>
                  <a:pt x="547337" y="64913"/>
                </a:lnTo>
                <a:lnTo>
                  <a:pt x="546930" y="65057"/>
                </a:lnTo>
                <a:lnTo>
                  <a:pt x="546527" y="65206"/>
                </a:lnTo>
                <a:lnTo>
                  <a:pt x="546128" y="65360"/>
                </a:lnTo>
                <a:lnTo>
                  <a:pt x="545732" y="65518"/>
                </a:lnTo>
                <a:lnTo>
                  <a:pt x="545340" y="65681"/>
                </a:lnTo>
                <a:lnTo>
                  <a:pt x="544951" y="65849"/>
                </a:lnTo>
                <a:lnTo>
                  <a:pt x="544566" y="66021"/>
                </a:lnTo>
                <a:lnTo>
                  <a:pt x="544185" y="66198"/>
                </a:lnTo>
                <a:lnTo>
                  <a:pt x="543807" y="66380"/>
                </a:lnTo>
                <a:lnTo>
                  <a:pt x="543432" y="66567"/>
                </a:lnTo>
                <a:lnTo>
                  <a:pt x="543062" y="66758"/>
                </a:lnTo>
                <a:lnTo>
                  <a:pt x="542694" y="66954"/>
                </a:lnTo>
                <a:lnTo>
                  <a:pt x="542331" y="67154"/>
                </a:lnTo>
                <a:lnTo>
                  <a:pt x="541971" y="67359"/>
                </a:lnTo>
                <a:lnTo>
                  <a:pt x="541614" y="67569"/>
                </a:lnTo>
                <a:lnTo>
                  <a:pt x="541261" y="67784"/>
                </a:lnTo>
                <a:lnTo>
                  <a:pt x="540912" y="68003"/>
                </a:lnTo>
                <a:lnTo>
                  <a:pt x="540566" y="68227"/>
                </a:lnTo>
                <a:lnTo>
                  <a:pt x="540224" y="68456"/>
                </a:lnTo>
                <a:lnTo>
                  <a:pt x="539886" y="68690"/>
                </a:lnTo>
                <a:lnTo>
                  <a:pt x="539554" y="68931"/>
                </a:lnTo>
                <a:lnTo>
                  <a:pt x="539227" y="69178"/>
                </a:lnTo>
                <a:lnTo>
                  <a:pt x="538906" y="69431"/>
                </a:lnTo>
                <a:lnTo>
                  <a:pt x="538590" y="69690"/>
                </a:lnTo>
                <a:lnTo>
                  <a:pt x="538279" y="69956"/>
                </a:lnTo>
                <a:lnTo>
                  <a:pt x="537974" y="70228"/>
                </a:lnTo>
                <a:lnTo>
                  <a:pt x="537674" y="70506"/>
                </a:lnTo>
                <a:lnTo>
                  <a:pt x="537380" y="70791"/>
                </a:lnTo>
                <a:lnTo>
                  <a:pt x="537091" y="71082"/>
                </a:lnTo>
                <a:lnTo>
                  <a:pt x="536808" y="71379"/>
                </a:lnTo>
                <a:lnTo>
                  <a:pt x="536530" y="71682"/>
                </a:lnTo>
                <a:lnTo>
                  <a:pt x="536257" y="71992"/>
                </a:lnTo>
                <a:lnTo>
                  <a:pt x="535990" y="72308"/>
                </a:lnTo>
                <a:lnTo>
                  <a:pt x="535728" y="72630"/>
                </a:lnTo>
                <a:lnTo>
                  <a:pt x="535472" y="72959"/>
                </a:lnTo>
                <a:lnTo>
                  <a:pt x="535221" y="73294"/>
                </a:lnTo>
                <a:lnTo>
                  <a:pt x="534976" y="73635"/>
                </a:lnTo>
                <a:lnTo>
                  <a:pt x="534736" y="73983"/>
                </a:lnTo>
                <a:lnTo>
                  <a:pt x="534501" y="74337"/>
                </a:lnTo>
                <a:lnTo>
                  <a:pt x="534272" y="74697"/>
                </a:lnTo>
                <a:lnTo>
                  <a:pt x="534048" y="75063"/>
                </a:lnTo>
                <a:lnTo>
                  <a:pt x="533830" y="75436"/>
                </a:lnTo>
                <a:lnTo>
                  <a:pt x="533617" y="75815"/>
                </a:lnTo>
                <a:lnTo>
                  <a:pt x="533411" y="76199"/>
                </a:lnTo>
                <a:lnTo>
                  <a:pt x="533214" y="76586"/>
                </a:lnTo>
                <a:lnTo>
                  <a:pt x="533026" y="76976"/>
                </a:lnTo>
                <a:lnTo>
                  <a:pt x="532847" y="77370"/>
                </a:lnTo>
                <a:lnTo>
                  <a:pt x="532676" y="77767"/>
                </a:lnTo>
                <a:lnTo>
                  <a:pt x="532514" y="78167"/>
                </a:lnTo>
                <a:lnTo>
                  <a:pt x="532361" y="78571"/>
                </a:lnTo>
                <a:lnTo>
                  <a:pt x="532216" y="78978"/>
                </a:lnTo>
                <a:lnTo>
                  <a:pt x="532080" y="79388"/>
                </a:lnTo>
                <a:lnTo>
                  <a:pt x="531953" y="79802"/>
                </a:lnTo>
                <a:lnTo>
                  <a:pt x="531835" y="80219"/>
                </a:lnTo>
                <a:lnTo>
                  <a:pt x="531726" y="80639"/>
                </a:lnTo>
                <a:lnTo>
                  <a:pt x="531625" y="81063"/>
                </a:lnTo>
                <a:lnTo>
                  <a:pt x="531533" y="81490"/>
                </a:lnTo>
                <a:lnTo>
                  <a:pt x="531450" y="81920"/>
                </a:lnTo>
                <a:lnTo>
                  <a:pt x="531375" y="82354"/>
                </a:lnTo>
                <a:lnTo>
                  <a:pt x="531310" y="82791"/>
                </a:lnTo>
                <a:lnTo>
                  <a:pt x="531253" y="83231"/>
                </a:lnTo>
                <a:lnTo>
                  <a:pt x="531205" y="83675"/>
                </a:lnTo>
                <a:lnTo>
                  <a:pt x="531165" y="84122"/>
                </a:lnTo>
                <a:lnTo>
                  <a:pt x="531135" y="84572"/>
                </a:lnTo>
                <a:lnTo>
                  <a:pt x="531113" y="85026"/>
                </a:lnTo>
                <a:lnTo>
                  <a:pt x="531100" y="85483"/>
                </a:lnTo>
                <a:lnTo>
                  <a:pt x="531095" y="85943"/>
                </a:lnTo>
                <a:lnTo>
                  <a:pt x="531107" y="86725"/>
                </a:lnTo>
                <a:lnTo>
                  <a:pt x="531142" y="87495"/>
                </a:lnTo>
                <a:lnTo>
                  <a:pt x="531200" y="88254"/>
                </a:lnTo>
                <a:lnTo>
                  <a:pt x="531281" y="89001"/>
                </a:lnTo>
                <a:lnTo>
                  <a:pt x="531385" y="89736"/>
                </a:lnTo>
                <a:lnTo>
                  <a:pt x="531513" y="90459"/>
                </a:lnTo>
                <a:lnTo>
                  <a:pt x="531663" y="91171"/>
                </a:lnTo>
                <a:lnTo>
                  <a:pt x="531837" y="91871"/>
                </a:lnTo>
                <a:lnTo>
                  <a:pt x="532034" y="92559"/>
                </a:lnTo>
                <a:lnTo>
                  <a:pt x="532255" y="93236"/>
                </a:lnTo>
                <a:lnTo>
                  <a:pt x="532498" y="93901"/>
                </a:lnTo>
                <a:lnTo>
                  <a:pt x="532765" y="94554"/>
                </a:lnTo>
                <a:lnTo>
                  <a:pt x="533054" y="95195"/>
                </a:lnTo>
                <a:lnTo>
                  <a:pt x="533367" y="95825"/>
                </a:lnTo>
                <a:lnTo>
                  <a:pt x="533704" y="96443"/>
                </a:lnTo>
                <a:lnTo>
                  <a:pt x="534063" y="97049"/>
                </a:lnTo>
                <a:lnTo>
                  <a:pt x="534446" y="97643"/>
                </a:lnTo>
                <a:lnTo>
                  <a:pt x="534851" y="98226"/>
                </a:lnTo>
                <a:lnTo>
                  <a:pt x="535280" y="98797"/>
                </a:lnTo>
                <a:lnTo>
                  <a:pt x="535733" y="99356"/>
                </a:lnTo>
                <a:lnTo>
                  <a:pt x="536208" y="99904"/>
                </a:lnTo>
                <a:lnTo>
                  <a:pt x="536706" y="100440"/>
                </a:lnTo>
                <a:lnTo>
                  <a:pt x="537228" y="100964"/>
                </a:lnTo>
                <a:lnTo>
                  <a:pt x="537773" y="101476"/>
                </a:lnTo>
                <a:lnTo>
                  <a:pt x="538339" y="101972"/>
                </a:lnTo>
                <a:lnTo>
                  <a:pt x="538926" y="102447"/>
                </a:lnTo>
                <a:lnTo>
                  <a:pt x="539532" y="102901"/>
                </a:lnTo>
                <a:lnTo>
                  <a:pt x="540159" y="103334"/>
                </a:lnTo>
                <a:lnTo>
                  <a:pt x="540805" y="103745"/>
                </a:lnTo>
                <a:lnTo>
                  <a:pt x="541471" y="104136"/>
                </a:lnTo>
                <a:lnTo>
                  <a:pt x="542158" y="104505"/>
                </a:lnTo>
                <a:lnTo>
                  <a:pt x="542864" y="104853"/>
                </a:lnTo>
                <a:lnTo>
                  <a:pt x="543590" y="105180"/>
                </a:lnTo>
                <a:lnTo>
                  <a:pt x="544337" y="105486"/>
                </a:lnTo>
                <a:lnTo>
                  <a:pt x="545103" y="105771"/>
                </a:lnTo>
                <a:lnTo>
                  <a:pt x="545889" y="106035"/>
                </a:lnTo>
                <a:lnTo>
                  <a:pt x="546696" y="106278"/>
                </a:lnTo>
                <a:lnTo>
                  <a:pt x="547522" y="106499"/>
                </a:lnTo>
                <a:lnTo>
                  <a:pt x="548368" y="106700"/>
                </a:lnTo>
                <a:lnTo>
                  <a:pt x="549234" y="106879"/>
                </a:lnTo>
                <a:lnTo>
                  <a:pt x="550120" y="107038"/>
                </a:lnTo>
                <a:lnTo>
                  <a:pt x="551026" y="107175"/>
                </a:lnTo>
                <a:lnTo>
                  <a:pt x="551952" y="107291"/>
                </a:lnTo>
                <a:lnTo>
                  <a:pt x="552899" y="107386"/>
                </a:lnTo>
                <a:lnTo>
                  <a:pt x="553865" y="107460"/>
                </a:lnTo>
                <a:lnTo>
                  <a:pt x="554851" y="107512"/>
                </a:lnTo>
                <a:lnTo>
                  <a:pt x="555857" y="107544"/>
                </a:lnTo>
                <a:lnTo>
                  <a:pt x="556883" y="107555"/>
                </a:lnTo>
                <a:lnTo>
                  <a:pt x="557509" y="107550"/>
                </a:lnTo>
                <a:lnTo>
                  <a:pt x="558131" y="107537"/>
                </a:lnTo>
                <a:lnTo>
                  <a:pt x="558750" y="107516"/>
                </a:lnTo>
                <a:lnTo>
                  <a:pt x="559366" y="107486"/>
                </a:lnTo>
                <a:lnTo>
                  <a:pt x="559979" y="107447"/>
                </a:lnTo>
                <a:lnTo>
                  <a:pt x="560588" y="107399"/>
                </a:lnTo>
                <a:lnTo>
                  <a:pt x="561194" y="107343"/>
                </a:lnTo>
                <a:lnTo>
                  <a:pt x="561796" y="107278"/>
                </a:lnTo>
                <a:lnTo>
                  <a:pt x="562396" y="107205"/>
                </a:lnTo>
                <a:lnTo>
                  <a:pt x="562991" y="107123"/>
                </a:lnTo>
                <a:lnTo>
                  <a:pt x="563584" y="107032"/>
                </a:lnTo>
                <a:lnTo>
                  <a:pt x="564173" y="106933"/>
                </a:lnTo>
                <a:lnTo>
                  <a:pt x="564759" y="106825"/>
                </a:lnTo>
                <a:lnTo>
                  <a:pt x="565342" y="106708"/>
                </a:lnTo>
                <a:lnTo>
                  <a:pt x="565921" y="106583"/>
                </a:lnTo>
                <a:lnTo>
                  <a:pt x="566497" y="106449"/>
                </a:lnTo>
                <a:lnTo>
                  <a:pt x="567069" y="106306"/>
                </a:lnTo>
                <a:lnTo>
                  <a:pt x="567639" y="106155"/>
                </a:lnTo>
                <a:lnTo>
                  <a:pt x="568205" y="105995"/>
                </a:lnTo>
                <a:lnTo>
                  <a:pt x="568767" y="105826"/>
                </a:lnTo>
                <a:lnTo>
                  <a:pt x="569326" y="105649"/>
                </a:lnTo>
                <a:lnTo>
                  <a:pt x="569882" y="105464"/>
                </a:lnTo>
                <a:lnTo>
                  <a:pt x="570435" y="105269"/>
                </a:lnTo>
                <a:lnTo>
                  <a:pt x="570984" y="105066"/>
                </a:lnTo>
                <a:lnTo>
                  <a:pt x="571533" y="104853"/>
                </a:lnTo>
                <a:lnTo>
                  <a:pt x="572083" y="104627"/>
                </a:lnTo>
                <a:lnTo>
                  <a:pt x="572635" y="104388"/>
                </a:lnTo>
                <a:lnTo>
                  <a:pt x="573189" y="104138"/>
                </a:lnTo>
                <a:lnTo>
                  <a:pt x="573745" y="103875"/>
                </a:lnTo>
                <a:lnTo>
                  <a:pt x="574303" y="103600"/>
                </a:lnTo>
                <a:lnTo>
                  <a:pt x="574863" y="103312"/>
                </a:lnTo>
                <a:lnTo>
                  <a:pt x="575424" y="103012"/>
                </a:lnTo>
                <a:lnTo>
                  <a:pt x="575988" y="102700"/>
                </a:lnTo>
                <a:lnTo>
                  <a:pt x="576553" y="102375"/>
                </a:lnTo>
                <a:lnTo>
                  <a:pt x="577120" y="102038"/>
                </a:lnTo>
                <a:lnTo>
                  <a:pt x="577689" y="101689"/>
                </a:lnTo>
                <a:lnTo>
                  <a:pt x="578259" y="101327"/>
                </a:lnTo>
                <a:lnTo>
                  <a:pt x="578832" y="100953"/>
                </a:lnTo>
                <a:lnTo>
                  <a:pt x="579406" y="100567"/>
                </a:lnTo>
                <a:lnTo>
                  <a:pt x="579983" y="100168"/>
                </a:lnTo>
                <a:lnTo>
                  <a:pt x="580561" y="99757"/>
                </a:lnTo>
                <a:lnTo>
                  <a:pt x="581141" y="99334"/>
                </a:lnTo>
                <a:lnTo>
                  <a:pt x="581723" y="98898"/>
                </a:lnTo>
                <a:lnTo>
                  <a:pt x="582306" y="98450"/>
                </a:lnTo>
                <a:lnTo>
                  <a:pt x="582892" y="97990"/>
                </a:lnTo>
                <a:lnTo>
                  <a:pt x="583479" y="97517"/>
                </a:lnTo>
                <a:lnTo>
                  <a:pt x="584068" y="97032"/>
                </a:lnTo>
                <a:lnTo>
                  <a:pt x="584659" y="96535"/>
                </a:lnTo>
                <a:lnTo>
                  <a:pt x="584709" y="96977"/>
                </a:lnTo>
                <a:lnTo>
                  <a:pt x="584764" y="97414"/>
                </a:lnTo>
                <a:lnTo>
                  <a:pt x="584824" y="97847"/>
                </a:lnTo>
                <a:lnTo>
                  <a:pt x="584888" y="98275"/>
                </a:lnTo>
                <a:close/>
                <a:moveTo>
                  <a:pt x="583562" y="74684"/>
                </a:moveTo>
                <a:lnTo>
                  <a:pt x="583537" y="75341"/>
                </a:lnTo>
                <a:lnTo>
                  <a:pt x="583504" y="75985"/>
                </a:lnTo>
                <a:lnTo>
                  <a:pt x="583465" y="76613"/>
                </a:lnTo>
                <a:lnTo>
                  <a:pt x="583419" y="77228"/>
                </a:lnTo>
                <a:lnTo>
                  <a:pt x="583365" y="77828"/>
                </a:lnTo>
                <a:lnTo>
                  <a:pt x="583304" y="78414"/>
                </a:lnTo>
                <a:lnTo>
                  <a:pt x="583236" y="78985"/>
                </a:lnTo>
                <a:lnTo>
                  <a:pt x="583161" y="79542"/>
                </a:lnTo>
                <a:lnTo>
                  <a:pt x="583079" y="80084"/>
                </a:lnTo>
                <a:lnTo>
                  <a:pt x="582989" y="80613"/>
                </a:lnTo>
                <a:lnTo>
                  <a:pt x="582893" y="81126"/>
                </a:lnTo>
                <a:lnTo>
                  <a:pt x="582789" y="81626"/>
                </a:lnTo>
                <a:lnTo>
                  <a:pt x="582678" y="82111"/>
                </a:lnTo>
                <a:lnTo>
                  <a:pt x="582560" y="82582"/>
                </a:lnTo>
                <a:lnTo>
                  <a:pt x="582435" y="83038"/>
                </a:lnTo>
                <a:lnTo>
                  <a:pt x="582303" y="83480"/>
                </a:lnTo>
                <a:lnTo>
                  <a:pt x="582163" y="83908"/>
                </a:lnTo>
                <a:lnTo>
                  <a:pt x="582017" y="84321"/>
                </a:lnTo>
                <a:lnTo>
                  <a:pt x="581863" y="84720"/>
                </a:lnTo>
                <a:lnTo>
                  <a:pt x="581702" y="85104"/>
                </a:lnTo>
                <a:lnTo>
                  <a:pt x="581534" y="85475"/>
                </a:lnTo>
                <a:lnTo>
                  <a:pt x="581303" y="85940"/>
                </a:lnTo>
                <a:lnTo>
                  <a:pt x="581063" y="86398"/>
                </a:lnTo>
                <a:lnTo>
                  <a:pt x="580811" y="86847"/>
                </a:lnTo>
                <a:lnTo>
                  <a:pt x="580549" y="87288"/>
                </a:lnTo>
                <a:lnTo>
                  <a:pt x="580276" y="87720"/>
                </a:lnTo>
                <a:lnTo>
                  <a:pt x="579993" y="88145"/>
                </a:lnTo>
                <a:lnTo>
                  <a:pt x="579699" y="88560"/>
                </a:lnTo>
                <a:lnTo>
                  <a:pt x="579395" y="88968"/>
                </a:lnTo>
                <a:lnTo>
                  <a:pt x="579079" y="89367"/>
                </a:lnTo>
                <a:lnTo>
                  <a:pt x="578754" y="89758"/>
                </a:lnTo>
                <a:lnTo>
                  <a:pt x="578417" y="90141"/>
                </a:lnTo>
                <a:lnTo>
                  <a:pt x="578070" y="90516"/>
                </a:lnTo>
                <a:lnTo>
                  <a:pt x="577713" y="90882"/>
                </a:lnTo>
                <a:lnTo>
                  <a:pt x="577345" y="91240"/>
                </a:lnTo>
                <a:lnTo>
                  <a:pt x="576966" y="91589"/>
                </a:lnTo>
                <a:lnTo>
                  <a:pt x="576577" y="91930"/>
                </a:lnTo>
                <a:lnTo>
                  <a:pt x="576177" y="92263"/>
                </a:lnTo>
                <a:lnTo>
                  <a:pt x="575766" y="92588"/>
                </a:lnTo>
                <a:lnTo>
                  <a:pt x="575345" y="92904"/>
                </a:lnTo>
                <a:lnTo>
                  <a:pt x="574913" y="93212"/>
                </a:lnTo>
                <a:lnTo>
                  <a:pt x="574471" y="93512"/>
                </a:lnTo>
                <a:lnTo>
                  <a:pt x="574018" y="93803"/>
                </a:lnTo>
                <a:lnTo>
                  <a:pt x="573554" y="94086"/>
                </a:lnTo>
                <a:lnTo>
                  <a:pt x="573080" y="94361"/>
                </a:lnTo>
                <a:lnTo>
                  <a:pt x="572598" y="94626"/>
                </a:lnTo>
                <a:lnTo>
                  <a:pt x="572109" y="94880"/>
                </a:lnTo>
                <a:lnTo>
                  <a:pt x="571616" y="95122"/>
                </a:lnTo>
                <a:lnTo>
                  <a:pt x="571116" y="95354"/>
                </a:lnTo>
                <a:lnTo>
                  <a:pt x="570611" y="95574"/>
                </a:lnTo>
                <a:lnTo>
                  <a:pt x="570101" y="95782"/>
                </a:lnTo>
                <a:lnTo>
                  <a:pt x="569584" y="95980"/>
                </a:lnTo>
                <a:lnTo>
                  <a:pt x="569062" y="96166"/>
                </a:lnTo>
                <a:lnTo>
                  <a:pt x="568534" y="96340"/>
                </a:lnTo>
                <a:lnTo>
                  <a:pt x="568001" y="96504"/>
                </a:lnTo>
                <a:lnTo>
                  <a:pt x="567462" y="96656"/>
                </a:lnTo>
                <a:lnTo>
                  <a:pt x="566917" y="96797"/>
                </a:lnTo>
                <a:lnTo>
                  <a:pt x="566367" y="96927"/>
                </a:lnTo>
                <a:lnTo>
                  <a:pt x="565811" y="97045"/>
                </a:lnTo>
                <a:lnTo>
                  <a:pt x="565249" y="97152"/>
                </a:lnTo>
                <a:lnTo>
                  <a:pt x="564681" y="97248"/>
                </a:lnTo>
                <a:lnTo>
                  <a:pt x="564108" y="97333"/>
                </a:lnTo>
                <a:lnTo>
                  <a:pt x="563529" y="97406"/>
                </a:lnTo>
                <a:lnTo>
                  <a:pt x="562945" y="97468"/>
                </a:lnTo>
                <a:lnTo>
                  <a:pt x="562355" y="97519"/>
                </a:lnTo>
                <a:lnTo>
                  <a:pt x="561759" y="97558"/>
                </a:lnTo>
                <a:lnTo>
                  <a:pt x="561157" y="97587"/>
                </a:lnTo>
                <a:lnTo>
                  <a:pt x="560550" y="97603"/>
                </a:lnTo>
                <a:lnTo>
                  <a:pt x="559937" y="97609"/>
                </a:lnTo>
                <a:lnTo>
                  <a:pt x="559322" y="97603"/>
                </a:lnTo>
                <a:lnTo>
                  <a:pt x="558719" y="97585"/>
                </a:lnTo>
                <a:lnTo>
                  <a:pt x="558129" y="97556"/>
                </a:lnTo>
                <a:lnTo>
                  <a:pt x="557551" y="97514"/>
                </a:lnTo>
                <a:lnTo>
                  <a:pt x="556985" y="97460"/>
                </a:lnTo>
                <a:lnTo>
                  <a:pt x="556432" y="97395"/>
                </a:lnTo>
                <a:lnTo>
                  <a:pt x="555891" y="97318"/>
                </a:lnTo>
                <a:lnTo>
                  <a:pt x="555363" y="97229"/>
                </a:lnTo>
                <a:lnTo>
                  <a:pt x="554848" y="97128"/>
                </a:lnTo>
                <a:lnTo>
                  <a:pt x="554344" y="97015"/>
                </a:lnTo>
                <a:lnTo>
                  <a:pt x="553853" y="96890"/>
                </a:lnTo>
                <a:lnTo>
                  <a:pt x="553375" y="96753"/>
                </a:lnTo>
                <a:lnTo>
                  <a:pt x="552909" y="96605"/>
                </a:lnTo>
                <a:lnTo>
                  <a:pt x="552456" y="96444"/>
                </a:lnTo>
                <a:lnTo>
                  <a:pt x="552015" y="96272"/>
                </a:lnTo>
                <a:lnTo>
                  <a:pt x="551586" y="96088"/>
                </a:lnTo>
                <a:lnTo>
                  <a:pt x="551170" y="95892"/>
                </a:lnTo>
                <a:lnTo>
                  <a:pt x="550767" y="95684"/>
                </a:lnTo>
                <a:lnTo>
                  <a:pt x="550375" y="95464"/>
                </a:lnTo>
                <a:lnTo>
                  <a:pt x="549997" y="95232"/>
                </a:lnTo>
                <a:lnTo>
                  <a:pt x="549631" y="94988"/>
                </a:lnTo>
                <a:lnTo>
                  <a:pt x="549277" y="94733"/>
                </a:lnTo>
                <a:lnTo>
                  <a:pt x="548935" y="94465"/>
                </a:lnTo>
                <a:lnTo>
                  <a:pt x="548607" y="94186"/>
                </a:lnTo>
                <a:lnTo>
                  <a:pt x="548291" y="93897"/>
                </a:lnTo>
                <a:lnTo>
                  <a:pt x="547988" y="93603"/>
                </a:lnTo>
                <a:lnTo>
                  <a:pt x="547699" y="93303"/>
                </a:lnTo>
                <a:lnTo>
                  <a:pt x="547424" y="92997"/>
                </a:lnTo>
                <a:lnTo>
                  <a:pt x="547161" y="92684"/>
                </a:lnTo>
                <a:lnTo>
                  <a:pt x="546913" y="92366"/>
                </a:lnTo>
                <a:lnTo>
                  <a:pt x="546677" y="92042"/>
                </a:lnTo>
                <a:lnTo>
                  <a:pt x="546456" y="91712"/>
                </a:lnTo>
                <a:lnTo>
                  <a:pt x="546247" y="91376"/>
                </a:lnTo>
                <a:lnTo>
                  <a:pt x="546052" y="91035"/>
                </a:lnTo>
                <a:lnTo>
                  <a:pt x="545871" y="90687"/>
                </a:lnTo>
                <a:lnTo>
                  <a:pt x="545703" y="90333"/>
                </a:lnTo>
                <a:lnTo>
                  <a:pt x="545548" y="89973"/>
                </a:lnTo>
                <a:lnTo>
                  <a:pt x="545407" y="89608"/>
                </a:lnTo>
                <a:lnTo>
                  <a:pt x="545279" y="89236"/>
                </a:lnTo>
                <a:lnTo>
                  <a:pt x="545165" y="88859"/>
                </a:lnTo>
                <a:lnTo>
                  <a:pt x="545064" y="88475"/>
                </a:lnTo>
                <a:lnTo>
                  <a:pt x="544977" y="88086"/>
                </a:lnTo>
                <a:lnTo>
                  <a:pt x="544903" y="87691"/>
                </a:lnTo>
                <a:lnTo>
                  <a:pt x="544842" y="87290"/>
                </a:lnTo>
                <a:lnTo>
                  <a:pt x="544795" y="86883"/>
                </a:lnTo>
                <a:lnTo>
                  <a:pt x="544762" y="86469"/>
                </a:lnTo>
                <a:lnTo>
                  <a:pt x="544742" y="86050"/>
                </a:lnTo>
                <a:lnTo>
                  <a:pt x="544735" y="85626"/>
                </a:lnTo>
                <a:lnTo>
                  <a:pt x="544738" y="85347"/>
                </a:lnTo>
                <a:lnTo>
                  <a:pt x="544747" y="85071"/>
                </a:lnTo>
                <a:lnTo>
                  <a:pt x="544763" y="84797"/>
                </a:lnTo>
                <a:lnTo>
                  <a:pt x="544784" y="84525"/>
                </a:lnTo>
                <a:lnTo>
                  <a:pt x="544812" y="84255"/>
                </a:lnTo>
                <a:lnTo>
                  <a:pt x="544846" y="83987"/>
                </a:lnTo>
                <a:lnTo>
                  <a:pt x="544886" y="83722"/>
                </a:lnTo>
                <a:lnTo>
                  <a:pt x="544932" y="83458"/>
                </a:lnTo>
                <a:lnTo>
                  <a:pt x="544985" y="83197"/>
                </a:lnTo>
                <a:lnTo>
                  <a:pt x="545043" y="82937"/>
                </a:lnTo>
                <a:lnTo>
                  <a:pt x="545108" y="82680"/>
                </a:lnTo>
                <a:lnTo>
                  <a:pt x="545179" y="82425"/>
                </a:lnTo>
                <a:lnTo>
                  <a:pt x="545256" y="82172"/>
                </a:lnTo>
                <a:lnTo>
                  <a:pt x="545339" y="81921"/>
                </a:lnTo>
                <a:lnTo>
                  <a:pt x="545429" y="81672"/>
                </a:lnTo>
                <a:lnTo>
                  <a:pt x="545524" y="81425"/>
                </a:lnTo>
                <a:lnTo>
                  <a:pt x="545626" y="81181"/>
                </a:lnTo>
                <a:lnTo>
                  <a:pt x="545734" y="80938"/>
                </a:lnTo>
                <a:lnTo>
                  <a:pt x="545848" y="80698"/>
                </a:lnTo>
                <a:lnTo>
                  <a:pt x="545968" y="80459"/>
                </a:lnTo>
                <a:lnTo>
                  <a:pt x="546095" y="80223"/>
                </a:lnTo>
                <a:lnTo>
                  <a:pt x="546227" y="79989"/>
                </a:lnTo>
                <a:lnTo>
                  <a:pt x="546366" y="79757"/>
                </a:lnTo>
                <a:lnTo>
                  <a:pt x="546511" y="79527"/>
                </a:lnTo>
                <a:lnTo>
                  <a:pt x="546661" y="79300"/>
                </a:lnTo>
                <a:lnTo>
                  <a:pt x="546817" y="79078"/>
                </a:lnTo>
                <a:lnTo>
                  <a:pt x="546978" y="78861"/>
                </a:lnTo>
                <a:lnTo>
                  <a:pt x="547144" y="78648"/>
                </a:lnTo>
                <a:lnTo>
                  <a:pt x="547316" y="78439"/>
                </a:lnTo>
                <a:lnTo>
                  <a:pt x="547492" y="78236"/>
                </a:lnTo>
                <a:lnTo>
                  <a:pt x="547674" y="78037"/>
                </a:lnTo>
                <a:lnTo>
                  <a:pt x="547861" y="77842"/>
                </a:lnTo>
                <a:lnTo>
                  <a:pt x="548053" y="77652"/>
                </a:lnTo>
                <a:lnTo>
                  <a:pt x="548250" y="77467"/>
                </a:lnTo>
                <a:lnTo>
                  <a:pt x="548452" y="77286"/>
                </a:lnTo>
                <a:lnTo>
                  <a:pt x="548660" y="77110"/>
                </a:lnTo>
                <a:lnTo>
                  <a:pt x="548873" y="76938"/>
                </a:lnTo>
                <a:lnTo>
                  <a:pt x="549091" y="76771"/>
                </a:lnTo>
                <a:lnTo>
                  <a:pt x="549314" y="76609"/>
                </a:lnTo>
                <a:lnTo>
                  <a:pt x="549542" y="76451"/>
                </a:lnTo>
                <a:lnTo>
                  <a:pt x="549775" y="76297"/>
                </a:lnTo>
                <a:lnTo>
                  <a:pt x="550014" y="76149"/>
                </a:lnTo>
                <a:lnTo>
                  <a:pt x="550258" y="76005"/>
                </a:lnTo>
                <a:lnTo>
                  <a:pt x="550507" y="75865"/>
                </a:lnTo>
                <a:lnTo>
                  <a:pt x="550761" y="75731"/>
                </a:lnTo>
                <a:lnTo>
                  <a:pt x="551020" y="75600"/>
                </a:lnTo>
                <a:lnTo>
                  <a:pt x="551285" y="75475"/>
                </a:lnTo>
                <a:lnTo>
                  <a:pt x="551555" y="75354"/>
                </a:lnTo>
                <a:lnTo>
                  <a:pt x="551835" y="75235"/>
                </a:lnTo>
                <a:lnTo>
                  <a:pt x="552131" y="75118"/>
                </a:lnTo>
                <a:lnTo>
                  <a:pt x="552444" y="75001"/>
                </a:lnTo>
                <a:lnTo>
                  <a:pt x="552772" y="74886"/>
                </a:lnTo>
                <a:lnTo>
                  <a:pt x="553117" y="74771"/>
                </a:lnTo>
                <a:lnTo>
                  <a:pt x="553477" y="74658"/>
                </a:lnTo>
                <a:lnTo>
                  <a:pt x="553854" y="74545"/>
                </a:lnTo>
                <a:lnTo>
                  <a:pt x="554246" y="74434"/>
                </a:lnTo>
                <a:lnTo>
                  <a:pt x="554655" y="74323"/>
                </a:lnTo>
                <a:lnTo>
                  <a:pt x="555080" y="74214"/>
                </a:lnTo>
                <a:lnTo>
                  <a:pt x="555520" y="74105"/>
                </a:lnTo>
                <a:lnTo>
                  <a:pt x="555977" y="73998"/>
                </a:lnTo>
                <a:lnTo>
                  <a:pt x="556450" y="73891"/>
                </a:lnTo>
                <a:lnTo>
                  <a:pt x="556938" y="73786"/>
                </a:lnTo>
                <a:lnTo>
                  <a:pt x="557443" y="73681"/>
                </a:lnTo>
                <a:lnTo>
                  <a:pt x="557964" y="73578"/>
                </a:lnTo>
                <a:lnTo>
                  <a:pt x="558501" y="73475"/>
                </a:lnTo>
                <a:lnTo>
                  <a:pt x="559054" y="73373"/>
                </a:lnTo>
                <a:lnTo>
                  <a:pt x="559623" y="73273"/>
                </a:lnTo>
                <a:lnTo>
                  <a:pt x="560208" y="73173"/>
                </a:lnTo>
                <a:lnTo>
                  <a:pt x="560809" y="73075"/>
                </a:lnTo>
                <a:lnTo>
                  <a:pt x="561426" y="72977"/>
                </a:lnTo>
                <a:lnTo>
                  <a:pt x="562059" y="72881"/>
                </a:lnTo>
                <a:lnTo>
                  <a:pt x="562708" y="72785"/>
                </a:lnTo>
                <a:lnTo>
                  <a:pt x="563856" y="72616"/>
                </a:lnTo>
                <a:lnTo>
                  <a:pt x="564980" y="72445"/>
                </a:lnTo>
                <a:lnTo>
                  <a:pt x="566080" y="72270"/>
                </a:lnTo>
                <a:lnTo>
                  <a:pt x="567156" y="72093"/>
                </a:lnTo>
                <a:lnTo>
                  <a:pt x="568207" y="71912"/>
                </a:lnTo>
                <a:lnTo>
                  <a:pt x="569235" y="71729"/>
                </a:lnTo>
                <a:lnTo>
                  <a:pt x="570238" y="71542"/>
                </a:lnTo>
                <a:lnTo>
                  <a:pt x="571217" y="71353"/>
                </a:lnTo>
                <a:lnTo>
                  <a:pt x="572172" y="71160"/>
                </a:lnTo>
                <a:lnTo>
                  <a:pt x="573103" y="70965"/>
                </a:lnTo>
                <a:lnTo>
                  <a:pt x="574009" y="70766"/>
                </a:lnTo>
                <a:lnTo>
                  <a:pt x="574891" y="70565"/>
                </a:lnTo>
                <a:lnTo>
                  <a:pt x="575750" y="70361"/>
                </a:lnTo>
                <a:lnTo>
                  <a:pt x="576584" y="70153"/>
                </a:lnTo>
                <a:lnTo>
                  <a:pt x="577393" y="69943"/>
                </a:lnTo>
                <a:lnTo>
                  <a:pt x="578179" y="69729"/>
                </a:lnTo>
                <a:lnTo>
                  <a:pt x="578940" y="69513"/>
                </a:lnTo>
                <a:lnTo>
                  <a:pt x="579678" y="69293"/>
                </a:lnTo>
                <a:lnTo>
                  <a:pt x="580391" y="69071"/>
                </a:lnTo>
                <a:lnTo>
                  <a:pt x="581080" y="68846"/>
                </a:lnTo>
                <a:lnTo>
                  <a:pt x="581745" y="68617"/>
                </a:lnTo>
                <a:lnTo>
                  <a:pt x="582385" y="68386"/>
                </a:lnTo>
                <a:lnTo>
                  <a:pt x="583002" y="68152"/>
                </a:lnTo>
                <a:lnTo>
                  <a:pt x="583594" y="67914"/>
                </a:lnTo>
                <a:lnTo>
                  <a:pt x="583594" y="72625"/>
                </a:lnTo>
                <a:lnTo>
                  <a:pt x="583590" y="73326"/>
                </a:lnTo>
                <a:lnTo>
                  <a:pt x="583580" y="74012"/>
                </a:lnTo>
                <a:lnTo>
                  <a:pt x="583562" y="74684"/>
                </a:lnTo>
                <a:close/>
                <a:moveTo>
                  <a:pt x="665021" y="81191"/>
                </a:moveTo>
                <a:lnTo>
                  <a:pt x="664851" y="81910"/>
                </a:lnTo>
                <a:lnTo>
                  <a:pt x="664668" y="82612"/>
                </a:lnTo>
                <a:lnTo>
                  <a:pt x="664472" y="83296"/>
                </a:lnTo>
                <a:lnTo>
                  <a:pt x="664263" y="83963"/>
                </a:lnTo>
                <a:lnTo>
                  <a:pt x="664042" y="84613"/>
                </a:lnTo>
                <a:lnTo>
                  <a:pt x="663807" y="85246"/>
                </a:lnTo>
                <a:lnTo>
                  <a:pt x="663560" y="85862"/>
                </a:lnTo>
                <a:lnTo>
                  <a:pt x="663300" y="86460"/>
                </a:lnTo>
                <a:lnTo>
                  <a:pt x="663027" y="87041"/>
                </a:lnTo>
                <a:lnTo>
                  <a:pt x="662742" y="87605"/>
                </a:lnTo>
                <a:lnTo>
                  <a:pt x="662443" y="88152"/>
                </a:lnTo>
                <a:lnTo>
                  <a:pt x="662132" y="88682"/>
                </a:lnTo>
                <a:lnTo>
                  <a:pt x="661808" y="89194"/>
                </a:lnTo>
                <a:lnTo>
                  <a:pt x="661471" y="89689"/>
                </a:lnTo>
                <a:lnTo>
                  <a:pt x="661121" y="90167"/>
                </a:lnTo>
                <a:lnTo>
                  <a:pt x="660759" y="90628"/>
                </a:lnTo>
                <a:lnTo>
                  <a:pt x="660383" y="91071"/>
                </a:lnTo>
                <a:lnTo>
                  <a:pt x="659995" y="91498"/>
                </a:lnTo>
                <a:lnTo>
                  <a:pt x="659594" y="91907"/>
                </a:lnTo>
                <a:lnTo>
                  <a:pt x="659180" y="92299"/>
                </a:lnTo>
                <a:lnTo>
                  <a:pt x="658755" y="92674"/>
                </a:lnTo>
                <a:lnTo>
                  <a:pt x="658322" y="93034"/>
                </a:lnTo>
                <a:lnTo>
                  <a:pt x="657880" y="93377"/>
                </a:lnTo>
                <a:lnTo>
                  <a:pt x="657430" y="93704"/>
                </a:lnTo>
                <a:lnTo>
                  <a:pt x="656970" y="94016"/>
                </a:lnTo>
                <a:lnTo>
                  <a:pt x="656503" y="94311"/>
                </a:lnTo>
                <a:lnTo>
                  <a:pt x="656026" y="94591"/>
                </a:lnTo>
                <a:lnTo>
                  <a:pt x="655541" y="94854"/>
                </a:lnTo>
                <a:lnTo>
                  <a:pt x="655047" y="95102"/>
                </a:lnTo>
                <a:lnTo>
                  <a:pt x="654545" y="95333"/>
                </a:lnTo>
                <a:lnTo>
                  <a:pt x="654034" y="95549"/>
                </a:lnTo>
                <a:lnTo>
                  <a:pt x="653514" y="95749"/>
                </a:lnTo>
                <a:lnTo>
                  <a:pt x="652986" y="95932"/>
                </a:lnTo>
                <a:lnTo>
                  <a:pt x="652449" y="96100"/>
                </a:lnTo>
                <a:lnTo>
                  <a:pt x="651904" y="96252"/>
                </a:lnTo>
                <a:lnTo>
                  <a:pt x="651350" y="96388"/>
                </a:lnTo>
                <a:lnTo>
                  <a:pt x="650787" y="96507"/>
                </a:lnTo>
                <a:lnTo>
                  <a:pt x="650216" y="96611"/>
                </a:lnTo>
                <a:lnTo>
                  <a:pt x="649636" y="96699"/>
                </a:lnTo>
                <a:lnTo>
                  <a:pt x="649047" y="96771"/>
                </a:lnTo>
                <a:lnTo>
                  <a:pt x="648450" y="96827"/>
                </a:lnTo>
                <a:lnTo>
                  <a:pt x="647844" y="96867"/>
                </a:lnTo>
                <a:lnTo>
                  <a:pt x="647229" y="96891"/>
                </a:lnTo>
                <a:lnTo>
                  <a:pt x="646606" y="96899"/>
                </a:lnTo>
                <a:lnTo>
                  <a:pt x="645831" y="96887"/>
                </a:lnTo>
                <a:lnTo>
                  <a:pt x="645068" y="96851"/>
                </a:lnTo>
                <a:lnTo>
                  <a:pt x="644317" y="96792"/>
                </a:lnTo>
                <a:lnTo>
                  <a:pt x="643579" y="96708"/>
                </a:lnTo>
                <a:lnTo>
                  <a:pt x="642853" y="96601"/>
                </a:lnTo>
                <a:lnTo>
                  <a:pt x="642139" y="96470"/>
                </a:lnTo>
                <a:lnTo>
                  <a:pt x="641438" y="96315"/>
                </a:lnTo>
                <a:lnTo>
                  <a:pt x="640749" y="96137"/>
                </a:lnTo>
                <a:lnTo>
                  <a:pt x="640072" y="95935"/>
                </a:lnTo>
                <a:lnTo>
                  <a:pt x="639408" y="95709"/>
                </a:lnTo>
                <a:lnTo>
                  <a:pt x="638756" y="95459"/>
                </a:lnTo>
                <a:lnTo>
                  <a:pt x="638117" y="95185"/>
                </a:lnTo>
                <a:lnTo>
                  <a:pt x="637489" y="94887"/>
                </a:lnTo>
                <a:lnTo>
                  <a:pt x="636874" y="94566"/>
                </a:lnTo>
                <a:lnTo>
                  <a:pt x="636272" y="94221"/>
                </a:lnTo>
                <a:lnTo>
                  <a:pt x="635681" y="93852"/>
                </a:lnTo>
                <a:lnTo>
                  <a:pt x="635103" y="93459"/>
                </a:lnTo>
                <a:lnTo>
                  <a:pt x="634538" y="93043"/>
                </a:lnTo>
                <a:lnTo>
                  <a:pt x="633985" y="92602"/>
                </a:lnTo>
                <a:lnTo>
                  <a:pt x="633444" y="92138"/>
                </a:lnTo>
                <a:lnTo>
                  <a:pt x="632915" y="91650"/>
                </a:lnTo>
                <a:lnTo>
                  <a:pt x="632399" y="91138"/>
                </a:lnTo>
                <a:lnTo>
                  <a:pt x="631895" y="90603"/>
                </a:lnTo>
                <a:lnTo>
                  <a:pt x="631403" y="90043"/>
                </a:lnTo>
                <a:lnTo>
                  <a:pt x="630928" y="89457"/>
                </a:lnTo>
                <a:lnTo>
                  <a:pt x="630473" y="88843"/>
                </a:lnTo>
                <a:lnTo>
                  <a:pt x="630038" y="88200"/>
                </a:lnTo>
                <a:lnTo>
                  <a:pt x="629623" y="87528"/>
                </a:lnTo>
                <a:lnTo>
                  <a:pt x="629229" y="86827"/>
                </a:lnTo>
                <a:lnTo>
                  <a:pt x="628855" y="86098"/>
                </a:lnTo>
                <a:lnTo>
                  <a:pt x="628501" y="85339"/>
                </a:lnTo>
                <a:lnTo>
                  <a:pt x="628167" y="84553"/>
                </a:lnTo>
                <a:lnTo>
                  <a:pt x="627853" y="83737"/>
                </a:lnTo>
                <a:lnTo>
                  <a:pt x="627560" y="82893"/>
                </a:lnTo>
                <a:lnTo>
                  <a:pt x="627287" y="82020"/>
                </a:lnTo>
                <a:lnTo>
                  <a:pt x="627034" y="81118"/>
                </a:lnTo>
                <a:lnTo>
                  <a:pt x="626802" y="80187"/>
                </a:lnTo>
                <a:lnTo>
                  <a:pt x="626589" y="79228"/>
                </a:lnTo>
                <a:lnTo>
                  <a:pt x="626397" y="78240"/>
                </a:lnTo>
                <a:lnTo>
                  <a:pt x="626225" y="77224"/>
                </a:lnTo>
                <a:lnTo>
                  <a:pt x="626074" y="76178"/>
                </a:lnTo>
                <a:lnTo>
                  <a:pt x="625942" y="75104"/>
                </a:lnTo>
                <a:lnTo>
                  <a:pt x="625831" y="74001"/>
                </a:lnTo>
                <a:lnTo>
                  <a:pt x="625740" y="72870"/>
                </a:lnTo>
                <a:lnTo>
                  <a:pt x="625669" y="71709"/>
                </a:lnTo>
                <a:lnTo>
                  <a:pt x="625618" y="70521"/>
                </a:lnTo>
                <a:lnTo>
                  <a:pt x="625588" y="69303"/>
                </a:lnTo>
                <a:lnTo>
                  <a:pt x="625578" y="68056"/>
                </a:lnTo>
                <a:lnTo>
                  <a:pt x="625588" y="66827"/>
                </a:lnTo>
                <a:lnTo>
                  <a:pt x="625620" y="65626"/>
                </a:lnTo>
                <a:lnTo>
                  <a:pt x="625672" y="64453"/>
                </a:lnTo>
                <a:lnTo>
                  <a:pt x="625746" y="63307"/>
                </a:lnTo>
                <a:lnTo>
                  <a:pt x="625840" y="62190"/>
                </a:lnTo>
                <a:lnTo>
                  <a:pt x="625955" y="61100"/>
                </a:lnTo>
                <a:lnTo>
                  <a:pt x="626092" y="60038"/>
                </a:lnTo>
                <a:lnTo>
                  <a:pt x="626249" y="59004"/>
                </a:lnTo>
                <a:lnTo>
                  <a:pt x="626427" y="57998"/>
                </a:lnTo>
                <a:lnTo>
                  <a:pt x="626626" y="57020"/>
                </a:lnTo>
                <a:lnTo>
                  <a:pt x="626846" y="56069"/>
                </a:lnTo>
                <a:lnTo>
                  <a:pt x="627088" y="55147"/>
                </a:lnTo>
                <a:lnTo>
                  <a:pt x="627350" y="54252"/>
                </a:lnTo>
                <a:lnTo>
                  <a:pt x="627633" y="53385"/>
                </a:lnTo>
                <a:lnTo>
                  <a:pt x="627937" y="52546"/>
                </a:lnTo>
                <a:lnTo>
                  <a:pt x="628262" y="51735"/>
                </a:lnTo>
                <a:lnTo>
                  <a:pt x="628608" y="50952"/>
                </a:lnTo>
                <a:lnTo>
                  <a:pt x="628975" y="50196"/>
                </a:lnTo>
                <a:lnTo>
                  <a:pt x="629362" y="49469"/>
                </a:lnTo>
                <a:lnTo>
                  <a:pt x="629771" y="48769"/>
                </a:lnTo>
                <a:lnTo>
                  <a:pt x="630201" y="48097"/>
                </a:lnTo>
                <a:lnTo>
                  <a:pt x="630652" y="47454"/>
                </a:lnTo>
                <a:lnTo>
                  <a:pt x="631124" y="46837"/>
                </a:lnTo>
                <a:lnTo>
                  <a:pt x="631616" y="46249"/>
                </a:lnTo>
                <a:lnTo>
                  <a:pt x="632126" y="45687"/>
                </a:lnTo>
                <a:lnTo>
                  <a:pt x="632648" y="45148"/>
                </a:lnTo>
                <a:lnTo>
                  <a:pt x="633183" y="44634"/>
                </a:lnTo>
                <a:lnTo>
                  <a:pt x="633730" y="44143"/>
                </a:lnTo>
                <a:lnTo>
                  <a:pt x="634290" y="43676"/>
                </a:lnTo>
                <a:lnTo>
                  <a:pt x="634862" y="43234"/>
                </a:lnTo>
                <a:lnTo>
                  <a:pt x="635447" y="42815"/>
                </a:lnTo>
                <a:lnTo>
                  <a:pt x="636045" y="42420"/>
                </a:lnTo>
                <a:lnTo>
                  <a:pt x="636655" y="42049"/>
                </a:lnTo>
                <a:lnTo>
                  <a:pt x="637277" y="41702"/>
                </a:lnTo>
                <a:lnTo>
                  <a:pt x="637913" y="41379"/>
                </a:lnTo>
                <a:lnTo>
                  <a:pt x="638561" y="41079"/>
                </a:lnTo>
                <a:lnTo>
                  <a:pt x="639221" y="40804"/>
                </a:lnTo>
                <a:lnTo>
                  <a:pt x="639894" y="40553"/>
                </a:lnTo>
                <a:lnTo>
                  <a:pt x="640580" y="40326"/>
                </a:lnTo>
                <a:lnTo>
                  <a:pt x="641278" y="40122"/>
                </a:lnTo>
                <a:lnTo>
                  <a:pt x="641989" y="39943"/>
                </a:lnTo>
                <a:lnTo>
                  <a:pt x="642712" y="39787"/>
                </a:lnTo>
                <a:lnTo>
                  <a:pt x="643448" y="39655"/>
                </a:lnTo>
                <a:lnTo>
                  <a:pt x="644196" y="39548"/>
                </a:lnTo>
                <a:lnTo>
                  <a:pt x="644957" y="39464"/>
                </a:lnTo>
                <a:lnTo>
                  <a:pt x="645731" y="39404"/>
                </a:lnTo>
                <a:lnTo>
                  <a:pt x="646517" y="39368"/>
                </a:lnTo>
                <a:lnTo>
                  <a:pt x="647316" y="39356"/>
                </a:lnTo>
                <a:lnTo>
                  <a:pt x="647846" y="39363"/>
                </a:lnTo>
                <a:lnTo>
                  <a:pt x="648369" y="39383"/>
                </a:lnTo>
                <a:lnTo>
                  <a:pt x="648885" y="39416"/>
                </a:lnTo>
                <a:lnTo>
                  <a:pt x="649395" y="39462"/>
                </a:lnTo>
                <a:lnTo>
                  <a:pt x="649899" y="39522"/>
                </a:lnTo>
                <a:lnTo>
                  <a:pt x="650395" y="39595"/>
                </a:lnTo>
                <a:lnTo>
                  <a:pt x="650886" y="39681"/>
                </a:lnTo>
                <a:lnTo>
                  <a:pt x="651369" y="39780"/>
                </a:lnTo>
                <a:lnTo>
                  <a:pt x="651847" y="39893"/>
                </a:lnTo>
                <a:lnTo>
                  <a:pt x="652317" y="40019"/>
                </a:lnTo>
                <a:lnTo>
                  <a:pt x="652782" y="40158"/>
                </a:lnTo>
                <a:lnTo>
                  <a:pt x="653239" y="40311"/>
                </a:lnTo>
                <a:lnTo>
                  <a:pt x="653690" y="40477"/>
                </a:lnTo>
                <a:lnTo>
                  <a:pt x="654135" y="40656"/>
                </a:lnTo>
                <a:lnTo>
                  <a:pt x="654573" y="40848"/>
                </a:lnTo>
                <a:lnTo>
                  <a:pt x="655004" y="41053"/>
                </a:lnTo>
                <a:lnTo>
                  <a:pt x="655429" y="41272"/>
                </a:lnTo>
                <a:lnTo>
                  <a:pt x="655848" y="41504"/>
                </a:lnTo>
                <a:lnTo>
                  <a:pt x="656260" y="41749"/>
                </a:lnTo>
                <a:lnTo>
                  <a:pt x="656665" y="42008"/>
                </a:lnTo>
                <a:lnTo>
                  <a:pt x="657064" y="42280"/>
                </a:lnTo>
                <a:lnTo>
                  <a:pt x="657456" y="42565"/>
                </a:lnTo>
                <a:lnTo>
                  <a:pt x="657842" y="42863"/>
                </a:lnTo>
                <a:lnTo>
                  <a:pt x="658221" y="43175"/>
                </a:lnTo>
                <a:lnTo>
                  <a:pt x="658592" y="43499"/>
                </a:lnTo>
                <a:lnTo>
                  <a:pt x="658954" y="43837"/>
                </a:lnTo>
                <a:lnTo>
                  <a:pt x="659306" y="44188"/>
                </a:lnTo>
                <a:lnTo>
                  <a:pt x="659649" y="44552"/>
                </a:lnTo>
                <a:lnTo>
                  <a:pt x="659982" y="44928"/>
                </a:lnTo>
                <a:lnTo>
                  <a:pt x="660305" y="45318"/>
                </a:lnTo>
                <a:lnTo>
                  <a:pt x="660620" y="45721"/>
                </a:lnTo>
                <a:lnTo>
                  <a:pt x="660924" y="46137"/>
                </a:lnTo>
                <a:lnTo>
                  <a:pt x="661220" y="46565"/>
                </a:lnTo>
                <a:lnTo>
                  <a:pt x="661505" y="47007"/>
                </a:lnTo>
                <a:lnTo>
                  <a:pt x="661781" y="47462"/>
                </a:lnTo>
                <a:lnTo>
                  <a:pt x="662048" y="47930"/>
                </a:lnTo>
                <a:lnTo>
                  <a:pt x="662305" y="48411"/>
                </a:lnTo>
                <a:lnTo>
                  <a:pt x="662553" y="48905"/>
                </a:lnTo>
                <a:lnTo>
                  <a:pt x="662791" y="49411"/>
                </a:lnTo>
                <a:lnTo>
                  <a:pt x="663020" y="49931"/>
                </a:lnTo>
                <a:lnTo>
                  <a:pt x="663239" y="50464"/>
                </a:lnTo>
                <a:lnTo>
                  <a:pt x="663449" y="51010"/>
                </a:lnTo>
                <a:lnTo>
                  <a:pt x="663649" y="51569"/>
                </a:lnTo>
                <a:lnTo>
                  <a:pt x="663840" y="52141"/>
                </a:lnTo>
                <a:lnTo>
                  <a:pt x="664021" y="52726"/>
                </a:lnTo>
                <a:lnTo>
                  <a:pt x="664193" y="53324"/>
                </a:lnTo>
                <a:lnTo>
                  <a:pt x="664355" y="53935"/>
                </a:lnTo>
                <a:lnTo>
                  <a:pt x="664508" y="54559"/>
                </a:lnTo>
                <a:lnTo>
                  <a:pt x="676940" y="52641"/>
                </a:lnTo>
                <a:lnTo>
                  <a:pt x="676747" y="51694"/>
                </a:lnTo>
                <a:lnTo>
                  <a:pt x="676534" y="50765"/>
                </a:lnTo>
                <a:lnTo>
                  <a:pt x="676302" y="49855"/>
                </a:lnTo>
                <a:lnTo>
                  <a:pt x="676050" y="48963"/>
                </a:lnTo>
                <a:lnTo>
                  <a:pt x="675779" y="48089"/>
                </a:lnTo>
                <a:lnTo>
                  <a:pt x="675488" y="47233"/>
                </a:lnTo>
                <a:lnTo>
                  <a:pt x="675178" y="46395"/>
                </a:lnTo>
                <a:lnTo>
                  <a:pt x="674848" y="45575"/>
                </a:lnTo>
                <a:lnTo>
                  <a:pt x="674499" y="44774"/>
                </a:lnTo>
                <a:lnTo>
                  <a:pt x="674130" y="43991"/>
                </a:lnTo>
                <a:lnTo>
                  <a:pt x="673742" y="43226"/>
                </a:lnTo>
                <a:lnTo>
                  <a:pt x="673335" y="42479"/>
                </a:lnTo>
                <a:lnTo>
                  <a:pt x="672908" y="41751"/>
                </a:lnTo>
                <a:lnTo>
                  <a:pt x="672461" y="41040"/>
                </a:lnTo>
                <a:lnTo>
                  <a:pt x="671995" y="40348"/>
                </a:lnTo>
                <a:lnTo>
                  <a:pt x="671509" y="39674"/>
                </a:lnTo>
                <a:lnTo>
                  <a:pt x="671004" y="39018"/>
                </a:lnTo>
                <a:lnTo>
                  <a:pt x="670480" y="38380"/>
                </a:lnTo>
                <a:lnTo>
                  <a:pt x="669936" y="37761"/>
                </a:lnTo>
                <a:lnTo>
                  <a:pt x="669372" y="37160"/>
                </a:lnTo>
                <a:lnTo>
                  <a:pt x="668789" y="36576"/>
                </a:lnTo>
                <a:lnTo>
                  <a:pt x="668187" y="36012"/>
                </a:lnTo>
                <a:lnTo>
                  <a:pt x="667565" y="35465"/>
                </a:lnTo>
                <a:lnTo>
                  <a:pt x="666923" y="34936"/>
                </a:lnTo>
                <a:lnTo>
                  <a:pt x="666264" y="34427"/>
                </a:lnTo>
                <a:lnTo>
                  <a:pt x="665590" y="33940"/>
                </a:lnTo>
                <a:lnTo>
                  <a:pt x="664900" y="33475"/>
                </a:lnTo>
                <a:lnTo>
                  <a:pt x="664194" y="33031"/>
                </a:lnTo>
                <a:lnTo>
                  <a:pt x="663473" y="32609"/>
                </a:lnTo>
                <a:lnTo>
                  <a:pt x="662736" y="32208"/>
                </a:lnTo>
                <a:lnTo>
                  <a:pt x="661984" y="31829"/>
                </a:lnTo>
                <a:lnTo>
                  <a:pt x="661216" y="31472"/>
                </a:lnTo>
                <a:lnTo>
                  <a:pt x="660433" y="31136"/>
                </a:lnTo>
                <a:lnTo>
                  <a:pt x="659634" y="30822"/>
                </a:lnTo>
                <a:lnTo>
                  <a:pt x="658820" y="30530"/>
                </a:lnTo>
                <a:lnTo>
                  <a:pt x="657990" y="30259"/>
                </a:lnTo>
                <a:lnTo>
                  <a:pt x="657145" y="30010"/>
                </a:lnTo>
                <a:lnTo>
                  <a:pt x="656284" y="29783"/>
                </a:lnTo>
                <a:lnTo>
                  <a:pt x="655407" y="29577"/>
                </a:lnTo>
                <a:lnTo>
                  <a:pt x="654515" y="29393"/>
                </a:lnTo>
                <a:lnTo>
                  <a:pt x="653607" y="29231"/>
                </a:lnTo>
                <a:lnTo>
                  <a:pt x="652684" y="29090"/>
                </a:lnTo>
                <a:lnTo>
                  <a:pt x="651746" y="28971"/>
                </a:lnTo>
                <a:lnTo>
                  <a:pt x="650791" y="28873"/>
                </a:lnTo>
                <a:lnTo>
                  <a:pt x="649822" y="28798"/>
                </a:lnTo>
                <a:lnTo>
                  <a:pt x="648836" y="28743"/>
                </a:lnTo>
                <a:lnTo>
                  <a:pt x="647835" y="28711"/>
                </a:lnTo>
                <a:lnTo>
                  <a:pt x="646819" y="28700"/>
                </a:lnTo>
                <a:lnTo>
                  <a:pt x="646010" y="28708"/>
                </a:lnTo>
                <a:lnTo>
                  <a:pt x="645207" y="28732"/>
                </a:lnTo>
                <a:lnTo>
                  <a:pt x="644409" y="28772"/>
                </a:lnTo>
                <a:lnTo>
                  <a:pt x="643615" y="28827"/>
                </a:lnTo>
                <a:lnTo>
                  <a:pt x="642827" y="28899"/>
                </a:lnTo>
                <a:lnTo>
                  <a:pt x="642044" y="28987"/>
                </a:lnTo>
                <a:lnTo>
                  <a:pt x="641266" y="29090"/>
                </a:lnTo>
                <a:lnTo>
                  <a:pt x="640492" y="29209"/>
                </a:lnTo>
                <a:lnTo>
                  <a:pt x="639724" y="29345"/>
                </a:lnTo>
                <a:lnTo>
                  <a:pt x="638961" y="29496"/>
                </a:lnTo>
                <a:lnTo>
                  <a:pt x="638203" y="29663"/>
                </a:lnTo>
                <a:lnTo>
                  <a:pt x="637451" y="29846"/>
                </a:lnTo>
                <a:lnTo>
                  <a:pt x="636703" y="30045"/>
                </a:lnTo>
                <a:lnTo>
                  <a:pt x="635960" y="30259"/>
                </a:lnTo>
                <a:lnTo>
                  <a:pt x="635222" y="30490"/>
                </a:lnTo>
                <a:lnTo>
                  <a:pt x="634490" y="30737"/>
                </a:lnTo>
                <a:lnTo>
                  <a:pt x="633762" y="30999"/>
                </a:lnTo>
                <a:lnTo>
                  <a:pt x="633039" y="31278"/>
                </a:lnTo>
                <a:lnTo>
                  <a:pt x="632322" y="31572"/>
                </a:lnTo>
                <a:lnTo>
                  <a:pt x="631609" y="31882"/>
                </a:lnTo>
                <a:lnTo>
                  <a:pt x="630902" y="32208"/>
                </a:lnTo>
                <a:lnTo>
                  <a:pt x="630200" y="32550"/>
                </a:lnTo>
                <a:lnTo>
                  <a:pt x="629502" y="32908"/>
                </a:lnTo>
                <a:lnTo>
                  <a:pt x="628810" y="33282"/>
                </a:lnTo>
                <a:lnTo>
                  <a:pt x="628128" y="33672"/>
                </a:lnTo>
                <a:lnTo>
                  <a:pt x="627460" y="34078"/>
                </a:lnTo>
                <a:lnTo>
                  <a:pt x="626807" y="34499"/>
                </a:lnTo>
                <a:lnTo>
                  <a:pt x="626169" y="34937"/>
                </a:lnTo>
                <a:lnTo>
                  <a:pt x="625545" y="35390"/>
                </a:lnTo>
                <a:lnTo>
                  <a:pt x="624936" y="35860"/>
                </a:lnTo>
                <a:lnTo>
                  <a:pt x="624342" y="36345"/>
                </a:lnTo>
                <a:lnTo>
                  <a:pt x="623762" y="36846"/>
                </a:lnTo>
                <a:lnTo>
                  <a:pt x="623198" y="37363"/>
                </a:lnTo>
                <a:lnTo>
                  <a:pt x="622647" y="37896"/>
                </a:lnTo>
                <a:lnTo>
                  <a:pt x="622112" y="38445"/>
                </a:lnTo>
                <a:lnTo>
                  <a:pt x="621591" y="39010"/>
                </a:lnTo>
                <a:lnTo>
                  <a:pt x="621085" y="39591"/>
                </a:lnTo>
                <a:lnTo>
                  <a:pt x="620593" y="40187"/>
                </a:lnTo>
                <a:lnTo>
                  <a:pt x="620116" y="40800"/>
                </a:lnTo>
                <a:lnTo>
                  <a:pt x="619654" y="41428"/>
                </a:lnTo>
                <a:lnTo>
                  <a:pt x="619206" y="42073"/>
                </a:lnTo>
                <a:lnTo>
                  <a:pt x="618774" y="42733"/>
                </a:lnTo>
                <a:lnTo>
                  <a:pt x="618355" y="43409"/>
                </a:lnTo>
                <a:lnTo>
                  <a:pt x="617952" y="44101"/>
                </a:lnTo>
                <a:lnTo>
                  <a:pt x="617563" y="44809"/>
                </a:lnTo>
                <a:lnTo>
                  <a:pt x="617189" y="45533"/>
                </a:lnTo>
                <a:lnTo>
                  <a:pt x="616830" y="46273"/>
                </a:lnTo>
                <a:lnTo>
                  <a:pt x="616485" y="47029"/>
                </a:lnTo>
                <a:lnTo>
                  <a:pt x="616154" y="47798"/>
                </a:lnTo>
                <a:lnTo>
                  <a:pt x="615838" y="48577"/>
                </a:lnTo>
                <a:lnTo>
                  <a:pt x="615536" y="49367"/>
                </a:lnTo>
                <a:lnTo>
                  <a:pt x="615248" y="50168"/>
                </a:lnTo>
                <a:lnTo>
                  <a:pt x="614973" y="50980"/>
                </a:lnTo>
                <a:lnTo>
                  <a:pt x="614713" y="51802"/>
                </a:lnTo>
                <a:lnTo>
                  <a:pt x="614467" y="52634"/>
                </a:lnTo>
                <a:lnTo>
                  <a:pt x="614235" y="53477"/>
                </a:lnTo>
                <a:lnTo>
                  <a:pt x="614017" y="54331"/>
                </a:lnTo>
                <a:lnTo>
                  <a:pt x="613813" y="55196"/>
                </a:lnTo>
                <a:lnTo>
                  <a:pt x="613624" y="56071"/>
                </a:lnTo>
                <a:lnTo>
                  <a:pt x="613448" y="56956"/>
                </a:lnTo>
                <a:lnTo>
                  <a:pt x="613286" y="57853"/>
                </a:lnTo>
                <a:lnTo>
                  <a:pt x="613139" y="58760"/>
                </a:lnTo>
                <a:lnTo>
                  <a:pt x="613005" y="59677"/>
                </a:lnTo>
                <a:lnTo>
                  <a:pt x="612885" y="60605"/>
                </a:lnTo>
                <a:lnTo>
                  <a:pt x="612780" y="61544"/>
                </a:lnTo>
                <a:lnTo>
                  <a:pt x="612689" y="62493"/>
                </a:lnTo>
                <a:lnTo>
                  <a:pt x="612611" y="63453"/>
                </a:lnTo>
                <a:lnTo>
                  <a:pt x="612548" y="64423"/>
                </a:lnTo>
                <a:lnTo>
                  <a:pt x="612499" y="65405"/>
                </a:lnTo>
                <a:lnTo>
                  <a:pt x="612464" y="66396"/>
                </a:lnTo>
                <a:lnTo>
                  <a:pt x="612443" y="67399"/>
                </a:lnTo>
                <a:lnTo>
                  <a:pt x="612436" y="68412"/>
                </a:lnTo>
                <a:lnTo>
                  <a:pt x="612452" y="69971"/>
                </a:lnTo>
                <a:lnTo>
                  <a:pt x="612501" y="71500"/>
                </a:lnTo>
                <a:lnTo>
                  <a:pt x="612583" y="72999"/>
                </a:lnTo>
                <a:lnTo>
                  <a:pt x="612697" y="74467"/>
                </a:lnTo>
                <a:lnTo>
                  <a:pt x="612844" y="75904"/>
                </a:lnTo>
                <a:lnTo>
                  <a:pt x="613024" y="77312"/>
                </a:lnTo>
                <a:lnTo>
                  <a:pt x="613236" y="78688"/>
                </a:lnTo>
                <a:lnTo>
                  <a:pt x="613481" y="80035"/>
                </a:lnTo>
                <a:lnTo>
                  <a:pt x="613759" y="81350"/>
                </a:lnTo>
                <a:lnTo>
                  <a:pt x="614070" y="82636"/>
                </a:lnTo>
                <a:lnTo>
                  <a:pt x="614413" y="83891"/>
                </a:lnTo>
                <a:lnTo>
                  <a:pt x="614789" y="85115"/>
                </a:lnTo>
                <a:lnTo>
                  <a:pt x="615197" y="86309"/>
                </a:lnTo>
                <a:lnTo>
                  <a:pt x="615639" y="87472"/>
                </a:lnTo>
                <a:lnTo>
                  <a:pt x="616112" y="88605"/>
                </a:lnTo>
                <a:lnTo>
                  <a:pt x="616619" y="89708"/>
                </a:lnTo>
                <a:lnTo>
                  <a:pt x="617158" y="90780"/>
                </a:lnTo>
                <a:lnTo>
                  <a:pt x="617730" y="91822"/>
                </a:lnTo>
                <a:lnTo>
                  <a:pt x="618335" y="92833"/>
                </a:lnTo>
                <a:lnTo>
                  <a:pt x="618972" y="93813"/>
                </a:lnTo>
                <a:lnTo>
                  <a:pt x="619642" y="94764"/>
                </a:lnTo>
                <a:lnTo>
                  <a:pt x="620345" y="95683"/>
                </a:lnTo>
                <a:lnTo>
                  <a:pt x="621080" y="96573"/>
                </a:lnTo>
                <a:lnTo>
                  <a:pt x="621848" y="97431"/>
                </a:lnTo>
                <a:lnTo>
                  <a:pt x="622643" y="98258"/>
                </a:lnTo>
                <a:lnTo>
                  <a:pt x="623459" y="99048"/>
                </a:lnTo>
                <a:lnTo>
                  <a:pt x="624296" y="99804"/>
                </a:lnTo>
                <a:lnTo>
                  <a:pt x="625155" y="100525"/>
                </a:lnTo>
                <a:lnTo>
                  <a:pt x="626034" y="101210"/>
                </a:lnTo>
                <a:lnTo>
                  <a:pt x="626934" y="101860"/>
                </a:lnTo>
                <a:lnTo>
                  <a:pt x="627856" y="102476"/>
                </a:lnTo>
                <a:lnTo>
                  <a:pt x="628798" y="103055"/>
                </a:lnTo>
                <a:lnTo>
                  <a:pt x="629762" y="103600"/>
                </a:lnTo>
                <a:lnTo>
                  <a:pt x="630747" y="104110"/>
                </a:lnTo>
                <a:lnTo>
                  <a:pt x="631753" y="104585"/>
                </a:lnTo>
                <a:lnTo>
                  <a:pt x="632780" y="105024"/>
                </a:lnTo>
                <a:lnTo>
                  <a:pt x="633828" y="105428"/>
                </a:lnTo>
                <a:lnTo>
                  <a:pt x="634897" y="105797"/>
                </a:lnTo>
                <a:lnTo>
                  <a:pt x="635987" y="106131"/>
                </a:lnTo>
                <a:lnTo>
                  <a:pt x="637098" y="106430"/>
                </a:lnTo>
                <a:lnTo>
                  <a:pt x="638231" y="106694"/>
                </a:lnTo>
                <a:lnTo>
                  <a:pt x="639384" y="106922"/>
                </a:lnTo>
                <a:lnTo>
                  <a:pt x="640559" y="107115"/>
                </a:lnTo>
                <a:lnTo>
                  <a:pt x="641754" y="107273"/>
                </a:lnTo>
                <a:lnTo>
                  <a:pt x="642971" y="107397"/>
                </a:lnTo>
                <a:lnTo>
                  <a:pt x="644209" y="107484"/>
                </a:lnTo>
                <a:lnTo>
                  <a:pt x="645468" y="107537"/>
                </a:lnTo>
                <a:lnTo>
                  <a:pt x="646748" y="107555"/>
                </a:lnTo>
                <a:lnTo>
                  <a:pt x="647771" y="107542"/>
                </a:lnTo>
                <a:lnTo>
                  <a:pt x="648781" y="107504"/>
                </a:lnTo>
                <a:lnTo>
                  <a:pt x="649778" y="107440"/>
                </a:lnTo>
                <a:lnTo>
                  <a:pt x="650761" y="107350"/>
                </a:lnTo>
                <a:lnTo>
                  <a:pt x="651730" y="107235"/>
                </a:lnTo>
                <a:lnTo>
                  <a:pt x="652686" y="107094"/>
                </a:lnTo>
                <a:lnTo>
                  <a:pt x="653629" y="106928"/>
                </a:lnTo>
                <a:lnTo>
                  <a:pt x="654558" y="106736"/>
                </a:lnTo>
                <a:lnTo>
                  <a:pt x="655474" y="106518"/>
                </a:lnTo>
                <a:lnTo>
                  <a:pt x="656377" y="106275"/>
                </a:lnTo>
                <a:lnTo>
                  <a:pt x="657265" y="106006"/>
                </a:lnTo>
                <a:lnTo>
                  <a:pt x="658141" y="105712"/>
                </a:lnTo>
                <a:lnTo>
                  <a:pt x="659003" y="105392"/>
                </a:lnTo>
                <a:lnTo>
                  <a:pt x="659852" y="105047"/>
                </a:lnTo>
                <a:lnTo>
                  <a:pt x="660687" y="104676"/>
                </a:lnTo>
                <a:lnTo>
                  <a:pt x="661508" y="104279"/>
                </a:lnTo>
                <a:lnTo>
                  <a:pt x="662317" y="103857"/>
                </a:lnTo>
                <a:lnTo>
                  <a:pt x="663112" y="103409"/>
                </a:lnTo>
                <a:lnTo>
                  <a:pt x="663893" y="102935"/>
                </a:lnTo>
                <a:lnTo>
                  <a:pt x="664661" y="102436"/>
                </a:lnTo>
                <a:lnTo>
                  <a:pt x="665415" y="101912"/>
                </a:lnTo>
                <a:lnTo>
                  <a:pt x="666156" y="101361"/>
                </a:lnTo>
                <a:lnTo>
                  <a:pt x="666884" y="100786"/>
                </a:lnTo>
                <a:lnTo>
                  <a:pt x="667598" y="100184"/>
                </a:lnTo>
                <a:lnTo>
                  <a:pt x="668294" y="99560"/>
                </a:lnTo>
                <a:lnTo>
                  <a:pt x="668968" y="98916"/>
                </a:lnTo>
                <a:lnTo>
                  <a:pt x="669620" y="98253"/>
                </a:lnTo>
                <a:lnTo>
                  <a:pt x="670249" y="97569"/>
                </a:lnTo>
                <a:lnTo>
                  <a:pt x="670856" y="96867"/>
                </a:lnTo>
                <a:lnTo>
                  <a:pt x="671441" y="96144"/>
                </a:lnTo>
                <a:lnTo>
                  <a:pt x="672003" y="95402"/>
                </a:lnTo>
                <a:lnTo>
                  <a:pt x="672543" y="94640"/>
                </a:lnTo>
                <a:lnTo>
                  <a:pt x="673061" y="93859"/>
                </a:lnTo>
                <a:lnTo>
                  <a:pt x="673556" y="93058"/>
                </a:lnTo>
                <a:lnTo>
                  <a:pt x="674029" y="92237"/>
                </a:lnTo>
                <a:lnTo>
                  <a:pt x="674480" y="91396"/>
                </a:lnTo>
                <a:lnTo>
                  <a:pt x="674909" y="90536"/>
                </a:lnTo>
                <a:lnTo>
                  <a:pt x="675315" y="89657"/>
                </a:lnTo>
                <a:lnTo>
                  <a:pt x="675698" y="88757"/>
                </a:lnTo>
                <a:lnTo>
                  <a:pt x="676060" y="87838"/>
                </a:lnTo>
                <a:lnTo>
                  <a:pt x="676399" y="86899"/>
                </a:lnTo>
                <a:lnTo>
                  <a:pt x="676716" y="85941"/>
                </a:lnTo>
                <a:lnTo>
                  <a:pt x="677010" y="84963"/>
                </a:lnTo>
                <a:lnTo>
                  <a:pt x="677282" y="83965"/>
                </a:lnTo>
                <a:lnTo>
                  <a:pt x="677532" y="82948"/>
                </a:lnTo>
                <a:lnTo>
                  <a:pt x="677760" y="81911"/>
                </a:lnTo>
                <a:lnTo>
                  <a:pt x="677965" y="80854"/>
                </a:lnTo>
                <a:lnTo>
                  <a:pt x="678148" y="79778"/>
                </a:lnTo>
                <a:lnTo>
                  <a:pt x="665574" y="78144"/>
                </a:lnTo>
                <a:lnTo>
                  <a:pt x="665455" y="78932"/>
                </a:lnTo>
                <a:lnTo>
                  <a:pt x="665323" y="79702"/>
                </a:lnTo>
                <a:lnTo>
                  <a:pt x="665178" y="80455"/>
                </a:lnTo>
                <a:lnTo>
                  <a:pt x="665021" y="81191"/>
                </a:lnTo>
                <a:close/>
                <a:moveTo>
                  <a:pt x="739706" y="84108"/>
                </a:moveTo>
                <a:lnTo>
                  <a:pt x="739431" y="84708"/>
                </a:lnTo>
                <a:lnTo>
                  <a:pt x="739149" y="85294"/>
                </a:lnTo>
                <a:lnTo>
                  <a:pt x="738860" y="85864"/>
                </a:lnTo>
                <a:lnTo>
                  <a:pt x="738564" y="86419"/>
                </a:lnTo>
                <a:lnTo>
                  <a:pt x="738260" y="86959"/>
                </a:lnTo>
                <a:lnTo>
                  <a:pt x="737949" y="87484"/>
                </a:lnTo>
                <a:lnTo>
                  <a:pt x="737632" y="87994"/>
                </a:lnTo>
                <a:lnTo>
                  <a:pt x="737307" y="88488"/>
                </a:lnTo>
                <a:lnTo>
                  <a:pt x="736974" y="88968"/>
                </a:lnTo>
                <a:lnTo>
                  <a:pt x="736635" y="89432"/>
                </a:lnTo>
                <a:lnTo>
                  <a:pt x="736289" y="89881"/>
                </a:lnTo>
                <a:lnTo>
                  <a:pt x="735935" y="90315"/>
                </a:lnTo>
                <a:lnTo>
                  <a:pt x="735574" y="90733"/>
                </a:lnTo>
                <a:lnTo>
                  <a:pt x="735206" y="91137"/>
                </a:lnTo>
                <a:lnTo>
                  <a:pt x="734831" y="91525"/>
                </a:lnTo>
                <a:lnTo>
                  <a:pt x="734449" y="91899"/>
                </a:lnTo>
                <a:lnTo>
                  <a:pt x="734060" y="92257"/>
                </a:lnTo>
                <a:lnTo>
                  <a:pt x="733663" y="92600"/>
                </a:lnTo>
                <a:lnTo>
                  <a:pt x="733260" y="92927"/>
                </a:lnTo>
                <a:lnTo>
                  <a:pt x="732849" y="93240"/>
                </a:lnTo>
                <a:lnTo>
                  <a:pt x="732431" y="93539"/>
                </a:lnTo>
                <a:lnTo>
                  <a:pt x="732006" y="93824"/>
                </a:lnTo>
                <a:lnTo>
                  <a:pt x="731573" y="94098"/>
                </a:lnTo>
                <a:lnTo>
                  <a:pt x="731134" y="94358"/>
                </a:lnTo>
                <a:lnTo>
                  <a:pt x="730687" y="94606"/>
                </a:lnTo>
                <a:lnTo>
                  <a:pt x="730234" y="94841"/>
                </a:lnTo>
                <a:lnTo>
                  <a:pt x="729773" y="95063"/>
                </a:lnTo>
                <a:lnTo>
                  <a:pt x="729305" y="95273"/>
                </a:lnTo>
                <a:lnTo>
                  <a:pt x="728830" y="95470"/>
                </a:lnTo>
                <a:lnTo>
                  <a:pt x="728347" y="95654"/>
                </a:lnTo>
                <a:lnTo>
                  <a:pt x="727858" y="95825"/>
                </a:lnTo>
                <a:lnTo>
                  <a:pt x="727361" y="95984"/>
                </a:lnTo>
                <a:lnTo>
                  <a:pt x="726857" y="96130"/>
                </a:lnTo>
                <a:lnTo>
                  <a:pt x="726346" y="96264"/>
                </a:lnTo>
                <a:lnTo>
                  <a:pt x="725828" y="96384"/>
                </a:lnTo>
                <a:lnTo>
                  <a:pt x="725303" y="96492"/>
                </a:lnTo>
                <a:lnTo>
                  <a:pt x="724770" y="96587"/>
                </a:lnTo>
                <a:lnTo>
                  <a:pt x="724231" y="96670"/>
                </a:lnTo>
                <a:lnTo>
                  <a:pt x="723684" y="96740"/>
                </a:lnTo>
                <a:lnTo>
                  <a:pt x="723130" y="96797"/>
                </a:lnTo>
                <a:lnTo>
                  <a:pt x="722569" y="96842"/>
                </a:lnTo>
                <a:lnTo>
                  <a:pt x="722001" y="96873"/>
                </a:lnTo>
                <a:lnTo>
                  <a:pt x="721426" y="96892"/>
                </a:lnTo>
                <a:lnTo>
                  <a:pt x="720843" y="96899"/>
                </a:lnTo>
                <a:lnTo>
                  <a:pt x="720061" y="96887"/>
                </a:lnTo>
                <a:lnTo>
                  <a:pt x="719290" y="96853"/>
                </a:lnTo>
                <a:lnTo>
                  <a:pt x="718530" y="96796"/>
                </a:lnTo>
                <a:lnTo>
                  <a:pt x="717780" y="96716"/>
                </a:lnTo>
                <a:lnTo>
                  <a:pt x="717042" y="96613"/>
                </a:lnTo>
                <a:lnTo>
                  <a:pt x="716314" y="96487"/>
                </a:lnTo>
                <a:lnTo>
                  <a:pt x="715597" y="96338"/>
                </a:lnTo>
                <a:lnTo>
                  <a:pt x="714891" y="96167"/>
                </a:lnTo>
                <a:lnTo>
                  <a:pt x="714196" y="95972"/>
                </a:lnTo>
                <a:lnTo>
                  <a:pt x="713512" y="95755"/>
                </a:lnTo>
                <a:lnTo>
                  <a:pt x="712839" y="95515"/>
                </a:lnTo>
                <a:lnTo>
                  <a:pt x="712176" y="95251"/>
                </a:lnTo>
                <a:lnTo>
                  <a:pt x="711524" y="94965"/>
                </a:lnTo>
                <a:lnTo>
                  <a:pt x="710884" y="94657"/>
                </a:lnTo>
                <a:lnTo>
                  <a:pt x="710254" y="94325"/>
                </a:lnTo>
                <a:lnTo>
                  <a:pt x="709634" y="93970"/>
                </a:lnTo>
                <a:lnTo>
                  <a:pt x="709026" y="93593"/>
                </a:lnTo>
                <a:lnTo>
                  <a:pt x="708429" y="93192"/>
                </a:lnTo>
                <a:lnTo>
                  <a:pt x="707842" y="92769"/>
                </a:lnTo>
                <a:lnTo>
                  <a:pt x="707266" y="92323"/>
                </a:lnTo>
                <a:lnTo>
                  <a:pt x="706702" y="91854"/>
                </a:lnTo>
                <a:lnTo>
                  <a:pt x="706148" y="91362"/>
                </a:lnTo>
                <a:lnTo>
                  <a:pt x="705604" y="90847"/>
                </a:lnTo>
                <a:lnTo>
                  <a:pt x="705072" y="90310"/>
                </a:lnTo>
                <a:lnTo>
                  <a:pt x="704555" y="89751"/>
                </a:lnTo>
                <a:lnTo>
                  <a:pt x="704057" y="89171"/>
                </a:lnTo>
                <a:lnTo>
                  <a:pt x="703579" y="88572"/>
                </a:lnTo>
                <a:lnTo>
                  <a:pt x="703121" y="87952"/>
                </a:lnTo>
                <a:lnTo>
                  <a:pt x="702681" y="87312"/>
                </a:lnTo>
                <a:lnTo>
                  <a:pt x="702262" y="86652"/>
                </a:lnTo>
                <a:lnTo>
                  <a:pt x="701861" y="85972"/>
                </a:lnTo>
                <a:lnTo>
                  <a:pt x="701481" y="85272"/>
                </a:lnTo>
                <a:lnTo>
                  <a:pt x="701119" y="84551"/>
                </a:lnTo>
                <a:lnTo>
                  <a:pt x="700778" y="83811"/>
                </a:lnTo>
                <a:lnTo>
                  <a:pt x="700455" y="83050"/>
                </a:lnTo>
                <a:lnTo>
                  <a:pt x="700153" y="82269"/>
                </a:lnTo>
                <a:lnTo>
                  <a:pt x="699869" y="81468"/>
                </a:lnTo>
                <a:lnTo>
                  <a:pt x="699606" y="80646"/>
                </a:lnTo>
                <a:lnTo>
                  <a:pt x="699361" y="79805"/>
                </a:lnTo>
                <a:lnTo>
                  <a:pt x="699136" y="78943"/>
                </a:lnTo>
                <a:lnTo>
                  <a:pt x="698931" y="78061"/>
                </a:lnTo>
                <a:lnTo>
                  <a:pt x="698745" y="77160"/>
                </a:lnTo>
                <a:lnTo>
                  <a:pt x="698579" y="76237"/>
                </a:lnTo>
                <a:lnTo>
                  <a:pt x="698432" y="75295"/>
                </a:lnTo>
                <a:lnTo>
                  <a:pt x="698304" y="74333"/>
                </a:lnTo>
                <a:lnTo>
                  <a:pt x="698197" y="73350"/>
                </a:lnTo>
                <a:lnTo>
                  <a:pt x="698108" y="72347"/>
                </a:lnTo>
                <a:lnTo>
                  <a:pt x="698039" y="71324"/>
                </a:lnTo>
                <a:lnTo>
                  <a:pt x="754303" y="71324"/>
                </a:lnTo>
                <a:lnTo>
                  <a:pt x="754309" y="71137"/>
                </a:lnTo>
                <a:lnTo>
                  <a:pt x="754314" y="70954"/>
                </a:lnTo>
                <a:lnTo>
                  <a:pt x="754320" y="70775"/>
                </a:lnTo>
                <a:lnTo>
                  <a:pt x="754325" y="70599"/>
                </a:lnTo>
                <a:lnTo>
                  <a:pt x="754329" y="70428"/>
                </a:lnTo>
                <a:lnTo>
                  <a:pt x="754334" y="70261"/>
                </a:lnTo>
                <a:lnTo>
                  <a:pt x="754338" y="70097"/>
                </a:lnTo>
                <a:lnTo>
                  <a:pt x="754342" y="69938"/>
                </a:lnTo>
                <a:lnTo>
                  <a:pt x="754346" y="69782"/>
                </a:lnTo>
                <a:lnTo>
                  <a:pt x="754350" y="69630"/>
                </a:lnTo>
                <a:lnTo>
                  <a:pt x="754353" y="69483"/>
                </a:lnTo>
                <a:lnTo>
                  <a:pt x="754356" y="69339"/>
                </a:lnTo>
                <a:lnTo>
                  <a:pt x="754359" y="69199"/>
                </a:lnTo>
                <a:lnTo>
                  <a:pt x="754362" y="69063"/>
                </a:lnTo>
                <a:lnTo>
                  <a:pt x="754364" y="68931"/>
                </a:lnTo>
                <a:lnTo>
                  <a:pt x="754366" y="68803"/>
                </a:lnTo>
                <a:lnTo>
                  <a:pt x="754368" y="68679"/>
                </a:lnTo>
                <a:lnTo>
                  <a:pt x="754370" y="68559"/>
                </a:lnTo>
                <a:lnTo>
                  <a:pt x="754371" y="68443"/>
                </a:lnTo>
                <a:lnTo>
                  <a:pt x="754372" y="68331"/>
                </a:lnTo>
                <a:lnTo>
                  <a:pt x="754373" y="68222"/>
                </a:lnTo>
                <a:lnTo>
                  <a:pt x="754373" y="68118"/>
                </a:lnTo>
                <a:lnTo>
                  <a:pt x="754374" y="68017"/>
                </a:lnTo>
                <a:lnTo>
                  <a:pt x="754374" y="67921"/>
                </a:lnTo>
                <a:lnTo>
                  <a:pt x="754357" y="66381"/>
                </a:lnTo>
                <a:lnTo>
                  <a:pt x="754307" y="64870"/>
                </a:lnTo>
                <a:lnTo>
                  <a:pt x="754224" y="63389"/>
                </a:lnTo>
                <a:lnTo>
                  <a:pt x="754108" y="61936"/>
                </a:lnTo>
                <a:lnTo>
                  <a:pt x="753958" y="60512"/>
                </a:lnTo>
                <a:lnTo>
                  <a:pt x="753775" y="59118"/>
                </a:lnTo>
                <a:lnTo>
                  <a:pt x="753558" y="57752"/>
                </a:lnTo>
                <a:lnTo>
                  <a:pt x="753308" y="56416"/>
                </a:lnTo>
                <a:lnTo>
                  <a:pt x="753025" y="55109"/>
                </a:lnTo>
                <a:lnTo>
                  <a:pt x="752709" y="53830"/>
                </a:lnTo>
                <a:lnTo>
                  <a:pt x="752359" y="52581"/>
                </a:lnTo>
                <a:lnTo>
                  <a:pt x="751976" y="51361"/>
                </a:lnTo>
                <a:lnTo>
                  <a:pt x="751560" y="50170"/>
                </a:lnTo>
                <a:lnTo>
                  <a:pt x="751111" y="49008"/>
                </a:lnTo>
                <a:lnTo>
                  <a:pt x="750628" y="47875"/>
                </a:lnTo>
                <a:lnTo>
                  <a:pt x="750112" y="46771"/>
                </a:lnTo>
                <a:lnTo>
                  <a:pt x="749562" y="45696"/>
                </a:lnTo>
                <a:lnTo>
                  <a:pt x="748979" y="44650"/>
                </a:lnTo>
                <a:lnTo>
                  <a:pt x="748363" y="43633"/>
                </a:lnTo>
                <a:lnTo>
                  <a:pt x="747714" y="42646"/>
                </a:lnTo>
                <a:lnTo>
                  <a:pt x="747031" y="41687"/>
                </a:lnTo>
                <a:lnTo>
                  <a:pt x="746315" y="40757"/>
                </a:lnTo>
                <a:lnTo>
                  <a:pt x="745566" y="39857"/>
                </a:lnTo>
                <a:lnTo>
                  <a:pt x="744784" y="38985"/>
                </a:lnTo>
                <a:lnTo>
                  <a:pt x="743975" y="38146"/>
                </a:lnTo>
                <a:lnTo>
                  <a:pt x="743147" y="37343"/>
                </a:lnTo>
                <a:lnTo>
                  <a:pt x="742299" y="36575"/>
                </a:lnTo>
                <a:lnTo>
                  <a:pt x="741433" y="35843"/>
                </a:lnTo>
                <a:lnTo>
                  <a:pt x="740547" y="35146"/>
                </a:lnTo>
                <a:lnTo>
                  <a:pt x="739642" y="34486"/>
                </a:lnTo>
                <a:lnTo>
                  <a:pt x="738718" y="33861"/>
                </a:lnTo>
                <a:lnTo>
                  <a:pt x="737774" y="33271"/>
                </a:lnTo>
                <a:lnTo>
                  <a:pt x="736812" y="32718"/>
                </a:lnTo>
                <a:lnTo>
                  <a:pt x="735830" y="32200"/>
                </a:lnTo>
                <a:lnTo>
                  <a:pt x="734828" y="31718"/>
                </a:lnTo>
                <a:lnTo>
                  <a:pt x="733808" y="31272"/>
                </a:lnTo>
                <a:lnTo>
                  <a:pt x="732768" y="30861"/>
                </a:lnTo>
                <a:lnTo>
                  <a:pt x="731709" y="30486"/>
                </a:lnTo>
                <a:lnTo>
                  <a:pt x="730631" y="30147"/>
                </a:lnTo>
                <a:lnTo>
                  <a:pt x="729534" y="29843"/>
                </a:lnTo>
                <a:lnTo>
                  <a:pt x="728417" y="29575"/>
                </a:lnTo>
                <a:lnTo>
                  <a:pt x="727281" y="29343"/>
                </a:lnTo>
                <a:lnTo>
                  <a:pt x="726126" y="29147"/>
                </a:lnTo>
                <a:lnTo>
                  <a:pt x="724952" y="28986"/>
                </a:lnTo>
                <a:lnTo>
                  <a:pt x="723758" y="28861"/>
                </a:lnTo>
                <a:lnTo>
                  <a:pt x="722545" y="28772"/>
                </a:lnTo>
                <a:lnTo>
                  <a:pt x="721313" y="28718"/>
                </a:lnTo>
                <a:lnTo>
                  <a:pt x="720062" y="28700"/>
                </a:lnTo>
                <a:lnTo>
                  <a:pt x="718769" y="28718"/>
                </a:lnTo>
                <a:lnTo>
                  <a:pt x="717497" y="28773"/>
                </a:lnTo>
                <a:lnTo>
                  <a:pt x="716245" y="28864"/>
                </a:lnTo>
                <a:lnTo>
                  <a:pt x="715014" y="28992"/>
                </a:lnTo>
                <a:lnTo>
                  <a:pt x="713802" y="29157"/>
                </a:lnTo>
                <a:lnTo>
                  <a:pt x="712611" y="29357"/>
                </a:lnTo>
                <a:lnTo>
                  <a:pt x="711440" y="29595"/>
                </a:lnTo>
                <a:lnTo>
                  <a:pt x="710290" y="29868"/>
                </a:lnTo>
                <a:lnTo>
                  <a:pt x="709159" y="30179"/>
                </a:lnTo>
                <a:lnTo>
                  <a:pt x="708049" y="30526"/>
                </a:lnTo>
                <a:lnTo>
                  <a:pt x="706959" y="30909"/>
                </a:lnTo>
                <a:lnTo>
                  <a:pt x="705889" y="31329"/>
                </a:lnTo>
                <a:lnTo>
                  <a:pt x="704840" y="31785"/>
                </a:lnTo>
                <a:lnTo>
                  <a:pt x="703810" y="32278"/>
                </a:lnTo>
                <a:lnTo>
                  <a:pt x="702801" y="32807"/>
                </a:lnTo>
                <a:lnTo>
                  <a:pt x="701812" y="33373"/>
                </a:lnTo>
                <a:lnTo>
                  <a:pt x="700844" y="33975"/>
                </a:lnTo>
                <a:lnTo>
                  <a:pt x="699895" y="34614"/>
                </a:lnTo>
                <a:lnTo>
                  <a:pt x="698967" y="35290"/>
                </a:lnTo>
                <a:lnTo>
                  <a:pt x="698059" y="36002"/>
                </a:lnTo>
                <a:lnTo>
                  <a:pt x="697171" y="36750"/>
                </a:lnTo>
                <a:lnTo>
                  <a:pt x="696304" y="37535"/>
                </a:lnTo>
                <a:lnTo>
                  <a:pt x="695456" y="38356"/>
                </a:lnTo>
                <a:lnTo>
                  <a:pt x="694629" y="39214"/>
                </a:lnTo>
                <a:lnTo>
                  <a:pt x="693829" y="40105"/>
                </a:lnTo>
                <a:lnTo>
                  <a:pt x="693063" y="41026"/>
                </a:lnTo>
                <a:lnTo>
                  <a:pt x="692332" y="41976"/>
                </a:lnTo>
                <a:lnTo>
                  <a:pt x="691634" y="42956"/>
                </a:lnTo>
                <a:lnTo>
                  <a:pt x="690970" y="43965"/>
                </a:lnTo>
                <a:lnTo>
                  <a:pt x="690340" y="45004"/>
                </a:lnTo>
                <a:lnTo>
                  <a:pt x="689745" y="46072"/>
                </a:lnTo>
                <a:lnTo>
                  <a:pt x="689183" y="47171"/>
                </a:lnTo>
                <a:lnTo>
                  <a:pt x="688655" y="48298"/>
                </a:lnTo>
                <a:lnTo>
                  <a:pt x="688162" y="49456"/>
                </a:lnTo>
                <a:lnTo>
                  <a:pt x="687702" y="50643"/>
                </a:lnTo>
                <a:lnTo>
                  <a:pt x="687277" y="51859"/>
                </a:lnTo>
                <a:lnTo>
                  <a:pt x="686885" y="53105"/>
                </a:lnTo>
                <a:lnTo>
                  <a:pt x="686528" y="54381"/>
                </a:lnTo>
                <a:lnTo>
                  <a:pt x="686204" y="55687"/>
                </a:lnTo>
                <a:lnTo>
                  <a:pt x="685915" y="57022"/>
                </a:lnTo>
                <a:lnTo>
                  <a:pt x="685660" y="58386"/>
                </a:lnTo>
                <a:lnTo>
                  <a:pt x="685438" y="59780"/>
                </a:lnTo>
                <a:lnTo>
                  <a:pt x="685251" y="61204"/>
                </a:lnTo>
                <a:lnTo>
                  <a:pt x="685098" y="62657"/>
                </a:lnTo>
                <a:lnTo>
                  <a:pt x="684979" y="64140"/>
                </a:lnTo>
                <a:lnTo>
                  <a:pt x="684894" y="65653"/>
                </a:lnTo>
                <a:lnTo>
                  <a:pt x="684843" y="67195"/>
                </a:lnTo>
                <a:lnTo>
                  <a:pt x="684826" y="68767"/>
                </a:lnTo>
                <a:lnTo>
                  <a:pt x="684843" y="70286"/>
                </a:lnTo>
                <a:lnTo>
                  <a:pt x="684893" y="71776"/>
                </a:lnTo>
                <a:lnTo>
                  <a:pt x="684977" y="73238"/>
                </a:lnTo>
                <a:lnTo>
                  <a:pt x="685095" y="74672"/>
                </a:lnTo>
                <a:lnTo>
                  <a:pt x="685247" y="76077"/>
                </a:lnTo>
                <a:lnTo>
                  <a:pt x="685432" y="77454"/>
                </a:lnTo>
                <a:lnTo>
                  <a:pt x="685651" y="78802"/>
                </a:lnTo>
                <a:lnTo>
                  <a:pt x="685903" y="80121"/>
                </a:lnTo>
                <a:lnTo>
                  <a:pt x="686189" y="81412"/>
                </a:lnTo>
                <a:lnTo>
                  <a:pt x="686509" y="82675"/>
                </a:lnTo>
                <a:lnTo>
                  <a:pt x="686863" y="83909"/>
                </a:lnTo>
                <a:lnTo>
                  <a:pt x="687250" y="85115"/>
                </a:lnTo>
                <a:lnTo>
                  <a:pt x="687671" y="86292"/>
                </a:lnTo>
                <a:lnTo>
                  <a:pt x="688125" y="87441"/>
                </a:lnTo>
                <a:lnTo>
                  <a:pt x="688614" y="88561"/>
                </a:lnTo>
                <a:lnTo>
                  <a:pt x="689135" y="89653"/>
                </a:lnTo>
                <a:lnTo>
                  <a:pt x="689691" y="90716"/>
                </a:lnTo>
                <a:lnTo>
                  <a:pt x="690280" y="91750"/>
                </a:lnTo>
                <a:lnTo>
                  <a:pt x="690903" y="92757"/>
                </a:lnTo>
                <a:lnTo>
                  <a:pt x="691560" y="93734"/>
                </a:lnTo>
                <a:lnTo>
                  <a:pt x="692250" y="94684"/>
                </a:lnTo>
                <a:lnTo>
                  <a:pt x="692974" y="95604"/>
                </a:lnTo>
                <a:lnTo>
                  <a:pt x="693731" y="96497"/>
                </a:lnTo>
                <a:lnTo>
                  <a:pt x="694523" y="97360"/>
                </a:lnTo>
                <a:lnTo>
                  <a:pt x="695343" y="98192"/>
                </a:lnTo>
                <a:lnTo>
                  <a:pt x="696186" y="98989"/>
                </a:lnTo>
                <a:lnTo>
                  <a:pt x="697054" y="99750"/>
                </a:lnTo>
                <a:lnTo>
                  <a:pt x="697945" y="100475"/>
                </a:lnTo>
                <a:lnTo>
                  <a:pt x="698861" y="101166"/>
                </a:lnTo>
                <a:lnTo>
                  <a:pt x="699800" y="101820"/>
                </a:lnTo>
                <a:lnTo>
                  <a:pt x="700762" y="102440"/>
                </a:lnTo>
                <a:lnTo>
                  <a:pt x="701749" y="103024"/>
                </a:lnTo>
                <a:lnTo>
                  <a:pt x="702759" y="103573"/>
                </a:lnTo>
                <a:lnTo>
                  <a:pt x="703794" y="104086"/>
                </a:lnTo>
                <a:lnTo>
                  <a:pt x="704852" y="104564"/>
                </a:lnTo>
                <a:lnTo>
                  <a:pt x="705934" y="105006"/>
                </a:lnTo>
                <a:lnTo>
                  <a:pt x="707039" y="105413"/>
                </a:lnTo>
                <a:lnTo>
                  <a:pt x="708169" y="105785"/>
                </a:lnTo>
                <a:lnTo>
                  <a:pt x="709322" y="106121"/>
                </a:lnTo>
                <a:lnTo>
                  <a:pt x="710499" y="106422"/>
                </a:lnTo>
                <a:lnTo>
                  <a:pt x="711700" y="106687"/>
                </a:lnTo>
                <a:lnTo>
                  <a:pt x="712924" y="106918"/>
                </a:lnTo>
                <a:lnTo>
                  <a:pt x="714173" y="107112"/>
                </a:lnTo>
                <a:lnTo>
                  <a:pt x="715445" y="107272"/>
                </a:lnTo>
                <a:lnTo>
                  <a:pt x="716741" y="107395"/>
                </a:lnTo>
                <a:lnTo>
                  <a:pt x="718061" y="107484"/>
                </a:lnTo>
                <a:lnTo>
                  <a:pt x="719405" y="107537"/>
                </a:lnTo>
                <a:lnTo>
                  <a:pt x="720772" y="107555"/>
                </a:lnTo>
                <a:lnTo>
                  <a:pt x="721859" y="107544"/>
                </a:lnTo>
                <a:lnTo>
                  <a:pt x="722930" y="107510"/>
                </a:lnTo>
                <a:lnTo>
                  <a:pt x="723984" y="107455"/>
                </a:lnTo>
                <a:lnTo>
                  <a:pt x="725023" y="107377"/>
                </a:lnTo>
                <a:lnTo>
                  <a:pt x="726045" y="107277"/>
                </a:lnTo>
                <a:lnTo>
                  <a:pt x="727050" y="107155"/>
                </a:lnTo>
                <a:lnTo>
                  <a:pt x="728040" y="107011"/>
                </a:lnTo>
                <a:lnTo>
                  <a:pt x="729013" y="106844"/>
                </a:lnTo>
                <a:lnTo>
                  <a:pt x="729969" y="106656"/>
                </a:lnTo>
                <a:lnTo>
                  <a:pt x="730910" y="106445"/>
                </a:lnTo>
                <a:lnTo>
                  <a:pt x="731834" y="106212"/>
                </a:lnTo>
                <a:lnTo>
                  <a:pt x="732742" y="105956"/>
                </a:lnTo>
                <a:lnTo>
                  <a:pt x="733634" y="105679"/>
                </a:lnTo>
                <a:lnTo>
                  <a:pt x="734509" y="105379"/>
                </a:lnTo>
                <a:lnTo>
                  <a:pt x="735369" y="105057"/>
                </a:lnTo>
                <a:lnTo>
                  <a:pt x="736211" y="104713"/>
                </a:lnTo>
                <a:lnTo>
                  <a:pt x="737038" y="104347"/>
                </a:lnTo>
                <a:lnTo>
                  <a:pt x="737848" y="103958"/>
                </a:lnTo>
                <a:lnTo>
                  <a:pt x="738642" y="103548"/>
                </a:lnTo>
                <a:lnTo>
                  <a:pt x="739420" y="103115"/>
                </a:lnTo>
                <a:lnTo>
                  <a:pt x="740181" y="102660"/>
                </a:lnTo>
                <a:lnTo>
                  <a:pt x="740927" y="102182"/>
                </a:lnTo>
                <a:lnTo>
                  <a:pt x="741656" y="101683"/>
                </a:lnTo>
                <a:lnTo>
                  <a:pt x="742368" y="101161"/>
                </a:lnTo>
                <a:lnTo>
                  <a:pt x="743063" y="100619"/>
                </a:lnTo>
                <a:lnTo>
                  <a:pt x="743740" y="100059"/>
                </a:lnTo>
                <a:lnTo>
                  <a:pt x="744398" y="99482"/>
                </a:lnTo>
                <a:lnTo>
                  <a:pt x="745038" y="98886"/>
                </a:lnTo>
                <a:lnTo>
                  <a:pt x="745659" y="98272"/>
                </a:lnTo>
                <a:lnTo>
                  <a:pt x="746262" y="97640"/>
                </a:lnTo>
                <a:lnTo>
                  <a:pt x="746846" y="96990"/>
                </a:lnTo>
                <a:lnTo>
                  <a:pt x="747412" y="96322"/>
                </a:lnTo>
                <a:lnTo>
                  <a:pt x="747959" y="95637"/>
                </a:lnTo>
                <a:lnTo>
                  <a:pt x="748488" y="94933"/>
                </a:lnTo>
                <a:lnTo>
                  <a:pt x="748998" y="94211"/>
                </a:lnTo>
                <a:lnTo>
                  <a:pt x="749490" y="93471"/>
                </a:lnTo>
                <a:lnTo>
                  <a:pt x="749963" y="92713"/>
                </a:lnTo>
                <a:lnTo>
                  <a:pt x="750418" y="91937"/>
                </a:lnTo>
                <a:lnTo>
                  <a:pt x="750854" y="91143"/>
                </a:lnTo>
                <a:lnTo>
                  <a:pt x="751272" y="90331"/>
                </a:lnTo>
                <a:lnTo>
                  <a:pt x="751671" y="89502"/>
                </a:lnTo>
                <a:lnTo>
                  <a:pt x="752052" y="88654"/>
                </a:lnTo>
                <a:lnTo>
                  <a:pt x="752414" y="87788"/>
                </a:lnTo>
                <a:lnTo>
                  <a:pt x="752758" y="86904"/>
                </a:lnTo>
                <a:lnTo>
                  <a:pt x="753083" y="86002"/>
                </a:lnTo>
                <a:lnTo>
                  <a:pt x="753390" y="85082"/>
                </a:lnTo>
                <a:lnTo>
                  <a:pt x="753678" y="84144"/>
                </a:lnTo>
                <a:lnTo>
                  <a:pt x="753948" y="83188"/>
                </a:lnTo>
                <a:lnTo>
                  <a:pt x="740734" y="81554"/>
                </a:lnTo>
                <a:lnTo>
                  <a:pt x="740488" y="82215"/>
                </a:lnTo>
                <a:lnTo>
                  <a:pt x="740235" y="82861"/>
                </a:lnTo>
                <a:lnTo>
                  <a:pt x="739974" y="83492"/>
                </a:lnTo>
                <a:lnTo>
                  <a:pt x="739706" y="84108"/>
                </a:lnTo>
                <a:close/>
                <a:moveTo>
                  <a:pt x="699112" y="57539"/>
                </a:moveTo>
                <a:lnTo>
                  <a:pt x="699249" y="56791"/>
                </a:lnTo>
                <a:lnTo>
                  <a:pt x="699404" y="56057"/>
                </a:lnTo>
                <a:lnTo>
                  <a:pt x="699579" y="55336"/>
                </a:lnTo>
                <a:lnTo>
                  <a:pt x="699772" y="54628"/>
                </a:lnTo>
                <a:lnTo>
                  <a:pt x="699983" y="53934"/>
                </a:lnTo>
                <a:lnTo>
                  <a:pt x="700214" y="53254"/>
                </a:lnTo>
                <a:lnTo>
                  <a:pt x="700462" y="52587"/>
                </a:lnTo>
                <a:lnTo>
                  <a:pt x="700730" y="51934"/>
                </a:lnTo>
                <a:lnTo>
                  <a:pt x="701016" y="51295"/>
                </a:lnTo>
                <a:lnTo>
                  <a:pt x="701321" y="50669"/>
                </a:lnTo>
                <a:lnTo>
                  <a:pt x="701644" y="50056"/>
                </a:lnTo>
                <a:lnTo>
                  <a:pt x="701986" y="49458"/>
                </a:lnTo>
                <a:lnTo>
                  <a:pt x="702346" y="48873"/>
                </a:lnTo>
                <a:lnTo>
                  <a:pt x="702726" y="48301"/>
                </a:lnTo>
                <a:lnTo>
                  <a:pt x="703123" y="47743"/>
                </a:lnTo>
                <a:lnTo>
                  <a:pt x="703540" y="47199"/>
                </a:lnTo>
                <a:lnTo>
                  <a:pt x="703975" y="46668"/>
                </a:lnTo>
                <a:lnTo>
                  <a:pt x="704429" y="46151"/>
                </a:lnTo>
                <a:lnTo>
                  <a:pt x="704901" y="45647"/>
                </a:lnTo>
                <a:lnTo>
                  <a:pt x="705392" y="45157"/>
                </a:lnTo>
                <a:lnTo>
                  <a:pt x="705897" y="44684"/>
                </a:lnTo>
                <a:lnTo>
                  <a:pt x="706412" y="44231"/>
                </a:lnTo>
                <a:lnTo>
                  <a:pt x="706936" y="43797"/>
                </a:lnTo>
                <a:lnTo>
                  <a:pt x="707471" y="43385"/>
                </a:lnTo>
                <a:lnTo>
                  <a:pt x="708015" y="42992"/>
                </a:lnTo>
                <a:lnTo>
                  <a:pt x="708569" y="42619"/>
                </a:lnTo>
                <a:lnTo>
                  <a:pt x="709132" y="42267"/>
                </a:lnTo>
                <a:lnTo>
                  <a:pt x="709706" y="41934"/>
                </a:lnTo>
                <a:lnTo>
                  <a:pt x="710289" y="41622"/>
                </a:lnTo>
                <a:lnTo>
                  <a:pt x="710881" y="41330"/>
                </a:lnTo>
                <a:lnTo>
                  <a:pt x="711484" y="41058"/>
                </a:lnTo>
                <a:lnTo>
                  <a:pt x="712096" y="40806"/>
                </a:lnTo>
                <a:lnTo>
                  <a:pt x="712718" y="40575"/>
                </a:lnTo>
                <a:lnTo>
                  <a:pt x="713350" y="40363"/>
                </a:lnTo>
                <a:lnTo>
                  <a:pt x="713992" y="40172"/>
                </a:lnTo>
                <a:lnTo>
                  <a:pt x="714643" y="40001"/>
                </a:lnTo>
                <a:lnTo>
                  <a:pt x="715304" y="39850"/>
                </a:lnTo>
                <a:lnTo>
                  <a:pt x="715975" y="39719"/>
                </a:lnTo>
                <a:lnTo>
                  <a:pt x="716655" y="39608"/>
                </a:lnTo>
                <a:lnTo>
                  <a:pt x="717345" y="39517"/>
                </a:lnTo>
                <a:lnTo>
                  <a:pt x="718045" y="39447"/>
                </a:lnTo>
                <a:lnTo>
                  <a:pt x="718755" y="39396"/>
                </a:lnTo>
                <a:lnTo>
                  <a:pt x="719474" y="39366"/>
                </a:lnTo>
                <a:lnTo>
                  <a:pt x="720204" y="39356"/>
                </a:lnTo>
                <a:lnTo>
                  <a:pt x="721008" y="39369"/>
                </a:lnTo>
                <a:lnTo>
                  <a:pt x="721801" y="39407"/>
                </a:lnTo>
                <a:lnTo>
                  <a:pt x="722580" y="39470"/>
                </a:lnTo>
                <a:lnTo>
                  <a:pt x="723347" y="39558"/>
                </a:lnTo>
                <a:lnTo>
                  <a:pt x="724102" y="39672"/>
                </a:lnTo>
                <a:lnTo>
                  <a:pt x="724843" y="39810"/>
                </a:lnTo>
                <a:lnTo>
                  <a:pt x="725573" y="39974"/>
                </a:lnTo>
                <a:lnTo>
                  <a:pt x="726289" y="40164"/>
                </a:lnTo>
                <a:lnTo>
                  <a:pt x="726994" y="40378"/>
                </a:lnTo>
                <a:lnTo>
                  <a:pt x="727685" y="40618"/>
                </a:lnTo>
                <a:lnTo>
                  <a:pt x="728364" y="40883"/>
                </a:lnTo>
                <a:lnTo>
                  <a:pt x="729030" y="41173"/>
                </a:lnTo>
                <a:lnTo>
                  <a:pt x="729684" y="41488"/>
                </a:lnTo>
                <a:lnTo>
                  <a:pt x="730325" y="41829"/>
                </a:lnTo>
                <a:lnTo>
                  <a:pt x="730954" y="42195"/>
                </a:lnTo>
                <a:lnTo>
                  <a:pt x="731570" y="42586"/>
                </a:lnTo>
                <a:lnTo>
                  <a:pt x="732174" y="43002"/>
                </a:lnTo>
                <a:lnTo>
                  <a:pt x="732764" y="43443"/>
                </a:lnTo>
                <a:lnTo>
                  <a:pt x="733343" y="43910"/>
                </a:lnTo>
                <a:lnTo>
                  <a:pt x="733909" y="44402"/>
                </a:lnTo>
                <a:lnTo>
                  <a:pt x="734462" y="44919"/>
                </a:lnTo>
                <a:lnTo>
                  <a:pt x="735002" y="45462"/>
                </a:lnTo>
                <a:lnTo>
                  <a:pt x="735530" y="46029"/>
                </a:lnTo>
                <a:lnTo>
                  <a:pt x="736046" y="46622"/>
                </a:lnTo>
                <a:lnTo>
                  <a:pt x="736372" y="47021"/>
                </a:lnTo>
                <a:lnTo>
                  <a:pt x="736687" y="47435"/>
                </a:lnTo>
                <a:lnTo>
                  <a:pt x="736991" y="47866"/>
                </a:lnTo>
                <a:lnTo>
                  <a:pt x="737285" y="48313"/>
                </a:lnTo>
                <a:lnTo>
                  <a:pt x="737568" y="48776"/>
                </a:lnTo>
                <a:lnTo>
                  <a:pt x="737839" y="49256"/>
                </a:lnTo>
                <a:lnTo>
                  <a:pt x="738100" y="49752"/>
                </a:lnTo>
                <a:lnTo>
                  <a:pt x="738350" y="50264"/>
                </a:lnTo>
                <a:lnTo>
                  <a:pt x="738590" y="50792"/>
                </a:lnTo>
                <a:lnTo>
                  <a:pt x="738818" y="51337"/>
                </a:lnTo>
                <a:lnTo>
                  <a:pt x="739036" y="51898"/>
                </a:lnTo>
                <a:lnTo>
                  <a:pt x="739242" y="52475"/>
                </a:lnTo>
                <a:lnTo>
                  <a:pt x="739438" y="53068"/>
                </a:lnTo>
                <a:lnTo>
                  <a:pt x="739623" y="53678"/>
                </a:lnTo>
                <a:lnTo>
                  <a:pt x="739797" y="54304"/>
                </a:lnTo>
                <a:lnTo>
                  <a:pt x="739961" y="54946"/>
                </a:lnTo>
                <a:lnTo>
                  <a:pt x="740113" y="55604"/>
                </a:lnTo>
                <a:lnTo>
                  <a:pt x="740255" y="56279"/>
                </a:lnTo>
                <a:lnTo>
                  <a:pt x="740385" y="56970"/>
                </a:lnTo>
                <a:lnTo>
                  <a:pt x="740505" y="57677"/>
                </a:lnTo>
                <a:lnTo>
                  <a:pt x="740614" y="58400"/>
                </a:lnTo>
                <a:lnTo>
                  <a:pt x="740713" y="59140"/>
                </a:lnTo>
                <a:lnTo>
                  <a:pt x="740800" y="59896"/>
                </a:lnTo>
                <a:lnTo>
                  <a:pt x="740876" y="60668"/>
                </a:lnTo>
                <a:lnTo>
                  <a:pt x="698750" y="60668"/>
                </a:lnTo>
                <a:lnTo>
                  <a:pt x="698812" y="59866"/>
                </a:lnTo>
                <a:lnTo>
                  <a:pt x="698893" y="59077"/>
                </a:lnTo>
                <a:lnTo>
                  <a:pt x="698993" y="58301"/>
                </a:lnTo>
                <a:lnTo>
                  <a:pt x="699112" y="57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PromptGenerator">
            <a:extLst xmlns:a="http://schemas.openxmlformats.org/drawingml/2006/main">
              <a:ext uri="{FF2B5EF4-FFF2-40B4-BE49-F238E27FC236}">
                <a16:creationId xmlns:a16="http://schemas.microsoft.com/office/drawing/2014/main" id="{A1891186-3EAF-4EAE-86A4-323344F1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694" y="3045446"/>
            <a:ext cx="1114759" cy="134976"/>
          </a:xfrm>
          <a:custGeom xmlns:a="http://schemas.openxmlformats.org/drawingml/2006/main">
            <a:pathLst>
              <a:path w="1114759" h="134976">
                <a:moveTo>
                  <a:pt x="0" y="105992"/>
                </a:moveTo>
                <a:lnTo>
                  <a:pt x="0" y="1847"/>
                </a:lnTo>
                <a:lnTo>
                  <a:pt x="39285" y="1847"/>
                </a:lnTo>
                <a:cubicBezTo>
                  <a:pt x="46200" y="1847"/>
                  <a:pt x="51480" y="2178"/>
                  <a:pt x="55127" y="2839"/>
                </a:cubicBezTo>
                <a:cubicBezTo>
                  <a:pt x="60242" y="3692"/>
                  <a:pt x="64528" y="5312"/>
                  <a:pt x="67985" y="7701"/>
                </a:cubicBezTo>
                <a:cubicBezTo>
                  <a:pt x="71443" y="10090"/>
                  <a:pt x="74225" y="13437"/>
                  <a:pt x="76333" y="17742"/>
                </a:cubicBezTo>
                <a:cubicBezTo>
                  <a:pt x="78440" y="22046"/>
                  <a:pt x="79494" y="26776"/>
                  <a:pt x="79494" y="31933"/>
                </a:cubicBezTo>
                <a:cubicBezTo>
                  <a:pt x="79494" y="40780"/>
                  <a:pt x="76676" y="48267"/>
                  <a:pt x="71040" y="54392"/>
                </a:cubicBezTo>
                <a:cubicBezTo>
                  <a:pt x="65404" y="60518"/>
                  <a:pt x="55222" y="63581"/>
                  <a:pt x="40493" y="63581"/>
                </a:cubicBezTo>
                <a:lnTo>
                  <a:pt x="13782" y="63581"/>
                </a:lnTo>
                <a:lnTo>
                  <a:pt x="13782" y="105992"/>
                </a:lnTo>
                <a:lnTo>
                  <a:pt x="0" y="105992"/>
                </a:lnTo>
                <a:moveTo>
                  <a:pt x="13782" y="51291"/>
                </a:moveTo>
                <a:lnTo>
                  <a:pt x="40706" y="51291"/>
                </a:lnTo>
                <a:cubicBezTo>
                  <a:pt x="49610" y="51291"/>
                  <a:pt x="55932" y="49637"/>
                  <a:pt x="59674" y="46329"/>
                </a:cubicBezTo>
                <a:cubicBezTo>
                  <a:pt x="63415" y="43020"/>
                  <a:pt x="65286" y="38363"/>
                  <a:pt x="65286" y="32359"/>
                </a:cubicBezTo>
                <a:cubicBezTo>
                  <a:pt x="65286" y="28011"/>
                  <a:pt x="64185" y="24288"/>
                  <a:pt x="61982" y="21192"/>
                </a:cubicBezTo>
                <a:cubicBezTo>
                  <a:pt x="59780" y="18096"/>
                  <a:pt x="56879" y="16051"/>
                  <a:pt x="53280" y="15058"/>
                </a:cubicBezTo>
                <a:cubicBezTo>
                  <a:pt x="50959" y="14444"/>
                  <a:pt x="46673" y="14137"/>
                  <a:pt x="40422" y="14137"/>
                </a:cubicBezTo>
                <a:lnTo>
                  <a:pt x="13782" y="14137"/>
                </a:lnTo>
                <a:lnTo>
                  <a:pt x="13782" y="51291"/>
                </a:lnTo>
                <a:close/>
                <a:moveTo>
                  <a:pt x="95264" y="105992"/>
                </a:moveTo>
                <a:lnTo>
                  <a:pt x="95264" y="30547"/>
                </a:lnTo>
                <a:lnTo>
                  <a:pt x="106772" y="30547"/>
                </a:lnTo>
                <a:lnTo>
                  <a:pt x="106772" y="41914"/>
                </a:lnTo>
                <a:cubicBezTo>
                  <a:pt x="109709" y="36592"/>
                  <a:pt x="112420" y="33082"/>
                  <a:pt x="114906" y="31386"/>
                </a:cubicBezTo>
                <a:cubicBezTo>
                  <a:pt x="117393" y="29690"/>
                  <a:pt x="120128" y="28842"/>
                  <a:pt x="123112" y="28842"/>
                </a:cubicBezTo>
                <a:cubicBezTo>
                  <a:pt x="127421" y="28842"/>
                  <a:pt x="131802" y="30210"/>
                  <a:pt x="136254" y="32945"/>
                </a:cubicBezTo>
                <a:lnTo>
                  <a:pt x="131849" y="44755"/>
                </a:lnTo>
                <a:cubicBezTo>
                  <a:pt x="128724" y="42908"/>
                  <a:pt x="125598" y="41985"/>
                  <a:pt x="122472" y="41985"/>
                </a:cubicBezTo>
                <a:cubicBezTo>
                  <a:pt x="119678" y="41985"/>
                  <a:pt x="117168" y="42827"/>
                  <a:pt x="114942" y="44511"/>
                </a:cubicBezTo>
                <a:cubicBezTo>
                  <a:pt x="112716" y="46194"/>
                  <a:pt x="111129" y="48529"/>
                  <a:pt x="110182" y="51515"/>
                </a:cubicBezTo>
                <a:cubicBezTo>
                  <a:pt x="108761" y="56066"/>
                  <a:pt x="108051" y="61044"/>
                  <a:pt x="108051" y="66449"/>
                </a:cubicBezTo>
                <a:lnTo>
                  <a:pt x="108051" y="105992"/>
                </a:lnTo>
                <a:lnTo>
                  <a:pt x="95264" y="105992"/>
                </a:lnTo>
                <a:close/>
                <a:moveTo>
                  <a:pt x="139096" y="68270"/>
                </a:moveTo>
                <a:cubicBezTo>
                  <a:pt x="139096" y="54298"/>
                  <a:pt x="142980" y="43950"/>
                  <a:pt x="150747" y="37225"/>
                </a:cubicBezTo>
                <a:cubicBezTo>
                  <a:pt x="157235" y="31637"/>
                  <a:pt x="165144" y="28842"/>
                  <a:pt x="174474" y="28842"/>
                </a:cubicBezTo>
                <a:cubicBezTo>
                  <a:pt x="184846" y="28842"/>
                  <a:pt x="193323" y="32240"/>
                  <a:pt x="199906" y="39037"/>
                </a:cubicBezTo>
                <a:cubicBezTo>
                  <a:pt x="206489" y="45833"/>
                  <a:pt x="209781" y="55222"/>
                  <a:pt x="209781" y="67204"/>
                </a:cubicBezTo>
                <a:cubicBezTo>
                  <a:pt x="209781" y="76913"/>
                  <a:pt x="208325" y="84550"/>
                  <a:pt x="205412" y="90114"/>
                </a:cubicBezTo>
                <a:cubicBezTo>
                  <a:pt x="202499" y="95679"/>
                  <a:pt x="198261" y="100001"/>
                  <a:pt x="192696" y="103079"/>
                </a:cubicBezTo>
                <a:cubicBezTo>
                  <a:pt x="187131" y="106158"/>
                  <a:pt x="181057" y="107697"/>
                  <a:pt x="174474" y="107697"/>
                </a:cubicBezTo>
                <a:cubicBezTo>
                  <a:pt x="163913" y="107697"/>
                  <a:pt x="155376" y="104311"/>
                  <a:pt x="148864" y="97538"/>
                </a:cubicBezTo>
                <a:cubicBezTo>
                  <a:pt x="142352" y="90766"/>
                  <a:pt x="139096" y="81009"/>
                  <a:pt x="139096" y="68270"/>
                </a:cubicBezTo>
                <a:moveTo>
                  <a:pt x="152238" y="68234"/>
                </a:moveTo>
                <a:cubicBezTo>
                  <a:pt x="152238" y="77860"/>
                  <a:pt x="154346" y="85068"/>
                  <a:pt x="158561" y="89857"/>
                </a:cubicBezTo>
                <a:cubicBezTo>
                  <a:pt x="162776" y="94646"/>
                  <a:pt x="168080" y="97041"/>
                  <a:pt x="174474" y="97041"/>
                </a:cubicBezTo>
                <a:cubicBezTo>
                  <a:pt x="180820" y="97041"/>
                  <a:pt x="186101" y="94634"/>
                  <a:pt x="190316" y="89821"/>
                </a:cubicBezTo>
                <a:cubicBezTo>
                  <a:pt x="194531" y="85008"/>
                  <a:pt x="196638" y="77671"/>
                  <a:pt x="196638" y="67810"/>
                </a:cubicBezTo>
                <a:cubicBezTo>
                  <a:pt x="196638" y="58514"/>
                  <a:pt x="194519" y="51471"/>
                  <a:pt x="190280" y="46682"/>
                </a:cubicBezTo>
                <a:cubicBezTo>
                  <a:pt x="186042" y="41893"/>
                  <a:pt x="180773" y="39498"/>
                  <a:pt x="174474" y="39498"/>
                </a:cubicBezTo>
                <a:cubicBezTo>
                  <a:pt x="168080" y="39498"/>
                  <a:pt x="162776" y="41881"/>
                  <a:pt x="158561" y="46647"/>
                </a:cubicBezTo>
                <a:cubicBezTo>
                  <a:pt x="154346" y="51412"/>
                  <a:pt x="152238" y="58608"/>
                  <a:pt x="152238" y="68234"/>
                </a:cubicBezTo>
                <a:close/>
                <a:moveTo>
                  <a:pt x="224770" y="105992"/>
                </a:moveTo>
                <a:lnTo>
                  <a:pt x="224770" y="30547"/>
                </a:lnTo>
                <a:lnTo>
                  <a:pt x="236208" y="30547"/>
                </a:lnTo>
                <a:lnTo>
                  <a:pt x="236208" y="41061"/>
                </a:lnTo>
                <a:cubicBezTo>
                  <a:pt x="238576" y="37388"/>
                  <a:pt x="241725" y="34433"/>
                  <a:pt x="245656" y="32197"/>
                </a:cubicBezTo>
                <a:cubicBezTo>
                  <a:pt x="249587" y="29960"/>
                  <a:pt x="254063" y="28842"/>
                  <a:pt x="259083" y="28842"/>
                </a:cubicBezTo>
                <a:cubicBezTo>
                  <a:pt x="264671" y="28842"/>
                  <a:pt x="269253" y="29997"/>
                  <a:pt x="272829" y="32305"/>
                </a:cubicBezTo>
                <a:cubicBezTo>
                  <a:pt x="276405" y="34613"/>
                  <a:pt x="278927" y="37839"/>
                  <a:pt x="280395" y="41985"/>
                </a:cubicBezTo>
                <a:cubicBezTo>
                  <a:pt x="286362" y="33223"/>
                  <a:pt x="294129" y="28842"/>
                  <a:pt x="303696" y="28842"/>
                </a:cubicBezTo>
                <a:cubicBezTo>
                  <a:pt x="311179" y="28842"/>
                  <a:pt x="316933" y="30914"/>
                  <a:pt x="320959" y="35058"/>
                </a:cubicBezTo>
                <a:cubicBezTo>
                  <a:pt x="324984" y="39202"/>
                  <a:pt x="326997" y="45584"/>
                  <a:pt x="326997" y="54204"/>
                </a:cubicBezTo>
                <a:lnTo>
                  <a:pt x="326997" y="105992"/>
                </a:lnTo>
                <a:lnTo>
                  <a:pt x="314281" y="105992"/>
                </a:lnTo>
                <a:lnTo>
                  <a:pt x="314281" y="58415"/>
                </a:lnTo>
                <a:cubicBezTo>
                  <a:pt x="314281" y="53294"/>
                  <a:pt x="313866" y="49608"/>
                  <a:pt x="313038" y="47357"/>
                </a:cubicBezTo>
                <a:cubicBezTo>
                  <a:pt x="312209" y="45105"/>
                  <a:pt x="310705" y="43291"/>
                  <a:pt x="308527" y="41916"/>
                </a:cubicBezTo>
                <a:cubicBezTo>
                  <a:pt x="306348" y="40541"/>
                  <a:pt x="303791" y="39853"/>
                  <a:pt x="300854" y="39853"/>
                </a:cubicBezTo>
                <a:cubicBezTo>
                  <a:pt x="295550" y="39853"/>
                  <a:pt x="291145" y="41620"/>
                  <a:pt x="287641" y="45153"/>
                </a:cubicBezTo>
                <a:cubicBezTo>
                  <a:pt x="284136" y="48684"/>
                  <a:pt x="282384" y="54338"/>
                  <a:pt x="282384" y="62113"/>
                </a:cubicBezTo>
                <a:lnTo>
                  <a:pt x="282384" y="105992"/>
                </a:lnTo>
                <a:lnTo>
                  <a:pt x="269597" y="105992"/>
                </a:lnTo>
                <a:lnTo>
                  <a:pt x="269597" y="56921"/>
                </a:lnTo>
                <a:cubicBezTo>
                  <a:pt x="269597" y="51232"/>
                  <a:pt x="268555" y="46965"/>
                  <a:pt x="266471" y="44120"/>
                </a:cubicBezTo>
                <a:cubicBezTo>
                  <a:pt x="264387" y="41276"/>
                  <a:pt x="260977" y="39853"/>
                  <a:pt x="256241" y="39853"/>
                </a:cubicBezTo>
                <a:cubicBezTo>
                  <a:pt x="252642" y="39853"/>
                  <a:pt x="249315" y="40802"/>
                  <a:pt x="246260" y="42700"/>
                </a:cubicBezTo>
                <a:cubicBezTo>
                  <a:pt x="243205" y="44595"/>
                  <a:pt x="240991" y="47369"/>
                  <a:pt x="239618" y="51020"/>
                </a:cubicBezTo>
                <a:cubicBezTo>
                  <a:pt x="238244" y="54670"/>
                  <a:pt x="237558" y="59932"/>
                  <a:pt x="237558" y="66807"/>
                </a:cubicBezTo>
                <a:lnTo>
                  <a:pt x="237558" y="105992"/>
                </a:lnTo>
                <a:lnTo>
                  <a:pt x="224770" y="105992"/>
                </a:lnTo>
                <a:close/>
                <a:moveTo>
                  <a:pt x="345965" y="134976"/>
                </a:moveTo>
                <a:lnTo>
                  <a:pt x="345965" y="30547"/>
                </a:lnTo>
                <a:lnTo>
                  <a:pt x="357615" y="30547"/>
                </a:lnTo>
                <a:lnTo>
                  <a:pt x="357615" y="40280"/>
                </a:lnTo>
                <a:cubicBezTo>
                  <a:pt x="360362" y="36467"/>
                  <a:pt x="363464" y="33608"/>
                  <a:pt x="366921" y="31702"/>
                </a:cubicBezTo>
                <a:cubicBezTo>
                  <a:pt x="370379" y="29795"/>
                  <a:pt x="374570" y="28842"/>
                  <a:pt x="379496" y="28842"/>
                </a:cubicBezTo>
                <a:cubicBezTo>
                  <a:pt x="385937" y="28842"/>
                  <a:pt x="391620" y="30500"/>
                  <a:pt x="396545" y="33815"/>
                </a:cubicBezTo>
                <a:cubicBezTo>
                  <a:pt x="401471" y="37130"/>
                  <a:pt x="405188" y="41807"/>
                  <a:pt x="407698" y="47845"/>
                </a:cubicBezTo>
                <a:cubicBezTo>
                  <a:pt x="410209" y="53884"/>
                  <a:pt x="411464" y="60502"/>
                  <a:pt x="411464" y="67701"/>
                </a:cubicBezTo>
                <a:cubicBezTo>
                  <a:pt x="411464" y="75421"/>
                  <a:pt x="410078" y="82371"/>
                  <a:pt x="407308" y="88551"/>
                </a:cubicBezTo>
                <a:cubicBezTo>
                  <a:pt x="404537" y="94732"/>
                  <a:pt x="400512" y="99468"/>
                  <a:pt x="395231" y="102759"/>
                </a:cubicBezTo>
                <a:cubicBezTo>
                  <a:pt x="389950" y="106051"/>
                  <a:pt x="384397" y="107697"/>
                  <a:pt x="378572" y="107697"/>
                </a:cubicBezTo>
                <a:cubicBezTo>
                  <a:pt x="374310" y="107697"/>
                  <a:pt x="370485" y="106785"/>
                  <a:pt x="367099" y="104962"/>
                </a:cubicBezTo>
                <a:cubicBezTo>
                  <a:pt x="363713" y="103137"/>
                  <a:pt x="360930" y="100833"/>
                  <a:pt x="358752" y="98049"/>
                </a:cubicBezTo>
                <a:lnTo>
                  <a:pt x="358752" y="134976"/>
                </a:lnTo>
                <a:lnTo>
                  <a:pt x="345965" y="134976"/>
                </a:lnTo>
                <a:moveTo>
                  <a:pt x="357544" y="68589"/>
                </a:moveTo>
                <a:cubicBezTo>
                  <a:pt x="357544" y="78286"/>
                  <a:pt x="359510" y="85452"/>
                  <a:pt x="363441" y="90088"/>
                </a:cubicBezTo>
                <a:cubicBezTo>
                  <a:pt x="367371" y="94723"/>
                  <a:pt x="372131" y="97041"/>
                  <a:pt x="377720" y="97041"/>
                </a:cubicBezTo>
                <a:cubicBezTo>
                  <a:pt x="383403" y="97041"/>
                  <a:pt x="388269" y="94640"/>
                  <a:pt x="392318" y="89839"/>
                </a:cubicBezTo>
                <a:cubicBezTo>
                  <a:pt x="396368" y="85038"/>
                  <a:pt x="398392" y="77599"/>
                  <a:pt x="398392" y="67524"/>
                </a:cubicBezTo>
                <a:cubicBezTo>
                  <a:pt x="398392" y="57921"/>
                  <a:pt x="396415" y="50731"/>
                  <a:pt x="392460" y="45954"/>
                </a:cubicBezTo>
                <a:cubicBezTo>
                  <a:pt x="388506" y="41177"/>
                  <a:pt x="383782" y="38788"/>
                  <a:pt x="378288" y="38788"/>
                </a:cubicBezTo>
                <a:cubicBezTo>
                  <a:pt x="372841" y="38788"/>
                  <a:pt x="368023" y="41331"/>
                  <a:pt x="363831" y="46416"/>
                </a:cubicBezTo>
                <a:cubicBezTo>
                  <a:pt x="359640" y="51501"/>
                  <a:pt x="357544" y="58892"/>
                  <a:pt x="357544" y="68589"/>
                </a:cubicBezTo>
                <a:close/>
                <a:moveTo>
                  <a:pt x="454798" y="94696"/>
                </a:moveTo>
                <a:lnTo>
                  <a:pt x="456645" y="105992"/>
                </a:lnTo>
                <a:cubicBezTo>
                  <a:pt x="453046" y="106655"/>
                  <a:pt x="449826" y="106986"/>
                  <a:pt x="446984" y="106986"/>
                </a:cubicBezTo>
                <a:cubicBezTo>
                  <a:pt x="442343" y="106986"/>
                  <a:pt x="438743" y="106252"/>
                  <a:pt x="436186" y="104784"/>
                </a:cubicBezTo>
                <a:cubicBezTo>
                  <a:pt x="433628" y="103316"/>
                  <a:pt x="431829" y="101386"/>
                  <a:pt x="430787" y="98994"/>
                </a:cubicBezTo>
                <a:cubicBezTo>
                  <a:pt x="429745" y="96603"/>
                  <a:pt x="429224" y="91571"/>
                  <a:pt x="429224" y="83898"/>
                </a:cubicBezTo>
                <a:lnTo>
                  <a:pt x="429224" y="40493"/>
                </a:lnTo>
                <a:lnTo>
                  <a:pt x="419847" y="40493"/>
                </a:lnTo>
                <a:lnTo>
                  <a:pt x="419847" y="30547"/>
                </a:lnTo>
                <a:lnTo>
                  <a:pt x="429224" y="30547"/>
                </a:lnTo>
                <a:lnTo>
                  <a:pt x="429224" y="11813"/>
                </a:lnTo>
                <a:lnTo>
                  <a:pt x="441940" y="4120"/>
                </a:lnTo>
                <a:lnTo>
                  <a:pt x="441940" y="30547"/>
                </a:lnTo>
                <a:lnTo>
                  <a:pt x="454798" y="30547"/>
                </a:lnTo>
                <a:lnTo>
                  <a:pt x="454798" y="40493"/>
                </a:lnTo>
                <a:lnTo>
                  <a:pt x="441940" y="40493"/>
                </a:lnTo>
                <a:lnTo>
                  <a:pt x="441940" y="84609"/>
                </a:lnTo>
                <a:cubicBezTo>
                  <a:pt x="441940" y="88255"/>
                  <a:pt x="442165" y="90600"/>
                  <a:pt x="442615" y="91642"/>
                </a:cubicBezTo>
                <a:cubicBezTo>
                  <a:pt x="443065" y="92684"/>
                  <a:pt x="443799" y="93512"/>
                  <a:pt x="444817" y="94128"/>
                </a:cubicBezTo>
                <a:cubicBezTo>
                  <a:pt x="445835" y="94744"/>
                  <a:pt x="447292" y="95052"/>
                  <a:pt x="449186" y="95052"/>
                </a:cubicBezTo>
                <a:cubicBezTo>
                  <a:pt x="450607" y="95052"/>
                  <a:pt x="452478" y="94933"/>
                  <a:pt x="454798" y="94696"/>
                </a:cubicBezTo>
                <a:close/>
                <a:moveTo>
                  <a:pt x="517668" y="64931"/>
                </a:moveTo>
                <a:lnTo>
                  <a:pt x="517668" y="52854"/>
                </a:lnTo>
                <a:lnTo>
                  <a:pt x="561784" y="52783"/>
                </a:lnTo>
                <a:lnTo>
                  <a:pt x="561784" y="91358"/>
                </a:lnTo>
                <a:cubicBezTo>
                  <a:pt x="555011" y="96780"/>
                  <a:pt x="548026" y="100859"/>
                  <a:pt x="540827" y="103594"/>
                </a:cubicBezTo>
                <a:cubicBezTo>
                  <a:pt x="533628" y="106329"/>
                  <a:pt x="526240" y="107697"/>
                  <a:pt x="518662" y="107697"/>
                </a:cubicBezTo>
                <a:cubicBezTo>
                  <a:pt x="508433" y="107697"/>
                  <a:pt x="499138" y="105506"/>
                  <a:pt x="490779" y="101126"/>
                </a:cubicBezTo>
                <a:cubicBezTo>
                  <a:pt x="482420" y="96745"/>
                  <a:pt x="476109" y="90410"/>
                  <a:pt x="471847" y="82122"/>
                </a:cubicBezTo>
                <a:cubicBezTo>
                  <a:pt x="467585" y="73834"/>
                  <a:pt x="465453" y="64575"/>
                  <a:pt x="465453" y="54346"/>
                </a:cubicBezTo>
                <a:cubicBezTo>
                  <a:pt x="465453" y="44211"/>
                  <a:pt x="467573" y="34750"/>
                  <a:pt x="471811" y="25965"/>
                </a:cubicBezTo>
                <a:cubicBezTo>
                  <a:pt x="476050" y="17180"/>
                  <a:pt x="482148" y="10656"/>
                  <a:pt x="490104" y="6394"/>
                </a:cubicBezTo>
                <a:cubicBezTo>
                  <a:pt x="498061" y="2131"/>
                  <a:pt x="507225" y="0"/>
                  <a:pt x="517597" y="0"/>
                </a:cubicBezTo>
                <a:cubicBezTo>
                  <a:pt x="525127" y="0"/>
                  <a:pt x="531935" y="1217"/>
                  <a:pt x="538021" y="3650"/>
                </a:cubicBezTo>
                <a:cubicBezTo>
                  <a:pt x="544107" y="6083"/>
                  <a:pt x="548878" y="9473"/>
                  <a:pt x="552335" y="13822"/>
                </a:cubicBezTo>
                <a:cubicBezTo>
                  <a:pt x="555793" y="18168"/>
                  <a:pt x="558421" y="23838"/>
                  <a:pt x="560221" y="30831"/>
                </a:cubicBezTo>
                <a:lnTo>
                  <a:pt x="547789" y="34241"/>
                </a:lnTo>
                <a:cubicBezTo>
                  <a:pt x="546226" y="28937"/>
                  <a:pt x="544284" y="24769"/>
                  <a:pt x="541964" y="21738"/>
                </a:cubicBezTo>
                <a:cubicBezTo>
                  <a:pt x="539643" y="18707"/>
                  <a:pt x="536328" y="16280"/>
                  <a:pt x="532018" y="14457"/>
                </a:cubicBezTo>
                <a:cubicBezTo>
                  <a:pt x="527708" y="12633"/>
                  <a:pt x="522925" y="11722"/>
                  <a:pt x="517668" y="11722"/>
                </a:cubicBezTo>
                <a:cubicBezTo>
                  <a:pt x="511369" y="11722"/>
                  <a:pt x="505923" y="12681"/>
                  <a:pt x="501329" y="14601"/>
                </a:cubicBezTo>
                <a:cubicBezTo>
                  <a:pt x="496735" y="16521"/>
                  <a:pt x="493029" y="19045"/>
                  <a:pt x="490211" y="22173"/>
                </a:cubicBezTo>
                <a:cubicBezTo>
                  <a:pt x="487393" y="25302"/>
                  <a:pt x="485203" y="28739"/>
                  <a:pt x="483640" y="32483"/>
                </a:cubicBezTo>
                <a:cubicBezTo>
                  <a:pt x="480987" y="38930"/>
                  <a:pt x="479661" y="45921"/>
                  <a:pt x="479661" y="53458"/>
                </a:cubicBezTo>
                <a:cubicBezTo>
                  <a:pt x="479661" y="62748"/>
                  <a:pt x="481260" y="70521"/>
                  <a:pt x="484457" y="76779"/>
                </a:cubicBezTo>
                <a:cubicBezTo>
                  <a:pt x="487653" y="83036"/>
                  <a:pt x="492307" y="87682"/>
                  <a:pt x="498416" y="90716"/>
                </a:cubicBezTo>
                <a:cubicBezTo>
                  <a:pt x="504525" y="93748"/>
                  <a:pt x="511014" y="95265"/>
                  <a:pt x="517881" y="95265"/>
                </a:cubicBezTo>
                <a:cubicBezTo>
                  <a:pt x="523848" y="95265"/>
                  <a:pt x="529674" y="94109"/>
                  <a:pt x="535357" y="91797"/>
                </a:cubicBezTo>
                <a:cubicBezTo>
                  <a:pt x="541040" y="89485"/>
                  <a:pt x="545350" y="87018"/>
                  <a:pt x="548286" y="84396"/>
                </a:cubicBezTo>
                <a:lnTo>
                  <a:pt x="548286" y="64931"/>
                </a:lnTo>
                <a:lnTo>
                  <a:pt x="517668" y="64931"/>
                </a:lnTo>
                <a:close/>
                <a:moveTo>
                  <a:pt x="632114" y="81696"/>
                </a:moveTo>
                <a:lnTo>
                  <a:pt x="645327" y="83330"/>
                </a:lnTo>
                <a:cubicBezTo>
                  <a:pt x="643243" y="91050"/>
                  <a:pt x="639384" y="97041"/>
                  <a:pt x="633748" y="101303"/>
                </a:cubicBezTo>
                <a:cubicBezTo>
                  <a:pt x="628112" y="105566"/>
                  <a:pt x="620913" y="107697"/>
                  <a:pt x="612152" y="107697"/>
                </a:cubicBezTo>
                <a:cubicBezTo>
                  <a:pt x="601117" y="107697"/>
                  <a:pt x="592367" y="104299"/>
                  <a:pt x="585902" y="97503"/>
                </a:cubicBezTo>
                <a:cubicBezTo>
                  <a:pt x="579438" y="90706"/>
                  <a:pt x="576205" y="81175"/>
                  <a:pt x="576205" y="68909"/>
                </a:cubicBezTo>
                <a:cubicBezTo>
                  <a:pt x="576205" y="56216"/>
                  <a:pt x="579473" y="46365"/>
                  <a:pt x="586009" y="39356"/>
                </a:cubicBezTo>
                <a:cubicBezTo>
                  <a:pt x="592545" y="32347"/>
                  <a:pt x="601022" y="28842"/>
                  <a:pt x="611441" y="28842"/>
                </a:cubicBezTo>
                <a:cubicBezTo>
                  <a:pt x="621529" y="28842"/>
                  <a:pt x="629770" y="32271"/>
                  <a:pt x="636163" y="39128"/>
                </a:cubicBezTo>
                <a:cubicBezTo>
                  <a:pt x="642557" y="45983"/>
                  <a:pt x="645754" y="55628"/>
                  <a:pt x="645754" y="68063"/>
                </a:cubicBezTo>
                <a:cubicBezTo>
                  <a:pt x="645754" y="68819"/>
                  <a:pt x="645730" y="69954"/>
                  <a:pt x="645682" y="71466"/>
                </a:cubicBezTo>
                <a:lnTo>
                  <a:pt x="589419" y="71466"/>
                </a:lnTo>
                <a:cubicBezTo>
                  <a:pt x="589892" y="79731"/>
                  <a:pt x="592237" y="86059"/>
                  <a:pt x="596452" y="90452"/>
                </a:cubicBezTo>
                <a:cubicBezTo>
                  <a:pt x="600667" y="94844"/>
                  <a:pt x="605924" y="97041"/>
                  <a:pt x="612223" y="97041"/>
                </a:cubicBezTo>
                <a:cubicBezTo>
                  <a:pt x="616911" y="97041"/>
                  <a:pt x="620913" y="95821"/>
                  <a:pt x="624228" y="93382"/>
                </a:cubicBezTo>
                <a:cubicBezTo>
                  <a:pt x="627544" y="90942"/>
                  <a:pt x="630172" y="87046"/>
                  <a:pt x="632114" y="81696"/>
                </a:cubicBezTo>
                <a:moveTo>
                  <a:pt x="590129" y="60810"/>
                </a:moveTo>
                <a:lnTo>
                  <a:pt x="632256" y="60810"/>
                </a:lnTo>
                <a:cubicBezTo>
                  <a:pt x="631688" y="54568"/>
                  <a:pt x="630077" y="49886"/>
                  <a:pt x="627425" y="46764"/>
                </a:cubicBezTo>
                <a:cubicBezTo>
                  <a:pt x="623352" y="41920"/>
                  <a:pt x="618072" y="39498"/>
                  <a:pt x="611583" y="39498"/>
                </a:cubicBezTo>
                <a:cubicBezTo>
                  <a:pt x="605711" y="39498"/>
                  <a:pt x="600773" y="41432"/>
                  <a:pt x="596771" y="45299"/>
                </a:cubicBezTo>
                <a:cubicBezTo>
                  <a:pt x="592769" y="49165"/>
                  <a:pt x="590555" y="54335"/>
                  <a:pt x="590129" y="60810"/>
                </a:cubicBezTo>
                <a:close/>
                <a:moveTo>
                  <a:pt x="661382" y="105992"/>
                </a:moveTo>
                <a:lnTo>
                  <a:pt x="661382" y="30547"/>
                </a:lnTo>
                <a:lnTo>
                  <a:pt x="672891" y="30547"/>
                </a:lnTo>
                <a:lnTo>
                  <a:pt x="672891" y="41203"/>
                </a:lnTo>
                <a:cubicBezTo>
                  <a:pt x="678432" y="32963"/>
                  <a:pt x="686436" y="28842"/>
                  <a:pt x="696902" y="28842"/>
                </a:cubicBezTo>
                <a:cubicBezTo>
                  <a:pt x="701449" y="28842"/>
                  <a:pt x="705629" y="29659"/>
                  <a:pt x="709441" y="31293"/>
                </a:cubicBezTo>
                <a:cubicBezTo>
                  <a:pt x="713253" y="32927"/>
                  <a:pt x="716107" y="35070"/>
                  <a:pt x="718001" y="37722"/>
                </a:cubicBezTo>
                <a:cubicBezTo>
                  <a:pt x="719896" y="40374"/>
                  <a:pt x="721222" y="43524"/>
                  <a:pt x="721980" y="47171"/>
                </a:cubicBezTo>
                <a:cubicBezTo>
                  <a:pt x="722453" y="49539"/>
                  <a:pt x="722690" y="53683"/>
                  <a:pt x="722690" y="59603"/>
                </a:cubicBezTo>
                <a:lnTo>
                  <a:pt x="722690" y="105992"/>
                </a:lnTo>
                <a:lnTo>
                  <a:pt x="709903" y="105992"/>
                </a:lnTo>
                <a:lnTo>
                  <a:pt x="709903" y="60051"/>
                </a:lnTo>
                <a:cubicBezTo>
                  <a:pt x="709903" y="54836"/>
                  <a:pt x="709405" y="50936"/>
                  <a:pt x="708411" y="48352"/>
                </a:cubicBezTo>
                <a:cubicBezTo>
                  <a:pt x="707416" y="45768"/>
                  <a:pt x="705652" y="43705"/>
                  <a:pt x="703118" y="42165"/>
                </a:cubicBezTo>
                <a:cubicBezTo>
                  <a:pt x="700585" y="40624"/>
                  <a:pt x="697613" y="39853"/>
                  <a:pt x="694203" y="39853"/>
                </a:cubicBezTo>
                <a:cubicBezTo>
                  <a:pt x="688756" y="39853"/>
                  <a:pt x="684056" y="41584"/>
                  <a:pt x="680101" y="45046"/>
                </a:cubicBezTo>
                <a:cubicBezTo>
                  <a:pt x="676147" y="48506"/>
                  <a:pt x="674170" y="55072"/>
                  <a:pt x="674170" y="64744"/>
                </a:cubicBezTo>
                <a:lnTo>
                  <a:pt x="674170" y="105992"/>
                </a:lnTo>
                <a:lnTo>
                  <a:pt x="661382" y="105992"/>
                </a:lnTo>
                <a:close/>
                <a:moveTo>
                  <a:pt x="793943" y="81696"/>
                </a:moveTo>
                <a:lnTo>
                  <a:pt x="807156" y="83330"/>
                </a:lnTo>
                <a:cubicBezTo>
                  <a:pt x="805072" y="91050"/>
                  <a:pt x="801212" y="97041"/>
                  <a:pt x="795577" y="101303"/>
                </a:cubicBezTo>
                <a:cubicBezTo>
                  <a:pt x="789941" y="105566"/>
                  <a:pt x="782742" y="107697"/>
                  <a:pt x="773980" y="107697"/>
                </a:cubicBezTo>
                <a:cubicBezTo>
                  <a:pt x="762945" y="107697"/>
                  <a:pt x="754196" y="104299"/>
                  <a:pt x="747731" y="97503"/>
                </a:cubicBezTo>
                <a:cubicBezTo>
                  <a:pt x="741266" y="90706"/>
                  <a:pt x="738034" y="81175"/>
                  <a:pt x="738034" y="68909"/>
                </a:cubicBezTo>
                <a:cubicBezTo>
                  <a:pt x="738034" y="56216"/>
                  <a:pt x="741302" y="46365"/>
                  <a:pt x="747838" y="39356"/>
                </a:cubicBezTo>
                <a:cubicBezTo>
                  <a:pt x="754373" y="32347"/>
                  <a:pt x="762851" y="28842"/>
                  <a:pt x="773270" y="28842"/>
                </a:cubicBezTo>
                <a:cubicBezTo>
                  <a:pt x="783358" y="28842"/>
                  <a:pt x="791598" y="32271"/>
                  <a:pt x="797992" y="39128"/>
                </a:cubicBezTo>
                <a:cubicBezTo>
                  <a:pt x="804386" y="45983"/>
                  <a:pt x="807582" y="55628"/>
                  <a:pt x="807582" y="68063"/>
                </a:cubicBezTo>
                <a:cubicBezTo>
                  <a:pt x="807582" y="68819"/>
                  <a:pt x="807559" y="69954"/>
                  <a:pt x="807511" y="71466"/>
                </a:cubicBezTo>
                <a:lnTo>
                  <a:pt x="751248" y="71466"/>
                </a:lnTo>
                <a:cubicBezTo>
                  <a:pt x="751721" y="79731"/>
                  <a:pt x="754065" y="86059"/>
                  <a:pt x="758281" y="90452"/>
                </a:cubicBezTo>
                <a:cubicBezTo>
                  <a:pt x="762496" y="94844"/>
                  <a:pt x="767753" y="97041"/>
                  <a:pt x="774051" y="97041"/>
                </a:cubicBezTo>
                <a:cubicBezTo>
                  <a:pt x="778740" y="97041"/>
                  <a:pt x="782742" y="95821"/>
                  <a:pt x="786057" y="93382"/>
                </a:cubicBezTo>
                <a:cubicBezTo>
                  <a:pt x="789372" y="90942"/>
                  <a:pt x="792001" y="87046"/>
                  <a:pt x="793943" y="81696"/>
                </a:cubicBezTo>
                <a:moveTo>
                  <a:pt x="751958" y="60810"/>
                </a:moveTo>
                <a:lnTo>
                  <a:pt x="794085" y="60810"/>
                </a:lnTo>
                <a:cubicBezTo>
                  <a:pt x="793516" y="54568"/>
                  <a:pt x="791906" y="49886"/>
                  <a:pt x="789254" y="46764"/>
                </a:cubicBezTo>
                <a:cubicBezTo>
                  <a:pt x="785181" y="41920"/>
                  <a:pt x="779900" y="39498"/>
                  <a:pt x="773412" y="39498"/>
                </a:cubicBezTo>
                <a:cubicBezTo>
                  <a:pt x="767539" y="39498"/>
                  <a:pt x="762602" y="41432"/>
                  <a:pt x="758600" y="45299"/>
                </a:cubicBezTo>
                <a:cubicBezTo>
                  <a:pt x="754598" y="49165"/>
                  <a:pt x="752384" y="54335"/>
                  <a:pt x="751958" y="60810"/>
                </a:cubicBezTo>
                <a:close/>
                <a:moveTo>
                  <a:pt x="823069" y="105992"/>
                </a:moveTo>
                <a:lnTo>
                  <a:pt x="823069" y="30547"/>
                </a:lnTo>
                <a:lnTo>
                  <a:pt x="834578" y="30547"/>
                </a:lnTo>
                <a:lnTo>
                  <a:pt x="834578" y="41914"/>
                </a:lnTo>
                <a:cubicBezTo>
                  <a:pt x="837514" y="36592"/>
                  <a:pt x="840225" y="33082"/>
                  <a:pt x="842712" y="31386"/>
                </a:cubicBezTo>
                <a:cubicBezTo>
                  <a:pt x="845198" y="29690"/>
                  <a:pt x="847933" y="28842"/>
                  <a:pt x="850917" y="28842"/>
                </a:cubicBezTo>
                <a:cubicBezTo>
                  <a:pt x="855227" y="28842"/>
                  <a:pt x="859607" y="30210"/>
                  <a:pt x="864059" y="32945"/>
                </a:cubicBezTo>
                <a:lnTo>
                  <a:pt x="859655" y="44755"/>
                </a:lnTo>
                <a:cubicBezTo>
                  <a:pt x="856529" y="42908"/>
                  <a:pt x="853403" y="41985"/>
                  <a:pt x="850277" y="41985"/>
                </a:cubicBezTo>
                <a:cubicBezTo>
                  <a:pt x="847483" y="41985"/>
                  <a:pt x="844973" y="42827"/>
                  <a:pt x="842747" y="44511"/>
                </a:cubicBezTo>
                <a:cubicBezTo>
                  <a:pt x="840521" y="46194"/>
                  <a:pt x="838935" y="48529"/>
                  <a:pt x="837988" y="51515"/>
                </a:cubicBezTo>
                <a:cubicBezTo>
                  <a:pt x="836567" y="56066"/>
                  <a:pt x="835856" y="61044"/>
                  <a:pt x="835856" y="66449"/>
                </a:cubicBezTo>
                <a:lnTo>
                  <a:pt x="835856" y="105992"/>
                </a:lnTo>
                <a:lnTo>
                  <a:pt x="823069" y="105992"/>
                </a:lnTo>
                <a:close/>
                <a:moveTo>
                  <a:pt x="920892" y="96677"/>
                </a:moveTo>
                <a:cubicBezTo>
                  <a:pt x="916156" y="100705"/>
                  <a:pt x="911597" y="103549"/>
                  <a:pt x="907217" y="105208"/>
                </a:cubicBezTo>
                <a:cubicBezTo>
                  <a:pt x="902836" y="106867"/>
                  <a:pt x="898135" y="107697"/>
                  <a:pt x="893115" y="107697"/>
                </a:cubicBezTo>
                <a:cubicBezTo>
                  <a:pt x="884827" y="107697"/>
                  <a:pt x="878457" y="105671"/>
                  <a:pt x="874005" y="101618"/>
                </a:cubicBezTo>
                <a:cubicBezTo>
                  <a:pt x="869553" y="97566"/>
                  <a:pt x="867327" y="92388"/>
                  <a:pt x="867327" y="86085"/>
                </a:cubicBezTo>
                <a:cubicBezTo>
                  <a:pt x="867327" y="82389"/>
                  <a:pt x="868168" y="79014"/>
                  <a:pt x="869849" y="75957"/>
                </a:cubicBezTo>
                <a:cubicBezTo>
                  <a:pt x="871531" y="72900"/>
                  <a:pt x="873733" y="70447"/>
                  <a:pt x="876456" y="68598"/>
                </a:cubicBezTo>
                <a:cubicBezTo>
                  <a:pt x="879179" y="66750"/>
                  <a:pt x="882246" y="65352"/>
                  <a:pt x="885656" y="64404"/>
                </a:cubicBezTo>
                <a:cubicBezTo>
                  <a:pt x="888166" y="63740"/>
                  <a:pt x="891955" y="63100"/>
                  <a:pt x="897022" y="62484"/>
                </a:cubicBezTo>
                <a:cubicBezTo>
                  <a:pt x="907347" y="61262"/>
                  <a:pt x="914948" y="59804"/>
                  <a:pt x="919826" y="58111"/>
                </a:cubicBezTo>
                <a:cubicBezTo>
                  <a:pt x="919873" y="56366"/>
                  <a:pt x="919897" y="55257"/>
                  <a:pt x="919897" y="54785"/>
                </a:cubicBezTo>
                <a:cubicBezTo>
                  <a:pt x="919897" y="49595"/>
                  <a:pt x="918689" y="45939"/>
                  <a:pt x="916274" y="43816"/>
                </a:cubicBezTo>
                <a:cubicBezTo>
                  <a:pt x="913006" y="40938"/>
                  <a:pt x="908152" y="39498"/>
                  <a:pt x="901711" y="39498"/>
                </a:cubicBezTo>
                <a:cubicBezTo>
                  <a:pt x="895696" y="39498"/>
                  <a:pt x="891256" y="40552"/>
                  <a:pt x="888391" y="42660"/>
                </a:cubicBezTo>
                <a:cubicBezTo>
                  <a:pt x="885526" y="44767"/>
                  <a:pt x="883406" y="48497"/>
                  <a:pt x="882033" y="53848"/>
                </a:cubicBezTo>
                <a:lnTo>
                  <a:pt x="869530" y="52143"/>
                </a:lnTo>
                <a:cubicBezTo>
                  <a:pt x="870666" y="46775"/>
                  <a:pt x="872537" y="42441"/>
                  <a:pt x="875142" y="39139"/>
                </a:cubicBezTo>
                <a:cubicBezTo>
                  <a:pt x="877747" y="35837"/>
                  <a:pt x="881512" y="33296"/>
                  <a:pt x="886437" y="31515"/>
                </a:cubicBezTo>
                <a:cubicBezTo>
                  <a:pt x="891363" y="29733"/>
                  <a:pt x="897070" y="28842"/>
                  <a:pt x="903558" y="28842"/>
                </a:cubicBezTo>
                <a:cubicBezTo>
                  <a:pt x="909999" y="28842"/>
                  <a:pt x="915232" y="29600"/>
                  <a:pt x="919258" y="31116"/>
                </a:cubicBezTo>
                <a:cubicBezTo>
                  <a:pt x="923283" y="32631"/>
                  <a:pt x="926243" y="34537"/>
                  <a:pt x="928138" y="36834"/>
                </a:cubicBezTo>
                <a:cubicBezTo>
                  <a:pt x="930032" y="39131"/>
                  <a:pt x="931358" y="42032"/>
                  <a:pt x="932116" y="45537"/>
                </a:cubicBezTo>
                <a:cubicBezTo>
                  <a:pt x="932542" y="47715"/>
                  <a:pt x="932755" y="51646"/>
                  <a:pt x="932755" y="57329"/>
                </a:cubicBezTo>
                <a:lnTo>
                  <a:pt x="932755" y="74379"/>
                </a:lnTo>
                <a:cubicBezTo>
                  <a:pt x="932755" y="86266"/>
                  <a:pt x="933028" y="93785"/>
                  <a:pt x="933572" y="96934"/>
                </a:cubicBezTo>
                <a:cubicBezTo>
                  <a:pt x="934117" y="100084"/>
                  <a:pt x="935194" y="103103"/>
                  <a:pt x="936805" y="105992"/>
                </a:cubicBezTo>
                <a:lnTo>
                  <a:pt x="923449" y="105992"/>
                </a:lnTo>
                <a:cubicBezTo>
                  <a:pt x="922123" y="103337"/>
                  <a:pt x="921271" y="100232"/>
                  <a:pt x="920892" y="96677"/>
                </a:cubicBezTo>
                <a:moveTo>
                  <a:pt x="919826" y="68056"/>
                </a:moveTo>
                <a:cubicBezTo>
                  <a:pt x="915185" y="69967"/>
                  <a:pt x="908223" y="71591"/>
                  <a:pt x="898940" y="72927"/>
                </a:cubicBezTo>
                <a:cubicBezTo>
                  <a:pt x="893683" y="73688"/>
                  <a:pt x="889966" y="74544"/>
                  <a:pt x="887787" y="75496"/>
                </a:cubicBezTo>
                <a:cubicBezTo>
                  <a:pt x="885608" y="76446"/>
                  <a:pt x="883927" y="77837"/>
                  <a:pt x="882743" y="79669"/>
                </a:cubicBezTo>
                <a:cubicBezTo>
                  <a:pt x="881559" y="81500"/>
                  <a:pt x="880967" y="83533"/>
                  <a:pt x="880967" y="85768"/>
                </a:cubicBezTo>
                <a:cubicBezTo>
                  <a:pt x="880967" y="89191"/>
                  <a:pt x="882258" y="92044"/>
                  <a:pt x="884839" y="94328"/>
                </a:cubicBezTo>
                <a:cubicBezTo>
                  <a:pt x="887420" y="96610"/>
                  <a:pt x="891197" y="97751"/>
                  <a:pt x="896170" y="97751"/>
                </a:cubicBezTo>
                <a:cubicBezTo>
                  <a:pt x="901095" y="97751"/>
                  <a:pt x="905476" y="96669"/>
                  <a:pt x="909312" y="94503"/>
                </a:cubicBezTo>
                <a:cubicBezTo>
                  <a:pt x="913148" y="92338"/>
                  <a:pt x="915966" y="89376"/>
                  <a:pt x="917766" y="85617"/>
                </a:cubicBezTo>
                <a:cubicBezTo>
                  <a:pt x="919139" y="82713"/>
                  <a:pt x="919826" y="78430"/>
                  <a:pt x="919826" y="72767"/>
                </a:cubicBezTo>
                <a:lnTo>
                  <a:pt x="919826" y="68056"/>
                </a:lnTo>
                <a:close/>
                <a:moveTo>
                  <a:pt x="980494" y="94696"/>
                </a:moveTo>
                <a:lnTo>
                  <a:pt x="982341" y="105992"/>
                </a:lnTo>
                <a:cubicBezTo>
                  <a:pt x="978741" y="106655"/>
                  <a:pt x="975521" y="106986"/>
                  <a:pt x="972679" y="106986"/>
                </a:cubicBezTo>
                <a:cubicBezTo>
                  <a:pt x="968038" y="106986"/>
                  <a:pt x="964438" y="106252"/>
                  <a:pt x="961881" y="104784"/>
                </a:cubicBezTo>
                <a:cubicBezTo>
                  <a:pt x="959324" y="103316"/>
                  <a:pt x="957524" y="101386"/>
                  <a:pt x="956482" y="98994"/>
                </a:cubicBezTo>
                <a:cubicBezTo>
                  <a:pt x="955440" y="96603"/>
                  <a:pt x="954919" y="91571"/>
                  <a:pt x="954919" y="83898"/>
                </a:cubicBezTo>
                <a:lnTo>
                  <a:pt x="954919" y="40493"/>
                </a:lnTo>
                <a:lnTo>
                  <a:pt x="945542" y="40493"/>
                </a:lnTo>
                <a:lnTo>
                  <a:pt x="945542" y="30547"/>
                </a:lnTo>
                <a:lnTo>
                  <a:pt x="954919" y="30547"/>
                </a:lnTo>
                <a:lnTo>
                  <a:pt x="954919" y="11813"/>
                </a:lnTo>
                <a:lnTo>
                  <a:pt x="967635" y="4120"/>
                </a:lnTo>
                <a:lnTo>
                  <a:pt x="967635" y="30547"/>
                </a:lnTo>
                <a:lnTo>
                  <a:pt x="980494" y="30547"/>
                </a:lnTo>
                <a:lnTo>
                  <a:pt x="980494" y="40493"/>
                </a:lnTo>
                <a:lnTo>
                  <a:pt x="967635" y="40493"/>
                </a:lnTo>
                <a:lnTo>
                  <a:pt x="967635" y="84609"/>
                </a:lnTo>
                <a:cubicBezTo>
                  <a:pt x="967635" y="88255"/>
                  <a:pt x="967860" y="90600"/>
                  <a:pt x="968310" y="91642"/>
                </a:cubicBezTo>
                <a:cubicBezTo>
                  <a:pt x="968760" y="92684"/>
                  <a:pt x="969494" y="93512"/>
                  <a:pt x="970512" y="94128"/>
                </a:cubicBezTo>
                <a:cubicBezTo>
                  <a:pt x="971531" y="94744"/>
                  <a:pt x="972987" y="95052"/>
                  <a:pt x="974881" y="95052"/>
                </a:cubicBezTo>
                <a:cubicBezTo>
                  <a:pt x="976302" y="95052"/>
                  <a:pt x="978173" y="94933"/>
                  <a:pt x="980494" y="94696"/>
                </a:cubicBezTo>
                <a:close/>
                <a:moveTo>
                  <a:pt x="988238" y="68270"/>
                </a:moveTo>
                <a:cubicBezTo>
                  <a:pt x="988238" y="54298"/>
                  <a:pt x="992121" y="43950"/>
                  <a:pt x="999888" y="37225"/>
                </a:cubicBezTo>
                <a:cubicBezTo>
                  <a:pt x="1006376" y="31637"/>
                  <a:pt x="1014286" y="28842"/>
                  <a:pt x="1023616" y="28842"/>
                </a:cubicBezTo>
                <a:cubicBezTo>
                  <a:pt x="1033987" y="28842"/>
                  <a:pt x="1042465" y="32240"/>
                  <a:pt x="1049048" y="39037"/>
                </a:cubicBezTo>
                <a:cubicBezTo>
                  <a:pt x="1055631" y="45833"/>
                  <a:pt x="1058922" y="55222"/>
                  <a:pt x="1058922" y="67204"/>
                </a:cubicBezTo>
                <a:cubicBezTo>
                  <a:pt x="1058922" y="76913"/>
                  <a:pt x="1057466" y="84550"/>
                  <a:pt x="1054553" y="90114"/>
                </a:cubicBezTo>
                <a:cubicBezTo>
                  <a:pt x="1051641" y="95679"/>
                  <a:pt x="1047402" y="100001"/>
                  <a:pt x="1041837" y="103079"/>
                </a:cubicBezTo>
                <a:cubicBezTo>
                  <a:pt x="1036273" y="106158"/>
                  <a:pt x="1030199" y="107697"/>
                  <a:pt x="1023616" y="107697"/>
                </a:cubicBezTo>
                <a:cubicBezTo>
                  <a:pt x="1013054" y="107697"/>
                  <a:pt x="1004518" y="104311"/>
                  <a:pt x="998006" y="97538"/>
                </a:cubicBezTo>
                <a:cubicBezTo>
                  <a:pt x="991494" y="90766"/>
                  <a:pt x="988238" y="81009"/>
                  <a:pt x="988238" y="68270"/>
                </a:cubicBezTo>
                <a:moveTo>
                  <a:pt x="1001380" y="68234"/>
                </a:moveTo>
                <a:cubicBezTo>
                  <a:pt x="1001380" y="77860"/>
                  <a:pt x="1003487" y="85068"/>
                  <a:pt x="1007703" y="89857"/>
                </a:cubicBezTo>
                <a:cubicBezTo>
                  <a:pt x="1011918" y="94646"/>
                  <a:pt x="1017222" y="97041"/>
                  <a:pt x="1023616" y="97041"/>
                </a:cubicBezTo>
                <a:cubicBezTo>
                  <a:pt x="1029962" y="97041"/>
                  <a:pt x="1035242" y="94634"/>
                  <a:pt x="1039457" y="89821"/>
                </a:cubicBezTo>
                <a:cubicBezTo>
                  <a:pt x="1043673" y="85008"/>
                  <a:pt x="1045780" y="77671"/>
                  <a:pt x="1045780" y="67810"/>
                </a:cubicBezTo>
                <a:cubicBezTo>
                  <a:pt x="1045780" y="58514"/>
                  <a:pt x="1043661" y="51471"/>
                  <a:pt x="1039422" y="46682"/>
                </a:cubicBezTo>
                <a:cubicBezTo>
                  <a:pt x="1035183" y="41893"/>
                  <a:pt x="1029914" y="39498"/>
                  <a:pt x="1023616" y="39498"/>
                </a:cubicBezTo>
                <a:cubicBezTo>
                  <a:pt x="1017222" y="39498"/>
                  <a:pt x="1011918" y="41881"/>
                  <a:pt x="1007703" y="46647"/>
                </a:cubicBezTo>
                <a:cubicBezTo>
                  <a:pt x="1003487" y="51412"/>
                  <a:pt x="1001380" y="58608"/>
                  <a:pt x="1001380" y="68234"/>
                </a:cubicBezTo>
                <a:close/>
                <a:moveTo>
                  <a:pt x="1073769" y="105992"/>
                </a:moveTo>
                <a:lnTo>
                  <a:pt x="1073769" y="30547"/>
                </a:lnTo>
                <a:lnTo>
                  <a:pt x="1085278" y="30547"/>
                </a:lnTo>
                <a:lnTo>
                  <a:pt x="1085278" y="41914"/>
                </a:lnTo>
                <a:cubicBezTo>
                  <a:pt x="1088214" y="36592"/>
                  <a:pt x="1090925" y="33082"/>
                  <a:pt x="1093412" y="31386"/>
                </a:cubicBezTo>
                <a:cubicBezTo>
                  <a:pt x="1095898" y="29690"/>
                  <a:pt x="1098633" y="28842"/>
                  <a:pt x="1101617" y="28842"/>
                </a:cubicBezTo>
                <a:cubicBezTo>
                  <a:pt x="1105927" y="28842"/>
                  <a:pt x="1110308" y="30210"/>
                  <a:pt x="1114759" y="32945"/>
                </a:cubicBezTo>
                <a:lnTo>
                  <a:pt x="1110355" y="44755"/>
                </a:lnTo>
                <a:cubicBezTo>
                  <a:pt x="1107229" y="42908"/>
                  <a:pt x="1104103" y="41985"/>
                  <a:pt x="1100978" y="41985"/>
                </a:cubicBezTo>
                <a:cubicBezTo>
                  <a:pt x="1098183" y="41985"/>
                  <a:pt x="1095673" y="42827"/>
                  <a:pt x="1093447" y="44511"/>
                </a:cubicBezTo>
                <a:cubicBezTo>
                  <a:pt x="1091221" y="46194"/>
                  <a:pt x="1089635" y="48529"/>
                  <a:pt x="1088688" y="51515"/>
                </a:cubicBezTo>
                <a:cubicBezTo>
                  <a:pt x="1087267" y="56066"/>
                  <a:pt x="1086556" y="61044"/>
                  <a:pt x="1086556" y="66449"/>
                </a:cubicBezTo>
                <a:lnTo>
                  <a:pt x="1086556" y="105992"/>
                </a:lnTo>
                <a:lnTo>
                  <a:pt x="1073769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BC216-5B09-4A05-8277-9A4ADA0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637" y="3229448"/>
            <a:ext cx="3639972" cy="10"/>
          </a:xfrm>
          <a:custGeom xmlns:a="http://schemas.openxmlformats.org/drawingml/2006/main">
            <a:pathLst>
              <a:path w="3639972" h="1" fill="none">
                <a:moveTo>
                  <a:pt x="0" y="0"/>
                </a:moveTo>
                <a:lnTo>
                  <a:pt x="3639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86" name="Text +getUserContent(config:PromptConfiguration):String">
            <a:extLst xmlns:a="http://schemas.openxmlformats.org/drawingml/2006/main">
              <a:ext uri="{FF2B5EF4-FFF2-40B4-BE49-F238E27FC236}">
                <a16:creationId xmlns:a16="http://schemas.microsoft.com/office/drawing/2014/main" id="{637BFEA2-DCD6-4590-AA2F-0EA57A42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65" y="3367740"/>
            <a:ext cx="3487779" cy="136681"/>
          </a:xfrm>
          <a:custGeom xmlns:a="http://schemas.openxmlformats.org/drawingml/2006/main">
            <a:pathLst>
              <a:path w="3487779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24533" y="112243"/>
                </a:moveTo>
                <a:lnTo>
                  <a:pt x="136965" y="114090"/>
                </a:lnTo>
                <a:cubicBezTo>
                  <a:pt x="137486" y="117927"/>
                  <a:pt x="138930" y="120721"/>
                  <a:pt x="141298" y="122473"/>
                </a:cubicBezTo>
                <a:cubicBezTo>
                  <a:pt x="144471" y="124841"/>
                  <a:pt x="148805" y="126025"/>
                  <a:pt x="154299" y="126025"/>
                </a:cubicBezTo>
                <a:cubicBezTo>
                  <a:pt x="160219" y="126025"/>
                  <a:pt x="164789" y="124838"/>
                  <a:pt x="168009" y="122464"/>
                </a:cubicBezTo>
                <a:cubicBezTo>
                  <a:pt x="171230" y="120092"/>
                  <a:pt x="173408" y="116769"/>
                  <a:pt x="174545" y="112496"/>
                </a:cubicBezTo>
                <a:cubicBezTo>
                  <a:pt x="175208" y="109887"/>
                  <a:pt x="175516" y="104405"/>
                  <a:pt x="175469" y="96051"/>
                </a:cubicBezTo>
                <a:cubicBezTo>
                  <a:pt x="169880" y="102678"/>
                  <a:pt x="162918" y="105992"/>
                  <a:pt x="154583" y="105992"/>
                </a:cubicBezTo>
                <a:cubicBezTo>
                  <a:pt x="144211" y="105992"/>
                  <a:pt x="136183" y="102250"/>
                  <a:pt x="130500" y="94767"/>
                </a:cubicBezTo>
                <a:cubicBezTo>
                  <a:pt x="124817" y="87285"/>
                  <a:pt x="121975" y="78310"/>
                  <a:pt x="121975" y="67843"/>
                </a:cubicBezTo>
                <a:cubicBezTo>
                  <a:pt x="121975" y="60645"/>
                  <a:pt x="123278" y="54002"/>
                  <a:pt x="125883" y="47917"/>
                </a:cubicBezTo>
                <a:cubicBezTo>
                  <a:pt x="128487" y="41831"/>
                  <a:pt x="132264" y="37130"/>
                  <a:pt x="137214" y="33815"/>
                </a:cubicBezTo>
                <a:cubicBezTo>
                  <a:pt x="142163" y="30500"/>
                  <a:pt x="147976" y="28842"/>
                  <a:pt x="154654" y="28842"/>
                </a:cubicBezTo>
                <a:cubicBezTo>
                  <a:pt x="163558" y="28842"/>
                  <a:pt x="170898" y="32465"/>
                  <a:pt x="176676" y="39711"/>
                </a:cubicBezTo>
                <a:lnTo>
                  <a:pt x="176676" y="30547"/>
                </a:lnTo>
                <a:lnTo>
                  <a:pt x="188469" y="30547"/>
                </a:lnTo>
                <a:lnTo>
                  <a:pt x="188469" y="95806"/>
                </a:lnTo>
                <a:cubicBezTo>
                  <a:pt x="188469" y="107559"/>
                  <a:pt x="187273" y="115888"/>
                  <a:pt x="184881" y="120793"/>
                </a:cubicBezTo>
                <a:cubicBezTo>
                  <a:pt x="182490" y="125697"/>
                  <a:pt x="178701" y="129571"/>
                  <a:pt x="173515" y="132414"/>
                </a:cubicBezTo>
                <a:cubicBezTo>
                  <a:pt x="168329" y="135259"/>
                  <a:pt x="161947" y="136681"/>
                  <a:pt x="154370" y="136681"/>
                </a:cubicBezTo>
                <a:cubicBezTo>
                  <a:pt x="145371" y="136681"/>
                  <a:pt x="138102" y="134651"/>
                  <a:pt x="132560" y="130589"/>
                </a:cubicBezTo>
                <a:cubicBezTo>
                  <a:pt x="127019" y="126528"/>
                  <a:pt x="124343" y="120413"/>
                  <a:pt x="124533" y="112243"/>
                </a:cubicBezTo>
                <a:moveTo>
                  <a:pt x="135118" y="66922"/>
                </a:moveTo>
                <a:cubicBezTo>
                  <a:pt x="135118" y="76795"/>
                  <a:pt x="137083" y="83999"/>
                  <a:pt x="141014" y="88534"/>
                </a:cubicBezTo>
                <a:cubicBezTo>
                  <a:pt x="144945" y="93068"/>
                  <a:pt x="149871" y="95336"/>
                  <a:pt x="155791" y="95336"/>
                </a:cubicBezTo>
                <a:cubicBezTo>
                  <a:pt x="161663" y="95336"/>
                  <a:pt x="166589" y="93080"/>
                  <a:pt x="170567" y="88569"/>
                </a:cubicBezTo>
                <a:cubicBezTo>
                  <a:pt x="174545" y="84058"/>
                  <a:pt x="176534" y="76984"/>
                  <a:pt x="176534" y="67346"/>
                </a:cubicBezTo>
                <a:cubicBezTo>
                  <a:pt x="176534" y="58134"/>
                  <a:pt x="174486" y="51190"/>
                  <a:pt x="170389" y="46513"/>
                </a:cubicBezTo>
                <a:cubicBezTo>
                  <a:pt x="166293" y="41837"/>
                  <a:pt x="161355" y="39498"/>
                  <a:pt x="155577" y="39498"/>
                </a:cubicBezTo>
                <a:cubicBezTo>
                  <a:pt x="149894" y="39498"/>
                  <a:pt x="145063" y="41801"/>
                  <a:pt x="141085" y="46407"/>
                </a:cubicBezTo>
                <a:cubicBezTo>
                  <a:pt x="137107" y="51013"/>
                  <a:pt x="135118" y="57851"/>
                  <a:pt x="135118" y="66922"/>
                </a:cubicBezTo>
                <a:close/>
                <a:moveTo>
                  <a:pt x="259438" y="81696"/>
                </a:moveTo>
                <a:lnTo>
                  <a:pt x="272652" y="83330"/>
                </a:lnTo>
                <a:cubicBezTo>
                  <a:pt x="270568" y="91050"/>
                  <a:pt x="266708" y="97041"/>
                  <a:pt x="261072" y="101303"/>
                </a:cubicBezTo>
                <a:cubicBezTo>
                  <a:pt x="255436" y="105566"/>
                  <a:pt x="248238" y="107697"/>
                  <a:pt x="239476" y="107697"/>
                </a:cubicBezTo>
                <a:cubicBezTo>
                  <a:pt x="228441" y="107697"/>
                  <a:pt x="219691" y="104299"/>
                  <a:pt x="213227" y="97503"/>
                </a:cubicBezTo>
                <a:cubicBezTo>
                  <a:pt x="206762" y="90706"/>
                  <a:pt x="203530" y="81175"/>
                  <a:pt x="203530" y="68909"/>
                </a:cubicBezTo>
                <a:cubicBezTo>
                  <a:pt x="203530" y="56216"/>
                  <a:pt x="206798" y="46365"/>
                  <a:pt x="213333" y="39356"/>
                </a:cubicBezTo>
                <a:cubicBezTo>
                  <a:pt x="219869" y="32347"/>
                  <a:pt x="228346" y="28842"/>
                  <a:pt x="238766" y="28842"/>
                </a:cubicBezTo>
                <a:cubicBezTo>
                  <a:pt x="248853" y="28842"/>
                  <a:pt x="257094" y="32271"/>
                  <a:pt x="263488" y="39128"/>
                </a:cubicBezTo>
                <a:cubicBezTo>
                  <a:pt x="269881" y="45983"/>
                  <a:pt x="273078" y="55628"/>
                  <a:pt x="273078" y="68063"/>
                </a:cubicBezTo>
                <a:cubicBezTo>
                  <a:pt x="273078" y="68819"/>
                  <a:pt x="273054" y="69954"/>
                  <a:pt x="273007" y="71466"/>
                </a:cubicBezTo>
                <a:lnTo>
                  <a:pt x="216743" y="71466"/>
                </a:lnTo>
                <a:cubicBezTo>
                  <a:pt x="217217" y="79731"/>
                  <a:pt x="219561" y="86059"/>
                  <a:pt x="223776" y="90452"/>
                </a:cubicBezTo>
                <a:cubicBezTo>
                  <a:pt x="227991" y="94844"/>
                  <a:pt x="233248" y="97041"/>
                  <a:pt x="239547" y="97041"/>
                </a:cubicBezTo>
                <a:cubicBezTo>
                  <a:pt x="244236" y="97041"/>
                  <a:pt x="248238" y="95821"/>
                  <a:pt x="251553" y="93382"/>
                </a:cubicBezTo>
                <a:cubicBezTo>
                  <a:pt x="254868" y="90942"/>
                  <a:pt x="257497" y="87046"/>
                  <a:pt x="259438" y="81696"/>
                </a:cubicBezTo>
                <a:moveTo>
                  <a:pt x="217454" y="60810"/>
                </a:moveTo>
                <a:lnTo>
                  <a:pt x="259580" y="60810"/>
                </a:lnTo>
                <a:cubicBezTo>
                  <a:pt x="259012" y="54568"/>
                  <a:pt x="257402" y="49886"/>
                  <a:pt x="254750" y="46764"/>
                </a:cubicBezTo>
                <a:cubicBezTo>
                  <a:pt x="250677" y="41920"/>
                  <a:pt x="245396" y="39498"/>
                  <a:pt x="238908" y="39498"/>
                </a:cubicBezTo>
                <a:cubicBezTo>
                  <a:pt x="233035" y="39498"/>
                  <a:pt x="228098" y="41432"/>
                  <a:pt x="224096" y="45299"/>
                </a:cubicBezTo>
                <a:cubicBezTo>
                  <a:pt x="220094" y="49165"/>
                  <a:pt x="217880" y="54335"/>
                  <a:pt x="217454" y="60810"/>
                </a:cubicBezTo>
                <a:close/>
                <a:moveTo>
                  <a:pt x="316625" y="94696"/>
                </a:moveTo>
                <a:lnTo>
                  <a:pt x="318472" y="105992"/>
                </a:lnTo>
                <a:cubicBezTo>
                  <a:pt x="314872" y="106655"/>
                  <a:pt x="311652" y="106986"/>
                  <a:pt x="308810" y="106986"/>
                </a:cubicBezTo>
                <a:cubicBezTo>
                  <a:pt x="304169" y="106986"/>
                  <a:pt x="300570" y="106252"/>
                  <a:pt x="298012" y="104784"/>
                </a:cubicBezTo>
                <a:cubicBezTo>
                  <a:pt x="295455" y="103316"/>
                  <a:pt x="293655" y="101386"/>
                  <a:pt x="292613" y="98994"/>
                </a:cubicBezTo>
                <a:cubicBezTo>
                  <a:pt x="291571" y="96603"/>
                  <a:pt x="291050" y="91571"/>
                  <a:pt x="291050" y="83898"/>
                </a:cubicBezTo>
                <a:lnTo>
                  <a:pt x="291050" y="40493"/>
                </a:lnTo>
                <a:lnTo>
                  <a:pt x="281673" y="40493"/>
                </a:lnTo>
                <a:lnTo>
                  <a:pt x="281673" y="30547"/>
                </a:lnTo>
                <a:lnTo>
                  <a:pt x="291050" y="30547"/>
                </a:lnTo>
                <a:lnTo>
                  <a:pt x="291050" y="11813"/>
                </a:lnTo>
                <a:lnTo>
                  <a:pt x="303767" y="4120"/>
                </a:lnTo>
                <a:lnTo>
                  <a:pt x="303767" y="30547"/>
                </a:lnTo>
                <a:lnTo>
                  <a:pt x="316625" y="30547"/>
                </a:lnTo>
                <a:lnTo>
                  <a:pt x="316625" y="40493"/>
                </a:lnTo>
                <a:lnTo>
                  <a:pt x="303767" y="40493"/>
                </a:lnTo>
                <a:lnTo>
                  <a:pt x="303767" y="84609"/>
                </a:lnTo>
                <a:cubicBezTo>
                  <a:pt x="303767" y="88255"/>
                  <a:pt x="303991" y="90600"/>
                  <a:pt x="304441" y="91642"/>
                </a:cubicBezTo>
                <a:cubicBezTo>
                  <a:pt x="304891" y="92684"/>
                  <a:pt x="305625" y="93512"/>
                  <a:pt x="306644" y="94128"/>
                </a:cubicBezTo>
                <a:cubicBezTo>
                  <a:pt x="307662" y="94744"/>
                  <a:pt x="309118" y="95052"/>
                  <a:pt x="311013" y="95052"/>
                </a:cubicBezTo>
                <a:cubicBezTo>
                  <a:pt x="312433" y="95052"/>
                  <a:pt x="314304" y="94933"/>
                  <a:pt x="316625" y="94696"/>
                </a:cubicBezTo>
                <a:close/>
                <a:moveTo>
                  <a:pt x="399102" y="1847"/>
                </a:moveTo>
                <a:lnTo>
                  <a:pt x="412884" y="1847"/>
                </a:lnTo>
                <a:lnTo>
                  <a:pt x="412884" y="61978"/>
                </a:lnTo>
                <a:cubicBezTo>
                  <a:pt x="412884" y="72437"/>
                  <a:pt x="411700" y="80743"/>
                  <a:pt x="409332" y="86895"/>
                </a:cubicBezTo>
                <a:cubicBezTo>
                  <a:pt x="406964" y="93048"/>
                  <a:pt x="402690" y="98053"/>
                  <a:pt x="396509" y="101911"/>
                </a:cubicBezTo>
                <a:cubicBezTo>
                  <a:pt x="390329" y="105768"/>
                  <a:pt x="382218" y="107697"/>
                  <a:pt x="372178" y="107697"/>
                </a:cubicBezTo>
                <a:cubicBezTo>
                  <a:pt x="362422" y="107697"/>
                  <a:pt x="354442" y="106017"/>
                  <a:pt x="348237" y="102657"/>
                </a:cubicBezTo>
                <a:cubicBezTo>
                  <a:pt x="342033" y="99296"/>
                  <a:pt x="337605" y="94433"/>
                  <a:pt x="334953" y="88067"/>
                </a:cubicBezTo>
                <a:cubicBezTo>
                  <a:pt x="332301" y="81702"/>
                  <a:pt x="330975" y="73006"/>
                  <a:pt x="330975" y="61978"/>
                </a:cubicBezTo>
                <a:lnTo>
                  <a:pt x="330975" y="1847"/>
                </a:lnTo>
                <a:lnTo>
                  <a:pt x="344756" y="1847"/>
                </a:lnTo>
                <a:lnTo>
                  <a:pt x="344756" y="61900"/>
                </a:lnTo>
                <a:cubicBezTo>
                  <a:pt x="344756" y="70940"/>
                  <a:pt x="345597" y="77602"/>
                  <a:pt x="347278" y="81885"/>
                </a:cubicBezTo>
                <a:cubicBezTo>
                  <a:pt x="348960" y="86166"/>
                  <a:pt x="351849" y="89467"/>
                  <a:pt x="355945" y="91786"/>
                </a:cubicBezTo>
                <a:cubicBezTo>
                  <a:pt x="360042" y="94105"/>
                  <a:pt x="365050" y="95265"/>
                  <a:pt x="370970" y="95265"/>
                </a:cubicBezTo>
                <a:cubicBezTo>
                  <a:pt x="381105" y="95265"/>
                  <a:pt x="388328" y="92970"/>
                  <a:pt x="392637" y="88381"/>
                </a:cubicBezTo>
                <a:cubicBezTo>
                  <a:pt x="396947" y="83790"/>
                  <a:pt x="399102" y="74963"/>
                  <a:pt x="399102" y="61900"/>
                </a:cubicBezTo>
                <a:lnTo>
                  <a:pt x="399102" y="1847"/>
                </a:lnTo>
                <a:close/>
                <a:moveTo>
                  <a:pt x="429081" y="83401"/>
                </a:moveTo>
                <a:lnTo>
                  <a:pt x="441726" y="81412"/>
                </a:lnTo>
                <a:cubicBezTo>
                  <a:pt x="442437" y="86457"/>
                  <a:pt x="444414" y="90324"/>
                  <a:pt x="447658" y="93011"/>
                </a:cubicBezTo>
                <a:cubicBezTo>
                  <a:pt x="450902" y="95698"/>
                  <a:pt x="455437" y="97041"/>
                  <a:pt x="461262" y="97041"/>
                </a:cubicBezTo>
                <a:cubicBezTo>
                  <a:pt x="467135" y="97041"/>
                  <a:pt x="471492" y="95855"/>
                  <a:pt x="474334" y="93482"/>
                </a:cubicBezTo>
                <a:cubicBezTo>
                  <a:pt x="477175" y="91108"/>
                  <a:pt x="478596" y="88324"/>
                  <a:pt x="478596" y="85130"/>
                </a:cubicBezTo>
                <a:cubicBezTo>
                  <a:pt x="478596" y="82264"/>
                  <a:pt x="477341" y="80008"/>
                  <a:pt x="474831" y="78364"/>
                </a:cubicBezTo>
                <a:cubicBezTo>
                  <a:pt x="473079" y="77236"/>
                  <a:pt x="468722" y="75803"/>
                  <a:pt x="461760" y="74064"/>
                </a:cubicBezTo>
                <a:cubicBezTo>
                  <a:pt x="452382" y="71694"/>
                  <a:pt x="445882" y="69644"/>
                  <a:pt x="442259" y="67914"/>
                </a:cubicBezTo>
                <a:cubicBezTo>
                  <a:pt x="438636" y="66184"/>
                  <a:pt x="435889" y="63790"/>
                  <a:pt x="434019" y="60733"/>
                </a:cubicBezTo>
                <a:cubicBezTo>
                  <a:pt x="432148" y="57675"/>
                  <a:pt x="431213" y="54298"/>
                  <a:pt x="431213" y="50601"/>
                </a:cubicBezTo>
                <a:cubicBezTo>
                  <a:pt x="431213" y="47235"/>
                  <a:pt x="431982" y="44118"/>
                  <a:pt x="433521" y="41250"/>
                </a:cubicBezTo>
                <a:cubicBezTo>
                  <a:pt x="435061" y="38382"/>
                  <a:pt x="437156" y="36000"/>
                  <a:pt x="439808" y="34104"/>
                </a:cubicBezTo>
                <a:cubicBezTo>
                  <a:pt x="441797" y="32634"/>
                  <a:pt x="444509" y="31390"/>
                  <a:pt x="447942" y="30372"/>
                </a:cubicBezTo>
                <a:cubicBezTo>
                  <a:pt x="451376" y="29352"/>
                  <a:pt x="455058" y="28842"/>
                  <a:pt x="458989" y="28842"/>
                </a:cubicBezTo>
                <a:cubicBezTo>
                  <a:pt x="464909" y="28842"/>
                  <a:pt x="470107" y="29701"/>
                  <a:pt x="474582" y="31417"/>
                </a:cubicBezTo>
                <a:cubicBezTo>
                  <a:pt x="479058" y="33133"/>
                  <a:pt x="482361" y="35457"/>
                  <a:pt x="484493" y="38390"/>
                </a:cubicBezTo>
                <a:cubicBezTo>
                  <a:pt x="486624" y="41322"/>
                  <a:pt x="488092" y="45244"/>
                  <a:pt x="488897" y="50154"/>
                </a:cubicBezTo>
                <a:lnTo>
                  <a:pt x="476394" y="51859"/>
                </a:lnTo>
                <a:cubicBezTo>
                  <a:pt x="475826" y="47976"/>
                  <a:pt x="474180" y="44945"/>
                  <a:pt x="471457" y="42766"/>
                </a:cubicBezTo>
                <a:cubicBezTo>
                  <a:pt x="468734" y="40588"/>
                  <a:pt x="464886" y="39498"/>
                  <a:pt x="459913" y="39498"/>
                </a:cubicBezTo>
                <a:cubicBezTo>
                  <a:pt x="454040" y="39498"/>
                  <a:pt x="449849" y="40465"/>
                  <a:pt x="447339" y="42398"/>
                </a:cubicBezTo>
                <a:cubicBezTo>
                  <a:pt x="444829" y="44329"/>
                  <a:pt x="443574" y="46591"/>
                  <a:pt x="443574" y="49184"/>
                </a:cubicBezTo>
                <a:cubicBezTo>
                  <a:pt x="443574" y="50833"/>
                  <a:pt x="444094" y="52317"/>
                  <a:pt x="445136" y="53637"/>
                </a:cubicBezTo>
                <a:cubicBezTo>
                  <a:pt x="446178" y="55004"/>
                  <a:pt x="447812" y="56134"/>
                  <a:pt x="450038" y="57030"/>
                </a:cubicBezTo>
                <a:cubicBezTo>
                  <a:pt x="451317" y="57502"/>
                  <a:pt x="455082" y="58586"/>
                  <a:pt x="461334" y="60282"/>
                </a:cubicBezTo>
                <a:cubicBezTo>
                  <a:pt x="470379" y="62696"/>
                  <a:pt x="476690" y="64672"/>
                  <a:pt x="480266" y="66209"/>
                </a:cubicBezTo>
                <a:cubicBezTo>
                  <a:pt x="483841" y="67747"/>
                  <a:pt x="486647" y="69983"/>
                  <a:pt x="488684" y="72918"/>
                </a:cubicBezTo>
                <a:cubicBezTo>
                  <a:pt x="490720" y="75852"/>
                  <a:pt x="491739" y="79495"/>
                  <a:pt x="491739" y="83847"/>
                </a:cubicBezTo>
                <a:cubicBezTo>
                  <a:pt x="491739" y="88107"/>
                  <a:pt x="490495" y="92118"/>
                  <a:pt x="488009" y="95880"/>
                </a:cubicBezTo>
                <a:cubicBezTo>
                  <a:pt x="485523" y="99640"/>
                  <a:pt x="481935" y="102550"/>
                  <a:pt x="477246" y="104609"/>
                </a:cubicBezTo>
                <a:cubicBezTo>
                  <a:pt x="472558" y="106667"/>
                  <a:pt x="467254" y="107697"/>
                  <a:pt x="461334" y="107697"/>
                </a:cubicBezTo>
                <a:cubicBezTo>
                  <a:pt x="451530" y="107697"/>
                  <a:pt x="444059" y="105654"/>
                  <a:pt x="438920" y="101570"/>
                </a:cubicBezTo>
                <a:cubicBezTo>
                  <a:pt x="433782" y="97485"/>
                  <a:pt x="430502" y="91429"/>
                  <a:pt x="429081" y="83401"/>
                </a:cubicBezTo>
                <a:close/>
                <a:moveTo>
                  <a:pt x="558587" y="81696"/>
                </a:moveTo>
                <a:lnTo>
                  <a:pt x="571801" y="83330"/>
                </a:lnTo>
                <a:cubicBezTo>
                  <a:pt x="569717" y="91050"/>
                  <a:pt x="565857" y="97041"/>
                  <a:pt x="560221" y="101303"/>
                </a:cubicBezTo>
                <a:cubicBezTo>
                  <a:pt x="554585" y="105566"/>
                  <a:pt x="547387" y="107697"/>
                  <a:pt x="538625" y="107697"/>
                </a:cubicBezTo>
                <a:cubicBezTo>
                  <a:pt x="527590" y="107697"/>
                  <a:pt x="518840" y="104299"/>
                  <a:pt x="512376" y="97503"/>
                </a:cubicBezTo>
                <a:cubicBezTo>
                  <a:pt x="505911" y="90706"/>
                  <a:pt x="502679" y="81175"/>
                  <a:pt x="502679" y="68909"/>
                </a:cubicBezTo>
                <a:cubicBezTo>
                  <a:pt x="502679" y="56216"/>
                  <a:pt x="505946" y="46365"/>
                  <a:pt x="512482" y="39356"/>
                </a:cubicBezTo>
                <a:cubicBezTo>
                  <a:pt x="519018" y="32347"/>
                  <a:pt x="527495" y="28842"/>
                  <a:pt x="537914" y="28842"/>
                </a:cubicBezTo>
                <a:cubicBezTo>
                  <a:pt x="548002" y="28842"/>
                  <a:pt x="556243" y="32271"/>
                  <a:pt x="562636" y="39128"/>
                </a:cubicBezTo>
                <a:cubicBezTo>
                  <a:pt x="569030" y="45983"/>
                  <a:pt x="572227" y="55628"/>
                  <a:pt x="572227" y="68063"/>
                </a:cubicBezTo>
                <a:cubicBezTo>
                  <a:pt x="572227" y="68819"/>
                  <a:pt x="572203" y="69954"/>
                  <a:pt x="572156" y="71466"/>
                </a:cubicBezTo>
                <a:lnTo>
                  <a:pt x="515892" y="71466"/>
                </a:lnTo>
                <a:cubicBezTo>
                  <a:pt x="516366" y="79731"/>
                  <a:pt x="518710" y="86059"/>
                  <a:pt x="522925" y="90452"/>
                </a:cubicBezTo>
                <a:cubicBezTo>
                  <a:pt x="527140" y="94844"/>
                  <a:pt x="532397" y="97041"/>
                  <a:pt x="538696" y="97041"/>
                </a:cubicBezTo>
                <a:cubicBezTo>
                  <a:pt x="543385" y="97041"/>
                  <a:pt x="547387" y="95821"/>
                  <a:pt x="550702" y="93382"/>
                </a:cubicBezTo>
                <a:cubicBezTo>
                  <a:pt x="554017" y="90942"/>
                  <a:pt x="556645" y="87046"/>
                  <a:pt x="558587" y="81696"/>
                </a:cubicBezTo>
                <a:moveTo>
                  <a:pt x="516602" y="60810"/>
                </a:moveTo>
                <a:lnTo>
                  <a:pt x="558729" y="60810"/>
                </a:lnTo>
                <a:cubicBezTo>
                  <a:pt x="558161" y="54568"/>
                  <a:pt x="556551" y="49886"/>
                  <a:pt x="553899" y="46764"/>
                </a:cubicBezTo>
                <a:cubicBezTo>
                  <a:pt x="549826" y="41920"/>
                  <a:pt x="544545" y="39498"/>
                  <a:pt x="538057" y="39498"/>
                </a:cubicBezTo>
                <a:cubicBezTo>
                  <a:pt x="532184" y="39498"/>
                  <a:pt x="527247" y="41432"/>
                  <a:pt x="523245" y="45299"/>
                </a:cubicBezTo>
                <a:cubicBezTo>
                  <a:pt x="519243" y="49165"/>
                  <a:pt x="517029" y="54335"/>
                  <a:pt x="516602" y="60810"/>
                </a:cubicBezTo>
                <a:close/>
                <a:moveTo>
                  <a:pt x="587714" y="105992"/>
                </a:moveTo>
                <a:lnTo>
                  <a:pt x="587714" y="30547"/>
                </a:lnTo>
                <a:lnTo>
                  <a:pt x="599222" y="30547"/>
                </a:lnTo>
                <a:lnTo>
                  <a:pt x="599222" y="41914"/>
                </a:lnTo>
                <a:cubicBezTo>
                  <a:pt x="602158" y="36592"/>
                  <a:pt x="604870" y="33082"/>
                  <a:pt x="607356" y="31386"/>
                </a:cubicBezTo>
                <a:cubicBezTo>
                  <a:pt x="609843" y="29690"/>
                  <a:pt x="612578" y="28842"/>
                  <a:pt x="615561" y="28842"/>
                </a:cubicBezTo>
                <a:cubicBezTo>
                  <a:pt x="619871" y="28842"/>
                  <a:pt x="624252" y="30210"/>
                  <a:pt x="628704" y="32945"/>
                </a:cubicBezTo>
                <a:lnTo>
                  <a:pt x="624299" y="44755"/>
                </a:lnTo>
                <a:cubicBezTo>
                  <a:pt x="621173" y="42908"/>
                  <a:pt x="618048" y="41985"/>
                  <a:pt x="614922" y="41985"/>
                </a:cubicBezTo>
                <a:cubicBezTo>
                  <a:pt x="612128" y="41985"/>
                  <a:pt x="609618" y="42827"/>
                  <a:pt x="607392" y="44511"/>
                </a:cubicBezTo>
                <a:cubicBezTo>
                  <a:pt x="605166" y="46194"/>
                  <a:pt x="603579" y="48529"/>
                  <a:pt x="602632" y="51515"/>
                </a:cubicBezTo>
                <a:cubicBezTo>
                  <a:pt x="601211" y="56066"/>
                  <a:pt x="600501" y="61044"/>
                  <a:pt x="600501" y="66449"/>
                </a:cubicBezTo>
                <a:lnTo>
                  <a:pt x="600501" y="105992"/>
                </a:lnTo>
                <a:lnTo>
                  <a:pt x="587714" y="105992"/>
                </a:lnTo>
                <a:close/>
                <a:moveTo>
                  <a:pt x="712246" y="69335"/>
                </a:moveTo>
                <a:lnTo>
                  <a:pt x="726028" y="72816"/>
                </a:lnTo>
                <a:cubicBezTo>
                  <a:pt x="723139" y="84159"/>
                  <a:pt x="717942" y="92808"/>
                  <a:pt x="710435" y="98763"/>
                </a:cubicBezTo>
                <a:cubicBezTo>
                  <a:pt x="702928" y="104719"/>
                  <a:pt x="693752" y="107697"/>
                  <a:pt x="682907" y="107697"/>
                </a:cubicBezTo>
                <a:cubicBezTo>
                  <a:pt x="671683" y="107697"/>
                  <a:pt x="662554" y="105412"/>
                  <a:pt x="655521" y="100841"/>
                </a:cubicBezTo>
                <a:cubicBezTo>
                  <a:pt x="648488" y="96271"/>
                  <a:pt x="643136" y="89653"/>
                  <a:pt x="639466" y="80986"/>
                </a:cubicBezTo>
                <a:cubicBezTo>
                  <a:pt x="635795" y="72319"/>
                  <a:pt x="633960" y="63013"/>
                  <a:pt x="633960" y="53067"/>
                </a:cubicBezTo>
                <a:cubicBezTo>
                  <a:pt x="633960" y="42221"/>
                  <a:pt x="636032" y="32761"/>
                  <a:pt x="640176" y="24686"/>
                </a:cubicBezTo>
                <a:cubicBezTo>
                  <a:pt x="644320" y="16612"/>
                  <a:pt x="650217" y="10478"/>
                  <a:pt x="657865" y="6287"/>
                </a:cubicBezTo>
                <a:cubicBezTo>
                  <a:pt x="665514" y="2096"/>
                  <a:pt x="673932" y="0"/>
                  <a:pt x="683120" y="0"/>
                </a:cubicBezTo>
                <a:cubicBezTo>
                  <a:pt x="693539" y="0"/>
                  <a:pt x="702301" y="2652"/>
                  <a:pt x="709405" y="7956"/>
                </a:cubicBezTo>
                <a:cubicBezTo>
                  <a:pt x="716509" y="13261"/>
                  <a:pt x="721458" y="20720"/>
                  <a:pt x="724252" y="30334"/>
                </a:cubicBezTo>
                <a:lnTo>
                  <a:pt x="710684" y="33531"/>
                </a:lnTo>
                <a:cubicBezTo>
                  <a:pt x="708268" y="25928"/>
                  <a:pt x="704764" y="20393"/>
                  <a:pt x="700170" y="16925"/>
                </a:cubicBezTo>
                <a:cubicBezTo>
                  <a:pt x="695576" y="13456"/>
                  <a:pt x="689798" y="11722"/>
                  <a:pt x="682836" y="11722"/>
                </a:cubicBezTo>
                <a:cubicBezTo>
                  <a:pt x="674832" y="11722"/>
                  <a:pt x="668142" y="13643"/>
                  <a:pt x="662767" y="17487"/>
                </a:cubicBezTo>
                <a:cubicBezTo>
                  <a:pt x="657392" y="21329"/>
                  <a:pt x="653615" y="26488"/>
                  <a:pt x="651436" y="32965"/>
                </a:cubicBezTo>
                <a:cubicBezTo>
                  <a:pt x="649258" y="39440"/>
                  <a:pt x="648168" y="46116"/>
                  <a:pt x="648168" y="52994"/>
                </a:cubicBezTo>
                <a:cubicBezTo>
                  <a:pt x="648168" y="61865"/>
                  <a:pt x="649459" y="69610"/>
                  <a:pt x="652040" y="76228"/>
                </a:cubicBezTo>
                <a:cubicBezTo>
                  <a:pt x="654621" y="82847"/>
                  <a:pt x="658635" y="87793"/>
                  <a:pt x="664081" y="91067"/>
                </a:cubicBezTo>
                <a:cubicBezTo>
                  <a:pt x="669528" y="94339"/>
                  <a:pt x="675424" y="95975"/>
                  <a:pt x="681770" y="95975"/>
                </a:cubicBezTo>
                <a:cubicBezTo>
                  <a:pt x="689490" y="95975"/>
                  <a:pt x="696026" y="93737"/>
                  <a:pt x="701377" y="89262"/>
                </a:cubicBezTo>
                <a:cubicBezTo>
                  <a:pt x="706729" y="84786"/>
                  <a:pt x="710352" y="78144"/>
                  <a:pt x="712246" y="69335"/>
                </a:cubicBezTo>
                <a:close/>
                <a:moveTo>
                  <a:pt x="736614" y="68270"/>
                </a:moveTo>
                <a:cubicBezTo>
                  <a:pt x="736614" y="54298"/>
                  <a:pt x="740498" y="43950"/>
                  <a:pt x="748265" y="37225"/>
                </a:cubicBezTo>
                <a:cubicBezTo>
                  <a:pt x="754753" y="31637"/>
                  <a:pt x="762662" y="28842"/>
                  <a:pt x="771992" y="28842"/>
                </a:cubicBezTo>
                <a:cubicBezTo>
                  <a:pt x="782364" y="28842"/>
                  <a:pt x="790842" y="32240"/>
                  <a:pt x="797425" y="39037"/>
                </a:cubicBezTo>
                <a:cubicBezTo>
                  <a:pt x="804008" y="45833"/>
                  <a:pt x="807299" y="55222"/>
                  <a:pt x="807299" y="67204"/>
                </a:cubicBezTo>
                <a:cubicBezTo>
                  <a:pt x="807299" y="76913"/>
                  <a:pt x="805843" y="84550"/>
                  <a:pt x="802930" y="90114"/>
                </a:cubicBezTo>
                <a:cubicBezTo>
                  <a:pt x="800018" y="95679"/>
                  <a:pt x="795779" y="100001"/>
                  <a:pt x="790214" y="103079"/>
                </a:cubicBezTo>
                <a:cubicBezTo>
                  <a:pt x="784649" y="106158"/>
                  <a:pt x="778575" y="107697"/>
                  <a:pt x="771992" y="107697"/>
                </a:cubicBezTo>
                <a:cubicBezTo>
                  <a:pt x="761431" y="107697"/>
                  <a:pt x="752894" y="104311"/>
                  <a:pt x="746382" y="97538"/>
                </a:cubicBezTo>
                <a:cubicBezTo>
                  <a:pt x="739870" y="90766"/>
                  <a:pt x="736614" y="81009"/>
                  <a:pt x="736614" y="68270"/>
                </a:cubicBezTo>
                <a:moveTo>
                  <a:pt x="749757" y="68234"/>
                </a:moveTo>
                <a:cubicBezTo>
                  <a:pt x="749757" y="77860"/>
                  <a:pt x="751864" y="85068"/>
                  <a:pt x="756079" y="89857"/>
                </a:cubicBezTo>
                <a:cubicBezTo>
                  <a:pt x="760294" y="94646"/>
                  <a:pt x="765599" y="97041"/>
                  <a:pt x="771992" y="97041"/>
                </a:cubicBezTo>
                <a:cubicBezTo>
                  <a:pt x="778339" y="97041"/>
                  <a:pt x="783619" y="94634"/>
                  <a:pt x="787834" y="89821"/>
                </a:cubicBezTo>
                <a:cubicBezTo>
                  <a:pt x="792049" y="85008"/>
                  <a:pt x="794157" y="77671"/>
                  <a:pt x="794157" y="67810"/>
                </a:cubicBezTo>
                <a:cubicBezTo>
                  <a:pt x="794157" y="58514"/>
                  <a:pt x="792037" y="51471"/>
                  <a:pt x="787799" y="46682"/>
                </a:cubicBezTo>
                <a:cubicBezTo>
                  <a:pt x="783560" y="41893"/>
                  <a:pt x="778291" y="39498"/>
                  <a:pt x="771992" y="39498"/>
                </a:cubicBezTo>
                <a:cubicBezTo>
                  <a:pt x="765599" y="39498"/>
                  <a:pt x="760294" y="41881"/>
                  <a:pt x="756079" y="46647"/>
                </a:cubicBezTo>
                <a:cubicBezTo>
                  <a:pt x="751864" y="51412"/>
                  <a:pt x="749757" y="58608"/>
                  <a:pt x="749757" y="68234"/>
                </a:cubicBezTo>
                <a:close/>
                <a:moveTo>
                  <a:pt x="822288" y="105992"/>
                </a:moveTo>
                <a:lnTo>
                  <a:pt x="822288" y="30547"/>
                </a:lnTo>
                <a:lnTo>
                  <a:pt x="833796" y="30547"/>
                </a:lnTo>
                <a:lnTo>
                  <a:pt x="833796" y="41203"/>
                </a:lnTo>
                <a:cubicBezTo>
                  <a:pt x="839337" y="32963"/>
                  <a:pt x="847341" y="28842"/>
                  <a:pt x="857808" y="28842"/>
                </a:cubicBezTo>
                <a:cubicBezTo>
                  <a:pt x="862354" y="28842"/>
                  <a:pt x="866534" y="29659"/>
                  <a:pt x="870346" y="31293"/>
                </a:cubicBezTo>
                <a:cubicBezTo>
                  <a:pt x="874159" y="32927"/>
                  <a:pt x="877012" y="35070"/>
                  <a:pt x="878907" y="37722"/>
                </a:cubicBezTo>
                <a:cubicBezTo>
                  <a:pt x="880801" y="40374"/>
                  <a:pt x="882127" y="43524"/>
                  <a:pt x="882885" y="47171"/>
                </a:cubicBezTo>
                <a:cubicBezTo>
                  <a:pt x="883359" y="49539"/>
                  <a:pt x="883595" y="53683"/>
                  <a:pt x="883595" y="59603"/>
                </a:cubicBezTo>
                <a:lnTo>
                  <a:pt x="883595" y="105992"/>
                </a:lnTo>
                <a:lnTo>
                  <a:pt x="870808" y="105992"/>
                </a:lnTo>
                <a:lnTo>
                  <a:pt x="870808" y="60051"/>
                </a:lnTo>
                <a:cubicBezTo>
                  <a:pt x="870808" y="54836"/>
                  <a:pt x="870311" y="50936"/>
                  <a:pt x="869316" y="48352"/>
                </a:cubicBezTo>
                <a:cubicBezTo>
                  <a:pt x="868322" y="45768"/>
                  <a:pt x="866558" y="43705"/>
                  <a:pt x="864024" y="42165"/>
                </a:cubicBezTo>
                <a:cubicBezTo>
                  <a:pt x="861490" y="40624"/>
                  <a:pt x="858518" y="39853"/>
                  <a:pt x="855108" y="39853"/>
                </a:cubicBezTo>
                <a:cubicBezTo>
                  <a:pt x="849662" y="39853"/>
                  <a:pt x="844961" y="41584"/>
                  <a:pt x="841007" y="45046"/>
                </a:cubicBezTo>
                <a:cubicBezTo>
                  <a:pt x="837052" y="48506"/>
                  <a:pt x="835075" y="55072"/>
                  <a:pt x="835075" y="64744"/>
                </a:cubicBezTo>
                <a:lnTo>
                  <a:pt x="835075" y="105992"/>
                </a:lnTo>
                <a:lnTo>
                  <a:pt x="822288" y="105992"/>
                </a:lnTo>
                <a:close/>
                <a:moveTo>
                  <a:pt x="931122" y="94696"/>
                </a:moveTo>
                <a:lnTo>
                  <a:pt x="932969" y="105992"/>
                </a:lnTo>
                <a:cubicBezTo>
                  <a:pt x="929369" y="106655"/>
                  <a:pt x="926149" y="106986"/>
                  <a:pt x="923307" y="106986"/>
                </a:cubicBezTo>
                <a:cubicBezTo>
                  <a:pt x="918666" y="106986"/>
                  <a:pt x="915067" y="106252"/>
                  <a:pt x="912509" y="104784"/>
                </a:cubicBezTo>
                <a:cubicBezTo>
                  <a:pt x="909952" y="103316"/>
                  <a:pt x="908152" y="101386"/>
                  <a:pt x="907110" y="98994"/>
                </a:cubicBezTo>
                <a:cubicBezTo>
                  <a:pt x="906068" y="96603"/>
                  <a:pt x="905547" y="91571"/>
                  <a:pt x="905547" y="83898"/>
                </a:cubicBezTo>
                <a:lnTo>
                  <a:pt x="905547" y="40493"/>
                </a:lnTo>
                <a:lnTo>
                  <a:pt x="896170" y="40493"/>
                </a:lnTo>
                <a:lnTo>
                  <a:pt x="896170" y="30547"/>
                </a:lnTo>
                <a:lnTo>
                  <a:pt x="905547" y="30547"/>
                </a:lnTo>
                <a:lnTo>
                  <a:pt x="905547" y="11813"/>
                </a:lnTo>
                <a:lnTo>
                  <a:pt x="918263" y="4120"/>
                </a:lnTo>
                <a:lnTo>
                  <a:pt x="918263" y="30547"/>
                </a:lnTo>
                <a:lnTo>
                  <a:pt x="931122" y="30547"/>
                </a:lnTo>
                <a:lnTo>
                  <a:pt x="931122" y="40493"/>
                </a:lnTo>
                <a:lnTo>
                  <a:pt x="918263" y="40493"/>
                </a:lnTo>
                <a:lnTo>
                  <a:pt x="918263" y="84609"/>
                </a:lnTo>
                <a:cubicBezTo>
                  <a:pt x="918263" y="88255"/>
                  <a:pt x="918488" y="90600"/>
                  <a:pt x="918938" y="91642"/>
                </a:cubicBezTo>
                <a:cubicBezTo>
                  <a:pt x="919388" y="92684"/>
                  <a:pt x="920122" y="93512"/>
                  <a:pt x="921140" y="94128"/>
                </a:cubicBezTo>
                <a:cubicBezTo>
                  <a:pt x="922159" y="94744"/>
                  <a:pt x="923615" y="95052"/>
                  <a:pt x="925509" y="95052"/>
                </a:cubicBezTo>
                <a:cubicBezTo>
                  <a:pt x="926930" y="95052"/>
                  <a:pt x="928801" y="94933"/>
                  <a:pt x="931122" y="94696"/>
                </a:cubicBezTo>
                <a:close/>
                <a:moveTo>
                  <a:pt x="995270" y="81696"/>
                </a:moveTo>
                <a:lnTo>
                  <a:pt x="1008483" y="83330"/>
                </a:lnTo>
                <a:cubicBezTo>
                  <a:pt x="1006399" y="91050"/>
                  <a:pt x="1002540" y="97041"/>
                  <a:pt x="996904" y="101303"/>
                </a:cubicBezTo>
                <a:cubicBezTo>
                  <a:pt x="991268" y="105566"/>
                  <a:pt x="984069" y="107697"/>
                  <a:pt x="975307" y="107697"/>
                </a:cubicBezTo>
                <a:cubicBezTo>
                  <a:pt x="964273" y="107697"/>
                  <a:pt x="955523" y="104299"/>
                  <a:pt x="949058" y="97503"/>
                </a:cubicBezTo>
                <a:cubicBezTo>
                  <a:pt x="942594" y="90706"/>
                  <a:pt x="939361" y="81175"/>
                  <a:pt x="939361" y="68909"/>
                </a:cubicBezTo>
                <a:cubicBezTo>
                  <a:pt x="939361" y="56216"/>
                  <a:pt x="942629" y="46365"/>
                  <a:pt x="949165" y="39356"/>
                </a:cubicBezTo>
                <a:cubicBezTo>
                  <a:pt x="955700" y="32347"/>
                  <a:pt x="964178" y="28842"/>
                  <a:pt x="974597" y="28842"/>
                </a:cubicBezTo>
                <a:cubicBezTo>
                  <a:pt x="984685" y="28842"/>
                  <a:pt x="992925" y="32271"/>
                  <a:pt x="999319" y="39128"/>
                </a:cubicBezTo>
                <a:cubicBezTo>
                  <a:pt x="1005713" y="45983"/>
                  <a:pt x="1008909" y="55628"/>
                  <a:pt x="1008909" y="68063"/>
                </a:cubicBezTo>
                <a:cubicBezTo>
                  <a:pt x="1008909" y="68819"/>
                  <a:pt x="1008886" y="69954"/>
                  <a:pt x="1008838" y="71466"/>
                </a:cubicBezTo>
                <a:lnTo>
                  <a:pt x="952575" y="71466"/>
                </a:lnTo>
                <a:cubicBezTo>
                  <a:pt x="953048" y="79731"/>
                  <a:pt x="955393" y="86059"/>
                  <a:pt x="959608" y="90452"/>
                </a:cubicBezTo>
                <a:cubicBezTo>
                  <a:pt x="963823" y="94844"/>
                  <a:pt x="969080" y="97041"/>
                  <a:pt x="975379" y="97041"/>
                </a:cubicBezTo>
                <a:cubicBezTo>
                  <a:pt x="980067" y="97041"/>
                  <a:pt x="984069" y="95821"/>
                  <a:pt x="987384" y="93382"/>
                </a:cubicBezTo>
                <a:cubicBezTo>
                  <a:pt x="990699" y="90942"/>
                  <a:pt x="993328" y="87046"/>
                  <a:pt x="995270" y="81696"/>
                </a:cubicBezTo>
                <a:moveTo>
                  <a:pt x="953285" y="60810"/>
                </a:moveTo>
                <a:lnTo>
                  <a:pt x="995412" y="60810"/>
                </a:lnTo>
                <a:cubicBezTo>
                  <a:pt x="994843" y="54568"/>
                  <a:pt x="993233" y="49886"/>
                  <a:pt x="990581" y="46764"/>
                </a:cubicBezTo>
                <a:cubicBezTo>
                  <a:pt x="986508" y="41920"/>
                  <a:pt x="981227" y="39498"/>
                  <a:pt x="974739" y="39498"/>
                </a:cubicBezTo>
                <a:cubicBezTo>
                  <a:pt x="968867" y="39498"/>
                  <a:pt x="963929" y="41432"/>
                  <a:pt x="959927" y="45299"/>
                </a:cubicBezTo>
                <a:cubicBezTo>
                  <a:pt x="955925" y="49165"/>
                  <a:pt x="953711" y="54335"/>
                  <a:pt x="953285" y="60810"/>
                </a:cubicBezTo>
                <a:close/>
                <a:moveTo>
                  <a:pt x="1024537" y="105992"/>
                </a:moveTo>
                <a:lnTo>
                  <a:pt x="1024537" y="30547"/>
                </a:lnTo>
                <a:lnTo>
                  <a:pt x="1036046" y="30547"/>
                </a:lnTo>
                <a:lnTo>
                  <a:pt x="1036046" y="41203"/>
                </a:lnTo>
                <a:cubicBezTo>
                  <a:pt x="1041587" y="32963"/>
                  <a:pt x="1049591" y="28842"/>
                  <a:pt x="1060057" y="28842"/>
                </a:cubicBezTo>
                <a:cubicBezTo>
                  <a:pt x="1064604" y="28842"/>
                  <a:pt x="1068784" y="29659"/>
                  <a:pt x="1072596" y="31293"/>
                </a:cubicBezTo>
                <a:cubicBezTo>
                  <a:pt x="1076409" y="32927"/>
                  <a:pt x="1079262" y="35070"/>
                  <a:pt x="1081156" y="37722"/>
                </a:cubicBezTo>
                <a:cubicBezTo>
                  <a:pt x="1083051" y="40374"/>
                  <a:pt x="1084377" y="43524"/>
                  <a:pt x="1085135" y="47171"/>
                </a:cubicBezTo>
                <a:cubicBezTo>
                  <a:pt x="1085608" y="49539"/>
                  <a:pt x="1085845" y="53683"/>
                  <a:pt x="1085845" y="59603"/>
                </a:cubicBezTo>
                <a:lnTo>
                  <a:pt x="1085845" y="105992"/>
                </a:lnTo>
                <a:lnTo>
                  <a:pt x="1073058" y="105992"/>
                </a:lnTo>
                <a:lnTo>
                  <a:pt x="1073058" y="60051"/>
                </a:lnTo>
                <a:cubicBezTo>
                  <a:pt x="1073058" y="54836"/>
                  <a:pt x="1072561" y="50936"/>
                  <a:pt x="1071566" y="48352"/>
                </a:cubicBezTo>
                <a:cubicBezTo>
                  <a:pt x="1070571" y="45768"/>
                  <a:pt x="1068807" y="43705"/>
                  <a:pt x="1066273" y="42165"/>
                </a:cubicBezTo>
                <a:cubicBezTo>
                  <a:pt x="1063740" y="40624"/>
                  <a:pt x="1060768" y="39853"/>
                  <a:pt x="1057358" y="39853"/>
                </a:cubicBezTo>
                <a:cubicBezTo>
                  <a:pt x="1051912" y="39853"/>
                  <a:pt x="1047211" y="41584"/>
                  <a:pt x="1043256" y="45046"/>
                </a:cubicBezTo>
                <a:cubicBezTo>
                  <a:pt x="1039302" y="48506"/>
                  <a:pt x="1037325" y="55072"/>
                  <a:pt x="1037325" y="64744"/>
                </a:cubicBezTo>
                <a:lnTo>
                  <a:pt x="1037325" y="105992"/>
                </a:lnTo>
                <a:lnTo>
                  <a:pt x="1024537" y="105992"/>
                </a:lnTo>
                <a:close/>
                <a:moveTo>
                  <a:pt x="1133371" y="94696"/>
                </a:moveTo>
                <a:lnTo>
                  <a:pt x="1135218" y="105992"/>
                </a:lnTo>
                <a:cubicBezTo>
                  <a:pt x="1131619" y="106655"/>
                  <a:pt x="1128398" y="106986"/>
                  <a:pt x="1125557" y="106986"/>
                </a:cubicBezTo>
                <a:cubicBezTo>
                  <a:pt x="1120915" y="106986"/>
                  <a:pt x="1117316" y="106252"/>
                  <a:pt x="1114759" y="104784"/>
                </a:cubicBezTo>
                <a:cubicBezTo>
                  <a:pt x="1112201" y="103316"/>
                  <a:pt x="1110402" y="101386"/>
                  <a:pt x="1109360" y="98994"/>
                </a:cubicBezTo>
                <a:cubicBezTo>
                  <a:pt x="1108318" y="96603"/>
                  <a:pt x="1107797" y="91571"/>
                  <a:pt x="1107797" y="83898"/>
                </a:cubicBezTo>
                <a:lnTo>
                  <a:pt x="1107797" y="40493"/>
                </a:lnTo>
                <a:lnTo>
                  <a:pt x="1098419" y="40493"/>
                </a:lnTo>
                <a:lnTo>
                  <a:pt x="1098419" y="30547"/>
                </a:lnTo>
                <a:lnTo>
                  <a:pt x="1107797" y="30547"/>
                </a:lnTo>
                <a:lnTo>
                  <a:pt x="1107797" y="11813"/>
                </a:lnTo>
                <a:lnTo>
                  <a:pt x="1120513" y="4120"/>
                </a:lnTo>
                <a:lnTo>
                  <a:pt x="1120513" y="30547"/>
                </a:lnTo>
                <a:lnTo>
                  <a:pt x="1133371" y="30547"/>
                </a:lnTo>
                <a:lnTo>
                  <a:pt x="1133371" y="40493"/>
                </a:lnTo>
                <a:lnTo>
                  <a:pt x="1120513" y="40493"/>
                </a:lnTo>
                <a:lnTo>
                  <a:pt x="1120513" y="84609"/>
                </a:lnTo>
                <a:cubicBezTo>
                  <a:pt x="1120513" y="88255"/>
                  <a:pt x="1120738" y="90600"/>
                  <a:pt x="1121188" y="91642"/>
                </a:cubicBezTo>
                <a:cubicBezTo>
                  <a:pt x="1121638" y="92684"/>
                  <a:pt x="1122372" y="93512"/>
                  <a:pt x="1123390" y="94128"/>
                </a:cubicBezTo>
                <a:cubicBezTo>
                  <a:pt x="1124408" y="94744"/>
                  <a:pt x="1125865" y="95052"/>
                  <a:pt x="1127759" y="95052"/>
                </a:cubicBezTo>
                <a:cubicBezTo>
                  <a:pt x="1129180" y="95052"/>
                  <a:pt x="1131051" y="94933"/>
                  <a:pt x="1133371" y="94696"/>
                </a:cubicBezTo>
                <a:close/>
                <a:moveTo>
                  <a:pt x="1170313" y="136681"/>
                </a:moveTo>
                <a:cubicBezTo>
                  <a:pt x="1163256" y="127777"/>
                  <a:pt x="1157289" y="117358"/>
                  <a:pt x="1152411" y="105423"/>
                </a:cubicBezTo>
                <a:cubicBezTo>
                  <a:pt x="1147532" y="93489"/>
                  <a:pt x="1145093" y="81128"/>
                  <a:pt x="1145093" y="68341"/>
                </a:cubicBezTo>
                <a:cubicBezTo>
                  <a:pt x="1145093" y="57069"/>
                  <a:pt x="1146917" y="46271"/>
                  <a:pt x="1150564" y="35946"/>
                </a:cubicBezTo>
                <a:cubicBezTo>
                  <a:pt x="1154826" y="23964"/>
                  <a:pt x="1161409" y="12029"/>
                  <a:pt x="1170313" y="142"/>
                </a:cubicBezTo>
                <a:lnTo>
                  <a:pt x="1179477" y="142"/>
                </a:lnTo>
                <a:cubicBezTo>
                  <a:pt x="1173746" y="9993"/>
                  <a:pt x="1169957" y="17026"/>
                  <a:pt x="1168110" y="21241"/>
                </a:cubicBezTo>
                <a:cubicBezTo>
                  <a:pt x="1165221" y="27777"/>
                  <a:pt x="1162948" y="34597"/>
                  <a:pt x="1161291" y="41701"/>
                </a:cubicBezTo>
                <a:cubicBezTo>
                  <a:pt x="1159254" y="50557"/>
                  <a:pt x="1158236" y="59461"/>
                  <a:pt x="1158236" y="68412"/>
                </a:cubicBezTo>
                <a:cubicBezTo>
                  <a:pt x="1158236" y="91192"/>
                  <a:pt x="1165316" y="113948"/>
                  <a:pt x="1179477" y="136681"/>
                </a:cubicBezTo>
                <a:lnTo>
                  <a:pt x="1170313" y="136681"/>
                </a:lnTo>
                <a:close/>
                <a:moveTo>
                  <a:pt x="1243555" y="78286"/>
                </a:moveTo>
                <a:lnTo>
                  <a:pt x="1256129" y="79920"/>
                </a:lnTo>
                <a:cubicBezTo>
                  <a:pt x="1254755" y="88609"/>
                  <a:pt x="1251239" y="95411"/>
                  <a:pt x="1245579" y="100326"/>
                </a:cubicBezTo>
                <a:cubicBezTo>
                  <a:pt x="1239920" y="105240"/>
                  <a:pt x="1232970" y="107697"/>
                  <a:pt x="1224729" y="107697"/>
                </a:cubicBezTo>
                <a:cubicBezTo>
                  <a:pt x="1214404" y="107697"/>
                  <a:pt x="1206105" y="104322"/>
                  <a:pt x="1199829" y="97574"/>
                </a:cubicBezTo>
                <a:cubicBezTo>
                  <a:pt x="1193554" y="90825"/>
                  <a:pt x="1190417" y="81151"/>
                  <a:pt x="1190417" y="68554"/>
                </a:cubicBezTo>
                <a:cubicBezTo>
                  <a:pt x="1190417" y="60408"/>
                  <a:pt x="1191766" y="53280"/>
                  <a:pt x="1194466" y="47171"/>
                </a:cubicBezTo>
                <a:cubicBezTo>
                  <a:pt x="1197165" y="41061"/>
                  <a:pt x="1201274" y="36479"/>
                  <a:pt x="1206791" y="33424"/>
                </a:cubicBezTo>
                <a:cubicBezTo>
                  <a:pt x="1212309" y="30370"/>
                  <a:pt x="1218312" y="28842"/>
                  <a:pt x="1224800" y="28842"/>
                </a:cubicBezTo>
                <a:cubicBezTo>
                  <a:pt x="1232993" y="28842"/>
                  <a:pt x="1239695" y="30921"/>
                  <a:pt x="1244904" y="35078"/>
                </a:cubicBezTo>
                <a:cubicBezTo>
                  <a:pt x="1250114" y="39234"/>
                  <a:pt x="1253453" y="45136"/>
                  <a:pt x="1254921" y="52783"/>
                </a:cubicBezTo>
                <a:lnTo>
                  <a:pt x="1242489" y="54701"/>
                </a:lnTo>
                <a:cubicBezTo>
                  <a:pt x="1241305" y="49657"/>
                  <a:pt x="1239209" y="45862"/>
                  <a:pt x="1236202" y="43317"/>
                </a:cubicBezTo>
                <a:cubicBezTo>
                  <a:pt x="1233195" y="40771"/>
                  <a:pt x="1229560" y="39498"/>
                  <a:pt x="1225297" y="39498"/>
                </a:cubicBezTo>
                <a:cubicBezTo>
                  <a:pt x="1218856" y="39498"/>
                  <a:pt x="1213623" y="41796"/>
                  <a:pt x="1209597" y="46391"/>
                </a:cubicBezTo>
                <a:cubicBezTo>
                  <a:pt x="1205572" y="50985"/>
                  <a:pt x="1203559" y="58254"/>
                  <a:pt x="1203559" y="68198"/>
                </a:cubicBezTo>
                <a:cubicBezTo>
                  <a:pt x="1203559" y="78285"/>
                  <a:pt x="1205501" y="85614"/>
                  <a:pt x="1209384" y="90185"/>
                </a:cubicBezTo>
                <a:cubicBezTo>
                  <a:pt x="1213268" y="94756"/>
                  <a:pt x="1218335" y="97041"/>
                  <a:pt x="1224587" y="97041"/>
                </a:cubicBezTo>
                <a:cubicBezTo>
                  <a:pt x="1229607" y="97041"/>
                  <a:pt x="1233798" y="95507"/>
                  <a:pt x="1237161" y="92441"/>
                </a:cubicBezTo>
                <a:cubicBezTo>
                  <a:pt x="1240524" y="89374"/>
                  <a:pt x="1242655" y="84656"/>
                  <a:pt x="1243555" y="78286"/>
                </a:cubicBezTo>
                <a:close/>
                <a:moveTo>
                  <a:pt x="1262310" y="68270"/>
                </a:moveTo>
                <a:cubicBezTo>
                  <a:pt x="1262310" y="54298"/>
                  <a:pt x="1266193" y="43950"/>
                  <a:pt x="1273960" y="37225"/>
                </a:cubicBezTo>
                <a:cubicBezTo>
                  <a:pt x="1280449" y="31637"/>
                  <a:pt x="1288358" y="28842"/>
                  <a:pt x="1297688" y="28842"/>
                </a:cubicBezTo>
                <a:cubicBezTo>
                  <a:pt x="1308060" y="28842"/>
                  <a:pt x="1316537" y="32240"/>
                  <a:pt x="1323120" y="39037"/>
                </a:cubicBezTo>
                <a:cubicBezTo>
                  <a:pt x="1329703" y="45833"/>
                  <a:pt x="1332995" y="55222"/>
                  <a:pt x="1332995" y="67204"/>
                </a:cubicBezTo>
                <a:cubicBezTo>
                  <a:pt x="1332995" y="76913"/>
                  <a:pt x="1331538" y="84550"/>
                  <a:pt x="1328626" y="90114"/>
                </a:cubicBezTo>
                <a:cubicBezTo>
                  <a:pt x="1325713" y="95679"/>
                  <a:pt x="1321474" y="100001"/>
                  <a:pt x="1315910" y="103079"/>
                </a:cubicBezTo>
                <a:cubicBezTo>
                  <a:pt x="1310345" y="106158"/>
                  <a:pt x="1304271" y="107697"/>
                  <a:pt x="1297688" y="107697"/>
                </a:cubicBezTo>
                <a:cubicBezTo>
                  <a:pt x="1287126" y="107697"/>
                  <a:pt x="1278590" y="104311"/>
                  <a:pt x="1272078" y="97538"/>
                </a:cubicBezTo>
                <a:cubicBezTo>
                  <a:pt x="1265566" y="90766"/>
                  <a:pt x="1262310" y="81009"/>
                  <a:pt x="1262310" y="68270"/>
                </a:cubicBezTo>
                <a:moveTo>
                  <a:pt x="1275452" y="68234"/>
                </a:moveTo>
                <a:cubicBezTo>
                  <a:pt x="1275452" y="77860"/>
                  <a:pt x="1277560" y="85068"/>
                  <a:pt x="1281775" y="89857"/>
                </a:cubicBezTo>
                <a:cubicBezTo>
                  <a:pt x="1285990" y="94646"/>
                  <a:pt x="1291294" y="97041"/>
                  <a:pt x="1297688" y="97041"/>
                </a:cubicBezTo>
                <a:cubicBezTo>
                  <a:pt x="1304034" y="97041"/>
                  <a:pt x="1309315" y="94634"/>
                  <a:pt x="1313530" y="89821"/>
                </a:cubicBezTo>
                <a:cubicBezTo>
                  <a:pt x="1317745" y="85008"/>
                  <a:pt x="1319852" y="77671"/>
                  <a:pt x="1319852" y="67810"/>
                </a:cubicBezTo>
                <a:cubicBezTo>
                  <a:pt x="1319852" y="58514"/>
                  <a:pt x="1317733" y="51471"/>
                  <a:pt x="1313494" y="46682"/>
                </a:cubicBezTo>
                <a:cubicBezTo>
                  <a:pt x="1309255" y="41893"/>
                  <a:pt x="1303987" y="39498"/>
                  <a:pt x="1297688" y="39498"/>
                </a:cubicBezTo>
                <a:cubicBezTo>
                  <a:pt x="1291294" y="39498"/>
                  <a:pt x="1285990" y="41881"/>
                  <a:pt x="1281775" y="46647"/>
                </a:cubicBezTo>
                <a:cubicBezTo>
                  <a:pt x="1277560" y="51412"/>
                  <a:pt x="1275452" y="58608"/>
                  <a:pt x="1275452" y="68234"/>
                </a:cubicBezTo>
                <a:close/>
                <a:moveTo>
                  <a:pt x="1347983" y="105992"/>
                </a:moveTo>
                <a:lnTo>
                  <a:pt x="1347983" y="30547"/>
                </a:lnTo>
                <a:lnTo>
                  <a:pt x="1359492" y="30547"/>
                </a:lnTo>
                <a:lnTo>
                  <a:pt x="1359492" y="41203"/>
                </a:lnTo>
                <a:cubicBezTo>
                  <a:pt x="1365033" y="32963"/>
                  <a:pt x="1373037" y="28842"/>
                  <a:pt x="1383503" y="28842"/>
                </a:cubicBezTo>
                <a:cubicBezTo>
                  <a:pt x="1388050" y="28842"/>
                  <a:pt x="1392229" y="29659"/>
                  <a:pt x="1396042" y="31293"/>
                </a:cubicBezTo>
                <a:cubicBezTo>
                  <a:pt x="1399854" y="32927"/>
                  <a:pt x="1402708" y="35070"/>
                  <a:pt x="1404602" y="37722"/>
                </a:cubicBezTo>
                <a:cubicBezTo>
                  <a:pt x="1406497" y="40374"/>
                  <a:pt x="1407823" y="43524"/>
                  <a:pt x="1408580" y="47171"/>
                </a:cubicBezTo>
                <a:cubicBezTo>
                  <a:pt x="1409054" y="49539"/>
                  <a:pt x="1409291" y="53683"/>
                  <a:pt x="1409291" y="59603"/>
                </a:cubicBezTo>
                <a:lnTo>
                  <a:pt x="1409291" y="105992"/>
                </a:lnTo>
                <a:lnTo>
                  <a:pt x="1396504" y="105992"/>
                </a:lnTo>
                <a:lnTo>
                  <a:pt x="1396504" y="60051"/>
                </a:lnTo>
                <a:cubicBezTo>
                  <a:pt x="1396504" y="54836"/>
                  <a:pt x="1396006" y="50936"/>
                  <a:pt x="1395012" y="48352"/>
                </a:cubicBezTo>
                <a:cubicBezTo>
                  <a:pt x="1394017" y="45768"/>
                  <a:pt x="1392253" y="43705"/>
                  <a:pt x="1389719" y="42165"/>
                </a:cubicBezTo>
                <a:cubicBezTo>
                  <a:pt x="1387186" y="40624"/>
                  <a:pt x="1384214" y="39853"/>
                  <a:pt x="1380804" y="39853"/>
                </a:cubicBezTo>
                <a:cubicBezTo>
                  <a:pt x="1375357" y="39853"/>
                  <a:pt x="1370657" y="41584"/>
                  <a:pt x="1366702" y="45046"/>
                </a:cubicBezTo>
                <a:cubicBezTo>
                  <a:pt x="1362748" y="48506"/>
                  <a:pt x="1360770" y="55072"/>
                  <a:pt x="1360770" y="64744"/>
                </a:cubicBezTo>
                <a:lnTo>
                  <a:pt x="1360770" y="105992"/>
                </a:lnTo>
                <a:lnTo>
                  <a:pt x="1347983" y="105992"/>
                </a:lnTo>
                <a:close/>
                <a:moveTo>
                  <a:pt x="1431953" y="105992"/>
                </a:moveTo>
                <a:lnTo>
                  <a:pt x="1431953" y="40493"/>
                </a:lnTo>
                <a:lnTo>
                  <a:pt x="1420657" y="40493"/>
                </a:lnTo>
                <a:lnTo>
                  <a:pt x="1420657" y="30547"/>
                </a:lnTo>
                <a:lnTo>
                  <a:pt x="1431953" y="30547"/>
                </a:lnTo>
                <a:lnTo>
                  <a:pt x="1431953" y="22537"/>
                </a:lnTo>
                <a:cubicBezTo>
                  <a:pt x="1431953" y="17482"/>
                  <a:pt x="1432403" y="13726"/>
                  <a:pt x="1433302" y="11269"/>
                </a:cubicBezTo>
                <a:cubicBezTo>
                  <a:pt x="1434534" y="7962"/>
                  <a:pt x="1436701" y="5281"/>
                  <a:pt x="1439803" y="3226"/>
                </a:cubicBezTo>
                <a:cubicBezTo>
                  <a:pt x="1442905" y="1170"/>
                  <a:pt x="1447250" y="142"/>
                  <a:pt x="1452838" y="142"/>
                </a:cubicBezTo>
                <a:cubicBezTo>
                  <a:pt x="1456438" y="142"/>
                  <a:pt x="1460416" y="568"/>
                  <a:pt x="1464773" y="1421"/>
                </a:cubicBezTo>
                <a:lnTo>
                  <a:pt x="1462855" y="12574"/>
                </a:lnTo>
                <a:cubicBezTo>
                  <a:pt x="1460203" y="12100"/>
                  <a:pt x="1457693" y="11864"/>
                  <a:pt x="1455325" y="11864"/>
                </a:cubicBezTo>
                <a:cubicBezTo>
                  <a:pt x="1451441" y="11864"/>
                  <a:pt x="1448694" y="12690"/>
                  <a:pt x="1447084" y="14341"/>
                </a:cubicBezTo>
                <a:cubicBezTo>
                  <a:pt x="1445474" y="15993"/>
                  <a:pt x="1444669" y="19083"/>
                  <a:pt x="1444669" y="23612"/>
                </a:cubicBezTo>
                <a:lnTo>
                  <a:pt x="1444669" y="30547"/>
                </a:lnTo>
                <a:lnTo>
                  <a:pt x="1459374" y="30547"/>
                </a:lnTo>
                <a:lnTo>
                  <a:pt x="1459374" y="40493"/>
                </a:lnTo>
                <a:lnTo>
                  <a:pt x="1444669" y="40493"/>
                </a:lnTo>
                <a:lnTo>
                  <a:pt x="1444669" y="105992"/>
                </a:lnTo>
                <a:lnTo>
                  <a:pt x="1431953" y="105992"/>
                </a:lnTo>
                <a:close/>
                <a:moveTo>
                  <a:pt x="1469390" y="16623"/>
                </a:moveTo>
                <a:lnTo>
                  <a:pt x="1469390" y="1847"/>
                </a:lnTo>
                <a:lnTo>
                  <a:pt x="1482177" y="1847"/>
                </a:lnTo>
                <a:lnTo>
                  <a:pt x="1482177" y="16623"/>
                </a:lnTo>
                <a:lnTo>
                  <a:pt x="1469390" y="16623"/>
                </a:lnTo>
                <a:moveTo>
                  <a:pt x="1469390" y="105992"/>
                </a:moveTo>
                <a:lnTo>
                  <a:pt x="1469390" y="30547"/>
                </a:lnTo>
                <a:lnTo>
                  <a:pt x="1482177" y="30547"/>
                </a:lnTo>
                <a:lnTo>
                  <a:pt x="1482177" y="105992"/>
                </a:lnTo>
                <a:lnTo>
                  <a:pt x="1469390" y="105992"/>
                </a:lnTo>
                <a:close/>
                <a:moveTo>
                  <a:pt x="1499298" y="112243"/>
                </a:moveTo>
                <a:lnTo>
                  <a:pt x="1511730" y="114090"/>
                </a:lnTo>
                <a:cubicBezTo>
                  <a:pt x="1512251" y="117927"/>
                  <a:pt x="1513696" y="120721"/>
                  <a:pt x="1516064" y="122473"/>
                </a:cubicBezTo>
                <a:cubicBezTo>
                  <a:pt x="1519237" y="124841"/>
                  <a:pt x="1523570" y="126025"/>
                  <a:pt x="1529064" y="126025"/>
                </a:cubicBezTo>
                <a:cubicBezTo>
                  <a:pt x="1534984" y="126025"/>
                  <a:pt x="1539554" y="124838"/>
                  <a:pt x="1542775" y="122464"/>
                </a:cubicBezTo>
                <a:cubicBezTo>
                  <a:pt x="1545995" y="120092"/>
                  <a:pt x="1548174" y="116769"/>
                  <a:pt x="1549311" y="112496"/>
                </a:cubicBezTo>
                <a:cubicBezTo>
                  <a:pt x="1549974" y="109887"/>
                  <a:pt x="1550282" y="104405"/>
                  <a:pt x="1550234" y="96051"/>
                </a:cubicBezTo>
                <a:cubicBezTo>
                  <a:pt x="1544646" y="102678"/>
                  <a:pt x="1537684" y="105992"/>
                  <a:pt x="1529348" y="105992"/>
                </a:cubicBezTo>
                <a:cubicBezTo>
                  <a:pt x="1518977" y="105992"/>
                  <a:pt x="1510949" y="102250"/>
                  <a:pt x="1505266" y="94767"/>
                </a:cubicBezTo>
                <a:cubicBezTo>
                  <a:pt x="1499583" y="87285"/>
                  <a:pt x="1496741" y="78310"/>
                  <a:pt x="1496741" y="67843"/>
                </a:cubicBezTo>
                <a:cubicBezTo>
                  <a:pt x="1496741" y="60645"/>
                  <a:pt x="1498043" y="54002"/>
                  <a:pt x="1500648" y="47917"/>
                </a:cubicBezTo>
                <a:cubicBezTo>
                  <a:pt x="1503253" y="41831"/>
                  <a:pt x="1507030" y="37130"/>
                  <a:pt x="1511979" y="33815"/>
                </a:cubicBezTo>
                <a:cubicBezTo>
                  <a:pt x="1516928" y="30500"/>
                  <a:pt x="1522742" y="28842"/>
                  <a:pt x="1529419" y="28842"/>
                </a:cubicBezTo>
                <a:cubicBezTo>
                  <a:pt x="1538323" y="28842"/>
                  <a:pt x="1545664" y="32465"/>
                  <a:pt x="1551442" y="39711"/>
                </a:cubicBezTo>
                <a:lnTo>
                  <a:pt x="1551442" y="30547"/>
                </a:lnTo>
                <a:lnTo>
                  <a:pt x="1563235" y="30547"/>
                </a:lnTo>
                <a:lnTo>
                  <a:pt x="1563235" y="95806"/>
                </a:lnTo>
                <a:cubicBezTo>
                  <a:pt x="1563235" y="107559"/>
                  <a:pt x="1562039" y="115888"/>
                  <a:pt x="1559647" y="120793"/>
                </a:cubicBezTo>
                <a:cubicBezTo>
                  <a:pt x="1557255" y="125697"/>
                  <a:pt x="1553467" y="129571"/>
                  <a:pt x="1548281" y="132414"/>
                </a:cubicBezTo>
                <a:cubicBezTo>
                  <a:pt x="1543095" y="135259"/>
                  <a:pt x="1536713" y="136681"/>
                  <a:pt x="1529135" y="136681"/>
                </a:cubicBezTo>
                <a:cubicBezTo>
                  <a:pt x="1520137" y="136681"/>
                  <a:pt x="1512867" y="134651"/>
                  <a:pt x="1507326" y="130589"/>
                </a:cubicBezTo>
                <a:cubicBezTo>
                  <a:pt x="1501785" y="126528"/>
                  <a:pt x="1499109" y="120413"/>
                  <a:pt x="1499298" y="112243"/>
                </a:cubicBezTo>
                <a:moveTo>
                  <a:pt x="1509883" y="66922"/>
                </a:moveTo>
                <a:cubicBezTo>
                  <a:pt x="1509883" y="76795"/>
                  <a:pt x="1511849" y="83999"/>
                  <a:pt x="1515780" y="88534"/>
                </a:cubicBezTo>
                <a:cubicBezTo>
                  <a:pt x="1519711" y="93068"/>
                  <a:pt x="1524636" y="95336"/>
                  <a:pt x="1530556" y="95336"/>
                </a:cubicBezTo>
                <a:cubicBezTo>
                  <a:pt x="1536429" y="95336"/>
                  <a:pt x="1541354" y="93080"/>
                  <a:pt x="1545332" y="88569"/>
                </a:cubicBezTo>
                <a:cubicBezTo>
                  <a:pt x="1549311" y="84058"/>
                  <a:pt x="1551300" y="76984"/>
                  <a:pt x="1551300" y="67346"/>
                </a:cubicBezTo>
                <a:cubicBezTo>
                  <a:pt x="1551300" y="58134"/>
                  <a:pt x="1549251" y="51190"/>
                  <a:pt x="1545155" y="46513"/>
                </a:cubicBezTo>
                <a:cubicBezTo>
                  <a:pt x="1541058" y="41837"/>
                  <a:pt x="1536121" y="39498"/>
                  <a:pt x="1530343" y="39498"/>
                </a:cubicBezTo>
                <a:cubicBezTo>
                  <a:pt x="1524660" y="39498"/>
                  <a:pt x="1519829" y="41801"/>
                  <a:pt x="1515851" y="46407"/>
                </a:cubicBezTo>
                <a:cubicBezTo>
                  <a:pt x="1511873" y="51013"/>
                  <a:pt x="1509883" y="57851"/>
                  <a:pt x="1509883" y="66922"/>
                </a:cubicBezTo>
                <a:close/>
                <a:moveTo>
                  <a:pt x="1586110" y="45181"/>
                </a:moveTo>
                <a:lnTo>
                  <a:pt x="1586110" y="30547"/>
                </a:lnTo>
                <a:lnTo>
                  <a:pt x="1600673" y="30547"/>
                </a:lnTo>
                <a:lnTo>
                  <a:pt x="1600673" y="45181"/>
                </a:lnTo>
                <a:lnTo>
                  <a:pt x="1586110" y="45181"/>
                </a:lnTo>
                <a:moveTo>
                  <a:pt x="1586110" y="105992"/>
                </a:moveTo>
                <a:lnTo>
                  <a:pt x="1586110" y="91358"/>
                </a:lnTo>
                <a:lnTo>
                  <a:pt x="1600673" y="91358"/>
                </a:lnTo>
                <a:lnTo>
                  <a:pt x="1600673" y="105992"/>
                </a:lnTo>
                <a:lnTo>
                  <a:pt x="1586110" y="105992"/>
                </a:lnTo>
                <a:close/>
                <a:moveTo>
                  <a:pt x="1665035" y="105992"/>
                </a:moveTo>
                <a:lnTo>
                  <a:pt x="1665035" y="1847"/>
                </a:lnTo>
                <a:lnTo>
                  <a:pt x="1704320" y="1847"/>
                </a:lnTo>
                <a:cubicBezTo>
                  <a:pt x="1711235" y="1847"/>
                  <a:pt x="1716515" y="2178"/>
                  <a:pt x="1720162" y="2839"/>
                </a:cubicBezTo>
                <a:cubicBezTo>
                  <a:pt x="1725277" y="3692"/>
                  <a:pt x="1729563" y="5312"/>
                  <a:pt x="1733020" y="7701"/>
                </a:cubicBezTo>
                <a:cubicBezTo>
                  <a:pt x="1736478" y="10090"/>
                  <a:pt x="1739260" y="13437"/>
                  <a:pt x="1741367" y="17742"/>
                </a:cubicBezTo>
                <a:cubicBezTo>
                  <a:pt x="1743475" y="22046"/>
                  <a:pt x="1744529" y="26776"/>
                  <a:pt x="1744529" y="31933"/>
                </a:cubicBezTo>
                <a:cubicBezTo>
                  <a:pt x="1744529" y="40780"/>
                  <a:pt x="1741711" y="48267"/>
                  <a:pt x="1736075" y="54392"/>
                </a:cubicBezTo>
                <a:cubicBezTo>
                  <a:pt x="1730439" y="60518"/>
                  <a:pt x="1720257" y="63581"/>
                  <a:pt x="1705528" y="63581"/>
                </a:cubicBezTo>
                <a:lnTo>
                  <a:pt x="1678817" y="63581"/>
                </a:lnTo>
                <a:lnTo>
                  <a:pt x="1678817" y="105992"/>
                </a:lnTo>
                <a:lnTo>
                  <a:pt x="1665035" y="105992"/>
                </a:lnTo>
                <a:moveTo>
                  <a:pt x="1678817" y="51291"/>
                </a:moveTo>
                <a:lnTo>
                  <a:pt x="1705741" y="51291"/>
                </a:lnTo>
                <a:cubicBezTo>
                  <a:pt x="1714645" y="51291"/>
                  <a:pt x="1720967" y="49637"/>
                  <a:pt x="1724709" y="46329"/>
                </a:cubicBezTo>
                <a:cubicBezTo>
                  <a:pt x="1728450" y="43020"/>
                  <a:pt x="1730321" y="38363"/>
                  <a:pt x="1730321" y="32359"/>
                </a:cubicBezTo>
                <a:cubicBezTo>
                  <a:pt x="1730321" y="28011"/>
                  <a:pt x="1729220" y="24288"/>
                  <a:pt x="1727017" y="21192"/>
                </a:cubicBezTo>
                <a:cubicBezTo>
                  <a:pt x="1724815" y="18096"/>
                  <a:pt x="1721914" y="16051"/>
                  <a:pt x="1718315" y="15058"/>
                </a:cubicBezTo>
                <a:cubicBezTo>
                  <a:pt x="1715994" y="14444"/>
                  <a:pt x="1711708" y="14137"/>
                  <a:pt x="1705457" y="14137"/>
                </a:cubicBezTo>
                <a:lnTo>
                  <a:pt x="1678817" y="14137"/>
                </a:lnTo>
                <a:lnTo>
                  <a:pt x="1678817" y="51291"/>
                </a:lnTo>
                <a:close/>
                <a:moveTo>
                  <a:pt x="1760300" y="105992"/>
                </a:moveTo>
                <a:lnTo>
                  <a:pt x="1760300" y="30547"/>
                </a:lnTo>
                <a:lnTo>
                  <a:pt x="1771809" y="30547"/>
                </a:lnTo>
                <a:lnTo>
                  <a:pt x="1771809" y="41914"/>
                </a:lnTo>
                <a:cubicBezTo>
                  <a:pt x="1774745" y="36592"/>
                  <a:pt x="1777456" y="33082"/>
                  <a:pt x="1779943" y="31386"/>
                </a:cubicBezTo>
                <a:cubicBezTo>
                  <a:pt x="1782429" y="29690"/>
                  <a:pt x="1785164" y="28842"/>
                  <a:pt x="1788148" y="28842"/>
                </a:cubicBezTo>
                <a:cubicBezTo>
                  <a:pt x="1792458" y="28842"/>
                  <a:pt x="1796838" y="30210"/>
                  <a:pt x="1801290" y="32945"/>
                </a:cubicBezTo>
                <a:lnTo>
                  <a:pt x="1796886" y="44755"/>
                </a:lnTo>
                <a:cubicBezTo>
                  <a:pt x="1793760" y="42908"/>
                  <a:pt x="1790634" y="41985"/>
                  <a:pt x="1787509" y="41985"/>
                </a:cubicBezTo>
                <a:cubicBezTo>
                  <a:pt x="1784714" y="41985"/>
                  <a:pt x="1782204" y="42827"/>
                  <a:pt x="1779978" y="44511"/>
                </a:cubicBezTo>
                <a:cubicBezTo>
                  <a:pt x="1777752" y="46194"/>
                  <a:pt x="1776166" y="48529"/>
                  <a:pt x="1775219" y="51515"/>
                </a:cubicBezTo>
                <a:cubicBezTo>
                  <a:pt x="1773798" y="56066"/>
                  <a:pt x="1773087" y="61044"/>
                  <a:pt x="1773087" y="66449"/>
                </a:cubicBezTo>
                <a:lnTo>
                  <a:pt x="1773087" y="105992"/>
                </a:lnTo>
                <a:lnTo>
                  <a:pt x="1760300" y="105992"/>
                </a:lnTo>
                <a:close/>
                <a:moveTo>
                  <a:pt x="1804131" y="68270"/>
                </a:moveTo>
                <a:cubicBezTo>
                  <a:pt x="1804131" y="54298"/>
                  <a:pt x="1808015" y="43950"/>
                  <a:pt x="1815782" y="37225"/>
                </a:cubicBezTo>
                <a:cubicBezTo>
                  <a:pt x="1822270" y="31637"/>
                  <a:pt x="1830180" y="28842"/>
                  <a:pt x="1839509" y="28842"/>
                </a:cubicBezTo>
                <a:cubicBezTo>
                  <a:pt x="1849881" y="28842"/>
                  <a:pt x="1858359" y="32240"/>
                  <a:pt x="1864942" y="39037"/>
                </a:cubicBezTo>
                <a:cubicBezTo>
                  <a:pt x="1871525" y="45833"/>
                  <a:pt x="1874816" y="55222"/>
                  <a:pt x="1874816" y="67204"/>
                </a:cubicBezTo>
                <a:cubicBezTo>
                  <a:pt x="1874816" y="76913"/>
                  <a:pt x="1873360" y="84550"/>
                  <a:pt x="1870447" y="90114"/>
                </a:cubicBezTo>
                <a:cubicBezTo>
                  <a:pt x="1867535" y="95679"/>
                  <a:pt x="1863296" y="100001"/>
                  <a:pt x="1857731" y="103079"/>
                </a:cubicBezTo>
                <a:cubicBezTo>
                  <a:pt x="1852166" y="106158"/>
                  <a:pt x="1846092" y="107697"/>
                  <a:pt x="1839509" y="107697"/>
                </a:cubicBezTo>
                <a:cubicBezTo>
                  <a:pt x="1828948" y="107697"/>
                  <a:pt x="1820411" y="104311"/>
                  <a:pt x="1813899" y="97538"/>
                </a:cubicBezTo>
                <a:cubicBezTo>
                  <a:pt x="1807387" y="90766"/>
                  <a:pt x="1804131" y="81009"/>
                  <a:pt x="1804131" y="68270"/>
                </a:cubicBezTo>
                <a:moveTo>
                  <a:pt x="1817274" y="68234"/>
                </a:moveTo>
                <a:cubicBezTo>
                  <a:pt x="1817274" y="77860"/>
                  <a:pt x="1819381" y="85068"/>
                  <a:pt x="1823596" y="89857"/>
                </a:cubicBezTo>
                <a:cubicBezTo>
                  <a:pt x="1827812" y="94646"/>
                  <a:pt x="1833116" y="97041"/>
                  <a:pt x="1839509" y="97041"/>
                </a:cubicBezTo>
                <a:cubicBezTo>
                  <a:pt x="1845856" y="97041"/>
                  <a:pt x="1851136" y="94634"/>
                  <a:pt x="1855351" y="89821"/>
                </a:cubicBezTo>
                <a:cubicBezTo>
                  <a:pt x="1859566" y="85008"/>
                  <a:pt x="1861674" y="77671"/>
                  <a:pt x="1861674" y="67810"/>
                </a:cubicBezTo>
                <a:cubicBezTo>
                  <a:pt x="1861674" y="58514"/>
                  <a:pt x="1859555" y="51471"/>
                  <a:pt x="1855316" y="46682"/>
                </a:cubicBezTo>
                <a:cubicBezTo>
                  <a:pt x="1851077" y="41893"/>
                  <a:pt x="1845808" y="39498"/>
                  <a:pt x="1839509" y="39498"/>
                </a:cubicBezTo>
                <a:cubicBezTo>
                  <a:pt x="1833116" y="39498"/>
                  <a:pt x="1827812" y="41881"/>
                  <a:pt x="1823596" y="46647"/>
                </a:cubicBezTo>
                <a:cubicBezTo>
                  <a:pt x="1819381" y="51412"/>
                  <a:pt x="1817274" y="58608"/>
                  <a:pt x="1817274" y="68234"/>
                </a:cubicBezTo>
                <a:close/>
                <a:moveTo>
                  <a:pt x="1889806" y="105992"/>
                </a:moveTo>
                <a:lnTo>
                  <a:pt x="1889806" y="30547"/>
                </a:lnTo>
                <a:lnTo>
                  <a:pt x="1901244" y="30547"/>
                </a:lnTo>
                <a:lnTo>
                  <a:pt x="1901244" y="41061"/>
                </a:lnTo>
                <a:cubicBezTo>
                  <a:pt x="1903612" y="37388"/>
                  <a:pt x="1906761" y="34433"/>
                  <a:pt x="1910692" y="32197"/>
                </a:cubicBezTo>
                <a:cubicBezTo>
                  <a:pt x="1914623" y="29960"/>
                  <a:pt x="1919098" y="28842"/>
                  <a:pt x="1924118" y="28842"/>
                </a:cubicBezTo>
                <a:cubicBezTo>
                  <a:pt x="1929707" y="28842"/>
                  <a:pt x="1934289" y="29997"/>
                  <a:pt x="1937865" y="32305"/>
                </a:cubicBezTo>
                <a:cubicBezTo>
                  <a:pt x="1941440" y="34613"/>
                  <a:pt x="1943962" y="37839"/>
                  <a:pt x="1945431" y="41985"/>
                </a:cubicBezTo>
                <a:cubicBezTo>
                  <a:pt x="1951398" y="33223"/>
                  <a:pt x="1959165" y="28842"/>
                  <a:pt x="1968732" y="28842"/>
                </a:cubicBezTo>
                <a:cubicBezTo>
                  <a:pt x="1976215" y="28842"/>
                  <a:pt x="1981969" y="30914"/>
                  <a:pt x="1985994" y="35058"/>
                </a:cubicBezTo>
                <a:cubicBezTo>
                  <a:pt x="1990020" y="39202"/>
                  <a:pt x="1992033" y="45584"/>
                  <a:pt x="1992033" y="54204"/>
                </a:cubicBezTo>
                <a:lnTo>
                  <a:pt x="1992033" y="105992"/>
                </a:lnTo>
                <a:lnTo>
                  <a:pt x="1979317" y="105992"/>
                </a:lnTo>
                <a:lnTo>
                  <a:pt x="1979317" y="58415"/>
                </a:lnTo>
                <a:cubicBezTo>
                  <a:pt x="1979317" y="53294"/>
                  <a:pt x="1978902" y="49608"/>
                  <a:pt x="1978073" y="47357"/>
                </a:cubicBezTo>
                <a:cubicBezTo>
                  <a:pt x="1977245" y="45105"/>
                  <a:pt x="1975741" y="43291"/>
                  <a:pt x="1973562" y="41916"/>
                </a:cubicBezTo>
                <a:cubicBezTo>
                  <a:pt x="1971384" y="40541"/>
                  <a:pt x="1968826" y="39853"/>
                  <a:pt x="1965890" y="39853"/>
                </a:cubicBezTo>
                <a:cubicBezTo>
                  <a:pt x="1960586" y="39853"/>
                  <a:pt x="1956181" y="41620"/>
                  <a:pt x="1952677" y="45153"/>
                </a:cubicBezTo>
                <a:cubicBezTo>
                  <a:pt x="1949172" y="48684"/>
                  <a:pt x="1947420" y="54338"/>
                  <a:pt x="1947420" y="62113"/>
                </a:cubicBezTo>
                <a:lnTo>
                  <a:pt x="1947420" y="105992"/>
                </a:lnTo>
                <a:lnTo>
                  <a:pt x="1934632" y="105992"/>
                </a:lnTo>
                <a:lnTo>
                  <a:pt x="1934632" y="56921"/>
                </a:lnTo>
                <a:cubicBezTo>
                  <a:pt x="1934632" y="51232"/>
                  <a:pt x="1933591" y="46965"/>
                  <a:pt x="1931507" y="44120"/>
                </a:cubicBezTo>
                <a:cubicBezTo>
                  <a:pt x="1929423" y="41276"/>
                  <a:pt x="1926013" y="39853"/>
                  <a:pt x="1921277" y="39853"/>
                </a:cubicBezTo>
                <a:cubicBezTo>
                  <a:pt x="1917678" y="39853"/>
                  <a:pt x="1914350" y="40802"/>
                  <a:pt x="1911296" y="42700"/>
                </a:cubicBezTo>
                <a:cubicBezTo>
                  <a:pt x="1908241" y="44595"/>
                  <a:pt x="1906027" y="47369"/>
                  <a:pt x="1904654" y="51020"/>
                </a:cubicBezTo>
                <a:cubicBezTo>
                  <a:pt x="1903280" y="54670"/>
                  <a:pt x="1902593" y="59932"/>
                  <a:pt x="1902593" y="66807"/>
                </a:cubicBezTo>
                <a:lnTo>
                  <a:pt x="1902593" y="105992"/>
                </a:lnTo>
                <a:lnTo>
                  <a:pt x="1889806" y="105992"/>
                </a:lnTo>
                <a:close/>
                <a:moveTo>
                  <a:pt x="2011000" y="134976"/>
                </a:moveTo>
                <a:lnTo>
                  <a:pt x="2011000" y="30547"/>
                </a:lnTo>
                <a:lnTo>
                  <a:pt x="2022650" y="30547"/>
                </a:lnTo>
                <a:lnTo>
                  <a:pt x="2022650" y="40280"/>
                </a:lnTo>
                <a:cubicBezTo>
                  <a:pt x="2025397" y="36467"/>
                  <a:pt x="2028499" y="33608"/>
                  <a:pt x="2031956" y="31702"/>
                </a:cubicBezTo>
                <a:cubicBezTo>
                  <a:pt x="2035414" y="29795"/>
                  <a:pt x="2039605" y="28842"/>
                  <a:pt x="2044530" y="28842"/>
                </a:cubicBezTo>
                <a:cubicBezTo>
                  <a:pt x="2050971" y="28842"/>
                  <a:pt x="2056655" y="30500"/>
                  <a:pt x="2061580" y="33815"/>
                </a:cubicBezTo>
                <a:cubicBezTo>
                  <a:pt x="2066506" y="37130"/>
                  <a:pt x="2070223" y="41807"/>
                  <a:pt x="2072733" y="47845"/>
                </a:cubicBezTo>
                <a:cubicBezTo>
                  <a:pt x="2075243" y="53884"/>
                  <a:pt x="2076499" y="60502"/>
                  <a:pt x="2076499" y="67701"/>
                </a:cubicBezTo>
                <a:cubicBezTo>
                  <a:pt x="2076499" y="75421"/>
                  <a:pt x="2075113" y="82371"/>
                  <a:pt x="2072343" y="88551"/>
                </a:cubicBezTo>
                <a:cubicBezTo>
                  <a:pt x="2069572" y="94732"/>
                  <a:pt x="2065547" y="99468"/>
                  <a:pt x="2060266" y="102759"/>
                </a:cubicBezTo>
                <a:cubicBezTo>
                  <a:pt x="2054985" y="106051"/>
                  <a:pt x="2049432" y="107697"/>
                  <a:pt x="2043607" y="107697"/>
                </a:cubicBezTo>
                <a:cubicBezTo>
                  <a:pt x="2039345" y="107697"/>
                  <a:pt x="2035520" y="106785"/>
                  <a:pt x="2032134" y="104962"/>
                </a:cubicBezTo>
                <a:cubicBezTo>
                  <a:pt x="2028748" y="103137"/>
                  <a:pt x="2025965" y="100833"/>
                  <a:pt x="2023787" y="98049"/>
                </a:cubicBezTo>
                <a:lnTo>
                  <a:pt x="2023787" y="134976"/>
                </a:lnTo>
                <a:lnTo>
                  <a:pt x="2011000" y="134976"/>
                </a:lnTo>
                <a:moveTo>
                  <a:pt x="2022579" y="68589"/>
                </a:moveTo>
                <a:cubicBezTo>
                  <a:pt x="2022579" y="78286"/>
                  <a:pt x="2024545" y="85452"/>
                  <a:pt x="2028475" y="90088"/>
                </a:cubicBezTo>
                <a:cubicBezTo>
                  <a:pt x="2032406" y="94723"/>
                  <a:pt x="2037166" y="97041"/>
                  <a:pt x="2042754" y="97041"/>
                </a:cubicBezTo>
                <a:cubicBezTo>
                  <a:pt x="2048438" y="97041"/>
                  <a:pt x="2053304" y="94640"/>
                  <a:pt x="2057353" y="89839"/>
                </a:cubicBezTo>
                <a:cubicBezTo>
                  <a:pt x="2061403" y="85038"/>
                  <a:pt x="2063427" y="77599"/>
                  <a:pt x="2063427" y="67524"/>
                </a:cubicBezTo>
                <a:cubicBezTo>
                  <a:pt x="2063427" y="57921"/>
                  <a:pt x="2061450" y="50731"/>
                  <a:pt x="2057495" y="45954"/>
                </a:cubicBezTo>
                <a:cubicBezTo>
                  <a:pt x="2053541" y="41177"/>
                  <a:pt x="2048817" y="38788"/>
                  <a:pt x="2043323" y="38788"/>
                </a:cubicBezTo>
                <a:cubicBezTo>
                  <a:pt x="2037876" y="38788"/>
                  <a:pt x="2033058" y="41331"/>
                  <a:pt x="2028866" y="46416"/>
                </a:cubicBezTo>
                <a:cubicBezTo>
                  <a:pt x="2024675" y="51501"/>
                  <a:pt x="2022579" y="58892"/>
                  <a:pt x="2022579" y="68589"/>
                </a:cubicBezTo>
                <a:close/>
                <a:moveTo>
                  <a:pt x="2119833" y="94696"/>
                </a:moveTo>
                <a:lnTo>
                  <a:pt x="2121680" y="105992"/>
                </a:lnTo>
                <a:cubicBezTo>
                  <a:pt x="2118081" y="106655"/>
                  <a:pt x="2114860" y="106986"/>
                  <a:pt x="2112019" y="106986"/>
                </a:cubicBezTo>
                <a:cubicBezTo>
                  <a:pt x="2107377" y="106986"/>
                  <a:pt x="2103778" y="106252"/>
                  <a:pt x="2101221" y="104784"/>
                </a:cubicBezTo>
                <a:cubicBezTo>
                  <a:pt x="2098663" y="103316"/>
                  <a:pt x="2096863" y="101386"/>
                  <a:pt x="2095821" y="98994"/>
                </a:cubicBezTo>
                <a:cubicBezTo>
                  <a:pt x="2094780" y="96603"/>
                  <a:pt x="2094259" y="91571"/>
                  <a:pt x="2094259" y="83898"/>
                </a:cubicBezTo>
                <a:lnTo>
                  <a:pt x="2094259" y="40493"/>
                </a:lnTo>
                <a:lnTo>
                  <a:pt x="2084881" y="40493"/>
                </a:lnTo>
                <a:lnTo>
                  <a:pt x="2084881" y="30547"/>
                </a:lnTo>
                <a:lnTo>
                  <a:pt x="2094259" y="30547"/>
                </a:lnTo>
                <a:lnTo>
                  <a:pt x="2094259" y="11813"/>
                </a:lnTo>
                <a:lnTo>
                  <a:pt x="2106975" y="4120"/>
                </a:lnTo>
                <a:lnTo>
                  <a:pt x="2106975" y="30547"/>
                </a:lnTo>
                <a:lnTo>
                  <a:pt x="2119833" y="30547"/>
                </a:lnTo>
                <a:lnTo>
                  <a:pt x="2119833" y="40493"/>
                </a:lnTo>
                <a:lnTo>
                  <a:pt x="2106975" y="40493"/>
                </a:lnTo>
                <a:lnTo>
                  <a:pt x="2106975" y="84609"/>
                </a:lnTo>
                <a:cubicBezTo>
                  <a:pt x="2106975" y="88255"/>
                  <a:pt x="2107200" y="90600"/>
                  <a:pt x="2107650" y="91642"/>
                </a:cubicBezTo>
                <a:cubicBezTo>
                  <a:pt x="2108100" y="92684"/>
                  <a:pt x="2108834" y="93512"/>
                  <a:pt x="2109852" y="94128"/>
                </a:cubicBezTo>
                <a:cubicBezTo>
                  <a:pt x="2110870" y="94744"/>
                  <a:pt x="2112326" y="95052"/>
                  <a:pt x="2114221" y="95052"/>
                </a:cubicBezTo>
                <a:cubicBezTo>
                  <a:pt x="2115642" y="95052"/>
                  <a:pt x="2117512" y="94933"/>
                  <a:pt x="2119833" y="94696"/>
                </a:cubicBezTo>
                <a:close/>
                <a:moveTo>
                  <a:pt x="2208277" y="69335"/>
                </a:moveTo>
                <a:lnTo>
                  <a:pt x="2222059" y="72816"/>
                </a:lnTo>
                <a:cubicBezTo>
                  <a:pt x="2219170" y="84159"/>
                  <a:pt x="2213972" y="92808"/>
                  <a:pt x="2206465" y="98763"/>
                </a:cubicBezTo>
                <a:cubicBezTo>
                  <a:pt x="2198959" y="104719"/>
                  <a:pt x="2189783" y="107697"/>
                  <a:pt x="2178937" y="107697"/>
                </a:cubicBezTo>
                <a:cubicBezTo>
                  <a:pt x="2167713" y="107697"/>
                  <a:pt x="2158584" y="105412"/>
                  <a:pt x="2151551" y="100841"/>
                </a:cubicBezTo>
                <a:cubicBezTo>
                  <a:pt x="2144518" y="96271"/>
                  <a:pt x="2139167" y="89653"/>
                  <a:pt x="2135496" y="80986"/>
                </a:cubicBezTo>
                <a:cubicBezTo>
                  <a:pt x="2131826" y="72319"/>
                  <a:pt x="2129991" y="63013"/>
                  <a:pt x="2129991" y="53067"/>
                </a:cubicBezTo>
                <a:cubicBezTo>
                  <a:pt x="2129991" y="42221"/>
                  <a:pt x="2132063" y="32761"/>
                  <a:pt x="2136207" y="24686"/>
                </a:cubicBezTo>
                <a:cubicBezTo>
                  <a:pt x="2140351" y="16612"/>
                  <a:pt x="2146247" y="10478"/>
                  <a:pt x="2153896" y="6287"/>
                </a:cubicBezTo>
                <a:cubicBezTo>
                  <a:pt x="2161544" y="2096"/>
                  <a:pt x="2169963" y="0"/>
                  <a:pt x="2179150" y="0"/>
                </a:cubicBezTo>
                <a:cubicBezTo>
                  <a:pt x="2189570" y="0"/>
                  <a:pt x="2198331" y="2652"/>
                  <a:pt x="2205435" y="7956"/>
                </a:cubicBezTo>
                <a:cubicBezTo>
                  <a:pt x="2212539" y="13261"/>
                  <a:pt x="2217488" y="20720"/>
                  <a:pt x="2220283" y="30334"/>
                </a:cubicBezTo>
                <a:lnTo>
                  <a:pt x="2206714" y="33531"/>
                </a:lnTo>
                <a:cubicBezTo>
                  <a:pt x="2204299" y="25928"/>
                  <a:pt x="2200794" y="20393"/>
                  <a:pt x="2196200" y="16925"/>
                </a:cubicBezTo>
                <a:cubicBezTo>
                  <a:pt x="2191606" y="13456"/>
                  <a:pt x="2185828" y="11722"/>
                  <a:pt x="2178866" y="11722"/>
                </a:cubicBezTo>
                <a:cubicBezTo>
                  <a:pt x="2170862" y="11722"/>
                  <a:pt x="2164173" y="13643"/>
                  <a:pt x="2158797" y="17487"/>
                </a:cubicBezTo>
                <a:cubicBezTo>
                  <a:pt x="2153422" y="21329"/>
                  <a:pt x="2149645" y="26488"/>
                  <a:pt x="2147467" y="32965"/>
                </a:cubicBezTo>
                <a:cubicBezTo>
                  <a:pt x="2145288" y="39440"/>
                  <a:pt x="2144199" y="46116"/>
                  <a:pt x="2144199" y="52994"/>
                </a:cubicBezTo>
                <a:cubicBezTo>
                  <a:pt x="2144199" y="61865"/>
                  <a:pt x="2145489" y="69610"/>
                  <a:pt x="2148070" y="76228"/>
                </a:cubicBezTo>
                <a:cubicBezTo>
                  <a:pt x="2150652" y="82847"/>
                  <a:pt x="2154665" y="87793"/>
                  <a:pt x="2160112" y="91067"/>
                </a:cubicBezTo>
                <a:cubicBezTo>
                  <a:pt x="2165558" y="94339"/>
                  <a:pt x="2171454" y="95975"/>
                  <a:pt x="2177801" y="95975"/>
                </a:cubicBezTo>
                <a:cubicBezTo>
                  <a:pt x="2185520" y="95975"/>
                  <a:pt x="2192056" y="93737"/>
                  <a:pt x="2197408" y="89262"/>
                </a:cubicBezTo>
                <a:cubicBezTo>
                  <a:pt x="2202759" y="84786"/>
                  <a:pt x="2206382" y="78144"/>
                  <a:pt x="2208277" y="69335"/>
                </a:cubicBezTo>
                <a:close/>
                <a:moveTo>
                  <a:pt x="2232645" y="68270"/>
                </a:moveTo>
                <a:cubicBezTo>
                  <a:pt x="2232645" y="54298"/>
                  <a:pt x="2236528" y="43950"/>
                  <a:pt x="2244295" y="37225"/>
                </a:cubicBezTo>
                <a:cubicBezTo>
                  <a:pt x="2250784" y="31637"/>
                  <a:pt x="2258693" y="28842"/>
                  <a:pt x="2268023" y="28842"/>
                </a:cubicBezTo>
                <a:cubicBezTo>
                  <a:pt x="2278395" y="28842"/>
                  <a:pt x="2286872" y="32240"/>
                  <a:pt x="2293455" y="39037"/>
                </a:cubicBezTo>
                <a:cubicBezTo>
                  <a:pt x="2300038" y="45833"/>
                  <a:pt x="2303330" y="55222"/>
                  <a:pt x="2303330" y="67204"/>
                </a:cubicBezTo>
                <a:cubicBezTo>
                  <a:pt x="2303330" y="76913"/>
                  <a:pt x="2301873" y="84550"/>
                  <a:pt x="2298961" y="90114"/>
                </a:cubicBezTo>
                <a:cubicBezTo>
                  <a:pt x="2296048" y="95679"/>
                  <a:pt x="2291809" y="100001"/>
                  <a:pt x="2286244" y="103079"/>
                </a:cubicBezTo>
                <a:cubicBezTo>
                  <a:pt x="2280680" y="106158"/>
                  <a:pt x="2274606" y="107697"/>
                  <a:pt x="2268023" y="107697"/>
                </a:cubicBezTo>
                <a:cubicBezTo>
                  <a:pt x="2257461" y="107697"/>
                  <a:pt x="2248925" y="104311"/>
                  <a:pt x="2242413" y="97538"/>
                </a:cubicBezTo>
                <a:cubicBezTo>
                  <a:pt x="2235901" y="90766"/>
                  <a:pt x="2232645" y="81009"/>
                  <a:pt x="2232645" y="68270"/>
                </a:cubicBezTo>
                <a:moveTo>
                  <a:pt x="2245787" y="68234"/>
                </a:moveTo>
                <a:cubicBezTo>
                  <a:pt x="2245787" y="77860"/>
                  <a:pt x="2247895" y="85068"/>
                  <a:pt x="2252110" y="89857"/>
                </a:cubicBezTo>
                <a:cubicBezTo>
                  <a:pt x="2256325" y="94646"/>
                  <a:pt x="2261629" y="97041"/>
                  <a:pt x="2268023" y="97041"/>
                </a:cubicBezTo>
                <a:cubicBezTo>
                  <a:pt x="2274369" y="97041"/>
                  <a:pt x="2279650" y="94634"/>
                  <a:pt x="2283865" y="89821"/>
                </a:cubicBezTo>
                <a:cubicBezTo>
                  <a:pt x="2288080" y="85008"/>
                  <a:pt x="2290187" y="77671"/>
                  <a:pt x="2290187" y="67810"/>
                </a:cubicBezTo>
                <a:cubicBezTo>
                  <a:pt x="2290187" y="58514"/>
                  <a:pt x="2288068" y="51471"/>
                  <a:pt x="2283829" y="46682"/>
                </a:cubicBezTo>
                <a:cubicBezTo>
                  <a:pt x="2279590" y="41893"/>
                  <a:pt x="2274322" y="39498"/>
                  <a:pt x="2268023" y="39498"/>
                </a:cubicBezTo>
                <a:cubicBezTo>
                  <a:pt x="2261629" y="39498"/>
                  <a:pt x="2256325" y="41881"/>
                  <a:pt x="2252110" y="46647"/>
                </a:cubicBezTo>
                <a:cubicBezTo>
                  <a:pt x="2247895" y="51412"/>
                  <a:pt x="2245787" y="58608"/>
                  <a:pt x="2245787" y="68234"/>
                </a:cubicBezTo>
                <a:close/>
                <a:moveTo>
                  <a:pt x="2318319" y="105992"/>
                </a:moveTo>
                <a:lnTo>
                  <a:pt x="2318319" y="30547"/>
                </a:lnTo>
                <a:lnTo>
                  <a:pt x="2329827" y="30547"/>
                </a:lnTo>
                <a:lnTo>
                  <a:pt x="2329827" y="41203"/>
                </a:lnTo>
                <a:cubicBezTo>
                  <a:pt x="2335368" y="32963"/>
                  <a:pt x="2343372" y="28842"/>
                  <a:pt x="2353839" y="28842"/>
                </a:cubicBezTo>
                <a:cubicBezTo>
                  <a:pt x="2358385" y="28842"/>
                  <a:pt x="2362565" y="29659"/>
                  <a:pt x="2366377" y="31293"/>
                </a:cubicBezTo>
                <a:cubicBezTo>
                  <a:pt x="2370190" y="32927"/>
                  <a:pt x="2373043" y="35070"/>
                  <a:pt x="2374937" y="37722"/>
                </a:cubicBezTo>
                <a:cubicBezTo>
                  <a:pt x="2376832" y="40374"/>
                  <a:pt x="2378158" y="43524"/>
                  <a:pt x="2378916" y="47171"/>
                </a:cubicBezTo>
                <a:cubicBezTo>
                  <a:pt x="2379389" y="49539"/>
                  <a:pt x="2379626" y="53683"/>
                  <a:pt x="2379626" y="59603"/>
                </a:cubicBezTo>
                <a:lnTo>
                  <a:pt x="2379626" y="105992"/>
                </a:lnTo>
                <a:lnTo>
                  <a:pt x="2366839" y="105992"/>
                </a:lnTo>
                <a:lnTo>
                  <a:pt x="2366839" y="60051"/>
                </a:lnTo>
                <a:cubicBezTo>
                  <a:pt x="2366839" y="54836"/>
                  <a:pt x="2366342" y="50936"/>
                  <a:pt x="2365347" y="48352"/>
                </a:cubicBezTo>
                <a:cubicBezTo>
                  <a:pt x="2364353" y="45768"/>
                  <a:pt x="2362588" y="43705"/>
                  <a:pt x="2360055" y="42165"/>
                </a:cubicBezTo>
                <a:cubicBezTo>
                  <a:pt x="2357521" y="40624"/>
                  <a:pt x="2354549" y="39853"/>
                  <a:pt x="2351139" y="39853"/>
                </a:cubicBezTo>
                <a:cubicBezTo>
                  <a:pt x="2345693" y="39853"/>
                  <a:pt x="2340992" y="41584"/>
                  <a:pt x="2337038" y="45046"/>
                </a:cubicBezTo>
                <a:cubicBezTo>
                  <a:pt x="2333083" y="48506"/>
                  <a:pt x="2331106" y="55072"/>
                  <a:pt x="2331106" y="64744"/>
                </a:cubicBezTo>
                <a:lnTo>
                  <a:pt x="2331106" y="105992"/>
                </a:lnTo>
                <a:lnTo>
                  <a:pt x="2318319" y="105992"/>
                </a:lnTo>
                <a:close/>
                <a:moveTo>
                  <a:pt x="2402288" y="105992"/>
                </a:moveTo>
                <a:lnTo>
                  <a:pt x="2402288" y="40493"/>
                </a:lnTo>
                <a:lnTo>
                  <a:pt x="2390993" y="40493"/>
                </a:lnTo>
                <a:lnTo>
                  <a:pt x="2390993" y="30547"/>
                </a:lnTo>
                <a:lnTo>
                  <a:pt x="2402288" y="30547"/>
                </a:lnTo>
                <a:lnTo>
                  <a:pt x="2402288" y="22537"/>
                </a:lnTo>
                <a:cubicBezTo>
                  <a:pt x="2402288" y="17482"/>
                  <a:pt x="2402738" y="13726"/>
                  <a:pt x="2403638" y="11269"/>
                </a:cubicBezTo>
                <a:cubicBezTo>
                  <a:pt x="2404869" y="7962"/>
                  <a:pt x="2407036" y="5281"/>
                  <a:pt x="2410138" y="3226"/>
                </a:cubicBezTo>
                <a:cubicBezTo>
                  <a:pt x="2413240" y="1170"/>
                  <a:pt x="2417585" y="142"/>
                  <a:pt x="2423174" y="142"/>
                </a:cubicBezTo>
                <a:cubicBezTo>
                  <a:pt x="2426773" y="142"/>
                  <a:pt x="2430751" y="568"/>
                  <a:pt x="2435108" y="1421"/>
                </a:cubicBezTo>
                <a:lnTo>
                  <a:pt x="2433190" y="12574"/>
                </a:lnTo>
                <a:cubicBezTo>
                  <a:pt x="2430538" y="12100"/>
                  <a:pt x="2428028" y="11864"/>
                  <a:pt x="2425660" y="11864"/>
                </a:cubicBezTo>
                <a:cubicBezTo>
                  <a:pt x="2421777" y="11864"/>
                  <a:pt x="2419030" y="12690"/>
                  <a:pt x="2417419" y="14341"/>
                </a:cubicBezTo>
                <a:cubicBezTo>
                  <a:pt x="2415809" y="15993"/>
                  <a:pt x="2415004" y="19083"/>
                  <a:pt x="2415004" y="23612"/>
                </a:cubicBezTo>
                <a:lnTo>
                  <a:pt x="2415004" y="30547"/>
                </a:lnTo>
                <a:lnTo>
                  <a:pt x="2429709" y="30547"/>
                </a:lnTo>
                <a:lnTo>
                  <a:pt x="2429709" y="40493"/>
                </a:lnTo>
                <a:lnTo>
                  <a:pt x="2415004" y="40493"/>
                </a:lnTo>
                <a:lnTo>
                  <a:pt x="2415004" y="105992"/>
                </a:lnTo>
                <a:lnTo>
                  <a:pt x="2402288" y="105992"/>
                </a:lnTo>
                <a:close/>
                <a:moveTo>
                  <a:pt x="2439726" y="16623"/>
                </a:moveTo>
                <a:lnTo>
                  <a:pt x="2439726" y="1847"/>
                </a:lnTo>
                <a:lnTo>
                  <a:pt x="2452513" y="1847"/>
                </a:lnTo>
                <a:lnTo>
                  <a:pt x="2452513" y="16623"/>
                </a:lnTo>
                <a:lnTo>
                  <a:pt x="2439726" y="16623"/>
                </a:lnTo>
                <a:moveTo>
                  <a:pt x="2439726" y="105992"/>
                </a:moveTo>
                <a:lnTo>
                  <a:pt x="2439726" y="30547"/>
                </a:lnTo>
                <a:lnTo>
                  <a:pt x="2452513" y="30547"/>
                </a:lnTo>
                <a:lnTo>
                  <a:pt x="2452513" y="105992"/>
                </a:lnTo>
                <a:lnTo>
                  <a:pt x="2439726" y="105992"/>
                </a:lnTo>
                <a:close/>
                <a:moveTo>
                  <a:pt x="2469634" y="112243"/>
                </a:moveTo>
                <a:lnTo>
                  <a:pt x="2482066" y="114090"/>
                </a:lnTo>
                <a:cubicBezTo>
                  <a:pt x="2482587" y="117927"/>
                  <a:pt x="2484031" y="120721"/>
                  <a:pt x="2486399" y="122473"/>
                </a:cubicBezTo>
                <a:cubicBezTo>
                  <a:pt x="2489572" y="124841"/>
                  <a:pt x="2493906" y="126025"/>
                  <a:pt x="2499400" y="126025"/>
                </a:cubicBezTo>
                <a:cubicBezTo>
                  <a:pt x="2505320" y="126025"/>
                  <a:pt x="2509890" y="124838"/>
                  <a:pt x="2513110" y="122464"/>
                </a:cubicBezTo>
                <a:cubicBezTo>
                  <a:pt x="2516331" y="120092"/>
                  <a:pt x="2518509" y="116769"/>
                  <a:pt x="2519646" y="112496"/>
                </a:cubicBezTo>
                <a:cubicBezTo>
                  <a:pt x="2520309" y="109887"/>
                  <a:pt x="2520617" y="104405"/>
                  <a:pt x="2520569" y="96051"/>
                </a:cubicBezTo>
                <a:cubicBezTo>
                  <a:pt x="2514981" y="102678"/>
                  <a:pt x="2508019" y="105992"/>
                  <a:pt x="2499684" y="105992"/>
                </a:cubicBezTo>
                <a:cubicBezTo>
                  <a:pt x="2489312" y="105992"/>
                  <a:pt x="2481284" y="102250"/>
                  <a:pt x="2475601" y="94767"/>
                </a:cubicBezTo>
                <a:cubicBezTo>
                  <a:pt x="2469918" y="87285"/>
                  <a:pt x="2467076" y="78310"/>
                  <a:pt x="2467076" y="67843"/>
                </a:cubicBezTo>
                <a:cubicBezTo>
                  <a:pt x="2467076" y="60645"/>
                  <a:pt x="2468379" y="54002"/>
                  <a:pt x="2470983" y="47917"/>
                </a:cubicBezTo>
                <a:cubicBezTo>
                  <a:pt x="2473588" y="41831"/>
                  <a:pt x="2477365" y="37130"/>
                  <a:pt x="2482314" y="33815"/>
                </a:cubicBezTo>
                <a:cubicBezTo>
                  <a:pt x="2487264" y="30500"/>
                  <a:pt x="2493077" y="28842"/>
                  <a:pt x="2499755" y="28842"/>
                </a:cubicBezTo>
                <a:cubicBezTo>
                  <a:pt x="2508658" y="28842"/>
                  <a:pt x="2515999" y="32465"/>
                  <a:pt x="2521777" y="39711"/>
                </a:cubicBezTo>
                <a:lnTo>
                  <a:pt x="2521777" y="30547"/>
                </a:lnTo>
                <a:lnTo>
                  <a:pt x="2533570" y="30547"/>
                </a:lnTo>
                <a:lnTo>
                  <a:pt x="2533570" y="95806"/>
                </a:lnTo>
                <a:cubicBezTo>
                  <a:pt x="2533570" y="107559"/>
                  <a:pt x="2532374" y="115888"/>
                  <a:pt x="2529982" y="120793"/>
                </a:cubicBezTo>
                <a:cubicBezTo>
                  <a:pt x="2527591" y="125697"/>
                  <a:pt x="2523802" y="129571"/>
                  <a:pt x="2518616" y="132414"/>
                </a:cubicBezTo>
                <a:cubicBezTo>
                  <a:pt x="2513430" y="135259"/>
                  <a:pt x="2507048" y="136681"/>
                  <a:pt x="2499471" y="136681"/>
                </a:cubicBezTo>
                <a:cubicBezTo>
                  <a:pt x="2490472" y="136681"/>
                  <a:pt x="2483202" y="134651"/>
                  <a:pt x="2477661" y="130589"/>
                </a:cubicBezTo>
                <a:cubicBezTo>
                  <a:pt x="2472120" y="126528"/>
                  <a:pt x="2469444" y="120413"/>
                  <a:pt x="2469634" y="112243"/>
                </a:cubicBezTo>
                <a:moveTo>
                  <a:pt x="2480219" y="66922"/>
                </a:moveTo>
                <a:cubicBezTo>
                  <a:pt x="2480219" y="76795"/>
                  <a:pt x="2482184" y="83999"/>
                  <a:pt x="2486115" y="88534"/>
                </a:cubicBezTo>
                <a:cubicBezTo>
                  <a:pt x="2490046" y="93068"/>
                  <a:pt x="2494971" y="95336"/>
                  <a:pt x="2500891" y="95336"/>
                </a:cubicBezTo>
                <a:cubicBezTo>
                  <a:pt x="2506764" y="95336"/>
                  <a:pt x="2511689" y="93080"/>
                  <a:pt x="2515668" y="88569"/>
                </a:cubicBezTo>
                <a:cubicBezTo>
                  <a:pt x="2519646" y="84058"/>
                  <a:pt x="2521635" y="76984"/>
                  <a:pt x="2521635" y="67346"/>
                </a:cubicBezTo>
                <a:cubicBezTo>
                  <a:pt x="2521635" y="58134"/>
                  <a:pt x="2519587" y="51190"/>
                  <a:pt x="2515490" y="46513"/>
                </a:cubicBezTo>
                <a:cubicBezTo>
                  <a:pt x="2511393" y="41837"/>
                  <a:pt x="2506456" y="39498"/>
                  <a:pt x="2500678" y="39498"/>
                </a:cubicBezTo>
                <a:cubicBezTo>
                  <a:pt x="2494995" y="39498"/>
                  <a:pt x="2490164" y="41801"/>
                  <a:pt x="2486186" y="46407"/>
                </a:cubicBezTo>
                <a:cubicBezTo>
                  <a:pt x="2482208" y="51013"/>
                  <a:pt x="2480219" y="57851"/>
                  <a:pt x="2480219" y="66922"/>
                </a:cubicBezTo>
                <a:close/>
                <a:moveTo>
                  <a:pt x="2602337" y="105992"/>
                </a:moveTo>
                <a:lnTo>
                  <a:pt x="2602337" y="94910"/>
                </a:lnTo>
                <a:cubicBezTo>
                  <a:pt x="2596464" y="103434"/>
                  <a:pt x="2588484" y="107697"/>
                  <a:pt x="2578396" y="107697"/>
                </a:cubicBezTo>
                <a:cubicBezTo>
                  <a:pt x="2573944" y="107697"/>
                  <a:pt x="2569788" y="106844"/>
                  <a:pt x="2565929" y="105139"/>
                </a:cubicBezTo>
                <a:cubicBezTo>
                  <a:pt x="2562069" y="103434"/>
                  <a:pt x="2559203" y="101291"/>
                  <a:pt x="2557333" y="98710"/>
                </a:cubicBezTo>
                <a:cubicBezTo>
                  <a:pt x="2555462" y="96129"/>
                  <a:pt x="2554148" y="92968"/>
                  <a:pt x="2553390" y="89226"/>
                </a:cubicBezTo>
                <a:cubicBezTo>
                  <a:pt x="2552869" y="86716"/>
                  <a:pt x="2552609" y="82738"/>
                  <a:pt x="2552609" y="77292"/>
                </a:cubicBezTo>
                <a:lnTo>
                  <a:pt x="2552609" y="30547"/>
                </a:lnTo>
                <a:lnTo>
                  <a:pt x="2565396" y="30547"/>
                </a:lnTo>
                <a:lnTo>
                  <a:pt x="2565396" y="72390"/>
                </a:lnTo>
                <a:cubicBezTo>
                  <a:pt x="2565396" y="79068"/>
                  <a:pt x="2565656" y="83567"/>
                  <a:pt x="2566177" y="85887"/>
                </a:cubicBezTo>
                <a:cubicBezTo>
                  <a:pt x="2566982" y="89250"/>
                  <a:pt x="2568687" y="91890"/>
                  <a:pt x="2571292" y="93808"/>
                </a:cubicBezTo>
                <a:cubicBezTo>
                  <a:pt x="2573897" y="95727"/>
                  <a:pt x="2577117" y="96686"/>
                  <a:pt x="2580954" y="96686"/>
                </a:cubicBezTo>
                <a:cubicBezTo>
                  <a:pt x="2584790" y="96686"/>
                  <a:pt x="2588389" y="95703"/>
                  <a:pt x="2591752" y="93737"/>
                </a:cubicBezTo>
                <a:cubicBezTo>
                  <a:pt x="2595114" y="91772"/>
                  <a:pt x="2597494" y="89096"/>
                  <a:pt x="2598891" y="85710"/>
                </a:cubicBezTo>
                <a:cubicBezTo>
                  <a:pt x="2600288" y="82324"/>
                  <a:pt x="2600987" y="77410"/>
                  <a:pt x="2600987" y="70969"/>
                </a:cubicBezTo>
                <a:lnTo>
                  <a:pt x="2600987" y="30547"/>
                </a:lnTo>
                <a:lnTo>
                  <a:pt x="2613774" y="30547"/>
                </a:lnTo>
                <a:lnTo>
                  <a:pt x="2613774" y="105992"/>
                </a:lnTo>
                <a:lnTo>
                  <a:pt x="2602337" y="105992"/>
                </a:lnTo>
                <a:close/>
                <a:moveTo>
                  <a:pt x="2633666" y="105992"/>
                </a:moveTo>
                <a:lnTo>
                  <a:pt x="2633666" y="30547"/>
                </a:lnTo>
                <a:lnTo>
                  <a:pt x="2645174" y="30547"/>
                </a:lnTo>
                <a:lnTo>
                  <a:pt x="2645174" y="41914"/>
                </a:lnTo>
                <a:cubicBezTo>
                  <a:pt x="2648110" y="36592"/>
                  <a:pt x="2650822" y="33082"/>
                  <a:pt x="2653308" y="31386"/>
                </a:cubicBezTo>
                <a:cubicBezTo>
                  <a:pt x="2655795" y="29690"/>
                  <a:pt x="2658530" y="28842"/>
                  <a:pt x="2661513" y="28842"/>
                </a:cubicBezTo>
                <a:cubicBezTo>
                  <a:pt x="2665823" y="28842"/>
                  <a:pt x="2670204" y="30210"/>
                  <a:pt x="2674656" y="32945"/>
                </a:cubicBezTo>
                <a:lnTo>
                  <a:pt x="2670251" y="44755"/>
                </a:lnTo>
                <a:cubicBezTo>
                  <a:pt x="2667125" y="42908"/>
                  <a:pt x="2664000" y="41985"/>
                  <a:pt x="2660874" y="41985"/>
                </a:cubicBezTo>
                <a:cubicBezTo>
                  <a:pt x="2658080" y="41985"/>
                  <a:pt x="2655570" y="42827"/>
                  <a:pt x="2653344" y="44511"/>
                </a:cubicBezTo>
                <a:cubicBezTo>
                  <a:pt x="2651118" y="46194"/>
                  <a:pt x="2649531" y="48529"/>
                  <a:pt x="2648584" y="51515"/>
                </a:cubicBezTo>
                <a:cubicBezTo>
                  <a:pt x="2647163" y="56066"/>
                  <a:pt x="2646453" y="61044"/>
                  <a:pt x="2646453" y="66449"/>
                </a:cubicBezTo>
                <a:lnTo>
                  <a:pt x="2646453" y="105992"/>
                </a:lnTo>
                <a:lnTo>
                  <a:pt x="2633666" y="105992"/>
                </a:lnTo>
                <a:close/>
                <a:moveTo>
                  <a:pt x="2731487" y="96677"/>
                </a:moveTo>
                <a:cubicBezTo>
                  <a:pt x="2726751" y="100705"/>
                  <a:pt x="2722193" y="103549"/>
                  <a:pt x="2717812" y="105208"/>
                </a:cubicBezTo>
                <a:cubicBezTo>
                  <a:pt x="2713431" y="106867"/>
                  <a:pt x="2708731" y="107697"/>
                  <a:pt x="2703711" y="107697"/>
                </a:cubicBezTo>
                <a:cubicBezTo>
                  <a:pt x="2695423" y="107697"/>
                  <a:pt x="2689053" y="105671"/>
                  <a:pt x="2684601" y="101618"/>
                </a:cubicBezTo>
                <a:cubicBezTo>
                  <a:pt x="2680149" y="97566"/>
                  <a:pt x="2677923" y="92388"/>
                  <a:pt x="2677923" y="86085"/>
                </a:cubicBezTo>
                <a:cubicBezTo>
                  <a:pt x="2677923" y="82389"/>
                  <a:pt x="2678764" y="79014"/>
                  <a:pt x="2680445" y="75957"/>
                </a:cubicBezTo>
                <a:cubicBezTo>
                  <a:pt x="2682126" y="72900"/>
                  <a:pt x="2684329" y="70447"/>
                  <a:pt x="2687052" y="68598"/>
                </a:cubicBezTo>
                <a:cubicBezTo>
                  <a:pt x="2689775" y="66750"/>
                  <a:pt x="2692842" y="65352"/>
                  <a:pt x="2696252" y="64404"/>
                </a:cubicBezTo>
                <a:cubicBezTo>
                  <a:pt x="2698762" y="63740"/>
                  <a:pt x="2702550" y="63100"/>
                  <a:pt x="2707618" y="62484"/>
                </a:cubicBezTo>
                <a:cubicBezTo>
                  <a:pt x="2717942" y="61262"/>
                  <a:pt x="2725544" y="59804"/>
                  <a:pt x="2730422" y="58111"/>
                </a:cubicBezTo>
                <a:cubicBezTo>
                  <a:pt x="2730469" y="56366"/>
                  <a:pt x="2730493" y="55257"/>
                  <a:pt x="2730493" y="54785"/>
                </a:cubicBezTo>
                <a:cubicBezTo>
                  <a:pt x="2730493" y="49595"/>
                  <a:pt x="2729285" y="45939"/>
                  <a:pt x="2726870" y="43816"/>
                </a:cubicBezTo>
                <a:cubicBezTo>
                  <a:pt x="2723602" y="40938"/>
                  <a:pt x="2718748" y="39498"/>
                  <a:pt x="2712307" y="39498"/>
                </a:cubicBezTo>
                <a:cubicBezTo>
                  <a:pt x="2706292" y="39498"/>
                  <a:pt x="2701852" y="40552"/>
                  <a:pt x="2698987" y="42660"/>
                </a:cubicBezTo>
                <a:cubicBezTo>
                  <a:pt x="2696121" y="44767"/>
                  <a:pt x="2694002" y="48497"/>
                  <a:pt x="2692628" y="53848"/>
                </a:cubicBezTo>
                <a:lnTo>
                  <a:pt x="2680125" y="52143"/>
                </a:lnTo>
                <a:cubicBezTo>
                  <a:pt x="2681262" y="46775"/>
                  <a:pt x="2683133" y="42441"/>
                  <a:pt x="2685738" y="39139"/>
                </a:cubicBezTo>
                <a:cubicBezTo>
                  <a:pt x="2688342" y="35837"/>
                  <a:pt x="2692108" y="33296"/>
                  <a:pt x="2697033" y="31515"/>
                </a:cubicBezTo>
                <a:cubicBezTo>
                  <a:pt x="2701958" y="29733"/>
                  <a:pt x="2707665" y="28842"/>
                  <a:pt x="2714154" y="28842"/>
                </a:cubicBezTo>
                <a:cubicBezTo>
                  <a:pt x="2720595" y="28842"/>
                  <a:pt x="2725828" y="29600"/>
                  <a:pt x="2729853" y="31116"/>
                </a:cubicBezTo>
                <a:cubicBezTo>
                  <a:pt x="2733879" y="32631"/>
                  <a:pt x="2736839" y="34537"/>
                  <a:pt x="2738733" y="36834"/>
                </a:cubicBezTo>
                <a:cubicBezTo>
                  <a:pt x="2740628" y="39131"/>
                  <a:pt x="2741954" y="42032"/>
                  <a:pt x="2742712" y="45537"/>
                </a:cubicBezTo>
                <a:cubicBezTo>
                  <a:pt x="2743138" y="47715"/>
                  <a:pt x="2743351" y="51646"/>
                  <a:pt x="2743351" y="57329"/>
                </a:cubicBezTo>
                <a:lnTo>
                  <a:pt x="2743351" y="74379"/>
                </a:lnTo>
                <a:cubicBezTo>
                  <a:pt x="2743351" y="86266"/>
                  <a:pt x="2743623" y="93785"/>
                  <a:pt x="2744168" y="96934"/>
                </a:cubicBezTo>
                <a:cubicBezTo>
                  <a:pt x="2744713" y="100084"/>
                  <a:pt x="2745790" y="103103"/>
                  <a:pt x="2747400" y="105992"/>
                </a:cubicBezTo>
                <a:lnTo>
                  <a:pt x="2734045" y="105992"/>
                </a:lnTo>
                <a:cubicBezTo>
                  <a:pt x="2732719" y="103337"/>
                  <a:pt x="2731866" y="100232"/>
                  <a:pt x="2731487" y="96677"/>
                </a:cubicBezTo>
                <a:moveTo>
                  <a:pt x="2730422" y="68056"/>
                </a:moveTo>
                <a:cubicBezTo>
                  <a:pt x="2725781" y="69967"/>
                  <a:pt x="2718819" y="71591"/>
                  <a:pt x="2709536" y="72927"/>
                </a:cubicBezTo>
                <a:cubicBezTo>
                  <a:pt x="2704279" y="73688"/>
                  <a:pt x="2700561" y="74544"/>
                  <a:pt x="2698383" y="75496"/>
                </a:cubicBezTo>
                <a:cubicBezTo>
                  <a:pt x="2696204" y="76446"/>
                  <a:pt x="2694523" y="77837"/>
                  <a:pt x="2693339" y="79669"/>
                </a:cubicBezTo>
                <a:cubicBezTo>
                  <a:pt x="2692155" y="81500"/>
                  <a:pt x="2691563" y="83533"/>
                  <a:pt x="2691563" y="85768"/>
                </a:cubicBezTo>
                <a:cubicBezTo>
                  <a:pt x="2691563" y="89191"/>
                  <a:pt x="2692853" y="92044"/>
                  <a:pt x="2695435" y="94328"/>
                </a:cubicBezTo>
                <a:cubicBezTo>
                  <a:pt x="2698016" y="96610"/>
                  <a:pt x="2701793" y="97751"/>
                  <a:pt x="2706765" y="97751"/>
                </a:cubicBezTo>
                <a:cubicBezTo>
                  <a:pt x="2711691" y="97751"/>
                  <a:pt x="2716072" y="96669"/>
                  <a:pt x="2719908" y="94503"/>
                </a:cubicBezTo>
                <a:cubicBezTo>
                  <a:pt x="2723744" y="92338"/>
                  <a:pt x="2726562" y="89376"/>
                  <a:pt x="2728362" y="85617"/>
                </a:cubicBezTo>
                <a:cubicBezTo>
                  <a:pt x="2729735" y="82713"/>
                  <a:pt x="2730422" y="78430"/>
                  <a:pt x="2730422" y="72767"/>
                </a:cubicBezTo>
                <a:lnTo>
                  <a:pt x="2730422" y="68056"/>
                </a:lnTo>
                <a:close/>
                <a:moveTo>
                  <a:pt x="2791090" y="94696"/>
                </a:moveTo>
                <a:lnTo>
                  <a:pt x="2792937" y="105992"/>
                </a:lnTo>
                <a:cubicBezTo>
                  <a:pt x="2789338" y="106655"/>
                  <a:pt x="2786117" y="106986"/>
                  <a:pt x="2783276" y="106986"/>
                </a:cubicBezTo>
                <a:cubicBezTo>
                  <a:pt x="2778634" y="106986"/>
                  <a:pt x="2775035" y="106252"/>
                  <a:pt x="2772478" y="104784"/>
                </a:cubicBezTo>
                <a:cubicBezTo>
                  <a:pt x="2769920" y="103316"/>
                  <a:pt x="2768120" y="101386"/>
                  <a:pt x="2767078" y="98994"/>
                </a:cubicBezTo>
                <a:cubicBezTo>
                  <a:pt x="2766037" y="96603"/>
                  <a:pt x="2765516" y="91571"/>
                  <a:pt x="2765516" y="83898"/>
                </a:cubicBezTo>
                <a:lnTo>
                  <a:pt x="2765516" y="40493"/>
                </a:lnTo>
                <a:lnTo>
                  <a:pt x="2756138" y="40493"/>
                </a:lnTo>
                <a:lnTo>
                  <a:pt x="2756138" y="30547"/>
                </a:lnTo>
                <a:lnTo>
                  <a:pt x="2765516" y="30547"/>
                </a:lnTo>
                <a:lnTo>
                  <a:pt x="2765516" y="11813"/>
                </a:lnTo>
                <a:lnTo>
                  <a:pt x="2778232" y="4120"/>
                </a:lnTo>
                <a:lnTo>
                  <a:pt x="2778232" y="30547"/>
                </a:lnTo>
                <a:lnTo>
                  <a:pt x="2791090" y="30547"/>
                </a:lnTo>
                <a:lnTo>
                  <a:pt x="2791090" y="40493"/>
                </a:lnTo>
                <a:lnTo>
                  <a:pt x="2778232" y="40493"/>
                </a:lnTo>
                <a:lnTo>
                  <a:pt x="2778232" y="84609"/>
                </a:lnTo>
                <a:cubicBezTo>
                  <a:pt x="2778232" y="88255"/>
                  <a:pt x="2778457" y="90600"/>
                  <a:pt x="2778907" y="91642"/>
                </a:cubicBezTo>
                <a:cubicBezTo>
                  <a:pt x="2779357" y="92684"/>
                  <a:pt x="2780091" y="93512"/>
                  <a:pt x="2781109" y="94128"/>
                </a:cubicBezTo>
                <a:cubicBezTo>
                  <a:pt x="2782127" y="94744"/>
                  <a:pt x="2783583" y="95052"/>
                  <a:pt x="2785478" y="95052"/>
                </a:cubicBezTo>
                <a:cubicBezTo>
                  <a:pt x="2786899" y="95052"/>
                  <a:pt x="2788769" y="94933"/>
                  <a:pt x="2791090" y="94696"/>
                </a:cubicBezTo>
                <a:close/>
                <a:moveTo>
                  <a:pt x="2803664" y="16623"/>
                </a:moveTo>
                <a:lnTo>
                  <a:pt x="2803664" y="1847"/>
                </a:lnTo>
                <a:lnTo>
                  <a:pt x="2816451" y="1847"/>
                </a:lnTo>
                <a:lnTo>
                  <a:pt x="2816451" y="16623"/>
                </a:lnTo>
                <a:lnTo>
                  <a:pt x="2803664" y="16623"/>
                </a:lnTo>
                <a:moveTo>
                  <a:pt x="2803664" y="105992"/>
                </a:moveTo>
                <a:lnTo>
                  <a:pt x="2803664" y="30547"/>
                </a:lnTo>
                <a:lnTo>
                  <a:pt x="2816451" y="30547"/>
                </a:lnTo>
                <a:lnTo>
                  <a:pt x="2816451" y="105992"/>
                </a:lnTo>
                <a:lnTo>
                  <a:pt x="2803664" y="105992"/>
                </a:lnTo>
                <a:close/>
                <a:moveTo>
                  <a:pt x="2831157" y="68270"/>
                </a:moveTo>
                <a:cubicBezTo>
                  <a:pt x="2831157" y="54298"/>
                  <a:pt x="2835041" y="43950"/>
                  <a:pt x="2842808" y="37225"/>
                </a:cubicBezTo>
                <a:cubicBezTo>
                  <a:pt x="2849296" y="31637"/>
                  <a:pt x="2857205" y="28842"/>
                  <a:pt x="2866535" y="28842"/>
                </a:cubicBezTo>
                <a:cubicBezTo>
                  <a:pt x="2876907" y="28842"/>
                  <a:pt x="2885385" y="32240"/>
                  <a:pt x="2891968" y="39037"/>
                </a:cubicBezTo>
                <a:cubicBezTo>
                  <a:pt x="2898551" y="45833"/>
                  <a:pt x="2901842" y="55222"/>
                  <a:pt x="2901842" y="67204"/>
                </a:cubicBezTo>
                <a:cubicBezTo>
                  <a:pt x="2901842" y="76913"/>
                  <a:pt x="2900386" y="84550"/>
                  <a:pt x="2897473" y="90114"/>
                </a:cubicBezTo>
                <a:cubicBezTo>
                  <a:pt x="2894561" y="95679"/>
                  <a:pt x="2890322" y="100001"/>
                  <a:pt x="2884757" y="103079"/>
                </a:cubicBezTo>
                <a:cubicBezTo>
                  <a:pt x="2879192" y="106158"/>
                  <a:pt x="2873118" y="107697"/>
                  <a:pt x="2866535" y="107697"/>
                </a:cubicBezTo>
                <a:cubicBezTo>
                  <a:pt x="2855974" y="107697"/>
                  <a:pt x="2847437" y="104311"/>
                  <a:pt x="2840925" y="97538"/>
                </a:cubicBezTo>
                <a:cubicBezTo>
                  <a:pt x="2834413" y="90766"/>
                  <a:pt x="2831157" y="81009"/>
                  <a:pt x="2831157" y="68270"/>
                </a:cubicBezTo>
                <a:moveTo>
                  <a:pt x="2844300" y="68234"/>
                </a:moveTo>
                <a:cubicBezTo>
                  <a:pt x="2844300" y="77860"/>
                  <a:pt x="2846407" y="85068"/>
                  <a:pt x="2850622" y="89857"/>
                </a:cubicBezTo>
                <a:cubicBezTo>
                  <a:pt x="2854837" y="94646"/>
                  <a:pt x="2860142" y="97041"/>
                  <a:pt x="2866535" y="97041"/>
                </a:cubicBezTo>
                <a:cubicBezTo>
                  <a:pt x="2872881" y="97041"/>
                  <a:pt x="2878162" y="94634"/>
                  <a:pt x="2882377" y="89821"/>
                </a:cubicBezTo>
                <a:cubicBezTo>
                  <a:pt x="2886592" y="85008"/>
                  <a:pt x="2888700" y="77671"/>
                  <a:pt x="2888700" y="67810"/>
                </a:cubicBezTo>
                <a:cubicBezTo>
                  <a:pt x="2888700" y="58514"/>
                  <a:pt x="2886580" y="51471"/>
                  <a:pt x="2882342" y="46682"/>
                </a:cubicBezTo>
                <a:cubicBezTo>
                  <a:pt x="2878103" y="41893"/>
                  <a:pt x="2872834" y="39498"/>
                  <a:pt x="2866535" y="39498"/>
                </a:cubicBezTo>
                <a:cubicBezTo>
                  <a:pt x="2860142" y="39498"/>
                  <a:pt x="2854837" y="41881"/>
                  <a:pt x="2850622" y="46647"/>
                </a:cubicBezTo>
                <a:cubicBezTo>
                  <a:pt x="2846407" y="51412"/>
                  <a:pt x="2844300" y="58608"/>
                  <a:pt x="2844300" y="68234"/>
                </a:cubicBezTo>
                <a:close/>
                <a:moveTo>
                  <a:pt x="2916831" y="105992"/>
                </a:moveTo>
                <a:lnTo>
                  <a:pt x="2916831" y="30547"/>
                </a:lnTo>
                <a:lnTo>
                  <a:pt x="2928339" y="30547"/>
                </a:lnTo>
                <a:lnTo>
                  <a:pt x="2928339" y="41203"/>
                </a:lnTo>
                <a:cubicBezTo>
                  <a:pt x="2933880" y="32963"/>
                  <a:pt x="2941884" y="28842"/>
                  <a:pt x="2952351" y="28842"/>
                </a:cubicBezTo>
                <a:cubicBezTo>
                  <a:pt x="2956897" y="28842"/>
                  <a:pt x="2961077" y="29659"/>
                  <a:pt x="2964889" y="31293"/>
                </a:cubicBezTo>
                <a:cubicBezTo>
                  <a:pt x="2968702" y="32927"/>
                  <a:pt x="2971555" y="35070"/>
                  <a:pt x="2973450" y="37722"/>
                </a:cubicBezTo>
                <a:cubicBezTo>
                  <a:pt x="2975344" y="40374"/>
                  <a:pt x="2976670" y="43524"/>
                  <a:pt x="2977428" y="47171"/>
                </a:cubicBezTo>
                <a:cubicBezTo>
                  <a:pt x="2977902" y="49539"/>
                  <a:pt x="2978138" y="53683"/>
                  <a:pt x="2978138" y="59603"/>
                </a:cubicBezTo>
                <a:lnTo>
                  <a:pt x="2978138" y="105992"/>
                </a:lnTo>
                <a:lnTo>
                  <a:pt x="2965351" y="105992"/>
                </a:lnTo>
                <a:lnTo>
                  <a:pt x="2965351" y="60051"/>
                </a:lnTo>
                <a:cubicBezTo>
                  <a:pt x="2965351" y="54836"/>
                  <a:pt x="2964854" y="50936"/>
                  <a:pt x="2963859" y="48352"/>
                </a:cubicBezTo>
                <a:cubicBezTo>
                  <a:pt x="2962865" y="45768"/>
                  <a:pt x="2961101" y="43705"/>
                  <a:pt x="2958567" y="42165"/>
                </a:cubicBezTo>
                <a:cubicBezTo>
                  <a:pt x="2956033" y="40624"/>
                  <a:pt x="2953061" y="39853"/>
                  <a:pt x="2949651" y="39853"/>
                </a:cubicBezTo>
                <a:cubicBezTo>
                  <a:pt x="2944205" y="39853"/>
                  <a:pt x="2939504" y="41584"/>
                  <a:pt x="2935550" y="45046"/>
                </a:cubicBezTo>
                <a:cubicBezTo>
                  <a:pt x="2931595" y="48506"/>
                  <a:pt x="2929618" y="55072"/>
                  <a:pt x="2929618" y="64744"/>
                </a:cubicBezTo>
                <a:lnTo>
                  <a:pt x="2929618" y="105992"/>
                </a:lnTo>
                <a:lnTo>
                  <a:pt x="2916831" y="105992"/>
                </a:lnTo>
                <a:close/>
                <a:moveTo>
                  <a:pt x="3006128" y="136681"/>
                </a:moveTo>
                <a:lnTo>
                  <a:pt x="2996964" y="136681"/>
                </a:lnTo>
                <a:cubicBezTo>
                  <a:pt x="3011125" y="113948"/>
                  <a:pt x="3018205" y="91192"/>
                  <a:pt x="3018205" y="68412"/>
                </a:cubicBezTo>
                <a:cubicBezTo>
                  <a:pt x="3018205" y="59508"/>
                  <a:pt x="3017187" y="50675"/>
                  <a:pt x="3015151" y="41914"/>
                </a:cubicBezTo>
                <a:cubicBezTo>
                  <a:pt x="3013540" y="34810"/>
                  <a:pt x="3011291" y="27990"/>
                  <a:pt x="3008402" y="21454"/>
                </a:cubicBezTo>
                <a:cubicBezTo>
                  <a:pt x="3006555" y="17192"/>
                  <a:pt x="3002742" y="10088"/>
                  <a:pt x="2996964" y="142"/>
                </a:cubicBezTo>
                <a:lnTo>
                  <a:pt x="3006128" y="142"/>
                </a:lnTo>
                <a:cubicBezTo>
                  <a:pt x="3015032" y="12029"/>
                  <a:pt x="3021615" y="23964"/>
                  <a:pt x="3025878" y="35946"/>
                </a:cubicBezTo>
                <a:cubicBezTo>
                  <a:pt x="3029524" y="46271"/>
                  <a:pt x="3031348" y="57069"/>
                  <a:pt x="3031348" y="68341"/>
                </a:cubicBezTo>
                <a:cubicBezTo>
                  <a:pt x="3031348" y="81128"/>
                  <a:pt x="3028897" y="93489"/>
                  <a:pt x="3023995" y="105423"/>
                </a:cubicBezTo>
                <a:cubicBezTo>
                  <a:pt x="3019093" y="117358"/>
                  <a:pt x="3013138" y="127777"/>
                  <a:pt x="3006128" y="136681"/>
                </a:cubicBezTo>
                <a:close/>
                <a:moveTo>
                  <a:pt x="3049747" y="45181"/>
                </a:moveTo>
                <a:lnTo>
                  <a:pt x="3049747" y="30547"/>
                </a:lnTo>
                <a:lnTo>
                  <a:pt x="3064310" y="30547"/>
                </a:lnTo>
                <a:lnTo>
                  <a:pt x="3064310" y="45181"/>
                </a:lnTo>
                <a:lnTo>
                  <a:pt x="3049747" y="45181"/>
                </a:lnTo>
                <a:moveTo>
                  <a:pt x="3049747" y="105992"/>
                </a:moveTo>
                <a:lnTo>
                  <a:pt x="3049747" y="91358"/>
                </a:lnTo>
                <a:lnTo>
                  <a:pt x="3064310" y="91358"/>
                </a:lnTo>
                <a:lnTo>
                  <a:pt x="3064310" y="105992"/>
                </a:lnTo>
                <a:lnTo>
                  <a:pt x="3049747" y="105992"/>
                </a:lnTo>
                <a:close/>
                <a:moveTo>
                  <a:pt x="3123983" y="72461"/>
                </a:moveTo>
                <a:lnTo>
                  <a:pt x="3136983" y="71324"/>
                </a:lnTo>
                <a:cubicBezTo>
                  <a:pt x="3137599" y="76534"/>
                  <a:pt x="3139032" y="80808"/>
                  <a:pt x="3141281" y="84147"/>
                </a:cubicBezTo>
                <a:cubicBezTo>
                  <a:pt x="3143531" y="87486"/>
                  <a:pt x="3147024" y="90185"/>
                  <a:pt x="3151760" y="92246"/>
                </a:cubicBezTo>
                <a:cubicBezTo>
                  <a:pt x="3156496" y="94306"/>
                  <a:pt x="3161824" y="95336"/>
                  <a:pt x="3167744" y="95336"/>
                </a:cubicBezTo>
                <a:cubicBezTo>
                  <a:pt x="3173001" y="95336"/>
                  <a:pt x="3177642" y="94554"/>
                  <a:pt x="3181667" y="92991"/>
                </a:cubicBezTo>
                <a:cubicBezTo>
                  <a:pt x="3185693" y="91429"/>
                  <a:pt x="3188689" y="89286"/>
                  <a:pt x="3190654" y="86562"/>
                </a:cubicBezTo>
                <a:cubicBezTo>
                  <a:pt x="3192619" y="83839"/>
                  <a:pt x="3193602" y="80867"/>
                  <a:pt x="3193602" y="77647"/>
                </a:cubicBezTo>
                <a:cubicBezTo>
                  <a:pt x="3193602" y="74379"/>
                  <a:pt x="3192655" y="71526"/>
                  <a:pt x="3190761" y="69086"/>
                </a:cubicBezTo>
                <a:cubicBezTo>
                  <a:pt x="3188866" y="66647"/>
                  <a:pt x="3185740" y="64599"/>
                  <a:pt x="3181383" y="62942"/>
                </a:cubicBezTo>
                <a:cubicBezTo>
                  <a:pt x="3178589" y="61852"/>
                  <a:pt x="3172409" y="60159"/>
                  <a:pt x="3162842" y="57862"/>
                </a:cubicBezTo>
                <a:cubicBezTo>
                  <a:pt x="3153275" y="55565"/>
                  <a:pt x="3146574" y="53398"/>
                  <a:pt x="3142737" y="51362"/>
                </a:cubicBezTo>
                <a:cubicBezTo>
                  <a:pt x="3137765" y="48757"/>
                  <a:pt x="3134059" y="45525"/>
                  <a:pt x="3131620" y="41665"/>
                </a:cubicBezTo>
                <a:cubicBezTo>
                  <a:pt x="3129181" y="37805"/>
                  <a:pt x="3127961" y="33484"/>
                  <a:pt x="3127961" y="28700"/>
                </a:cubicBezTo>
                <a:cubicBezTo>
                  <a:pt x="3127961" y="23443"/>
                  <a:pt x="3129453" y="18530"/>
                  <a:pt x="3132437" y="13959"/>
                </a:cubicBezTo>
                <a:cubicBezTo>
                  <a:pt x="3135420" y="9389"/>
                  <a:pt x="3139777" y="5920"/>
                  <a:pt x="3145508" y="3552"/>
                </a:cubicBezTo>
                <a:cubicBezTo>
                  <a:pt x="3151239" y="1184"/>
                  <a:pt x="3157609" y="0"/>
                  <a:pt x="3164618" y="0"/>
                </a:cubicBezTo>
                <a:cubicBezTo>
                  <a:pt x="3172338" y="0"/>
                  <a:pt x="3179146" y="1243"/>
                  <a:pt x="3185042" y="3730"/>
                </a:cubicBezTo>
                <a:cubicBezTo>
                  <a:pt x="3190938" y="6216"/>
                  <a:pt x="3195473" y="9875"/>
                  <a:pt x="3198646" y="14705"/>
                </a:cubicBezTo>
                <a:cubicBezTo>
                  <a:pt x="3201819" y="19536"/>
                  <a:pt x="3203524" y="25006"/>
                  <a:pt x="3203761" y="31116"/>
                </a:cubicBezTo>
                <a:lnTo>
                  <a:pt x="3190547" y="32110"/>
                </a:lnTo>
                <a:cubicBezTo>
                  <a:pt x="3189837" y="25503"/>
                  <a:pt x="3187434" y="20513"/>
                  <a:pt x="3183337" y="17138"/>
                </a:cubicBezTo>
                <a:cubicBezTo>
                  <a:pt x="3179240" y="13764"/>
                  <a:pt x="3173190" y="12077"/>
                  <a:pt x="3165186" y="12077"/>
                </a:cubicBezTo>
                <a:cubicBezTo>
                  <a:pt x="3156851" y="12077"/>
                  <a:pt x="3150777" y="13606"/>
                  <a:pt x="3146964" y="16663"/>
                </a:cubicBezTo>
                <a:cubicBezTo>
                  <a:pt x="3143152" y="19720"/>
                  <a:pt x="3141246" y="23404"/>
                  <a:pt x="3141246" y="27717"/>
                </a:cubicBezTo>
                <a:cubicBezTo>
                  <a:pt x="3141246" y="31461"/>
                  <a:pt x="3142595" y="34542"/>
                  <a:pt x="3145295" y="36959"/>
                </a:cubicBezTo>
                <a:cubicBezTo>
                  <a:pt x="3147947" y="39377"/>
                  <a:pt x="3154874" y="41854"/>
                  <a:pt x="3166074" y="44389"/>
                </a:cubicBezTo>
                <a:cubicBezTo>
                  <a:pt x="3177275" y="46924"/>
                  <a:pt x="3184959" y="49140"/>
                  <a:pt x="3189127" y="51036"/>
                </a:cubicBezTo>
                <a:cubicBezTo>
                  <a:pt x="3195189" y="53831"/>
                  <a:pt x="3199664" y="57374"/>
                  <a:pt x="3202553" y="61665"/>
                </a:cubicBezTo>
                <a:cubicBezTo>
                  <a:pt x="3205442" y="65954"/>
                  <a:pt x="3206887" y="70895"/>
                  <a:pt x="3206887" y="76488"/>
                </a:cubicBezTo>
                <a:cubicBezTo>
                  <a:pt x="3206887" y="82032"/>
                  <a:pt x="3205300" y="87257"/>
                  <a:pt x="3202127" y="92163"/>
                </a:cubicBezTo>
                <a:cubicBezTo>
                  <a:pt x="3198954" y="97068"/>
                  <a:pt x="3194395" y="100884"/>
                  <a:pt x="3188452" y="103610"/>
                </a:cubicBezTo>
                <a:cubicBezTo>
                  <a:pt x="3182508" y="106334"/>
                  <a:pt x="3175818" y="107697"/>
                  <a:pt x="3168383" y="107697"/>
                </a:cubicBezTo>
                <a:cubicBezTo>
                  <a:pt x="3158958" y="107697"/>
                  <a:pt x="3151061" y="106323"/>
                  <a:pt x="3144691" y="103576"/>
                </a:cubicBezTo>
                <a:cubicBezTo>
                  <a:pt x="3138321" y="100830"/>
                  <a:pt x="3133325" y="96697"/>
                  <a:pt x="3129702" y="91180"/>
                </a:cubicBezTo>
                <a:cubicBezTo>
                  <a:pt x="3126079" y="85662"/>
                  <a:pt x="3124172" y="79423"/>
                  <a:pt x="3123983" y="72461"/>
                </a:cubicBezTo>
                <a:close/>
                <a:moveTo>
                  <a:pt x="3251998" y="94696"/>
                </a:moveTo>
                <a:lnTo>
                  <a:pt x="3253845" y="105992"/>
                </a:lnTo>
                <a:cubicBezTo>
                  <a:pt x="3250246" y="106655"/>
                  <a:pt x="3247025" y="106986"/>
                  <a:pt x="3244184" y="106986"/>
                </a:cubicBezTo>
                <a:cubicBezTo>
                  <a:pt x="3239542" y="106986"/>
                  <a:pt x="3235943" y="106252"/>
                  <a:pt x="3233385" y="104784"/>
                </a:cubicBezTo>
                <a:cubicBezTo>
                  <a:pt x="3230828" y="103316"/>
                  <a:pt x="3229028" y="101386"/>
                  <a:pt x="3227986" y="98994"/>
                </a:cubicBezTo>
                <a:cubicBezTo>
                  <a:pt x="3226944" y="96603"/>
                  <a:pt x="3226424" y="91571"/>
                  <a:pt x="3226424" y="83898"/>
                </a:cubicBezTo>
                <a:lnTo>
                  <a:pt x="3226424" y="40493"/>
                </a:lnTo>
                <a:lnTo>
                  <a:pt x="3217046" y="40493"/>
                </a:lnTo>
                <a:lnTo>
                  <a:pt x="3217046" y="30547"/>
                </a:lnTo>
                <a:lnTo>
                  <a:pt x="3226424" y="30547"/>
                </a:lnTo>
                <a:lnTo>
                  <a:pt x="3226424" y="11813"/>
                </a:lnTo>
                <a:lnTo>
                  <a:pt x="3239140" y="4120"/>
                </a:lnTo>
                <a:lnTo>
                  <a:pt x="3239140" y="30547"/>
                </a:lnTo>
                <a:lnTo>
                  <a:pt x="3251998" y="30547"/>
                </a:lnTo>
                <a:lnTo>
                  <a:pt x="3251998" y="40493"/>
                </a:lnTo>
                <a:lnTo>
                  <a:pt x="3239140" y="40493"/>
                </a:lnTo>
                <a:lnTo>
                  <a:pt x="3239140" y="84609"/>
                </a:lnTo>
                <a:cubicBezTo>
                  <a:pt x="3239140" y="88255"/>
                  <a:pt x="3239365" y="90600"/>
                  <a:pt x="3239815" y="91642"/>
                </a:cubicBezTo>
                <a:cubicBezTo>
                  <a:pt x="3240264" y="92684"/>
                  <a:pt x="3240999" y="93512"/>
                  <a:pt x="3242017" y="94128"/>
                </a:cubicBezTo>
                <a:cubicBezTo>
                  <a:pt x="3243035" y="94744"/>
                  <a:pt x="3244491" y="95052"/>
                  <a:pt x="3246386" y="95052"/>
                </a:cubicBezTo>
                <a:cubicBezTo>
                  <a:pt x="3247807" y="95052"/>
                  <a:pt x="3249677" y="94933"/>
                  <a:pt x="3251998" y="94696"/>
                </a:cubicBezTo>
                <a:close/>
                <a:moveTo>
                  <a:pt x="3264359" y="105992"/>
                </a:moveTo>
                <a:lnTo>
                  <a:pt x="3264359" y="30547"/>
                </a:lnTo>
                <a:lnTo>
                  <a:pt x="3275868" y="30547"/>
                </a:lnTo>
                <a:lnTo>
                  <a:pt x="3275868" y="41914"/>
                </a:lnTo>
                <a:cubicBezTo>
                  <a:pt x="3278804" y="36592"/>
                  <a:pt x="3281515" y="33082"/>
                  <a:pt x="3284002" y="31386"/>
                </a:cubicBezTo>
                <a:cubicBezTo>
                  <a:pt x="3286488" y="29690"/>
                  <a:pt x="3289223" y="28842"/>
                  <a:pt x="3292207" y="28842"/>
                </a:cubicBezTo>
                <a:cubicBezTo>
                  <a:pt x="3296517" y="28842"/>
                  <a:pt x="3300898" y="30210"/>
                  <a:pt x="3305349" y="32945"/>
                </a:cubicBezTo>
                <a:lnTo>
                  <a:pt x="3300945" y="44755"/>
                </a:lnTo>
                <a:cubicBezTo>
                  <a:pt x="3297819" y="42908"/>
                  <a:pt x="3294693" y="41985"/>
                  <a:pt x="3291568" y="41985"/>
                </a:cubicBezTo>
                <a:cubicBezTo>
                  <a:pt x="3288773" y="41985"/>
                  <a:pt x="3286263" y="42827"/>
                  <a:pt x="3284037" y="44511"/>
                </a:cubicBezTo>
                <a:cubicBezTo>
                  <a:pt x="3281811" y="46194"/>
                  <a:pt x="3280225" y="48529"/>
                  <a:pt x="3279278" y="51515"/>
                </a:cubicBezTo>
                <a:cubicBezTo>
                  <a:pt x="3277857" y="56066"/>
                  <a:pt x="3277147" y="61044"/>
                  <a:pt x="3277147" y="66449"/>
                </a:cubicBezTo>
                <a:lnTo>
                  <a:pt x="3277147" y="105992"/>
                </a:lnTo>
                <a:lnTo>
                  <a:pt x="3264359" y="105992"/>
                </a:lnTo>
                <a:close/>
                <a:moveTo>
                  <a:pt x="3313022" y="16623"/>
                </a:moveTo>
                <a:lnTo>
                  <a:pt x="3313022" y="1847"/>
                </a:lnTo>
                <a:lnTo>
                  <a:pt x="3325809" y="1847"/>
                </a:lnTo>
                <a:lnTo>
                  <a:pt x="3325809" y="16623"/>
                </a:lnTo>
                <a:lnTo>
                  <a:pt x="3313022" y="16623"/>
                </a:lnTo>
                <a:moveTo>
                  <a:pt x="3313022" y="105992"/>
                </a:moveTo>
                <a:lnTo>
                  <a:pt x="3313022" y="30547"/>
                </a:lnTo>
                <a:lnTo>
                  <a:pt x="3325809" y="30547"/>
                </a:lnTo>
                <a:lnTo>
                  <a:pt x="3325809" y="105992"/>
                </a:lnTo>
                <a:lnTo>
                  <a:pt x="3313022" y="105992"/>
                </a:lnTo>
                <a:close/>
                <a:moveTo>
                  <a:pt x="3345273" y="105992"/>
                </a:moveTo>
                <a:lnTo>
                  <a:pt x="3345273" y="30547"/>
                </a:lnTo>
                <a:lnTo>
                  <a:pt x="3356782" y="30547"/>
                </a:lnTo>
                <a:lnTo>
                  <a:pt x="3356782" y="41203"/>
                </a:lnTo>
                <a:cubicBezTo>
                  <a:pt x="3362323" y="32963"/>
                  <a:pt x="3370327" y="28842"/>
                  <a:pt x="3380793" y="28842"/>
                </a:cubicBezTo>
                <a:cubicBezTo>
                  <a:pt x="3385340" y="28842"/>
                  <a:pt x="3389519" y="29659"/>
                  <a:pt x="3393332" y="31293"/>
                </a:cubicBezTo>
                <a:cubicBezTo>
                  <a:pt x="3397144" y="32927"/>
                  <a:pt x="3399998" y="35070"/>
                  <a:pt x="3401892" y="37722"/>
                </a:cubicBezTo>
                <a:cubicBezTo>
                  <a:pt x="3403787" y="40374"/>
                  <a:pt x="3405113" y="43524"/>
                  <a:pt x="3405870" y="47171"/>
                </a:cubicBezTo>
                <a:cubicBezTo>
                  <a:pt x="3406344" y="49539"/>
                  <a:pt x="3406581" y="53683"/>
                  <a:pt x="3406581" y="59603"/>
                </a:cubicBezTo>
                <a:lnTo>
                  <a:pt x="3406581" y="105992"/>
                </a:lnTo>
                <a:lnTo>
                  <a:pt x="3393794" y="105992"/>
                </a:lnTo>
                <a:lnTo>
                  <a:pt x="3393794" y="60051"/>
                </a:lnTo>
                <a:cubicBezTo>
                  <a:pt x="3393794" y="54836"/>
                  <a:pt x="3393296" y="50936"/>
                  <a:pt x="3392302" y="48352"/>
                </a:cubicBezTo>
                <a:cubicBezTo>
                  <a:pt x="3391307" y="45768"/>
                  <a:pt x="3389543" y="43705"/>
                  <a:pt x="3387009" y="42165"/>
                </a:cubicBezTo>
                <a:cubicBezTo>
                  <a:pt x="3384475" y="40624"/>
                  <a:pt x="3381504" y="39853"/>
                  <a:pt x="3378094" y="39853"/>
                </a:cubicBezTo>
                <a:cubicBezTo>
                  <a:pt x="3372647" y="39853"/>
                  <a:pt x="3367947" y="41584"/>
                  <a:pt x="3363992" y="45046"/>
                </a:cubicBezTo>
                <a:cubicBezTo>
                  <a:pt x="3360038" y="48506"/>
                  <a:pt x="3358060" y="55072"/>
                  <a:pt x="3358060" y="64744"/>
                </a:cubicBezTo>
                <a:lnTo>
                  <a:pt x="3358060" y="105992"/>
                </a:lnTo>
                <a:lnTo>
                  <a:pt x="3345273" y="105992"/>
                </a:lnTo>
                <a:close/>
                <a:moveTo>
                  <a:pt x="3423843" y="112243"/>
                </a:moveTo>
                <a:lnTo>
                  <a:pt x="3436275" y="114090"/>
                </a:lnTo>
                <a:cubicBezTo>
                  <a:pt x="3436796" y="117927"/>
                  <a:pt x="3438241" y="120721"/>
                  <a:pt x="3440609" y="122473"/>
                </a:cubicBezTo>
                <a:cubicBezTo>
                  <a:pt x="3443782" y="124841"/>
                  <a:pt x="3448115" y="126025"/>
                  <a:pt x="3453609" y="126025"/>
                </a:cubicBezTo>
                <a:cubicBezTo>
                  <a:pt x="3459529" y="126025"/>
                  <a:pt x="3464099" y="124838"/>
                  <a:pt x="3467320" y="122464"/>
                </a:cubicBezTo>
                <a:cubicBezTo>
                  <a:pt x="3470540" y="120092"/>
                  <a:pt x="3472719" y="116769"/>
                  <a:pt x="3473855" y="112496"/>
                </a:cubicBezTo>
                <a:cubicBezTo>
                  <a:pt x="3474519" y="109887"/>
                  <a:pt x="3474826" y="104405"/>
                  <a:pt x="3474779" y="96051"/>
                </a:cubicBezTo>
                <a:cubicBezTo>
                  <a:pt x="3469191" y="102678"/>
                  <a:pt x="3462229" y="105992"/>
                  <a:pt x="3453893" y="105992"/>
                </a:cubicBezTo>
                <a:cubicBezTo>
                  <a:pt x="3443521" y="105992"/>
                  <a:pt x="3435494" y="102250"/>
                  <a:pt x="3429811" y="94767"/>
                </a:cubicBezTo>
                <a:cubicBezTo>
                  <a:pt x="3424127" y="87285"/>
                  <a:pt x="3421286" y="78310"/>
                  <a:pt x="3421286" y="67843"/>
                </a:cubicBezTo>
                <a:cubicBezTo>
                  <a:pt x="3421286" y="60645"/>
                  <a:pt x="3422588" y="54002"/>
                  <a:pt x="3425193" y="47917"/>
                </a:cubicBezTo>
                <a:cubicBezTo>
                  <a:pt x="3427798" y="41831"/>
                  <a:pt x="3431575" y="37130"/>
                  <a:pt x="3436524" y="33815"/>
                </a:cubicBezTo>
                <a:cubicBezTo>
                  <a:pt x="3441473" y="30500"/>
                  <a:pt x="3447286" y="28842"/>
                  <a:pt x="3453964" y="28842"/>
                </a:cubicBezTo>
                <a:cubicBezTo>
                  <a:pt x="3462868" y="28842"/>
                  <a:pt x="3470209" y="32465"/>
                  <a:pt x="3475987" y="39711"/>
                </a:cubicBezTo>
                <a:lnTo>
                  <a:pt x="3475987" y="30547"/>
                </a:lnTo>
                <a:lnTo>
                  <a:pt x="3487779" y="30547"/>
                </a:lnTo>
                <a:lnTo>
                  <a:pt x="3487779" y="95806"/>
                </a:lnTo>
                <a:cubicBezTo>
                  <a:pt x="3487779" y="107559"/>
                  <a:pt x="3486584" y="115888"/>
                  <a:pt x="3484192" y="120793"/>
                </a:cubicBezTo>
                <a:cubicBezTo>
                  <a:pt x="3481800" y="125697"/>
                  <a:pt x="3478011" y="129571"/>
                  <a:pt x="3472825" y="132414"/>
                </a:cubicBezTo>
                <a:cubicBezTo>
                  <a:pt x="3467639" y="135259"/>
                  <a:pt x="3461258" y="136681"/>
                  <a:pt x="3453680" y="136681"/>
                </a:cubicBezTo>
                <a:cubicBezTo>
                  <a:pt x="3444682" y="136681"/>
                  <a:pt x="3437412" y="134651"/>
                  <a:pt x="3431871" y="130589"/>
                </a:cubicBezTo>
                <a:cubicBezTo>
                  <a:pt x="3426330" y="126528"/>
                  <a:pt x="3423654" y="120413"/>
                  <a:pt x="3423843" y="112243"/>
                </a:cubicBezTo>
                <a:moveTo>
                  <a:pt x="3434428" y="66922"/>
                </a:moveTo>
                <a:cubicBezTo>
                  <a:pt x="3434428" y="76795"/>
                  <a:pt x="3436394" y="83999"/>
                  <a:pt x="3440325" y="88534"/>
                </a:cubicBezTo>
                <a:cubicBezTo>
                  <a:pt x="3444255" y="93068"/>
                  <a:pt x="3449181" y="95336"/>
                  <a:pt x="3455101" y="95336"/>
                </a:cubicBezTo>
                <a:cubicBezTo>
                  <a:pt x="3460974" y="95336"/>
                  <a:pt x="3465899" y="93080"/>
                  <a:pt x="3469877" y="88569"/>
                </a:cubicBezTo>
                <a:cubicBezTo>
                  <a:pt x="3473855" y="84058"/>
                  <a:pt x="3475845" y="76984"/>
                  <a:pt x="3475845" y="67346"/>
                </a:cubicBezTo>
                <a:cubicBezTo>
                  <a:pt x="3475845" y="58134"/>
                  <a:pt x="3473796" y="51190"/>
                  <a:pt x="3469700" y="46513"/>
                </a:cubicBezTo>
                <a:cubicBezTo>
                  <a:pt x="3465603" y="41837"/>
                  <a:pt x="3460666" y="39498"/>
                  <a:pt x="3454888" y="39498"/>
                </a:cubicBezTo>
                <a:cubicBezTo>
                  <a:pt x="3449205" y="39498"/>
                  <a:pt x="3444374" y="41801"/>
                  <a:pt x="3440396" y="46407"/>
                </a:cubicBezTo>
                <a:cubicBezTo>
                  <a:pt x="3436417" y="51013"/>
                  <a:pt x="3434428" y="57851"/>
                  <a:pt x="3434428" y="6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+getSystemContent():String">
            <a:extLst xmlns:a="http://schemas.openxmlformats.org/drawingml/2006/main">
              <a:ext uri="{FF2B5EF4-FFF2-40B4-BE49-F238E27FC236}">
                <a16:creationId xmlns:a16="http://schemas.microsoft.com/office/drawing/2014/main" id="{C5059CA5-1118-4DC4-BB54-31BE9F8D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65" y="3638204"/>
            <a:ext cx="1862242" cy="136681"/>
          </a:xfrm>
          <a:custGeom xmlns:a="http://schemas.openxmlformats.org/drawingml/2006/main">
            <a:pathLst>
              <a:path w="1862242" h="136681">
                <a:moveTo>
                  <a:pt x="28345" y="89084"/>
                </a:moveTo>
                <a:lnTo>
                  <a:pt x="28345" y="60668"/>
                </a:lnTo>
                <a:lnTo>
                  <a:pt x="0" y="60668"/>
                </a:lnTo>
                <a:lnTo>
                  <a:pt x="0" y="48591"/>
                </a:lnTo>
                <a:lnTo>
                  <a:pt x="28345" y="48591"/>
                </a:lnTo>
                <a:lnTo>
                  <a:pt x="28345" y="20317"/>
                </a:lnTo>
                <a:lnTo>
                  <a:pt x="40422" y="20317"/>
                </a:lnTo>
                <a:lnTo>
                  <a:pt x="40422" y="48591"/>
                </a:lnTo>
                <a:lnTo>
                  <a:pt x="68767" y="48591"/>
                </a:lnTo>
                <a:lnTo>
                  <a:pt x="68767" y="60668"/>
                </a:lnTo>
                <a:lnTo>
                  <a:pt x="40422" y="60668"/>
                </a:lnTo>
                <a:lnTo>
                  <a:pt x="40422" y="89084"/>
                </a:lnTo>
                <a:lnTo>
                  <a:pt x="28345" y="89084"/>
                </a:lnTo>
                <a:close/>
                <a:moveTo>
                  <a:pt x="124533" y="112243"/>
                </a:moveTo>
                <a:lnTo>
                  <a:pt x="136965" y="114090"/>
                </a:lnTo>
                <a:cubicBezTo>
                  <a:pt x="137486" y="117927"/>
                  <a:pt x="138930" y="120721"/>
                  <a:pt x="141298" y="122473"/>
                </a:cubicBezTo>
                <a:cubicBezTo>
                  <a:pt x="144471" y="124841"/>
                  <a:pt x="148805" y="126025"/>
                  <a:pt x="154299" y="126025"/>
                </a:cubicBezTo>
                <a:cubicBezTo>
                  <a:pt x="160219" y="126025"/>
                  <a:pt x="164789" y="124838"/>
                  <a:pt x="168009" y="122464"/>
                </a:cubicBezTo>
                <a:cubicBezTo>
                  <a:pt x="171230" y="120092"/>
                  <a:pt x="173408" y="116769"/>
                  <a:pt x="174545" y="112496"/>
                </a:cubicBezTo>
                <a:cubicBezTo>
                  <a:pt x="175208" y="109887"/>
                  <a:pt x="175516" y="104405"/>
                  <a:pt x="175469" y="96051"/>
                </a:cubicBezTo>
                <a:cubicBezTo>
                  <a:pt x="169880" y="102678"/>
                  <a:pt x="162918" y="105992"/>
                  <a:pt x="154583" y="105992"/>
                </a:cubicBezTo>
                <a:cubicBezTo>
                  <a:pt x="144211" y="105992"/>
                  <a:pt x="136183" y="102250"/>
                  <a:pt x="130500" y="94767"/>
                </a:cubicBezTo>
                <a:cubicBezTo>
                  <a:pt x="124817" y="87285"/>
                  <a:pt x="121975" y="78310"/>
                  <a:pt x="121975" y="67843"/>
                </a:cubicBezTo>
                <a:cubicBezTo>
                  <a:pt x="121975" y="60645"/>
                  <a:pt x="123278" y="54002"/>
                  <a:pt x="125883" y="47917"/>
                </a:cubicBezTo>
                <a:cubicBezTo>
                  <a:pt x="128487" y="41831"/>
                  <a:pt x="132264" y="37130"/>
                  <a:pt x="137214" y="33815"/>
                </a:cubicBezTo>
                <a:cubicBezTo>
                  <a:pt x="142163" y="30500"/>
                  <a:pt x="147976" y="28842"/>
                  <a:pt x="154654" y="28842"/>
                </a:cubicBezTo>
                <a:cubicBezTo>
                  <a:pt x="163558" y="28842"/>
                  <a:pt x="170898" y="32465"/>
                  <a:pt x="176676" y="39711"/>
                </a:cubicBezTo>
                <a:lnTo>
                  <a:pt x="176676" y="30547"/>
                </a:lnTo>
                <a:lnTo>
                  <a:pt x="188469" y="30547"/>
                </a:lnTo>
                <a:lnTo>
                  <a:pt x="188469" y="95806"/>
                </a:lnTo>
                <a:cubicBezTo>
                  <a:pt x="188469" y="107559"/>
                  <a:pt x="187273" y="115888"/>
                  <a:pt x="184881" y="120793"/>
                </a:cubicBezTo>
                <a:cubicBezTo>
                  <a:pt x="182490" y="125697"/>
                  <a:pt x="178701" y="129571"/>
                  <a:pt x="173515" y="132414"/>
                </a:cubicBezTo>
                <a:cubicBezTo>
                  <a:pt x="168329" y="135259"/>
                  <a:pt x="161947" y="136681"/>
                  <a:pt x="154370" y="136681"/>
                </a:cubicBezTo>
                <a:cubicBezTo>
                  <a:pt x="145371" y="136681"/>
                  <a:pt x="138102" y="134651"/>
                  <a:pt x="132560" y="130589"/>
                </a:cubicBezTo>
                <a:cubicBezTo>
                  <a:pt x="127019" y="126528"/>
                  <a:pt x="124343" y="120413"/>
                  <a:pt x="124533" y="112243"/>
                </a:cubicBezTo>
                <a:moveTo>
                  <a:pt x="135118" y="66922"/>
                </a:moveTo>
                <a:cubicBezTo>
                  <a:pt x="135118" y="76795"/>
                  <a:pt x="137083" y="83999"/>
                  <a:pt x="141014" y="88534"/>
                </a:cubicBezTo>
                <a:cubicBezTo>
                  <a:pt x="144945" y="93068"/>
                  <a:pt x="149871" y="95336"/>
                  <a:pt x="155791" y="95336"/>
                </a:cubicBezTo>
                <a:cubicBezTo>
                  <a:pt x="161663" y="95336"/>
                  <a:pt x="166589" y="93080"/>
                  <a:pt x="170567" y="88569"/>
                </a:cubicBezTo>
                <a:cubicBezTo>
                  <a:pt x="174545" y="84058"/>
                  <a:pt x="176534" y="76984"/>
                  <a:pt x="176534" y="67346"/>
                </a:cubicBezTo>
                <a:cubicBezTo>
                  <a:pt x="176534" y="58134"/>
                  <a:pt x="174486" y="51190"/>
                  <a:pt x="170389" y="46513"/>
                </a:cubicBezTo>
                <a:cubicBezTo>
                  <a:pt x="166293" y="41837"/>
                  <a:pt x="161355" y="39498"/>
                  <a:pt x="155577" y="39498"/>
                </a:cubicBezTo>
                <a:cubicBezTo>
                  <a:pt x="149894" y="39498"/>
                  <a:pt x="145063" y="41801"/>
                  <a:pt x="141085" y="46407"/>
                </a:cubicBezTo>
                <a:cubicBezTo>
                  <a:pt x="137107" y="51013"/>
                  <a:pt x="135118" y="57851"/>
                  <a:pt x="135118" y="66922"/>
                </a:cubicBezTo>
                <a:close/>
                <a:moveTo>
                  <a:pt x="259438" y="81696"/>
                </a:moveTo>
                <a:lnTo>
                  <a:pt x="272652" y="83330"/>
                </a:lnTo>
                <a:cubicBezTo>
                  <a:pt x="270568" y="91050"/>
                  <a:pt x="266708" y="97041"/>
                  <a:pt x="261072" y="101303"/>
                </a:cubicBezTo>
                <a:cubicBezTo>
                  <a:pt x="255436" y="105566"/>
                  <a:pt x="248238" y="107697"/>
                  <a:pt x="239476" y="107697"/>
                </a:cubicBezTo>
                <a:cubicBezTo>
                  <a:pt x="228441" y="107697"/>
                  <a:pt x="219691" y="104299"/>
                  <a:pt x="213227" y="97503"/>
                </a:cubicBezTo>
                <a:cubicBezTo>
                  <a:pt x="206762" y="90706"/>
                  <a:pt x="203530" y="81175"/>
                  <a:pt x="203530" y="68909"/>
                </a:cubicBezTo>
                <a:cubicBezTo>
                  <a:pt x="203530" y="56216"/>
                  <a:pt x="206798" y="46365"/>
                  <a:pt x="213333" y="39356"/>
                </a:cubicBezTo>
                <a:cubicBezTo>
                  <a:pt x="219869" y="32347"/>
                  <a:pt x="228346" y="28842"/>
                  <a:pt x="238766" y="28842"/>
                </a:cubicBezTo>
                <a:cubicBezTo>
                  <a:pt x="248853" y="28842"/>
                  <a:pt x="257094" y="32271"/>
                  <a:pt x="263488" y="39128"/>
                </a:cubicBezTo>
                <a:cubicBezTo>
                  <a:pt x="269881" y="45983"/>
                  <a:pt x="273078" y="55628"/>
                  <a:pt x="273078" y="68063"/>
                </a:cubicBezTo>
                <a:cubicBezTo>
                  <a:pt x="273078" y="68819"/>
                  <a:pt x="273054" y="69954"/>
                  <a:pt x="273007" y="71466"/>
                </a:cubicBezTo>
                <a:lnTo>
                  <a:pt x="216743" y="71466"/>
                </a:lnTo>
                <a:cubicBezTo>
                  <a:pt x="217217" y="79731"/>
                  <a:pt x="219561" y="86059"/>
                  <a:pt x="223776" y="90452"/>
                </a:cubicBezTo>
                <a:cubicBezTo>
                  <a:pt x="227991" y="94844"/>
                  <a:pt x="233248" y="97041"/>
                  <a:pt x="239547" y="97041"/>
                </a:cubicBezTo>
                <a:cubicBezTo>
                  <a:pt x="244236" y="97041"/>
                  <a:pt x="248238" y="95821"/>
                  <a:pt x="251553" y="93382"/>
                </a:cubicBezTo>
                <a:cubicBezTo>
                  <a:pt x="254868" y="90942"/>
                  <a:pt x="257497" y="87046"/>
                  <a:pt x="259438" y="81696"/>
                </a:cubicBezTo>
                <a:moveTo>
                  <a:pt x="217454" y="60810"/>
                </a:moveTo>
                <a:lnTo>
                  <a:pt x="259580" y="60810"/>
                </a:lnTo>
                <a:cubicBezTo>
                  <a:pt x="259012" y="54568"/>
                  <a:pt x="257402" y="49886"/>
                  <a:pt x="254750" y="46764"/>
                </a:cubicBezTo>
                <a:cubicBezTo>
                  <a:pt x="250677" y="41920"/>
                  <a:pt x="245396" y="39498"/>
                  <a:pt x="238908" y="39498"/>
                </a:cubicBezTo>
                <a:cubicBezTo>
                  <a:pt x="233035" y="39498"/>
                  <a:pt x="228098" y="41432"/>
                  <a:pt x="224096" y="45299"/>
                </a:cubicBezTo>
                <a:cubicBezTo>
                  <a:pt x="220094" y="49165"/>
                  <a:pt x="217880" y="54335"/>
                  <a:pt x="217454" y="60810"/>
                </a:cubicBezTo>
                <a:close/>
                <a:moveTo>
                  <a:pt x="316625" y="94696"/>
                </a:moveTo>
                <a:lnTo>
                  <a:pt x="318472" y="105992"/>
                </a:lnTo>
                <a:cubicBezTo>
                  <a:pt x="314872" y="106655"/>
                  <a:pt x="311652" y="106986"/>
                  <a:pt x="308810" y="106986"/>
                </a:cubicBezTo>
                <a:cubicBezTo>
                  <a:pt x="304169" y="106986"/>
                  <a:pt x="300570" y="106252"/>
                  <a:pt x="298012" y="104784"/>
                </a:cubicBezTo>
                <a:cubicBezTo>
                  <a:pt x="295455" y="103316"/>
                  <a:pt x="293655" y="101386"/>
                  <a:pt x="292613" y="98994"/>
                </a:cubicBezTo>
                <a:cubicBezTo>
                  <a:pt x="291571" y="96603"/>
                  <a:pt x="291050" y="91571"/>
                  <a:pt x="291050" y="83898"/>
                </a:cubicBezTo>
                <a:lnTo>
                  <a:pt x="291050" y="40493"/>
                </a:lnTo>
                <a:lnTo>
                  <a:pt x="281673" y="40493"/>
                </a:lnTo>
                <a:lnTo>
                  <a:pt x="281673" y="30547"/>
                </a:lnTo>
                <a:lnTo>
                  <a:pt x="291050" y="30547"/>
                </a:lnTo>
                <a:lnTo>
                  <a:pt x="291050" y="11813"/>
                </a:lnTo>
                <a:lnTo>
                  <a:pt x="303767" y="4120"/>
                </a:lnTo>
                <a:lnTo>
                  <a:pt x="303767" y="30547"/>
                </a:lnTo>
                <a:lnTo>
                  <a:pt x="316625" y="30547"/>
                </a:lnTo>
                <a:lnTo>
                  <a:pt x="316625" y="40493"/>
                </a:lnTo>
                <a:lnTo>
                  <a:pt x="303767" y="40493"/>
                </a:lnTo>
                <a:lnTo>
                  <a:pt x="303767" y="84609"/>
                </a:lnTo>
                <a:cubicBezTo>
                  <a:pt x="303767" y="88255"/>
                  <a:pt x="303991" y="90600"/>
                  <a:pt x="304441" y="91642"/>
                </a:cubicBezTo>
                <a:cubicBezTo>
                  <a:pt x="304891" y="92684"/>
                  <a:pt x="305625" y="93512"/>
                  <a:pt x="306644" y="94128"/>
                </a:cubicBezTo>
                <a:cubicBezTo>
                  <a:pt x="307662" y="94744"/>
                  <a:pt x="309118" y="95052"/>
                  <a:pt x="311013" y="95052"/>
                </a:cubicBezTo>
                <a:cubicBezTo>
                  <a:pt x="312433" y="95052"/>
                  <a:pt x="314304" y="94933"/>
                  <a:pt x="316625" y="94696"/>
                </a:cubicBezTo>
                <a:close/>
                <a:moveTo>
                  <a:pt x="326073" y="72461"/>
                </a:moveTo>
                <a:lnTo>
                  <a:pt x="339073" y="71324"/>
                </a:lnTo>
                <a:cubicBezTo>
                  <a:pt x="339689" y="76534"/>
                  <a:pt x="341122" y="80808"/>
                  <a:pt x="343371" y="84147"/>
                </a:cubicBezTo>
                <a:cubicBezTo>
                  <a:pt x="345621" y="87486"/>
                  <a:pt x="349114" y="90185"/>
                  <a:pt x="353850" y="92246"/>
                </a:cubicBezTo>
                <a:cubicBezTo>
                  <a:pt x="358586" y="94306"/>
                  <a:pt x="363914" y="95336"/>
                  <a:pt x="369834" y="95336"/>
                </a:cubicBezTo>
                <a:cubicBezTo>
                  <a:pt x="375091" y="95336"/>
                  <a:pt x="379732" y="94554"/>
                  <a:pt x="383757" y="92991"/>
                </a:cubicBezTo>
                <a:cubicBezTo>
                  <a:pt x="387783" y="91429"/>
                  <a:pt x="390779" y="89286"/>
                  <a:pt x="392744" y="86562"/>
                </a:cubicBezTo>
                <a:cubicBezTo>
                  <a:pt x="394709" y="83839"/>
                  <a:pt x="395692" y="80867"/>
                  <a:pt x="395692" y="77647"/>
                </a:cubicBezTo>
                <a:cubicBezTo>
                  <a:pt x="395692" y="74379"/>
                  <a:pt x="394745" y="71526"/>
                  <a:pt x="392851" y="69086"/>
                </a:cubicBezTo>
                <a:cubicBezTo>
                  <a:pt x="390956" y="66647"/>
                  <a:pt x="387830" y="64599"/>
                  <a:pt x="383473" y="62942"/>
                </a:cubicBezTo>
                <a:cubicBezTo>
                  <a:pt x="380679" y="61852"/>
                  <a:pt x="374499" y="60159"/>
                  <a:pt x="364932" y="57862"/>
                </a:cubicBezTo>
                <a:cubicBezTo>
                  <a:pt x="355365" y="55565"/>
                  <a:pt x="348664" y="53398"/>
                  <a:pt x="344828" y="51362"/>
                </a:cubicBezTo>
                <a:cubicBezTo>
                  <a:pt x="339855" y="48757"/>
                  <a:pt x="336149" y="45525"/>
                  <a:pt x="333710" y="41665"/>
                </a:cubicBezTo>
                <a:cubicBezTo>
                  <a:pt x="331271" y="37805"/>
                  <a:pt x="330051" y="33484"/>
                  <a:pt x="330051" y="28700"/>
                </a:cubicBezTo>
                <a:cubicBezTo>
                  <a:pt x="330051" y="23443"/>
                  <a:pt x="331543" y="18530"/>
                  <a:pt x="334527" y="13959"/>
                </a:cubicBezTo>
                <a:cubicBezTo>
                  <a:pt x="337510" y="9389"/>
                  <a:pt x="341868" y="5920"/>
                  <a:pt x="347598" y="3552"/>
                </a:cubicBezTo>
                <a:cubicBezTo>
                  <a:pt x="353329" y="1184"/>
                  <a:pt x="359699" y="0"/>
                  <a:pt x="366708" y="0"/>
                </a:cubicBezTo>
                <a:cubicBezTo>
                  <a:pt x="374428" y="0"/>
                  <a:pt x="381236" y="1243"/>
                  <a:pt x="387132" y="3730"/>
                </a:cubicBezTo>
                <a:cubicBezTo>
                  <a:pt x="393028" y="6216"/>
                  <a:pt x="397563" y="9875"/>
                  <a:pt x="400736" y="14705"/>
                </a:cubicBezTo>
                <a:cubicBezTo>
                  <a:pt x="403909" y="19536"/>
                  <a:pt x="405614" y="25006"/>
                  <a:pt x="405851" y="31116"/>
                </a:cubicBezTo>
                <a:lnTo>
                  <a:pt x="392637" y="32110"/>
                </a:lnTo>
                <a:cubicBezTo>
                  <a:pt x="391927" y="25503"/>
                  <a:pt x="389524" y="20513"/>
                  <a:pt x="385427" y="17138"/>
                </a:cubicBezTo>
                <a:cubicBezTo>
                  <a:pt x="381330" y="13764"/>
                  <a:pt x="375280" y="12077"/>
                  <a:pt x="367276" y="12077"/>
                </a:cubicBezTo>
                <a:cubicBezTo>
                  <a:pt x="358941" y="12077"/>
                  <a:pt x="352867" y="13606"/>
                  <a:pt x="349054" y="16663"/>
                </a:cubicBezTo>
                <a:cubicBezTo>
                  <a:pt x="345242" y="19720"/>
                  <a:pt x="343336" y="23404"/>
                  <a:pt x="343336" y="27717"/>
                </a:cubicBezTo>
                <a:cubicBezTo>
                  <a:pt x="343336" y="31461"/>
                  <a:pt x="344685" y="34542"/>
                  <a:pt x="347385" y="36959"/>
                </a:cubicBezTo>
                <a:cubicBezTo>
                  <a:pt x="350037" y="39377"/>
                  <a:pt x="356964" y="41854"/>
                  <a:pt x="368164" y="44389"/>
                </a:cubicBezTo>
                <a:cubicBezTo>
                  <a:pt x="379365" y="46924"/>
                  <a:pt x="387049" y="49140"/>
                  <a:pt x="391217" y="51036"/>
                </a:cubicBezTo>
                <a:cubicBezTo>
                  <a:pt x="397279" y="53831"/>
                  <a:pt x="401754" y="57374"/>
                  <a:pt x="404643" y="61665"/>
                </a:cubicBezTo>
                <a:cubicBezTo>
                  <a:pt x="407532" y="65954"/>
                  <a:pt x="408977" y="70895"/>
                  <a:pt x="408977" y="76488"/>
                </a:cubicBezTo>
                <a:cubicBezTo>
                  <a:pt x="408977" y="82032"/>
                  <a:pt x="407390" y="87257"/>
                  <a:pt x="404217" y="92163"/>
                </a:cubicBezTo>
                <a:cubicBezTo>
                  <a:pt x="401044" y="97068"/>
                  <a:pt x="396485" y="100884"/>
                  <a:pt x="390542" y="103610"/>
                </a:cubicBezTo>
                <a:cubicBezTo>
                  <a:pt x="384598" y="106334"/>
                  <a:pt x="377909" y="107697"/>
                  <a:pt x="370473" y="107697"/>
                </a:cubicBezTo>
                <a:cubicBezTo>
                  <a:pt x="361048" y="107697"/>
                  <a:pt x="353151" y="106323"/>
                  <a:pt x="346781" y="103576"/>
                </a:cubicBezTo>
                <a:cubicBezTo>
                  <a:pt x="340411" y="100830"/>
                  <a:pt x="335415" y="96697"/>
                  <a:pt x="331792" y="91180"/>
                </a:cubicBezTo>
                <a:cubicBezTo>
                  <a:pt x="328169" y="85662"/>
                  <a:pt x="326262" y="79423"/>
                  <a:pt x="326073" y="72461"/>
                </a:cubicBezTo>
                <a:close/>
                <a:moveTo>
                  <a:pt x="425600" y="135118"/>
                </a:moveTo>
                <a:lnTo>
                  <a:pt x="424179" y="123112"/>
                </a:lnTo>
                <a:cubicBezTo>
                  <a:pt x="426973" y="123870"/>
                  <a:pt x="429412" y="124249"/>
                  <a:pt x="431496" y="124249"/>
                </a:cubicBezTo>
                <a:cubicBezTo>
                  <a:pt x="434338" y="124249"/>
                  <a:pt x="436611" y="123770"/>
                  <a:pt x="438316" y="122811"/>
                </a:cubicBezTo>
                <a:cubicBezTo>
                  <a:pt x="440021" y="121853"/>
                  <a:pt x="441418" y="120511"/>
                  <a:pt x="442508" y="118786"/>
                </a:cubicBezTo>
                <a:cubicBezTo>
                  <a:pt x="443313" y="117492"/>
                  <a:pt x="444615" y="114282"/>
                  <a:pt x="446415" y="109155"/>
                </a:cubicBezTo>
                <a:cubicBezTo>
                  <a:pt x="446652" y="108436"/>
                  <a:pt x="447030" y="107382"/>
                  <a:pt x="447551" y="105992"/>
                </a:cubicBezTo>
                <a:lnTo>
                  <a:pt x="418922" y="30547"/>
                </a:lnTo>
                <a:lnTo>
                  <a:pt x="432704" y="30547"/>
                </a:lnTo>
                <a:lnTo>
                  <a:pt x="448404" y="74135"/>
                </a:lnTo>
                <a:cubicBezTo>
                  <a:pt x="450440" y="79664"/>
                  <a:pt x="452264" y="85476"/>
                  <a:pt x="453874" y="91571"/>
                </a:cubicBezTo>
                <a:cubicBezTo>
                  <a:pt x="455342" y="85711"/>
                  <a:pt x="457094" y="79994"/>
                  <a:pt x="459131" y="74419"/>
                </a:cubicBezTo>
                <a:lnTo>
                  <a:pt x="475257" y="30547"/>
                </a:lnTo>
                <a:lnTo>
                  <a:pt x="488044" y="30547"/>
                </a:lnTo>
                <a:lnTo>
                  <a:pt x="459344" y="107322"/>
                </a:lnTo>
                <a:cubicBezTo>
                  <a:pt x="456266" y="115616"/>
                  <a:pt x="453874" y="121326"/>
                  <a:pt x="452169" y="124453"/>
                </a:cubicBezTo>
                <a:cubicBezTo>
                  <a:pt x="449896" y="128671"/>
                  <a:pt x="447291" y="131764"/>
                  <a:pt x="444355" y="133731"/>
                </a:cubicBezTo>
                <a:cubicBezTo>
                  <a:pt x="441418" y="135698"/>
                  <a:pt x="437914" y="136681"/>
                  <a:pt x="433841" y="136681"/>
                </a:cubicBezTo>
                <a:cubicBezTo>
                  <a:pt x="431378" y="136681"/>
                  <a:pt x="428631" y="136160"/>
                  <a:pt x="425600" y="135118"/>
                </a:cubicBezTo>
                <a:close/>
                <a:moveTo>
                  <a:pt x="493798" y="83401"/>
                </a:moveTo>
                <a:lnTo>
                  <a:pt x="506443" y="81412"/>
                </a:lnTo>
                <a:cubicBezTo>
                  <a:pt x="507154" y="86457"/>
                  <a:pt x="509131" y="90324"/>
                  <a:pt x="512375" y="93011"/>
                </a:cubicBezTo>
                <a:cubicBezTo>
                  <a:pt x="515619" y="95698"/>
                  <a:pt x="520154" y="97041"/>
                  <a:pt x="525979" y="97041"/>
                </a:cubicBezTo>
                <a:cubicBezTo>
                  <a:pt x="531852" y="97041"/>
                  <a:pt x="536209" y="95855"/>
                  <a:pt x="539051" y="93482"/>
                </a:cubicBezTo>
                <a:cubicBezTo>
                  <a:pt x="541892" y="91108"/>
                  <a:pt x="543313" y="88324"/>
                  <a:pt x="543313" y="85130"/>
                </a:cubicBezTo>
                <a:cubicBezTo>
                  <a:pt x="543313" y="82264"/>
                  <a:pt x="542058" y="80008"/>
                  <a:pt x="539548" y="78364"/>
                </a:cubicBezTo>
                <a:cubicBezTo>
                  <a:pt x="537795" y="77236"/>
                  <a:pt x="533438" y="75803"/>
                  <a:pt x="526476" y="74064"/>
                </a:cubicBezTo>
                <a:cubicBezTo>
                  <a:pt x="517099" y="71694"/>
                  <a:pt x="510599" y="69644"/>
                  <a:pt x="506976" y="67914"/>
                </a:cubicBezTo>
                <a:cubicBezTo>
                  <a:pt x="503353" y="66184"/>
                  <a:pt x="500606" y="63790"/>
                  <a:pt x="498735" y="60733"/>
                </a:cubicBezTo>
                <a:cubicBezTo>
                  <a:pt x="496865" y="57675"/>
                  <a:pt x="495929" y="54298"/>
                  <a:pt x="495929" y="50601"/>
                </a:cubicBezTo>
                <a:cubicBezTo>
                  <a:pt x="495929" y="47235"/>
                  <a:pt x="496699" y="44118"/>
                  <a:pt x="498238" y="41250"/>
                </a:cubicBezTo>
                <a:cubicBezTo>
                  <a:pt x="499777" y="38382"/>
                  <a:pt x="501873" y="36000"/>
                  <a:pt x="504525" y="34104"/>
                </a:cubicBezTo>
                <a:cubicBezTo>
                  <a:pt x="506514" y="32634"/>
                  <a:pt x="509226" y="31390"/>
                  <a:pt x="512659" y="30372"/>
                </a:cubicBezTo>
                <a:cubicBezTo>
                  <a:pt x="516093" y="29352"/>
                  <a:pt x="519775" y="28842"/>
                  <a:pt x="523706" y="28842"/>
                </a:cubicBezTo>
                <a:cubicBezTo>
                  <a:pt x="529626" y="28842"/>
                  <a:pt x="534824" y="29701"/>
                  <a:pt x="539299" y="31417"/>
                </a:cubicBezTo>
                <a:cubicBezTo>
                  <a:pt x="543775" y="33133"/>
                  <a:pt x="547078" y="35457"/>
                  <a:pt x="549209" y="38390"/>
                </a:cubicBezTo>
                <a:cubicBezTo>
                  <a:pt x="551340" y="41322"/>
                  <a:pt x="552809" y="45244"/>
                  <a:pt x="553614" y="50154"/>
                </a:cubicBezTo>
                <a:lnTo>
                  <a:pt x="541111" y="51859"/>
                </a:lnTo>
                <a:cubicBezTo>
                  <a:pt x="540542" y="47976"/>
                  <a:pt x="538897" y="44945"/>
                  <a:pt x="536173" y="42766"/>
                </a:cubicBezTo>
                <a:cubicBezTo>
                  <a:pt x="533450" y="40588"/>
                  <a:pt x="529602" y="39498"/>
                  <a:pt x="524629" y="39498"/>
                </a:cubicBezTo>
                <a:cubicBezTo>
                  <a:pt x="518757" y="39498"/>
                  <a:pt x="514565" y="40465"/>
                  <a:pt x="512055" y="42398"/>
                </a:cubicBezTo>
                <a:cubicBezTo>
                  <a:pt x="509545" y="44329"/>
                  <a:pt x="508290" y="46591"/>
                  <a:pt x="508290" y="49184"/>
                </a:cubicBezTo>
                <a:cubicBezTo>
                  <a:pt x="508290" y="50833"/>
                  <a:pt x="508811" y="52317"/>
                  <a:pt x="509853" y="53637"/>
                </a:cubicBezTo>
                <a:cubicBezTo>
                  <a:pt x="510895" y="55004"/>
                  <a:pt x="512529" y="56134"/>
                  <a:pt x="514755" y="57030"/>
                </a:cubicBezTo>
                <a:cubicBezTo>
                  <a:pt x="516034" y="57502"/>
                  <a:pt x="519799" y="58586"/>
                  <a:pt x="526050" y="60282"/>
                </a:cubicBezTo>
                <a:cubicBezTo>
                  <a:pt x="535096" y="62696"/>
                  <a:pt x="541407" y="64672"/>
                  <a:pt x="544982" y="66209"/>
                </a:cubicBezTo>
                <a:cubicBezTo>
                  <a:pt x="548558" y="67747"/>
                  <a:pt x="551364" y="69983"/>
                  <a:pt x="553401" y="72918"/>
                </a:cubicBezTo>
                <a:cubicBezTo>
                  <a:pt x="555437" y="75852"/>
                  <a:pt x="556455" y="79495"/>
                  <a:pt x="556455" y="83847"/>
                </a:cubicBezTo>
                <a:cubicBezTo>
                  <a:pt x="556455" y="88107"/>
                  <a:pt x="555212" y="92118"/>
                  <a:pt x="552726" y="95880"/>
                </a:cubicBezTo>
                <a:cubicBezTo>
                  <a:pt x="550239" y="99640"/>
                  <a:pt x="546652" y="102550"/>
                  <a:pt x="541963" y="104609"/>
                </a:cubicBezTo>
                <a:cubicBezTo>
                  <a:pt x="537275" y="106667"/>
                  <a:pt x="531970" y="107697"/>
                  <a:pt x="526050" y="107697"/>
                </a:cubicBezTo>
                <a:cubicBezTo>
                  <a:pt x="516247" y="107697"/>
                  <a:pt x="508776" y="105654"/>
                  <a:pt x="503637" y="101570"/>
                </a:cubicBezTo>
                <a:cubicBezTo>
                  <a:pt x="498498" y="97485"/>
                  <a:pt x="495219" y="91429"/>
                  <a:pt x="493798" y="83401"/>
                </a:cubicBezTo>
                <a:close/>
                <a:moveTo>
                  <a:pt x="599577" y="94696"/>
                </a:moveTo>
                <a:lnTo>
                  <a:pt x="601424" y="105992"/>
                </a:lnTo>
                <a:cubicBezTo>
                  <a:pt x="597825" y="106655"/>
                  <a:pt x="594604" y="106986"/>
                  <a:pt x="591763" y="106986"/>
                </a:cubicBezTo>
                <a:cubicBezTo>
                  <a:pt x="587122" y="106986"/>
                  <a:pt x="583522" y="106252"/>
                  <a:pt x="580965" y="104784"/>
                </a:cubicBezTo>
                <a:cubicBezTo>
                  <a:pt x="578407" y="103316"/>
                  <a:pt x="576608" y="101386"/>
                  <a:pt x="575566" y="98994"/>
                </a:cubicBezTo>
                <a:cubicBezTo>
                  <a:pt x="574524" y="96603"/>
                  <a:pt x="574003" y="91571"/>
                  <a:pt x="574003" y="83898"/>
                </a:cubicBezTo>
                <a:lnTo>
                  <a:pt x="574003" y="40493"/>
                </a:lnTo>
                <a:lnTo>
                  <a:pt x="564626" y="40493"/>
                </a:lnTo>
                <a:lnTo>
                  <a:pt x="564626" y="30547"/>
                </a:lnTo>
                <a:lnTo>
                  <a:pt x="574003" y="30547"/>
                </a:lnTo>
                <a:lnTo>
                  <a:pt x="574003" y="11813"/>
                </a:lnTo>
                <a:lnTo>
                  <a:pt x="586719" y="4120"/>
                </a:lnTo>
                <a:lnTo>
                  <a:pt x="586719" y="30547"/>
                </a:lnTo>
                <a:lnTo>
                  <a:pt x="599577" y="30547"/>
                </a:lnTo>
                <a:lnTo>
                  <a:pt x="599577" y="40493"/>
                </a:lnTo>
                <a:lnTo>
                  <a:pt x="586719" y="40493"/>
                </a:lnTo>
                <a:lnTo>
                  <a:pt x="586719" y="84609"/>
                </a:lnTo>
                <a:cubicBezTo>
                  <a:pt x="586719" y="88255"/>
                  <a:pt x="586944" y="90600"/>
                  <a:pt x="587394" y="91642"/>
                </a:cubicBezTo>
                <a:cubicBezTo>
                  <a:pt x="587844" y="92684"/>
                  <a:pt x="588578" y="93512"/>
                  <a:pt x="589596" y="94128"/>
                </a:cubicBezTo>
                <a:cubicBezTo>
                  <a:pt x="590614" y="94744"/>
                  <a:pt x="592071" y="95052"/>
                  <a:pt x="593965" y="95052"/>
                </a:cubicBezTo>
                <a:cubicBezTo>
                  <a:pt x="595386" y="95052"/>
                  <a:pt x="597257" y="94933"/>
                  <a:pt x="599577" y="94696"/>
                </a:cubicBezTo>
                <a:close/>
                <a:moveTo>
                  <a:pt x="663725" y="81696"/>
                </a:moveTo>
                <a:lnTo>
                  <a:pt x="676939" y="83330"/>
                </a:lnTo>
                <a:cubicBezTo>
                  <a:pt x="674855" y="91050"/>
                  <a:pt x="670995" y="97041"/>
                  <a:pt x="665359" y="101303"/>
                </a:cubicBezTo>
                <a:cubicBezTo>
                  <a:pt x="659724" y="105566"/>
                  <a:pt x="652525" y="107697"/>
                  <a:pt x="643763" y="107697"/>
                </a:cubicBezTo>
                <a:cubicBezTo>
                  <a:pt x="632728" y="107697"/>
                  <a:pt x="623979" y="104299"/>
                  <a:pt x="617514" y="97503"/>
                </a:cubicBezTo>
                <a:cubicBezTo>
                  <a:pt x="611049" y="90706"/>
                  <a:pt x="607817" y="81175"/>
                  <a:pt x="607817" y="68909"/>
                </a:cubicBezTo>
                <a:cubicBezTo>
                  <a:pt x="607817" y="56216"/>
                  <a:pt x="611085" y="46365"/>
                  <a:pt x="617620" y="39356"/>
                </a:cubicBezTo>
                <a:cubicBezTo>
                  <a:pt x="624156" y="32347"/>
                  <a:pt x="632634" y="28842"/>
                  <a:pt x="643053" y="28842"/>
                </a:cubicBezTo>
                <a:cubicBezTo>
                  <a:pt x="653140" y="28842"/>
                  <a:pt x="661381" y="32271"/>
                  <a:pt x="667775" y="39128"/>
                </a:cubicBezTo>
                <a:cubicBezTo>
                  <a:pt x="674168" y="45983"/>
                  <a:pt x="677365" y="55628"/>
                  <a:pt x="677365" y="68063"/>
                </a:cubicBezTo>
                <a:cubicBezTo>
                  <a:pt x="677365" y="68819"/>
                  <a:pt x="677341" y="69954"/>
                  <a:pt x="677294" y="71466"/>
                </a:cubicBezTo>
                <a:lnTo>
                  <a:pt x="621030" y="71466"/>
                </a:lnTo>
                <a:cubicBezTo>
                  <a:pt x="621504" y="79731"/>
                  <a:pt x="623848" y="86059"/>
                  <a:pt x="628063" y="90452"/>
                </a:cubicBezTo>
                <a:cubicBezTo>
                  <a:pt x="632278" y="94844"/>
                  <a:pt x="637535" y="97041"/>
                  <a:pt x="643834" y="97041"/>
                </a:cubicBezTo>
                <a:cubicBezTo>
                  <a:pt x="648523" y="97041"/>
                  <a:pt x="652525" y="95821"/>
                  <a:pt x="655840" y="93382"/>
                </a:cubicBezTo>
                <a:cubicBezTo>
                  <a:pt x="659155" y="90942"/>
                  <a:pt x="661784" y="87046"/>
                  <a:pt x="663725" y="81696"/>
                </a:cubicBezTo>
                <a:moveTo>
                  <a:pt x="621741" y="60810"/>
                </a:moveTo>
                <a:lnTo>
                  <a:pt x="663868" y="60810"/>
                </a:lnTo>
                <a:cubicBezTo>
                  <a:pt x="663299" y="54568"/>
                  <a:pt x="661689" y="49886"/>
                  <a:pt x="659037" y="46764"/>
                </a:cubicBezTo>
                <a:cubicBezTo>
                  <a:pt x="654964" y="41920"/>
                  <a:pt x="649683" y="39498"/>
                  <a:pt x="643195" y="39498"/>
                </a:cubicBezTo>
                <a:cubicBezTo>
                  <a:pt x="637322" y="39498"/>
                  <a:pt x="632385" y="41432"/>
                  <a:pt x="628383" y="45299"/>
                </a:cubicBezTo>
                <a:cubicBezTo>
                  <a:pt x="624381" y="49165"/>
                  <a:pt x="622167" y="54335"/>
                  <a:pt x="621741" y="60810"/>
                </a:cubicBezTo>
                <a:close/>
                <a:moveTo>
                  <a:pt x="692994" y="105992"/>
                </a:moveTo>
                <a:lnTo>
                  <a:pt x="692994" y="30547"/>
                </a:lnTo>
                <a:lnTo>
                  <a:pt x="704432" y="30547"/>
                </a:lnTo>
                <a:lnTo>
                  <a:pt x="704432" y="41061"/>
                </a:lnTo>
                <a:cubicBezTo>
                  <a:pt x="706800" y="37388"/>
                  <a:pt x="709949" y="34433"/>
                  <a:pt x="713880" y="32197"/>
                </a:cubicBezTo>
                <a:cubicBezTo>
                  <a:pt x="717811" y="29960"/>
                  <a:pt x="722286" y="28842"/>
                  <a:pt x="727307" y="28842"/>
                </a:cubicBezTo>
                <a:cubicBezTo>
                  <a:pt x="732895" y="28842"/>
                  <a:pt x="737477" y="29997"/>
                  <a:pt x="741053" y="32305"/>
                </a:cubicBezTo>
                <a:cubicBezTo>
                  <a:pt x="744628" y="34613"/>
                  <a:pt x="747150" y="37839"/>
                  <a:pt x="748619" y="41985"/>
                </a:cubicBezTo>
                <a:cubicBezTo>
                  <a:pt x="754586" y="33223"/>
                  <a:pt x="762353" y="28842"/>
                  <a:pt x="771920" y="28842"/>
                </a:cubicBezTo>
                <a:cubicBezTo>
                  <a:pt x="779403" y="28842"/>
                  <a:pt x="785157" y="30914"/>
                  <a:pt x="789182" y="35058"/>
                </a:cubicBezTo>
                <a:cubicBezTo>
                  <a:pt x="793208" y="39202"/>
                  <a:pt x="795221" y="45584"/>
                  <a:pt x="795221" y="54204"/>
                </a:cubicBezTo>
                <a:lnTo>
                  <a:pt x="795221" y="105992"/>
                </a:lnTo>
                <a:lnTo>
                  <a:pt x="782505" y="105992"/>
                </a:lnTo>
                <a:lnTo>
                  <a:pt x="782505" y="58415"/>
                </a:lnTo>
                <a:cubicBezTo>
                  <a:pt x="782505" y="53294"/>
                  <a:pt x="782090" y="49608"/>
                  <a:pt x="781261" y="47357"/>
                </a:cubicBezTo>
                <a:cubicBezTo>
                  <a:pt x="780433" y="45105"/>
                  <a:pt x="778929" y="43291"/>
                  <a:pt x="776750" y="41916"/>
                </a:cubicBezTo>
                <a:cubicBezTo>
                  <a:pt x="774572" y="40541"/>
                  <a:pt x="772014" y="39853"/>
                  <a:pt x="769078" y="39853"/>
                </a:cubicBezTo>
                <a:cubicBezTo>
                  <a:pt x="763774" y="39853"/>
                  <a:pt x="759369" y="41620"/>
                  <a:pt x="755865" y="45153"/>
                </a:cubicBezTo>
                <a:cubicBezTo>
                  <a:pt x="752360" y="48684"/>
                  <a:pt x="750608" y="54338"/>
                  <a:pt x="750608" y="62113"/>
                </a:cubicBezTo>
                <a:lnTo>
                  <a:pt x="750608" y="105992"/>
                </a:lnTo>
                <a:lnTo>
                  <a:pt x="737820" y="105992"/>
                </a:lnTo>
                <a:lnTo>
                  <a:pt x="737820" y="56921"/>
                </a:lnTo>
                <a:cubicBezTo>
                  <a:pt x="737820" y="51232"/>
                  <a:pt x="736779" y="46965"/>
                  <a:pt x="734695" y="44120"/>
                </a:cubicBezTo>
                <a:cubicBezTo>
                  <a:pt x="732611" y="41276"/>
                  <a:pt x="729201" y="39853"/>
                  <a:pt x="724465" y="39853"/>
                </a:cubicBezTo>
                <a:cubicBezTo>
                  <a:pt x="720866" y="39853"/>
                  <a:pt x="717539" y="40802"/>
                  <a:pt x="714484" y="42700"/>
                </a:cubicBezTo>
                <a:cubicBezTo>
                  <a:pt x="711429" y="44595"/>
                  <a:pt x="709215" y="47369"/>
                  <a:pt x="707842" y="51020"/>
                </a:cubicBezTo>
                <a:cubicBezTo>
                  <a:pt x="706468" y="54670"/>
                  <a:pt x="705781" y="59932"/>
                  <a:pt x="705781" y="66807"/>
                </a:cubicBezTo>
                <a:lnTo>
                  <a:pt x="705781" y="105992"/>
                </a:lnTo>
                <a:lnTo>
                  <a:pt x="692994" y="105992"/>
                </a:lnTo>
                <a:close/>
                <a:moveTo>
                  <a:pt x="890130" y="69335"/>
                </a:moveTo>
                <a:lnTo>
                  <a:pt x="903912" y="72816"/>
                </a:lnTo>
                <a:cubicBezTo>
                  <a:pt x="901023" y="84159"/>
                  <a:pt x="895825" y="92808"/>
                  <a:pt x="888319" y="98763"/>
                </a:cubicBezTo>
                <a:cubicBezTo>
                  <a:pt x="880812" y="104719"/>
                  <a:pt x="871636" y="107697"/>
                  <a:pt x="860791" y="107697"/>
                </a:cubicBezTo>
                <a:cubicBezTo>
                  <a:pt x="849566" y="107697"/>
                  <a:pt x="840438" y="105412"/>
                  <a:pt x="833405" y="100841"/>
                </a:cubicBezTo>
                <a:cubicBezTo>
                  <a:pt x="826372" y="96271"/>
                  <a:pt x="821020" y="89653"/>
                  <a:pt x="817350" y="80986"/>
                </a:cubicBezTo>
                <a:cubicBezTo>
                  <a:pt x="813679" y="72319"/>
                  <a:pt x="811844" y="63013"/>
                  <a:pt x="811844" y="53067"/>
                </a:cubicBezTo>
                <a:cubicBezTo>
                  <a:pt x="811844" y="42221"/>
                  <a:pt x="813916" y="32761"/>
                  <a:pt x="818060" y="24686"/>
                </a:cubicBezTo>
                <a:cubicBezTo>
                  <a:pt x="822204" y="16612"/>
                  <a:pt x="828101" y="10478"/>
                  <a:pt x="835749" y="6287"/>
                </a:cubicBezTo>
                <a:cubicBezTo>
                  <a:pt x="843398" y="2096"/>
                  <a:pt x="851816" y="0"/>
                  <a:pt x="861004" y="0"/>
                </a:cubicBezTo>
                <a:cubicBezTo>
                  <a:pt x="871423" y="0"/>
                  <a:pt x="880185" y="2652"/>
                  <a:pt x="887289" y="7956"/>
                </a:cubicBezTo>
                <a:cubicBezTo>
                  <a:pt x="894393" y="13261"/>
                  <a:pt x="899342" y="20720"/>
                  <a:pt x="902136" y="30334"/>
                </a:cubicBezTo>
                <a:lnTo>
                  <a:pt x="888568" y="33531"/>
                </a:lnTo>
                <a:cubicBezTo>
                  <a:pt x="886152" y="25928"/>
                  <a:pt x="882647" y="20393"/>
                  <a:pt x="878054" y="16925"/>
                </a:cubicBezTo>
                <a:cubicBezTo>
                  <a:pt x="873460" y="13456"/>
                  <a:pt x="867682" y="11722"/>
                  <a:pt x="860720" y="11722"/>
                </a:cubicBezTo>
                <a:cubicBezTo>
                  <a:pt x="852716" y="11722"/>
                  <a:pt x="846026" y="13643"/>
                  <a:pt x="840651" y="17487"/>
                </a:cubicBezTo>
                <a:cubicBezTo>
                  <a:pt x="835276" y="21329"/>
                  <a:pt x="831499" y="26488"/>
                  <a:pt x="829320" y="32965"/>
                </a:cubicBezTo>
                <a:cubicBezTo>
                  <a:pt x="827142" y="39440"/>
                  <a:pt x="826052" y="46116"/>
                  <a:pt x="826052" y="52994"/>
                </a:cubicBezTo>
                <a:cubicBezTo>
                  <a:pt x="826052" y="61865"/>
                  <a:pt x="827343" y="69610"/>
                  <a:pt x="829924" y="76228"/>
                </a:cubicBezTo>
                <a:cubicBezTo>
                  <a:pt x="832505" y="82847"/>
                  <a:pt x="836519" y="87793"/>
                  <a:pt x="841965" y="91067"/>
                </a:cubicBezTo>
                <a:cubicBezTo>
                  <a:pt x="847412" y="94339"/>
                  <a:pt x="853308" y="95975"/>
                  <a:pt x="859654" y="95975"/>
                </a:cubicBezTo>
                <a:cubicBezTo>
                  <a:pt x="867374" y="95975"/>
                  <a:pt x="873910" y="93737"/>
                  <a:pt x="879261" y="89262"/>
                </a:cubicBezTo>
                <a:cubicBezTo>
                  <a:pt x="884613" y="84786"/>
                  <a:pt x="888236" y="78144"/>
                  <a:pt x="890130" y="69335"/>
                </a:cubicBezTo>
                <a:close/>
                <a:moveTo>
                  <a:pt x="914498" y="68270"/>
                </a:moveTo>
                <a:cubicBezTo>
                  <a:pt x="914498" y="54298"/>
                  <a:pt x="918382" y="43950"/>
                  <a:pt x="926149" y="37225"/>
                </a:cubicBezTo>
                <a:cubicBezTo>
                  <a:pt x="932637" y="31637"/>
                  <a:pt x="940546" y="28842"/>
                  <a:pt x="949876" y="28842"/>
                </a:cubicBezTo>
                <a:cubicBezTo>
                  <a:pt x="960248" y="28842"/>
                  <a:pt x="968726" y="32240"/>
                  <a:pt x="975309" y="39037"/>
                </a:cubicBezTo>
                <a:cubicBezTo>
                  <a:pt x="981892" y="45833"/>
                  <a:pt x="985183" y="55222"/>
                  <a:pt x="985183" y="67204"/>
                </a:cubicBezTo>
                <a:cubicBezTo>
                  <a:pt x="985183" y="76913"/>
                  <a:pt x="983727" y="84550"/>
                  <a:pt x="980814" y="90114"/>
                </a:cubicBezTo>
                <a:cubicBezTo>
                  <a:pt x="977902" y="95679"/>
                  <a:pt x="973663" y="100001"/>
                  <a:pt x="968098" y="103079"/>
                </a:cubicBezTo>
                <a:cubicBezTo>
                  <a:pt x="962533" y="106158"/>
                  <a:pt x="956459" y="107697"/>
                  <a:pt x="949876" y="107697"/>
                </a:cubicBezTo>
                <a:cubicBezTo>
                  <a:pt x="939315" y="107697"/>
                  <a:pt x="930778" y="104311"/>
                  <a:pt x="924266" y="97538"/>
                </a:cubicBezTo>
                <a:cubicBezTo>
                  <a:pt x="917754" y="90766"/>
                  <a:pt x="914498" y="81009"/>
                  <a:pt x="914498" y="68270"/>
                </a:cubicBezTo>
                <a:moveTo>
                  <a:pt x="927641" y="68234"/>
                </a:moveTo>
                <a:cubicBezTo>
                  <a:pt x="927641" y="77860"/>
                  <a:pt x="929748" y="85068"/>
                  <a:pt x="933963" y="89857"/>
                </a:cubicBezTo>
                <a:cubicBezTo>
                  <a:pt x="938178" y="94646"/>
                  <a:pt x="943483" y="97041"/>
                  <a:pt x="949876" y="97041"/>
                </a:cubicBezTo>
                <a:cubicBezTo>
                  <a:pt x="956222" y="97041"/>
                  <a:pt x="961503" y="94634"/>
                  <a:pt x="965718" y="89821"/>
                </a:cubicBezTo>
                <a:cubicBezTo>
                  <a:pt x="969933" y="85008"/>
                  <a:pt x="972041" y="77671"/>
                  <a:pt x="972041" y="67810"/>
                </a:cubicBezTo>
                <a:cubicBezTo>
                  <a:pt x="972041" y="58514"/>
                  <a:pt x="969921" y="51471"/>
                  <a:pt x="965683" y="46682"/>
                </a:cubicBezTo>
                <a:cubicBezTo>
                  <a:pt x="961444" y="41893"/>
                  <a:pt x="956175" y="39498"/>
                  <a:pt x="949876" y="39498"/>
                </a:cubicBezTo>
                <a:cubicBezTo>
                  <a:pt x="943483" y="39498"/>
                  <a:pt x="938178" y="41881"/>
                  <a:pt x="933963" y="46647"/>
                </a:cubicBezTo>
                <a:cubicBezTo>
                  <a:pt x="929748" y="51412"/>
                  <a:pt x="927641" y="58608"/>
                  <a:pt x="927641" y="68234"/>
                </a:cubicBezTo>
                <a:close/>
                <a:moveTo>
                  <a:pt x="1000172" y="105992"/>
                </a:moveTo>
                <a:lnTo>
                  <a:pt x="1000172" y="30547"/>
                </a:lnTo>
                <a:lnTo>
                  <a:pt x="1011680" y="30547"/>
                </a:lnTo>
                <a:lnTo>
                  <a:pt x="1011680" y="41203"/>
                </a:lnTo>
                <a:cubicBezTo>
                  <a:pt x="1017221" y="32963"/>
                  <a:pt x="1025225" y="28842"/>
                  <a:pt x="1035692" y="28842"/>
                </a:cubicBezTo>
                <a:cubicBezTo>
                  <a:pt x="1040238" y="28842"/>
                  <a:pt x="1044418" y="29659"/>
                  <a:pt x="1048230" y="31293"/>
                </a:cubicBezTo>
                <a:cubicBezTo>
                  <a:pt x="1052043" y="32927"/>
                  <a:pt x="1054896" y="35070"/>
                  <a:pt x="1056791" y="37722"/>
                </a:cubicBezTo>
                <a:cubicBezTo>
                  <a:pt x="1058685" y="40374"/>
                  <a:pt x="1060011" y="43524"/>
                  <a:pt x="1060769" y="47171"/>
                </a:cubicBezTo>
                <a:cubicBezTo>
                  <a:pt x="1061243" y="49539"/>
                  <a:pt x="1061479" y="53683"/>
                  <a:pt x="1061479" y="59603"/>
                </a:cubicBezTo>
                <a:lnTo>
                  <a:pt x="1061479" y="105992"/>
                </a:lnTo>
                <a:lnTo>
                  <a:pt x="1048692" y="105992"/>
                </a:lnTo>
                <a:lnTo>
                  <a:pt x="1048692" y="60051"/>
                </a:lnTo>
                <a:cubicBezTo>
                  <a:pt x="1048692" y="54836"/>
                  <a:pt x="1048195" y="50936"/>
                  <a:pt x="1047200" y="48352"/>
                </a:cubicBezTo>
                <a:cubicBezTo>
                  <a:pt x="1046206" y="45768"/>
                  <a:pt x="1044442" y="43705"/>
                  <a:pt x="1041908" y="42165"/>
                </a:cubicBezTo>
                <a:cubicBezTo>
                  <a:pt x="1039374" y="40624"/>
                  <a:pt x="1036402" y="39853"/>
                  <a:pt x="1032992" y="39853"/>
                </a:cubicBezTo>
                <a:cubicBezTo>
                  <a:pt x="1027546" y="39853"/>
                  <a:pt x="1022845" y="41584"/>
                  <a:pt x="1018891" y="45046"/>
                </a:cubicBezTo>
                <a:cubicBezTo>
                  <a:pt x="1014936" y="48506"/>
                  <a:pt x="1012959" y="55072"/>
                  <a:pt x="1012959" y="64744"/>
                </a:cubicBezTo>
                <a:lnTo>
                  <a:pt x="1012959" y="105992"/>
                </a:lnTo>
                <a:lnTo>
                  <a:pt x="1000172" y="105992"/>
                </a:lnTo>
                <a:close/>
                <a:moveTo>
                  <a:pt x="1109006" y="94696"/>
                </a:moveTo>
                <a:lnTo>
                  <a:pt x="1110853" y="105992"/>
                </a:lnTo>
                <a:cubicBezTo>
                  <a:pt x="1107253" y="106655"/>
                  <a:pt x="1104033" y="106986"/>
                  <a:pt x="1101191" y="106986"/>
                </a:cubicBezTo>
                <a:cubicBezTo>
                  <a:pt x="1096550" y="106986"/>
                  <a:pt x="1092950" y="106252"/>
                  <a:pt x="1090393" y="104784"/>
                </a:cubicBezTo>
                <a:cubicBezTo>
                  <a:pt x="1087836" y="103316"/>
                  <a:pt x="1086036" y="101386"/>
                  <a:pt x="1084994" y="98994"/>
                </a:cubicBezTo>
                <a:cubicBezTo>
                  <a:pt x="1083952" y="96603"/>
                  <a:pt x="1083431" y="91571"/>
                  <a:pt x="1083431" y="83898"/>
                </a:cubicBezTo>
                <a:lnTo>
                  <a:pt x="1083431" y="40493"/>
                </a:lnTo>
                <a:lnTo>
                  <a:pt x="1074054" y="40493"/>
                </a:lnTo>
                <a:lnTo>
                  <a:pt x="1074054" y="30547"/>
                </a:lnTo>
                <a:lnTo>
                  <a:pt x="1083431" y="30547"/>
                </a:lnTo>
                <a:lnTo>
                  <a:pt x="1083431" y="11813"/>
                </a:lnTo>
                <a:lnTo>
                  <a:pt x="1096147" y="4120"/>
                </a:lnTo>
                <a:lnTo>
                  <a:pt x="1096147" y="30547"/>
                </a:lnTo>
                <a:lnTo>
                  <a:pt x="1109006" y="30547"/>
                </a:lnTo>
                <a:lnTo>
                  <a:pt x="1109006" y="40493"/>
                </a:lnTo>
                <a:lnTo>
                  <a:pt x="1096147" y="40493"/>
                </a:lnTo>
                <a:lnTo>
                  <a:pt x="1096147" y="84609"/>
                </a:lnTo>
                <a:cubicBezTo>
                  <a:pt x="1096147" y="88255"/>
                  <a:pt x="1096372" y="90600"/>
                  <a:pt x="1096822" y="91642"/>
                </a:cubicBezTo>
                <a:cubicBezTo>
                  <a:pt x="1097272" y="92684"/>
                  <a:pt x="1098006" y="93512"/>
                  <a:pt x="1099024" y="94128"/>
                </a:cubicBezTo>
                <a:cubicBezTo>
                  <a:pt x="1100043" y="94744"/>
                  <a:pt x="1101499" y="95052"/>
                  <a:pt x="1103393" y="95052"/>
                </a:cubicBezTo>
                <a:cubicBezTo>
                  <a:pt x="1104814" y="95052"/>
                  <a:pt x="1106685" y="94933"/>
                  <a:pt x="1109006" y="94696"/>
                </a:cubicBezTo>
                <a:close/>
                <a:moveTo>
                  <a:pt x="1173154" y="81696"/>
                </a:moveTo>
                <a:lnTo>
                  <a:pt x="1186367" y="83330"/>
                </a:lnTo>
                <a:cubicBezTo>
                  <a:pt x="1184283" y="91050"/>
                  <a:pt x="1180423" y="97041"/>
                  <a:pt x="1174788" y="101303"/>
                </a:cubicBezTo>
                <a:cubicBezTo>
                  <a:pt x="1169152" y="105566"/>
                  <a:pt x="1161953" y="107697"/>
                  <a:pt x="1153191" y="107697"/>
                </a:cubicBezTo>
                <a:cubicBezTo>
                  <a:pt x="1142157" y="107697"/>
                  <a:pt x="1133407" y="104299"/>
                  <a:pt x="1126942" y="97503"/>
                </a:cubicBezTo>
                <a:cubicBezTo>
                  <a:pt x="1120477" y="90706"/>
                  <a:pt x="1117245" y="81175"/>
                  <a:pt x="1117245" y="68909"/>
                </a:cubicBezTo>
                <a:cubicBezTo>
                  <a:pt x="1117245" y="56216"/>
                  <a:pt x="1120513" y="46365"/>
                  <a:pt x="1127049" y="39356"/>
                </a:cubicBezTo>
                <a:cubicBezTo>
                  <a:pt x="1133584" y="32347"/>
                  <a:pt x="1142062" y="28842"/>
                  <a:pt x="1152481" y="28842"/>
                </a:cubicBezTo>
                <a:cubicBezTo>
                  <a:pt x="1162569" y="28842"/>
                  <a:pt x="1170809" y="32271"/>
                  <a:pt x="1177203" y="39128"/>
                </a:cubicBezTo>
                <a:cubicBezTo>
                  <a:pt x="1183597" y="45983"/>
                  <a:pt x="1186793" y="55628"/>
                  <a:pt x="1186793" y="68063"/>
                </a:cubicBezTo>
                <a:cubicBezTo>
                  <a:pt x="1186793" y="68819"/>
                  <a:pt x="1186770" y="69954"/>
                  <a:pt x="1186722" y="71466"/>
                </a:cubicBezTo>
                <a:lnTo>
                  <a:pt x="1130459" y="71466"/>
                </a:lnTo>
                <a:cubicBezTo>
                  <a:pt x="1130932" y="79731"/>
                  <a:pt x="1133277" y="86059"/>
                  <a:pt x="1137492" y="90452"/>
                </a:cubicBezTo>
                <a:cubicBezTo>
                  <a:pt x="1141707" y="94844"/>
                  <a:pt x="1146964" y="97041"/>
                  <a:pt x="1153262" y="97041"/>
                </a:cubicBezTo>
                <a:cubicBezTo>
                  <a:pt x="1157951" y="97041"/>
                  <a:pt x="1161953" y="95821"/>
                  <a:pt x="1165268" y="93382"/>
                </a:cubicBezTo>
                <a:cubicBezTo>
                  <a:pt x="1168583" y="90942"/>
                  <a:pt x="1171212" y="87046"/>
                  <a:pt x="1173154" y="81696"/>
                </a:cubicBezTo>
                <a:moveTo>
                  <a:pt x="1131169" y="60810"/>
                </a:moveTo>
                <a:lnTo>
                  <a:pt x="1173296" y="60810"/>
                </a:lnTo>
                <a:cubicBezTo>
                  <a:pt x="1172727" y="54568"/>
                  <a:pt x="1171117" y="49886"/>
                  <a:pt x="1168465" y="46764"/>
                </a:cubicBezTo>
                <a:cubicBezTo>
                  <a:pt x="1164392" y="41920"/>
                  <a:pt x="1159111" y="39498"/>
                  <a:pt x="1152623" y="39498"/>
                </a:cubicBezTo>
                <a:cubicBezTo>
                  <a:pt x="1146750" y="39498"/>
                  <a:pt x="1141813" y="41432"/>
                  <a:pt x="1137811" y="45299"/>
                </a:cubicBezTo>
                <a:cubicBezTo>
                  <a:pt x="1133809" y="49165"/>
                  <a:pt x="1131595" y="54335"/>
                  <a:pt x="1131169" y="60810"/>
                </a:cubicBezTo>
                <a:close/>
                <a:moveTo>
                  <a:pt x="1202423" y="105992"/>
                </a:moveTo>
                <a:lnTo>
                  <a:pt x="1202423" y="30547"/>
                </a:lnTo>
                <a:lnTo>
                  <a:pt x="1213931" y="30547"/>
                </a:lnTo>
                <a:lnTo>
                  <a:pt x="1213931" y="41203"/>
                </a:lnTo>
                <a:cubicBezTo>
                  <a:pt x="1219472" y="32963"/>
                  <a:pt x="1227476" y="28842"/>
                  <a:pt x="1237943" y="28842"/>
                </a:cubicBezTo>
                <a:cubicBezTo>
                  <a:pt x="1242489" y="28842"/>
                  <a:pt x="1246669" y="29659"/>
                  <a:pt x="1250481" y="31293"/>
                </a:cubicBezTo>
                <a:cubicBezTo>
                  <a:pt x="1254294" y="32927"/>
                  <a:pt x="1257147" y="35070"/>
                  <a:pt x="1259041" y="37722"/>
                </a:cubicBezTo>
                <a:cubicBezTo>
                  <a:pt x="1260936" y="40374"/>
                  <a:pt x="1262262" y="43524"/>
                  <a:pt x="1263020" y="47171"/>
                </a:cubicBezTo>
                <a:cubicBezTo>
                  <a:pt x="1263493" y="49539"/>
                  <a:pt x="1263730" y="53683"/>
                  <a:pt x="1263730" y="59603"/>
                </a:cubicBezTo>
                <a:lnTo>
                  <a:pt x="1263730" y="105992"/>
                </a:lnTo>
                <a:lnTo>
                  <a:pt x="1250943" y="105992"/>
                </a:lnTo>
                <a:lnTo>
                  <a:pt x="1250943" y="60051"/>
                </a:lnTo>
                <a:cubicBezTo>
                  <a:pt x="1250943" y="54836"/>
                  <a:pt x="1250446" y="50936"/>
                  <a:pt x="1249451" y="48352"/>
                </a:cubicBezTo>
                <a:cubicBezTo>
                  <a:pt x="1248456" y="45768"/>
                  <a:pt x="1246692" y="43705"/>
                  <a:pt x="1244159" y="42165"/>
                </a:cubicBezTo>
                <a:cubicBezTo>
                  <a:pt x="1241625" y="40624"/>
                  <a:pt x="1238653" y="39853"/>
                  <a:pt x="1235243" y="39853"/>
                </a:cubicBezTo>
                <a:cubicBezTo>
                  <a:pt x="1229797" y="39853"/>
                  <a:pt x="1225096" y="41584"/>
                  <a:pt x="1221142" y="45046"/>
                </a:cubicBezTo>
                <a:cubicBezTo>
                  <a:pt x="1217187" y="48506"/>
                  <a:pt x="1215210" y="55072"/>
                  <a:pt x="1215210" y="64744"/>
                </a:cubicBezTo>
                <a:lnTo>
                  <a:pt x="1215210" y="105992"/>
                </a:lnTo>
                <a:lnTo>
                  <a:pt x="1202423" y="105992"/>
                </a:lnTo>
                <a:close/>
                <a:moveTo>
                  <a:pt x="1311256" y="94696"/>
                </a:moveTo>
                <a:lnTo>
                  <a:pt x="1313103" y="105992"/>
                </a:lnTo>
                <a:cubicBezTo>
                  <a:pt x="1309504" y="106655"/>
                  <a:pt x="1306283" y="106986"/>
                  <a:pt x="1303442" y="106986"/>
                </a:cubicBezTo>
                <a:cubicBezTo>
                  <a:pt x="1298800" y="106986"/>
                  <a:pt x="1295201" y="106252"/>
                  <a:pt x="1292643" y="104784"/>
                </a:cubicBezTo>
                <a:cubicBezTo>
                  <a:pt x="1290086" y="103316"/>
                  <a:pt x="1288286" y="101386"/>
                  <a:pt x="1287244" y="98994"/>
                </a:cubicBezTo>
                <a:cubicBezTo>
                  <a:pt x="1286202" y="96603"/>
                  <a:pt x="1285682" y="91571"/>
                  <a:pt x="1285682" y="83898"/>
                </a:cubicBezTo>
                <a:lnTo>
                  <a:pt x="1285682" y="40493"/>
                </a:lnTo>
                <a:lnTo>
                  <a:pt x="1276304" y="40493"/>
                </a:lnTo>
                <a:lnTo>
                  <a:pt x="1276304" y="30547"/>
                </a:lnTo>
                <a:lnTo>
                  <a:pt x="1285682" y="30547"/>
                </a:lnTo>
                <a:lnTo>
                  <a:pt x="1285682" y="11813"/>
                </a:lnTo>
                <a:lnTo>
                  <a:pt x="1298398" y="4120"/>
                </a:lnTo>
                <a:lnTo>
                  <a:pt x="1298398" y="30547"/>
                </a:lnTo>
                <a:lnTo>
                  <a:pt x="1311256" y="30547"/>
                </a:lnTo>
                <a:lnTo>
                  <a:pt x="1311256" y="40493"/>
                </a:lnTo>
                <a:lnTo>
                  <a:pt x="1298398" y="40493"/>
                </a:lnTo>
                <a:lnTo>
                  <a:pt x="1298398" y="84609"/>
                </a:lnTo>
                <a:cubicBezTo>
                  <a:pt x="1298398" y="88255"/>
                  <a:pt x="1298623" y="90600"/>
                  <a:pt x="1299073" y="91642"/>
                </a:cubicBezTo>
                <a:cubicBezTo>
                  <a:pt x="1299522" y="92684"/>
                  <a:pt x="1300257" y="93512"/>
                  <a:pt x="1301275" y="94128"/>
                </a:cubicBezTo>
                <a:cubicBezTo>
                  <a:pt x="1302293" y="94744"/>
                  <a:pt x="1303749" y="95052"/>
                  <a:pt x="1305644" y="95052"/>
                </a:cubicBezTo>
                <a:cubicBezTo>
                  <a:pt x="1307065" y="95052"/>
                  <a:pt x="1308935" y="94933"/>
                  <a:pt x="1311256" y="94696"/>
                </a:cubicBezTo>
                <a:close/>
                <a:moveTo>
                  <a:pt x="1348197" y="136681"/>
                </a:moveTo>
                <a:cubicBezTo>
                  <a:pt x="1341140" y="127777"/>
                  <a:pt x="1335173" y="117358"/>
                  <a:pt x="1330295" y="105423"/>
                </a:cubicBezTo>
                <a:cubicBezTo>
                  <a:pt x="1325416" y="93489"/>
                  <a:pt x="1322977" y="81128"/>
                  <a:pt x="1322977" y="68341"/>
                </a:cubicBezTo>
                <a:cubicBezTo>
                  <a:pt x="1322977" y="57069"/>
                  <a:pt x="1324801" y="46271"/>
                  <a:pt x="1328447" y="35946"/>
                </a:cubicBezTo>
                <a:cubicBezTo>
                  <a:pt x="1332710" y="23964"/>
                  <a:pt x="1339293" y="12029"/>
                  <a:pt x="1348197" y="142"/>
                </a:cubicBezTo>
                <a:lnTo>
                  <a:pt x="1357361" y="142"/>
                </a:lnTo>
                <a:cubicBezTo>
                  <a:pt x="1351630" y="9993"/>
                  <a:pt x="1347841" y="17026"/>
                  <a:pt x="1345994" y="21241"/>
                </a:cubicBezTo>
                <a:cubicBezTo>
                  <a:pt x="1343105" y="27777"/>
                  <a:pt x="1340832" y="34597"/>
                  <a:pt x="1339175" y="41701"/>
                </a:cubicBezTo>
                <a:cubicBezTo>
                  <a:pt x="1337138" y="50557"/>
                  <a:pt x="1336120" y="59461"/>
                  <a:pt x="1336120" y="68412"/>
                </a:cubicBezTo>
                <a:cubicBezTo>
                  <a:pt x="1336120" y="91192"/>
                  <a:pt x="1343200" y="113948"/>
                  <a:pt x="1357361" y="136681"/>
                </a:cubicBezTo>
                <a:lnTo>
                  <a:pt x="1348197" y="136681"/>
                </a:lnTo>
                <a:close/>
                <a:moveTo>
                  <a:pt x="1380591" y="136681"/>
                </a:moveTo>
                <a:lnTo>
                  <a:pt x="1371427" y="136681"/>
                </a:lnTo>
                <a:cubicBezTo>
                  <a:pt x="1385588" y="113948"/>
                  <a:pt x="1392668" y="91192"/>
                  <a:pt x="1392668" y="68412"/>
                </a:cubicBezTo>
                <a:cubicBezTo>
                  <a:pt x="1392668" y="59508"/>
                  <a:pt x="1391650" y="50675"/>
                  <a:pt x="1389613" y="41914"/>
                </a:cubicBezTo>
                <a:cubicBezTo>
                  <a:pt x="1388003" y="34810"/>
                  <a:pt x="1385754" y="27990"/>
                  <a:pt x="1382865" y="21454"/>
                </a:cubicBezTo>
                <a:cubicBezTo>
                  <a:pt x="1381018" y="17192"/>
                  <a:pt x="1377205" y="10088"/>
                  <a:pt x="1371427" y="142"/>
                </a:cubicBezTo>
                <a:lnTo>
                  <a:pt x="1380591" y="142"/>
                </a:lnTo>
                <a:cubicBezTo>
                  <a:pt x="1389495" y="12029"/>
                  <a:pt x="1396078" y="23964"/>
                  <a:pt x="1400340" y="35946"/>
                </a:cubicBezTo>
                <a:cubicBezTo>
                  <a:pt x="1403987" y="46271"/>
                  <a:pt x="1405811" y="57069"/>
                  <a:pt x="1405811" y="68341"/>
                </a:cubicBezTo>
                <a:cubicBezTo>
                  <a:pt x="1405811" y="81128"/>
                  <a:pt x="1403360" y="93489"/>
                  <a:pt x="1398458" y="105423"/>
                </a:cubicBezTo>
                <a:cubicBezTo>
                  <a:pt x="1393556" y="117358"/>
                  <a:pt x="1387601" y="127777"/>
                  <a:pt x="1380591" y="136681"/>
                </a:cubicBezTo>
                <a:close/>
                <a:moveTo>
                  <a:pt x="1424209" y="45181"/>
                </a:moveTo>
                <a:lnTo>
                  <a:pt x="1424209" y="30547"/>
                </a:lnTo>
                <a:lnTo>
                  <a:pt x="1438772" y="30547"/>
                </a:lnTo>
                <a:lnTo>
                  <a:pt x="1438772" y="45181"/>
                </a:lnTo>
                <a:lnTo>
                  <a:pt x="1424209" y="45181"/>
                </a:lnTo>
                <a:moveTo>
                  <a:pt x="1424209" y="105992"/>
                </a:moveTo>
                <a:lnTo>
                  <a:pt x="1424209" y="91358"/>
                </a:lnTo>
                <a:lnTo>
                  <a:pt x="1438772" y="91358"/>
                </a:lnTo>
                <a:lnTo>
                  <a:pt x="1438772" y="105992"/>
                </a:lnTo>
                <a:lnTo>
                  <a:pt x="1424209" y="105992"/>
                </a:lnTo>
                <a:close/>
                <a:moveTo>
                  <a:pt x="1498446" y="72461"/>
                </a:moveTo>
                <a:lnTo>
                  <a:pt x="1511446" y="71324"/>
                </a:lnTo>
                <a:cubicBezTo>
                  <a:pt x="1512062" y="76534"/>
                  <a:pt x="1513495" y="80808"/>
                  <a:pt x="1515744" y="84147"/>
                </a:cubicBezTo>
                <a:cubicBezTo>
                  <a:pt x="1517994" y="87486"/>
                  <a:pt x="1521487" y="90185"/>
                  <a:pt x="1526223" y="92246"/>
                </a:cubicBezTo>
                <a:cubicBezTo>
                  <a:pt x="1530959" y="94306"/>
                  <a:pt x="1536287" y="95336"/>
                  <a:pt x="1542207" y="95336"/>
                </a:cubicBezTo>
                <a:cubicBezTo>
                  <a:pt x="1547464" y="95336"/>
                  <a:pt x="1552105" y="94554"/>
                  <a:pt x="1556131" y="92991"/>
                </a:cubicBezTo>
                <a:cubicBezTo>
                  <a:pt x="1560156" y="91429"/>
                  <a:pt x="1563152" y="89286"/>
                  <a:pt x="1565117" y="86562"/>
                </a:cubicBezTo>
                <a:cubicBezTo>
                  <a:pt x="1567083" y="83839"/>
                  <a:pt x="1568065" y="80867"/>
                  <a:pt x="1568065" y="77647"/>
                </a:cubicBezTo>
                <a:cubicBezTo>
                  <a:pt x="1568065" y="74379"/>
                  <a:pt x="1567118" y="71526"/>
                  <a:pt x="1565224" y="69086"/>
                </a:cubicBezTo>
                <a:cubicBezTo>
                  <a:pt x="1563329" y="66647"/>
                  <a:pt x="1560204" y="64599"/>
                  <a:pt x="1555846" y="62942"/>
                </a:cubicBezTo>
                <a:cubicBezTo>
                  <a:pt x="1553052" y="61852"/>
                  <a:pt x="1546872" y="60159"/>
                  <a:pt x="1537305" y="57862"/>
                </a:cubicBezTo>
                <a:cubicBezTo>
                  <a:pt x="1527738" y="55565"/>
                  <a:pt x="1521037" y="53398"/>
                  <a:pt x="1517201" y="51362"/>
                </a:cubicBezTo>
                <a:cubicBezTo>
                  <a:pt x="1512228" y="48757"/>
                  <a:pt x="1508522" y="45525"/>
                  <a:pt x="1506083" y="41665"/>
                </a:cubicBezTo>
                <a:cubicBezTo>
                  <a:pt x="1503644" y="37805"/>
                  <a:pt x="1502424" y="33484"/>
                  <a:pt x="1502424" y="28700"/>
                </a:cubicBezTo>
                <a:cubicBezTo>
                  <a:pt x="1502424" y="23443"/>
                  <a:pt x="1503916" y="18530"/>
                  <a:pt x="1506900" y="13959"/>
                </a:cubicBezTo>
                <a:cubicBezTo>
                  <a:pt x="1509883" y="9389"/>
                  <a:pt x="1514241" y="5920"/>
                  <a:pt x="1519971" y="3552"/>
                </a:cubicBezTo>
                <a:cubicBezTo>
                  <a:pt x="1525702" y="1184"/>
                  <a:pt x="1532072" y="0"/>
                  <a:pt x="1539081" y="0"/>
                </a:cubicBezTo>
                <a:cubicBezTo>
                  <a:pt x="1546801" y="0"/>
                  <a:pt x="1553609" y="1243"/>
                  <a:pt x="1559505" y="3730"/>
                </a:cubicBezTo>
                <a:cubicBezTo>
                  <a:pt x="1565401" y="6216"/>
                  <a:pt x="1569936" y="9875"/>
                  <a:pt x="1573109" y="14705"/>
                </a:cubicBezTo>
                <a:cubicBezTo>
                  <a:pt x="1576282" y="19536"/>
                  <a:pt x="1577987" y="25006"/>
                  <a:pt x="1578224" y="31116"/>
                </a:cubicBezTo>
                <a:lnTo>
                  <a:pt x="1565011" y="32110"/>
                </a:lnTo>
                <a:cubicBezTo>
                  <a:pt x="1564300" y="25503"/>
                  <a:pt x="1561897" y="20513"/>
                  <a:pt x="1557800" y="17138"/>
                </a:cubicBezTo>
                <a:cubicBezTo>
                  <a:pt x="1553703" y="13764"/>
                  <a:pt x="1547653" y="12077"/>
                  <a:pt x="1539649" y="12077"/>
                </a:cubicBezTo>
                <a:cubicBezTo>
                  <a:pt x="1531314" y="12077"/>
                  <a:pt x="1525240" y="13606"/>
                  <a:pt x="1521427" y="16663"/>
                </a:cubicBezTo>
                <a:cubicBezTo>
                  <a:pt x="1517615" y="19720"/>
                  <a:pt x="1515709" y="23404"/>
                  <a:pt x="1515709" y="27717"/>
                </a:cubicBezTo>
                <a:cubicBezTo>
                  <a:pt x="1515709" y="31461"/>
                  <a:pt x="1517059" y="34542"/>
                  <a:pt x="1519758" y="36959"/>
                </a:cubicBezTo>
                <a:cubicBezTo>
                  <a:pt x="1522410" y="39377"/>
                  <a:pt x="1529337" y="41854"/>
                  <a:pt x="1540537" y="44389"/>
                </a:cubicBezTo>
                <a:cubicBezTo>
                  <a:pt x="1551738" y="46924"/>
                  <a:pt x="1559422" y="49140"/>
                  <a:pt x="1563590" y="51036"/>
                </a:cubicBezTo>
                <a:cubicBezTo>
                  <a:pt x="1569652" y="53831"/>
                  <a:pt x="1574127" y="57374"/>
                  <a:pt x="1577016" y="61665"/>
                </a:cubicBezTo>
                <a:cubicBezTo>
                  <a:pt x="1579905" y="65954"/>
                  <a:pt x="1581350" y="70895"/>
                  <a:pt x="1581350" y="76488"/>
                </a:cubicBezTo>
                <a:cubicBezTo>
                  <a:pt x="1581350" y="82032"/>
                  <a:pt x="1579763" y="87257"/>
                  <a:pt x="1576590" y="92163"/>
                </a:cubicBezTo>
                <a:cubicBezTo>
                  <a:pt x="1573417" y="97068"/>
                  <a:pt x="1568859" y="100884"/>
                  <a:pt x="1562915" y="103610"/>
                </a:cubicBezTo>
                <a:cubicBezTo>
                  <a:pt x="1556971" y="106334"/>
                  <a:pt x="1550282" y="107697"/>
                  <a:pt x="1542846" y="107697"/>
                </a:cubicBezTo>
                <a:cubicBezTo>
                  <a:pt x="1533421" y="107697"/>
                  <a:pt x="1525524" y="106323"/>
                  <a:pt x="1519154" y="103576"/>
                </a:cubicBezTo>
                <a:cubicBezTo>
                  <a:pt x="1512784" y="100830"/>
                  <a:pt x="1507788" y="96697"/>
                  <a:pt x="1504165" y="91180"/>
                </a:cubicBezTo>
                <a:cubicBezTo>
                  <a:pt x="1500542" y="85662"/>
                  <a:pt x="1498635" y="79423"/>
                  <a:pt x="1498446" y="72461"/>
                </a:cubicBezTo>
                <a:close/>
                <a:moveTo>
                  <a:pt x="1626460" y="94696"/>
                </a:moveTo>
                <a:lnTo>
                  <a:pt x="1628307" y="105992"/>
                </a:lnTo>
                <a:cubicBezTo>
                  <a:pt x="1624708" y="106655"/>
                  <a:pt x="1621487" y="106986"/>
                  <a:pt x="1618646" y="106986"/>
                </a:cubicBezTo>
                <a:cubicBezTo>
                  <a:pt x="1614004" y="106986"/>
                  <a:pt x="1610405" y="106252"/>
                  <a:pt x="1607847" y="104784"/>
                </a:cubicBezTo>
                <a:cubicBezTo>
                  <a:pt x="1605290" y="103316"/>
                  <a:pt x="1603490" y="101386"/>
                  <a:pt x="1602448" y="98994"/>
                </a:cubicBezTo>
                <a:cubicBezTo>
                  <a:pt x="1601406" y="96603"/>
                  <a:pt x="1600885" y="91571"/>
                  <a:pt x="1600885" y="83898"/>
                </a:cubicBezTo>
                <a:lnTo>
                  <a:pt x="1600885" y="40493"/>
                </a:lnTo>
                <a:lnTo>
                  <a:pt x="1591508" y="40493"/>
                </a:lnTo>
                <a:lnTo>
                  <a:pt x="1591508" y="30547"/>
                </a:lnTo>
                <a:lnTo>
                  <a:pt x="1600885" y="30547"/>
                </a:lnTo>
                <a:lnTo>
                  <a:pt x="1600885" y="11813"/>
                </a:lnTo>
                <a:lnTo>
                  <a:pt x="1613602" y="4120"/>
                </a:lnTo>
                <a:lnTo>
                  <a:pt x="1613602" y="30547"/>
                </a:lnTo>
                <a:lnTo>
                  <a:pt x="1626460" y="30547"/>
                </a:lnTo>
                <a:lnTo>
                  <a:pt x="1626460" y="40493"/>
                </a:lnTo>
                <a:lnTo>
                  <a:pt x="1613602" y="40493"/>
                </a:lnTo>
                <a:lnTo>
                  <a:pt x="1613602" y="84609"/>
                </a:lnTo>
                <a:cubicBezTo>
                  <a:pt x="1613602" y="88255"/>
                  <a:pt x="1613827" y="90600"/>
                  <a:pt x="1614277" y="91642"/>
                </a:cubicBezTo>
                <a:cubicBezTo>
                  <a:pt x="1614726" y="92684"/>
                  <a:pt x="1615461" y="93512"/>
                  <a:pt x="1616479" y="94128"/>
                </a:cubicBezTo>
                <a:cubicBezTo>
                  <a:pt x="1617497" y="94744"/>
                  <a:pt x="1618953" y="95052"/>
                  <a:pt x="1620848" y="95052"/>
                </a:cubicBezTo>
                <a:cubicBezTo>
                  <a:pt x="1622269" y="95052"/>
                  <a:pt x="1624139" y="94933"/>
                  <a:pt x="1626460" y="94696"/>
                </a:cubicBezTo>
                <a:close/>
                <a:moveTo>
                  <a:pt x="1638821" y="105992"/>
                </a:moveTo>
                <a:lnTo>
                  <a:pt x="1638821" y="30547"/>
                </a:lnTo>
                <a:lnTo>
                  <a:pt x="1650329" y="30547"/>
                </a:lnTo>
                <a:lnTo>
                  <a:pt x="1650329" y="41914"/>
                </a:lnTo>
                <a:cubicBezTo>
                  <a:pt x="1653266" y="36592"/>
                  <a:pt x="1655977" y="33082"/>
                  <a:pt x="1658463" y="31386"/>
                </a:cubicBezTo>
                <a:cubicBezTo>
                  <a:pt x="1660950" y="29690"/>
                  <a:pt x="1663685" y="28842"/>
                  <a:pt x="1666668" y="28842"/>
                </a:cubicBezTo>
                <a:cubicBezTo>
                  <a:pt x="1670978" y="28842"/>
                  <a:pt x="1675359" y="30210"/>
                  <a:pt x="1679811" y="32945"/>
                </a:cubicBezTo>
                <a:lnTo>
                  <a:pt x="1675406" y="44755"/>
                </a:lnTo>
                <a:cubicBezTo>
                  <a:pt x="1672281" y="42908"/>
                  <a:pt x="1669155" y="41985"/>
                  <a:pt x="1666029" y="41985"/>
                </a:cubicBezTo>
                <a:cubicBezTo>
                  <a:pt x="1663235" y="41985"/>
                  <a:pt x="1660725" y="42827"/>
                  <a:pt x="1658499" y="44511"/>
                </a:cubicBezTo>
                <a:cubicBezTo>
                  <a:pt x="1656273" y="46194"/>
                  <a:pt x="1654686" y="48529"/>
                  <a:pt x="1653739" y="51515"/>
                </a:cubicBezTo>
                <a:cubicBezTo>
                  <a:pt x="1652318" y="56066"/>
                  <a:pt x="1651608" y="61044"/>
                  <a:pt x="1651608" y="66449"/>
                </a:cubicBezTo>
                <a:lnTo>
                  <a:pt x="1651608" y="105992"/>
                </a:lnTo>
                <a:lnTo>
                  <a:pt x="1638821" y="105992"/>
                </a:lnTo>
                <a:close/>
                <a:moveTo>
                  <a:pt x="1687483" y="16623"/>
                </a:moveTo>
                <a:lnTo>
                  <a:pt x="1687483" y="1847"/>
                </a:lnTo>
                <a:lnTo>
                  <a:pt x="1700270" y="1847"/>
                </a:lnTo>
                <a:lnTo>
                  <a:pt x="1700270" y="16623"/>
                </a:lnTo>
                <a:lnTo>
                  <a:pt x="1687483" y="16623"/>
                </a:lnTo>
                <a:moveTo>
                  <a:pt x="1687483" y="105992"/>
                </a:moveTo>
                <a:lnTo>
                  <a:pt x="1687483" y="30547"/>
                </a:lnTo>
                <a:lnTo>
                  <a:pt x="1700270" y="30547"/>
                </a:lnTo>
                <a:lnTo>
                  <a:pt x="1700270" y="105992"/>
                </a:lnTo>
                <a:lnTo>
                  <a:pt x="1687483" y="105992"/>
                </a:lnTo>
                <a:close/>
                <a:moveTo>
                  <a:pt x="1719736" y="105992"/>
                </a:moveTo>
                <a:lnTo>
                  <a:pt x="1719736" y="30547"/>
                </a:lnTo>
                <a:lnTo>
                  <a:pt x="1731245" y="30547"/>
                </a:lnTo>
                <a:lnTo>
                  <a:pt x="1731245" y="41203"/>
                </a:lnTo>
                <a:cubicBezTo>
                  <a:pt x="1736786" y="32963"/>
                  <a:pt x="1744790" y="28842"/>
                  <a:pt x="1755256" y="28842"/>
                </a:cubicBezTo>
                <a:cubicBezTo>
                  <a:pt x="1759803" y="28842"/>
                  <a:pt x="1763982" y="29659"/>
                  <a:pt x="1767795" y="31293"/>
                </a:cubicBezTo>
                <a:cubicBezTo>
                  <a:pt x="1771607" y="32927"/>
                  <a:pt x="1774461" y="35070"/>
                  <a:pt x="1776355" y="37722"/>
                </a:cubicBezTo>
                <a:cubicBezTo>
                  <a:pt x="1778250" y="40374"/>
                  <a:pt x="1779576" y="43524"/>
                  <a:pt x="1780334" y="47171"/>
                </a:cubicBezTo>
                <a:cubicBezTo>
                  <a:pt x="1780807" y="49539"/>
                  <a:pt x="1781044" y="53683"/>
                  <a:pt x="1781044" y="59603"/>
                </a:cubicBezTo>
                <a:lnTo>
                  <a:pt x="1781044" y="105992"/>
                </a:lnTo>
                <a:lnTo>
                  <a:pt x="1768257" y="105992"/>
                </a:lnTo>
                <a:lnTo>
                  <a:pt x="1768257" y="60051"/>
                </a:lnTo>
                <a:cubicBezTo>
                  <a:pt x="1768257" y="54836"/>
                  <a:pt x="1767759" y="50936"/>
                  <a:pt x="1766765" y="48352"/>
                </a:cubicBezTo>
                <a:cubicBezTo>
                  <a:pt x="1765770" y="45768"/>
                  <a:pt x="1764006" y="43705"/>
                  <a:pt x="1761472" y="42165"/>
                </a:cubicBezTo>
                <a:cubicBezTo>
                  <a:pt x="1758939" y="40624"/>
                  <a:pt x="1755967" y="39853"/>
                  <a:pt x="1752557" y="39853"/>
                </a:cubicBezTo>
                <a:cubicBezTo>
                  <a:pt x="1747110" y="39853"/>
                  <a:pt x="1742410" y="41584"/>
                  <a:pt x="1738455" y="45046"/>
                </a:cubicBezTo>
                <a:cubicBezTo>
                  <a:pt x="1734501" y="48506"/>
                  <a:pt x="1732524" y="55072"/>
                  <a:pt x="1732524" y="64744"/>
                </a:cubicBezTo>
                <a:lnTo>
                  <a:pt x="1732524" y="105992"/>
                </a:lnTo>
                <a:lnTo>
                  <a:pt x="1719736" y="105992"/>
                </a:lnTo>
                <a:close/>
                <a:moveTo>
                  <a:pt x="1798306" y="112243"/>
                </a:moveTo>
                <a:lnTo>
                  <a:pt x="1810738" y="114090"/>
                </a:lnTo>
                <a:cubicBezTo>
                  <a:pt x="1811259" y="117927"/>
                  <a:pt x="1812704" y="120721"/>
                  <a:pt x="1815072" y="122473"/>
                </a:cubicBezTo>
                <a:cubicBezTo>
                  <a:pt x="1818245" y="124841"/>
                  <a:pt x="1822578" y="126025"/>
                  <a:pt x="1828072" y="126025"/>
                </a:cubicBezTo>
                <a:cubicBezTo>
                  <a:pt x="1833992" y="126025"/>
                  <a:pt x="1838562" y="124838"/>
                  <a:pt x="1841783" y="122464"/>
                </a:cubicBezTo>
                <a:cubicBezTo>
                  <a:pt x="1845003" y="120092"/>
                  <a:pt x="1847182" y="116769"/>
                  <a:pt x="1848318" y="112496"/>
                </a:cubicBezTo>
                <a:cubicBezTo>
                  <a:pt x="1848981" y="109887"/>
                  <a:pt x="1849289" y="104405"/>
                  <a:pt x="1849242" y="96051"/>
                </a:cubicBezTo>
                <a:cubicBezTo>
                  <a:pt x="1843653" y="102678"/>
                  <a:pt x="1836691" y="105992"/>
                  <a:pt x="1828356" y="105992"/>
                </a:cubicBezTo>
                <a:cubicBezTo>
                  <a:pt x="1817984" y="105992"/>
                  <a:pt x="1809957" y="102250"/>
                  <a:pt x="1804273" y="94767"/>
                </a:cubicBezTo>
                <a:cubicBezTo>
                  <a:pt x="1798590" y="87285"/>
                  <a:pt x="1795749" y="78310"/>
                  <a:pt x="1795749" y="67843"/>
                </a:cubicBezTo>
                <a:cubicBezTo>
                  <a:pt x="1795749" y="60645"/>
                  <a:pt x="1797051" y="54002"/>
                  <a:pt x="1799656" y="47917"/>
                </a:cubicBezTo>
                <a:cubicBezTo>
                  <a:pt x="1802261" y="41831"/>
                  <a:pt x="1806038" y="37130"/>
                  <a:pt x="1810987" y="33815"/>
                </a:cubicBezTo>
                <a:cubicBezTo>
                  <a:pt x="1815936" y="30500"/>
                  <a:pt x="1821749" y="28842"/>
                  <a:pt x="1828427" y="28842"/>
                </a:cubicBezTo>
                <a:cubicBezTo>
                  <a:pt x="1837331" y="28842"/>
                  <a:pt x="1844672" y="32465"/>
                  <a:pt x="1850450" y="39711"/>
                </a:cubicBezTo>
                <a:lnTo>
                  <a:pt x="1850450" y="30547"/>
                </a:lnTo>
                <a:lnTo>
                  <a:pt x="1862242" y="30547"/>
                </a:lnTo>
                <a:lnTo>
                  <a:pt x="1862242" y="95806"/>
                </a:lnTo>
                <a:cubicBezTo>
                  <a:pt x="1862242" y="107559"/>
                  <a:pt x="1861046" y="115888"/>
                  <a:pt x="1858655" y="120793"/>
                </a:cubicBezTo>
                <a:cubicBezTo>
                  <a:pt x="1856263" y="125697"/>
                  <a:pt x="1852474" y="129571"/>
                  <a:pt x="1847288" y="132414"/>
                </a:cubicBezTo>
                <a:cubicBezTo>
                  <a:pt x="1842102" y="135259"/>
                  <a:pt x="1835721" y="136681"/>
                  <a:pt x="1828143" y="136681"/>
                </a:cubicBezTo>
                <a:cubicBezTo>
                  <a:pt x="1819145" y="136681"/>
                  <a:pt x="1811875" y="134651"/>
                  <a:pt x="1806334" y="130589"/>
                </a:cubicBezTo>
                <a:cubicBezTo>
                  <a:pt x="1800793" y="126528"/>
                  <a:pt x="1798117" y="120413"/>
                  <a:pt x="1798306" y="112243"/>
                </a:cubicBezTo>
                <a:moveTo>
                  <a:pt x="1808891" y="66922"/>
                </a:moveTo>
                <a:cubicBezTo>
                  <a:pt x="1808891" y="76795"/>
                  <a:pt x="1810857" y="83999"/>
                  <a:pt x="1814787" y="88534"/>
                </a:cubicBezTo>
                <a:cubicBezTo>
                  <a:pt x="1818718" y="93068"/>
                  <a:pt x="1823644" y="95336"/>
                  <a:pt x="1829564" y="95336"/>
                </a:cubicBezTo>
                <a:cubicBezTo>
                  <a:pt x="1835436" y="95336"/>
                  <a:pt x="1840362" y="93080"/>
                  <a:pt x="1844340" y="88569"/>
                </a:cubicBezTo>
                <a:cubicBezTo>
                  <a:pt x="1848318" y="84058"/>
                  <a:pt x="1850307" y="76984"/>
                  <a:pt x="1850307" y="67346"/>
                </a:cubicBezTo>
                <a:cubicBezTo>
                  <a:pt x="1850307" y="58134"/>
                  <a:pt x="1848259" y="51190"/>
                  <a:pt x="1844162" y="46513"/>
                </a:cubicBezTo>
                <a:cubicBezTo>
                  <a:pt x="1840066" y="41837"/>
                  <a:pt x="1835129" y="39498"/>
                  <a:pt x="1829351" y="39498"/>
                </a:cubicBezTo>
                <a:cubicBezTo>
                  <a:pt x="1823667" y="39498"/>
                  <a:pt x="1818837" y="41801"/>
                  <a:pt x="1814858" y="46407"/>
                </a:cubicBezTo>
                <a:cubicBezTo>
                  <a:pt x="1810880" y="51013"/>
                  <a:pt x="1808891" y="57851"/>
                  <a:pt x="1808891" y="6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Services">
            <a:extLst xmlns:a="http://schemas.openxmlformats.org/drawingml/2006/main">
              <a:ext uri="{FF2B5EF4-FFF2-40B4-BE49-F238E27FC236}">
                <a16:creationId xmlns:a16="http://schemas.microsoft.com/office/drawing/2014/main" id="{77E2A332-7661-429A-909E-3E4EE4FE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1" y="2483822"/>
            <a:ext cx="545736" cy="107697"/>
          </a:xfrm>
          <a:custGeom xmlns:a="http://schemas.openxmlformats.org/drawingml/2006/main">
            <a:pathLst>
              <a:path w="545736" h="107697">
                <a:moveTo>
                  <a:pt x="0" y="72461"/>
                </a:moveTo>
                <a:lnTo>
                  <a:pt x="13000" y="71324"/>
                </a:lnTo>
                <a:cubicBezTo>
                  <a:pt x="13616" y="76534"/>
                  <a:pt x="15049" y="80808"/>
                  <a:pt x="17298" y="84147"/>
                </a:cubicBezTo>
                <a:cubicBezTo>
                  <a:pt x="19548" y="87486"/>
                  <a:pt x="23041" y="90185"/>
                  <a:pt x="27777" y="92246"/>
                </a:cubicBezTo>
                <a:cubicBezTo>
                  <a:pt x="32513" y="94306"/>
                  <a:pt x="37841" y="95336"/>
                  <a:pt x="43761" y="95336"/>
                </a:cubicBezTo>
                <a:cubicBezTo>
                  <a:pt x="49018" y="95336"/>
                  <a:pt x="53659" y="94554"/>
                  <a:pt x="57685" y="92991"/>
                </a:cubicBezTo>
                <a:cubicBezTo>
                  <a:pt x="61710" y="91429"/>
                  <a:pt x="64706" y="89286"/>
                  <a:pt x="66671" y="86562"/>
                </a:cubicBezTo>
                <a:cubicBezTo>
                  <a:pt x="68637" y="83839"/>
                  <a:pt x="69619" y="80867"/>
                  <a:pt x="69619" y="77647"/>
                </a:cubicBezTo>
                <a:cubicBezTo>
                  <a:pt x="69619" y="74379"/>
                  <a:pt x="68672" y="71526"/>
                  <a:pt x="66778" y="69086"/>
                </a:cubicBezTo>
                <a:cubicBezTo>
                  <a:pt x="64883" y="66647"/>
                  <a:pt x="61758" y="64599"/>
                  <a:pt x="57400" y="62942"/>
                </a:cubicBezTo>
                <a:cubicBezTo>
                  <a:pt x="54606" y="61852"/>
                  <a:pt x="48426" y="60159"/>
                  <a:pt x="38859" y="57862"/>
                </a:cubicBezTo>
                <a:cubicBezTo>
                  <a:pt x="29292" y="55565"/>
                  <a:pt x="22591" y="53398"/>
                  <a:pt x="18755" y="51362"/>
                </a:cubicBezTo>
                <a:cubicBezTo>
                  <a:pt x="13782" y="48757"/>
                  <a:pt x="10076" y="45525"/>
                  <a:pt x="7637" y="41665"/>
                </a:cubicBezTo>
                <a:cubicBezTo>
                  <a:pt x="5198" y="37805"/>
                  <a:pt x="3978" y="33484"/>
                  <a:pt x="3978" y="28700"/>
                </a:cubicBezTo>
                <a:cubicBezTo>
                  <a:pt x="3978" y="23443"/>
                  <a:pt x="5470" y="18530"/>
                  <a:pt x="8454" y="13959"/>
                </a:cubicBezTo>
                <a:cubicBezTo>
                  <a:pt x="11437" y="9389"/>
                  <a:pt x="15795" y="5920"/>
                  <a:pt x="21525" y="3552"/>
                </a:cubicBezTo>
                <a:cubicBezTo>
                  <a:pt x="27256" y="1184"/>
                  <a:pt x="33626" y="0"/>
                  <a:pt x="40635" y="0"/>
                </a:cubicBezTo>
                <a:cubicBezTo>
                  <a:pt x="48355" y="0"/>
                  <a:pt x="55163" y="1243"/>
                  <a:pt x="61059" y="3730"/>
                </a:cubicBezTo>
                <a:cubicBezTo>
                  <a:pt x="66955" y="6216"/>
                  <a:pt x="71490" y="9875"/>
                  <a:pt x="74663" y="14705"/>
                </a:cubicBezTo>
                <a:cubicBezTo>
                  <a:pt x="77836" y="19536"/>
                  <a:pt x="79541" y="25006"/>
                  <a:pt x="79778" y="31116"/>
                </a:cubicBezTo>
                <a:lnTo>
                  <a:pt x="66565" y="32110"/>
                </a:lnTo>
                <a:cubicBezTo>
                  <a:pt x="65854" y="25503"/>
                  <a:pt x="63451" y="20513"/>
                  <a:pt x="59354" y="17138"/>
                </a:cubicBezTo>
                <a:cubicBezTo>
                  <a:pt x="55257" y="13764"/>
                  <a:pt x="49207" y="12077"/>
                  <a:pt x="41203" y="12077"/>
                </a:cubicBezTo>
                <a:cubicBezTo>
                  <a:pt x="32868" y="12077"/>
                  <a:pt x="26794" y="13606"/>
                  <a:pt x="22981" y="16663"/>
                </a:cubicBezTo>
                <a:cubicBezTo>
                  <a:pt x="19169" y="19720"/>
                  <a:pt x="17263" y="23404"/>
                  <a:pt x="17263" y="27717"/>
                </a:cubicBezTo>
                <a:cubicBezTo>
                  <a:pt x="17263" y="31461"/>
                  <a:pt x="18613" y="34542"/>
                  <a:pt x="21312" y="36959"/>
                </a:cubicBezTo>
                <a:cubicBezTo>
                  <a:pt x="23964" y="39377"/>
                  <a:pt x="30891" y="41854"/>
                  <a:pt x="42091" y="44389"/>
                </a:cubicBezTo>
                <a:cubicBezTo>
                  <a:pt x="53292" y="46924"/>
                  <a:pt x="60976" y="49140"/>
                  <a:pt x="65144" y="51036"/>
                </a:cubicBezTo>
                <a:cubicBezTo>
                  <a:pt x="71206" y="53831"/>
                  <a:pt x="75681" y="57374"/>
                  <a:pt x="78570" y="61665"/>
                </a:cubicBezTo>
                <a:cubicBezTo>
                  <a:pt x="81459" y="65954"/>
                  <a:pt x="82904" y="70895"/>
                  <a:pt x="82904" y="76488"/>
                </a:cubicBezTo>
                <a:cubicBezTo>
                  <a:pt x="82904" y="82032"/>
                  <a:pt x="81317" y="87257"/>
                  <a:pt x="78144" y="92163"/>
                </a:cubicBezTo>
                <a:cubicBezTo>
                  <a:pt x="74971" y="97068"/>
                  <a:pt x="70413" y="100884"/>
                  <a:pt x="64469" y="103610"/>
                </a:cubicBezTo>
                <a:cubicBezTo>
                  <a:pt x="58525" y="106334"/>
                  <a:pt x="51836" y="107697"/>
                  <a:pt x="44400" y="107697"/>
                </a:cubicBezTo>
                <a:cubicBezTo>
                  <a:pt x="34975" y="107697"/>
                  <a:pt x="27078" y="106323"/>
                  <a:pt x="20708" y="103576"/>
                </a:cubicBezTo>
                <a:cubicBezTo>
                  <a:pt x="14338" y="100830"/>
                  <a:pt x="9342" y="96697"/>
                  <a:pt x="5719" y="91180"/>
                </a:cubicBezTo>
                <a:cubicBezTo>
                  <a:pt x="2096" y="85662"/>
                  <a:pt x="189" y="79423"/>
                  <a:pt x="0" y="72461"/>
                </a:cubicBezTo>
                <a:close/>
                <a:moveTo>
                  <a:pt x="151747" y="81696"/>
                </a:moveTo>
                <a:lnTo>
                  <a:pt x="164960" y="83330"/>
                </a:lnTo>
                <a:cubicBezTo>
                  <a:pt x="162876" y="91050"/>
                  <a:pt x="159016" y="97041"/>
                  <a:pt x="153381" y="101303"/>
                </a:cubicBezTo>
                <a:cubicBezTo>
                  <a:pt x="147745" y="105566"/>
                  <a:pt x="140546" y="107697"/>
                  <a:pt x="131784" y="107697"/>
                </a:cubicBezTo>
                <a:cubicBezTo>
                  <a:pt x="120750" y="107697"/>
                  <a:pt x="112000" y="104299"/>
                  <a:pt x="105535" y="97503"/>
                </a:cubicBezTo>
                <a:cubicBezTo>
                  <a:pt x="99070" y="90706"/>
                  <a:pt x="95838" y="81175"/>
                  <a:pt x="95838" y="68909"/>
                </a:cubicBezTo>
                <a:cubicBezTo>
                  <a:pt x="95838" y="56216"/>
                  <a:pt x="99106" y="46365"/>
                  <a:pt x="105642" y="39356"/>
                </a:cubicBezTo>
                <a:cubicBezTo>
                  <a:pt x="112177" y="32347"/>
                  <a:pt x="120655" y="28842"/>
                  <a:pt x="131074" y="28842"/>
                </a:cubicBezTo>
                <a:cubicBezTo>
                  <a:pt x="141162" y="28842"/>
                  <a:pt x="149402" y="32271"/>
                  <a:pt x="155796" y="39128"/>
                </a:cubicBezTo>
                <a:cubicBezTo>
                  <a:pt x="162190" y="45983"/>
                  <a:pt x="165386" y="55628"/>
                  <a:pt x="165386" y="68063"/>
                </a:cubicBezTo>
                <a:cubicBezTo>
                  <a:pt x="165386" y="68819"/>
                  <a:pt x="165363" y="69954"/>
                  <a:pt x="165315" y="71466"/>
                </a:cubicBezTo>
                <a:lnTo>
                  <a:pt x="109052" y="71466"/>
                </a:lnTo>
                <a:cubicBezTo>
                  <a:pt x="109525" y="79731"/>
                  <a:pt x="111870" y="86059"/>
                  <a:pt x="116085" y="90452"/>
                </a:cubicBezTo>
                <a:cubicBezTo>
                  <a:pt x="120300" y="94844"/>
                  <a:pt x="125557" y="97041"/>
                  <a:pt x="131855" y="97041"/>
                </a:cubicBezTo>
                <a:cubicBezTo>
                  <a:pt x="136544" y="97041"/>
                  <a:pt x="140546" y="95821"/>
                  <a:pt x="143861" y="93382"/>
                </a:cubicBezTo>
                <a:cubicBezTo>
                  <a:pt x="147176" y="90942"/>
                  <a:pt x="149805" y="87046"/>
                  <a:pt x="151747" y="81696"/>
                </a:cubicBezTo>
                <a:moveTo>
                  <a:pt x="109762" y="60810"/>
                </a:moveTo>
                <a:lnTo>
                  <a:pt x="151889" y="60810"/>
                </a:lnTo>
                <a:cubicBezTo>
                  <a:pt x="151320" y="54568"/>
                  <a:pt x="149710" y="49886"/>
                  <a:pt x="147058" y="46764"/>
                </a:cubicBezTo>
                <a:cubicBezTo>
                  <a:pt x="142985" y="41920"/>
                  <a:pt x="137704" y="39498"/>
                  <a:pt x="131216" y="39498"/>
                </a:cubicBezTo>
                <a:cubicBezTo>
                  <a:pt x="125343" y="39498"/>
                  <a:pt x="120406" y="41432"/>
                  <a:pt x="116404" y="45299"/>
                </a:cubicBezTo>
                <a:cubicBezTo>
                  <a:pt x="112402" y="49165"/>
                  <a:pt x="110188" y="54335"/>
                  <a:pt x="109762" y="60810"/>
                </a:cubicBezTo>
                <a:close/>
                <a:moveTo>
                  <a:pt x="180873" y="105992"/>
                </a:moveTo>
                <a:lnTo>
                  <a:pt x="180873" y="30547"/>
                </a:lnTo>
                <a:lnTo>
                  <a:pt x="192382" y="30547"/>
                </a:lnTo>
                <a:lnTo>
                  <a:pt x="192382" y="41914"/>
                </a:lnTo>
                <a:cubicBezTo>
                  <a:pt x="195318" y="36592"/>
                  <a:pt x="198029" y="33082"/>
                  <a:pt x="200516" y="31386"/>
                </a:cubicBezTo>
                <a:cubicBezTo>
                  <a:pt x="203002" y="29690"/>
                  <a:pt x="205737" y="28842"/>
                  <a:pt x="208721" y="28842"/>
                </a:cubicBezTo>
                <a:cubicBezTo>
                  <a:pt x="213031" y="28842"/>
                  <a:pt x="217412" y="30210"/>
                  <a:pt x="221863" y="32945"/>
                </a:cubicBezTo>
                <a:lnTo>
                  <a:pt x="217459" y="44755"/>
                </a:lnTo>
                <a:cubicBezTo>
                  <a:pt x="214333" y="42908"/>
                  <a:pt x="211207" y="41985"/>
                  <a:pt x="208082" y="41985"/>
                </a:cubicBezTo>
                <a:cubicBezTo>
                  <a:pt x="205287" y="41985"/>
                  <a:pt x="202777" y="42827"/>
                  <a:pt x="200551" y="44511"/>
                </a:cubicBezTo>
                <a:cubicBezTo>
                  <a:pt x="198325" y="46194"/>
                  <a:pt x="196739" y="48529"/>
                  <a:pt x="195792" y="51515"/>
                </a:cubicBezTo>
                <a:cubicBezTo>
                  <a:pt x="194371" y="56066"/>
                  <a:pt x="193661" y="61044"/>
                  <a:pt x="193661" y="66449"/>
                </a:cubicBezTo>
                <a:lnTo>
                  <a:pt x="193661" y="105992"/>
                </a:lnTo>
                <a:lnTo>
                  <a:pt x="180873" y="105992"/>
                </a:lnTo>
                <a:close/>
                <a:moveTo>
                  <a:pt x="250417" y="105992"/>
                </a:moveTo>
                <a:lnTo>
                  <a:pt x="221717" y="30547"/>
                </a:lnTo>
                <a:lnTo>
                  <a:pt x="235215" y="30547"/>
                </a:lnTo>
                <a:lnTo>
                  <a:pt x="251412" y="75729"/>
                </a:lnTo>
                <a:cubicBezTo>
                  <a:pt x="253164" y="80607"/>
                  <a:pt x="254775" y="85674"/>
                  <a:pt x="256243" y="90931"/>
                </a:cubicBezTo>
                <a:cubicBezTo>
                  <a:pt x="257379" y="86953"/>
                  <a:pt x="258966" y="82170"/>
                  <a:pt x="261002" y="76581"/>
                </a:cubicBezTo>
                <a:lnTo>
                  <a:pt x="277768" y="30547"/>
                </a:lnTo>
                <a:lnTo>
                  <a:pt x="290910" y="30547"/>
                </a:lnTo>
                <a:lnTo>
                  <a:pt x="262352" y="105992"/>
                </a:lnTo>
                <a:lnTo>
                  <a:pt x="250417" y="105992"/>
                </a:lnTo>
                <a:close/>
                <a:moveTo>
                  <a:pt x="302277" y="16623"/>
                </a:moveTo>
                <a:lnTo>
                  <a:pt x="302277" y="1847"/>
                </a:lnTo>
                <a:lnTo>
                  <a:pt x="315064" y="1847"/>
                </a:lnTo>
                <a:lnTo>
                  <a:pt x="315064" y="16623"/>
                </a:lnTo>
                <a:lnTo>
                  <a:pt x="302277" y="16623"/>
                </a:lnTo>
                <a:moveTo>
                  <a:pt x="302277" y="105992"/>
                </a:moveTo>
                <a:lnTo>
                  <a:pt x="302277" y="30547"/>
                </a:lnTo>
                <a:lnTo>
                  <a:pt x="315064" y="30547"/>
                </a:lnTo>
                <a:lnTo>
                  <a:pt x="315064" y="105992"/>
                </a:lnTo>
                <a:lnTo>
                  <a:pt x="302277" y="105992"/>
                </a:lnTo>
                <a:close/>
                <a:moveTo>
                  <a:pt x="383762" y="78286"/>
                </a:moveTo>
                <a:lnTo>
                  <a:pt x="396336" y="79920"/>
                </a:lnTo>
                <a:cubicBezTo>
                  <a:pt x="394962" y="88609"/>
                  <a:pt x="391446" y="95411"/>
                  <a:pt x="385786" y="100326"/>
                </a:cubicBezTo>
                <a:cubicBezTo>
                  <a:pt x="380127" y="105240"/>
                  <a:pt x="373177" y="107697"/>
                  <a:pt x="364936" y="107697"/>
                </a:cubicBezTo>
                <a:cubicBezTo>
                  <a:pt x="354612" y="107697"/>
                  <a:pt x="346312" y="104322"/>
                  <a:pt x="340037" y="97574"/>
                </a:cubicBezTo>
                <a:cubicBezTo>
                  <a:pt x="333761" y="90825"/>
                  <a:pt x="330624" y="81151"/>
                  <a:pt x="330624" y="68554"/>
                </a:cubicBezTo>
                <a:cubicBezTo>
                  <a:pt x="330624" y="60408"/>
                  <a:pt x="331974" y="53280"/>
                  <a:pt x="334673" y="47171"/>
                </a:cubicBezTo>
                <a:cubicBezTo>
                  <a:pt x="337373" y="41061"/>
                  <a:pt x="341481" y="36479"/>
                  <a:pt x="346999" y="33424"/>
                </a:cubicBezTo>
                <a:cubicBezTo>
                  <a:pt x="352516" y="30370"/>
                  <a:pt x="358519" y="28842"/>
                  <a:pt x="365007" y="28842"/>
                </a:cubicBezTo>
                <a:cubicBezTo>
                  <a:pt x="373200" y="28842"/>
                  <a:pt x="379902" y="30921"/>
                  <a:pt x="385112" y="35078"/>
                </a:cubicBezTo>
                <a:cubicBezTo>
                  <a:pt x="390321" y="39234"/>
                  <a:pt x="393660" y="45136"/>
                  <a:pt x="395128" y="52783"/>
                </a:cubicBezTo>
                <a:lnTo>
                  <a:pt x="382696" y="54701"/>
                </a:lnTo>
                <a:cubicBezTo>
                  <a:pt x="381512" y="49657"/>
                  <a:pt x="379416" y="45862"/>
                  <a:pt x="376409" y="43317"/>
                </a:cubicBezTo>
                <a:cubicBezTo>
                  <a:pt x="373402" y="40771"/>
                  <a:pt x="369767" y="39498"/>
                  <a:pt x="365504" y="39498"/>
                </a:cubicBezTo>
                <a:cubicBezTo>
                  <a:pt x="359064" y="39498"/>
                  <a:pt x="353830" y="41796"/>
                  <a:pt x="349805" y="46391"/>
                </a:cubicBezTo>
                <a:cubicBezTo>
                  <a:pt x="345779" y="50985"/>
                  <a:pt x="343766" y="58254"/>
                  <a:pt x="343766" y="68198"/>
                </a:cubicBezTo>
                <a:cubicBezTo>
                  <a:pt x="343766" y="78285"/>
                  <a:pt x="345708" y="85614"/>
                  <a:pt x="349591" y="90185"/>
                </a:cubicBezTo>
                <a:cubicBezTo>
                  <a:pt x="353475" y="94756"/>
                  <a:pt x="358543" y="97041"/>
                  <a:pt x="364794" y="97041"/>
                </a:cubicBezTo>
                <a:cubicBezTo>
                  <a:pt x="369814" y="97041"/>
                  <a:pt x="374006" y="95507"/>
                  <a:pt x="377368" y="92441"/>
                </a:cubicBezTo>
                <a:cubicBezTo>
                  <a:pt x="380731" y="89374"/>
                  <a:pt x="382862" y="84656"/>
                  <a:pt x="383762" y="78286"/>
                </a:cubicBezTo>
                <a:close/>
                <a:moveTo>
                  <a:pt x="458923" y="81696"/>
                </a:moveTo>
                <a:lnTo>
                  <a:pt x="472136" y="83330"/>
                </a:lnTo>
                <a:cubicBezTo>
                  <a:pt x="470052" y="91050"/>
                  <a:pt x="466192" y="97041"/>
                  <a:pt x="460557" y="101303"/>
                </a:cubicBezTo>
                <a:cubicBezTo>
                  <a:pt x="454921" y="105566"/>
                  <a:pt x="447722" y="107697"/>
                  <a:pt x="438960" y="107697"/>
                </a:cubicBezTo>
                <a:cubicBezTo>
                  <a:pt x="427926" y="107697"/>
                  <a:pt x="419176" y="104299"/>
                  <a:pt x="412711" y="97503"/>
                </a:cubicBezTo>
                <a:cubicBezTo>
                  <a:pt x="406246" y="90706"/>
                  <a:pt x="403014" y="81175"/>
                  <a:pt x="403014" y="68909"/>
                </a:cubicBezTo>
                <a:cubicBezTo>
                  <a:pt x="403014" y="56216"/>
                  <a:pt x="406282" y="46365"/>
                  <a:pt x="412818" y="39356"/>
                </a:cubicBezTo>
                <a:cubicBezTo>
                  <a:pt x="419353" y="32347"/>
                  <a:pt x="427831" y="28842"/>
                  <a:pt x="438250" y="28842"/>
                </a:cubicBezTo>
                <a:cubicBezTo>
                  <a:pt x="448338" y="28842"/>
                  <a:pt x="456578" y="32271"/>
                  <a:pt x="462972" y="39128"/>
                </a:cubicBezTo>
                <a:cubicBezTo>
                  <a:pt x="469366" y="45983"/>
                  <a:pt x="472562" y="55628"/>
                  <a:pt x="472562" y="68063"/>
                </a:cubicBezTo>
                <a:cubicBezTo>
                  <a:pt x="472562" y="68819"/>
                  <a:pt x="472539" y="69954"/>
                  <a:pt x="472491" y="71466"/>
                </a:cubicBezTo>
                <a:lnTo>
                  <a:pt x="416228" y="71466"/>
                </a:lnTo>
                <a:cubicBezTo>
                  <a:pt x="416701" y="79731"/>
                  <a:pt x="419046" y="86059"/>
                  <a:pt x="423261" y="90452"/>
                </a:cubicBezTo>
                <a:cubicBezTo>
                  <a:pt x="427476" y="94844"/>
                  <a:pt x="432733" y="97041"/>
                  <a:pt x="439031" y="97041"/>
                </a:cubicBezTo>
                <a:cubicBezTo>
                  <a:pt x="443720" y="97041"/>
                  <a:pt x="447722" y="95821"/>
                  <a:pt x="451037" y="93382"/>
                </a:cubicBezTo>
                <a:cubicBezTo>
                  <a:pt x="454352" y="90942"/>
                  <a:pt x="456981" y="87046"/>
                  <a:pt x="458923" y="81696"/>
                </a:cubicBezTo>
                <a:moveTo>
                  <a:pt x="416938" y="60810"/>
                </a:moveTo>
                <a:lnTo>
                  <a:pt x="459065" y="60810"/>
                </a:lnTo>
                <a:cubicBezTo>
                  <a:pt x="458496" y="54568"/>
                  <a:pt x="456886" y="49886"/>
                  <a:pt x="454234" y="46764"/>
                </a:cubicBezTo>
                <a:cubicBezTo>
                  <a:pt x="450161" y="41920"/>
                  <a:pt x="444880" y="39498"/>
                  <a:pt x="438392" y="39498"/>
                </a:cubicBezTo>
                <a:cubicBezTo>
                  <a:pt x="432519" y="39498"/>
                  <a:pt x="427582" y="41432"/>
                  <a:pt x="423580" y="45299"/>
                </a:cubicBezTo>
                <a:cubicBezTo>
                  <a:pt x="419578" y="49165"/>
                  <a:pt x="417364" y="54335"/>
                  <a:pt x="416938" y="60810"/>
                </a:cubicBezTo>
                <a:close/>
                <a:moveTo>
                  <a:pt x="483078" y="83401"/>
                </a:moveTo>
                <a:lnTo>
                  <a:pt x="495723" y="81412"/>
                </a:lnTo>
                <a:cubicBezTo>
                  <a:pt x="496434" y="86457"/>
                  <a:pt x="498411" y="90324"/>
                  <a:pt x="501655" y="93011"/>
                </a:cubicBezTo>
                <a:cubicBezTo>
                  <a:pt x="504899" y="95698"/>
                  <a:pt x="509434" y="97041"/>
                  <a:pt x="515259" y="97041"/>
                </a:cubicBezTo>
                <a:cubicBezTo>
                  <a:pt x="521132" y="97041"/>
                  <a:pt x="525489" y="95855"/>
                  <a:pt x="528331" y="93482"/>
                </a:cubicBezTo>
                <a:cubicBezTo>
                  <a:pt x="531172" y="91108"/>
                  <a:pt x="532593" y="88324"/>
                  <a:pt x="532593" y="85130"/>
                </a:cubicBezTo>
                <a:cubicBezTo>
                  <a:pt x="532593" y="82264"/>
                  <a:pt x="531338" y="80008"/>
                  <a:pt x="528828" y="78364"/>
                </a:cubicBezTo>
                <a:cubicBezTo>
                  <a:pt x="527076" y="77236"/>
                  <a:pt x="522719" y="75803"/>
                  <a:pt x="515757" y="74064"/>
                </a:cubicBezTo>
                <a:cubicBezTo>
                  <a:pt x="506379" y="71694"/>
                  <a:pt x="499879" y="69644"/>
                  <a:pt x="496256" y="67914"/>
                </a:cubicBezTo>
                <a:cubicBezTo>
                  <a:pt x="492633" y="66184"/>
                  <a:pt x="489886" y="63790"/>
                  <a:pt x="488016" y="60733"/>
                </a:cubicBezTo>
                <a:cubicBezTo>
                  <a:pt x="486145" y="57675"/>
                  <a:pt x="485209" y="54298"/>
                  <a:pt x="485209" y="50601"/>
                </a:cubicBezTo>
                <a:cubicBezTo>
                  <a:pt x="485209" y="47235"/>
                  <a:pt x="485979" y="44118"/>
                  <a:pt x="487518" y="41250"/>
                </a:cubicBezTo>
                <a:cubicBezTo>
                  <a:pt x="489057" y="38382"/>
                  <a:pt x="491153" y="36000"/>
                  <a:pt x="493805" y="34104"/>
                </a:cubicBezTo>
                <a:cubicBezTo>
                  <a:pt x="495794" y="32634"/>
                  <a:pt x="498506" y="31390"/>
                  <a:pt x="501939" y="30372"/>
                </a:cubicBezTo>
                <a:cubicBezTo>
                  <a:pt x="505373" y="29352"/>
                  <a:pt x="509055" y="28842"/>
                  <a:pt x="512986" y="28842"/>
                </a:cubicBezTo>
                <a:cubicBezTo>
                  <a:pt x="518906" y="28842"/>
                  <a:pt x="524104" y="29701"/>
                  <a:pt x="528579" y="31417"/>
                </a:cubicBezTo>
                <a:cubicBezTo>
                  <a:pt x="533055" y="33133"/>
                  <a:pt x="536358" y="35457"/>
                  <a:pt x="538490" y="38390"/>
                </a:cubicBezTo>
                <a:cubicBezTo>
                  <a:pt x="540621" y="41322"/>
                  <a:pt x="542089" y="45244"/>
                  <a:pt x="542894" y="50154"/>
                </a:cubicBezTo>
                <a:lnTo>
                  <a:pt x="530391" y="51859"/>
                </a:lnTo>
                <a:cubicBezTo>
                  <a:pt x="529823" y="47976"/>
                  <a:pt x="528177" y="44945"/>
                  <a:pt x="525454" y="42766"/>
                </a:cubicBezTo>
                <a:cubicBezTo>
                  <a:pt x="522730" y="40588"/>
                  <a:pt x="518882" y="39498"/>
                  <a:pt x="513910" y="39498"/>
                </a:cubicBezTo>
                <a:cubicBezTo>
                  <a:pt x="508037" y="39498"/>
                  <a:pt x="503846" y="40465"/>
                  <a:pt x="501336" y="42398"/>
                </a:cubicBezTo>
                <a:cubicBezTo>
                  <a:pt x="498825" y="44329"/>
                  <a:pt x="497570" y="46591"/>
                  <a:pt x="497570" y="49184"/>
                </a:cubicBezTo>
                <a:cubicBezTo>
                  <a:pt x="497570" y="50833"/>
                  <a:pt x="498091" y="52317"/>
                  <a:pt x="499133" y="53637"/>
                </a:cubicBezTo>
                <a:cubicBezTo>
                  <a:pt x="500175" y="55004"/>
                  <a:pt x="501809" y="56134"/>
                  <a:pt x="504035" y="57030"/>
                </a:cubicBezTo>
                <a:cubicBezTo>
                  <a:pt x="505314" y="57502"/>
                  <a:pt x="509079" y="58586"/>
                  <a:pt x="515330" y="60282"/>
                </a:cubicBezTo>
                <a:cubicBezTo>
                  <a:pt x="524376" y="62696"/>
                  <a:pt x="530687" y="64672"/>
                  <a:pt x="534263" y="66209"/>
                </a:cubicBezTo>
                <a:cubicBezTo>
                  <a:pt x="537838" y="67747"/>
                  <a:pt x="540644" y="69983"/>
                  <a:pt x="542681" y="72918"/>
                </a:cubicBezTo>
                <a:cubicBezTo>
                  <a:pt x="544717" y="75852"/>
                  <a:pt x="545736" y="79495"/>
                  <a:pt x="545736" y="83847"/>
                </a:cubicBezTo>
                <a:cubicBezTo>
                  <a:pt x="545736" y="88107"/>
                  <a:pt x="544492" y="92118"/>
                  <a:pt x="542006" y="95880"/>
                </a:cubicBezTo>
                <a:cubicBezTo>
                  <a:pt x="539520" y="99640"/>
                  <a:pt x="535932" y="102550"/>
                  <a:pt x="531243" y="104609"/>
                </a:cubicBezTo>
                <a:cubicBezTo>
                  <a:pt x="526555" y="106667"/>
                  <a:pt x="521250" y="107697"/>
                  <a:pt x="515330" y="107697"/>
                </a:cubicBezTo>
                <a:cubicBezTo>
                  <a:pt x="505527" y="107697"/>
                  <a:pt x="498056" y="105654"/>
                  <a:pt x="492917" y="101570"/>
                </a:cubicBezTo>
                <a:cubicBezTo>
                  <a:pt x="487779" y="97485"/>
                  <a:pt x="484499" y="91429"/>
                  <a:pt x="483078" y="834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2B604-C9C9-435A-AD20-DC9CC3B4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0" y="57473"/>
            <a:ext cx="415997" cy="311998"/>
          </a:xfrm>
          <a:custGeom xmlns:a="http://schemas.openxmlformats.org/drawingml/2006/main">
            <a:pathLst>
              <a:path w="415997" h="311998">
                <a:moveTo>
                  <a:pt x="0" y="0"/>
                </a:moveTo>
                <a:lnTo>
                  <a:pt x="415997" y="0"/>
                </a:lnTo>
                <a:lnTo>
                  <a:pt x="415997" y="311998"/>
                </a:lnTo>
                <a:lnTo>
                  <a:pt x="0" y="3119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9A9A4-C993-4730-8C2B-1B7C66BC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57" y="57472"/>
            <a:ext cx="415997" cy="311998"/>
          </a:xfrm>
          <a:custGeom xmlns:a="http://schemas.openxmlformats.org/drawingml/2006/main">
            <a:pathLst>
              <a:path w="415997" h="311998" fill="none">
                <a:moveTo>
                  <a:pt x="0" y="0"/>
                </a:moveTo>
                <a:lnTo>
                  <a:pt x="415997" y="0"/>
                </a:lnTo>
                <a:lnTo>
                  <a:pt x="415997" y="311998"/>
                </a:lnTo>
                <a:lnTo>
                  <a:pt x="0" y="3119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91" name="Text GUI">
            <a:extLst xmlns:a="http://schemas.openxmlformats.org/drawingml/2006/main">
              <a:ext uri="{FF2B5EF4-FFF2-40B4-BE49-F238E27FC236}">
                <a16:creationId xmlns:a16="http://schemas.microsoft.com/office/drawing/2014/main" id="{FCF79AE1-EC16-4B54-BF39-A03DF2A8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87" y="164621"/>
            <a:ext cx="237842" cy="107697"/>
          </a:xfrm>
          <a:custGeom xmlns:a="http://schemas.openxmlformats.org/drawingml/2006/main">
            <a:pathLst>
              <a:path w="237842" h="107697">
                <a:moveTo>
                  <a:pt x="52214" y="64931"/>
                </a:moveTo>
                <a:lnTo>
                  <a:pt x="52214" y="52854"/>
                </a:lnTo>
                <a:lnTo>
                  <a:pt x="96330" y="52783"/>
                </a:lnTo>
                <a:lnTo>
                  <a:pt x="96330" y="91358"/>
                </a:lnTo>
                <a:cubicBezTo>
                  <a:pt x="89558" y="96780"/>
                  <a:pt x="82572" y="100859"/>
                  <a:pt x="75374" y="103594"/>
                </a:cubicBezTo>
                <a:cubicBezTo>
                  <a:pt x="68175" y="106329"/>
                  <a:pt x="60787" y="107697"/>
                  <a:pt x="53209" y="107697"/>
                </a:cubicBezTo>
                <a:cubicBezTo>
                  <a:pt x="42979" y="107697"/>
                  <a:pt x="33685" y="105506"/>
                  <a:pt x="25326" y="101126"/>
                </a:cubicBezTo>
                <a:cubicBezTo>
                  <a:pt x="16967" y="96745"/>
                  <a:pt x="10656" y="90410"/>
                  <a:pt x="6394" y="82122"/>
                </a:cubicBezTo>
                <a:cubicBezTo>
                  <a:pt x="2131" y="73834"/>
                  <a:pt x="0" y="64575"/>
                  <a:pt x="0" y="54346"/>
                </a:cubicBezTo>
                <a:cubicBezTo>
                  <a:pt x="0" y="44211"/>
                  <a:pt x="2119" y="34750"/>
                  <a:pt x="6358" y="25965"/>
                </a:cubicBezTo>
                <a:cubicBezTo>
                  <a:pt x="10597" y="17180"/>
                  <a:pt x="16694" y="10656"/>
                  <a:pt x="24651" y="6394"/>
                </a:cubicBezTo>
                <a:cubicBezTo>
                  <a:pt x="32607" y="2131"/>
                  <a:pt x="41772" y="0"/>
                  <a:pt x="52143" y="0"/>
                </a:cubicBezTo>
                <a:cubicBezTo>
                  <a:pt x="59674" y="0"/>
                  <a:pt x="66482" y="1217"/>
                  <a:pt x="72567" y="3650"/>
                </a:cubicBezTo>
                <a:cubicBezTo>
                  <a:pt x="78653" y="6083"/>
                  <a:pt x="83425" y="9473"/>
                  <a:pt x="86882" y="13822"/>
                </a:cubicBezTo>
                <a:cubicBezTo>
                  <a:pt x="90339" y="18168"/>
                  <a:pt x="92968" y="23838"/>
                  <a:pt x="94767" y="30831"/>
                </a:cubicBezTo>
                <a:lnTo>
                  <a:pt x="82335" y="34241"/>
                </a:lnTo>
                <a:cubicBezTo>
                  <a:pt x="80773" y="28937"/>
                  <a:pt x="78831" y="24769"/>
                  <a:pt x="76510" y="21738"/>
                </a:cubicBezTo>
                <a:cubicBezTo>
                  <a:pt x="74190" y="18707"/>
                  <a:pt x="70874" y="16280"/>
                  <a:pt x="66565" y="14457"/>
                </a:cubicBezTo>
                <a:cubicBezTo>
                  <a:pt x="62255" y="12633"/>
                  <a:pt x="57471" y="11722"/>
                  <a:pt x="52214" y="11722"/>
                </a:cubicBezTo>
                <a:cubicBezTo>
                  <a:pt x="45916" y="11722"/>
                  <a:pt x="40469" y="12681"/>
                  <a:pt x="35875" y="14601"/>
                </a:cubicBezTo>
                <a:cubicBezTo>
                  <a:pt x="31281" y="16521"/>
                  <a:pt x="27575" y="19045"/>
                  <a:pt x="24757" y="22173"/>
                </a:cubicBezTo>
                <a:cubicBezTo>
                  <a:pt x="21940" y="25302"/>
                  <a:pt x="19749" y="28739"/>
                  <a:pt x="18186" y="32483"/>
                </a:cubicBezTo>
                <a:cubicBezTo>
                  <a:pt x="15534" y="38930"/>
                  <a:pt x="14208" y="45921"/>
                  <a:pt x="14208" y="53458"/>
                </a:cubicBezTo>
                <a:cubicBezTo>
                  <a:pt x="14208" y="62748"/>
                  <a:pt x="15806" y="70521"/>
                  <a:pt x="19003" y="76779"/>
                </a:cubicBezTo>
                <a:cubicBezTo>
                  <a:pt x="22200" y="83036"/>
                  <a:pt x="26853" y="87682"/>
                  <a:pt x="32963" y="90716"/>
                </a:cubicBezTo>
                <a:cubicBezTo>
                  <a:pt x="39072" y="93748"/>
                  <a:pt x="45560" y="95265"/>
                  <a:pt x="52428" y="95265"/>
                </a:cubicBezTo>
                <a:cubicBezTo>
                  <a:pt x="58395" y="95265"/>
                  <a:pt x="64220" y="94109"/>
                  <a:pt x="69903" y="91797"/>
                </a:cubicBezTo>
                <a:cubicBezTo>
                  <a:pt x="75587" y="89485"/>
                  <a:pt x="79896" y="87018"/>
                  <a:pt x="82833" y="84396"/>
                </a:cubicBezTo>
                <a:lnTo>
                  <a:pt x="82833" y="64931"/>
                </a:lnTo>
                <a:lnTo>
                  <a:pt x="52214" y="64931"/>
                </a:lnTo>
                <a:close/>
                <a:moveTo>
                  <a:pt x="184985" y="1847"/>
                </a:moveTo>
                <a:lnTo>
                  <a:pt x="198767" y="1847"/>
                </a:lnTo>
                <a:lnTo>
                  <a:pt x="198767" y="61978"/>
                </a:lnTo>
                <a:cubicBezTo>
                  <a:pt x="198767" y="72437"/>
                  <a:pt x="197583" y="80743"/>
                  <a:pt x="195215" y="86895"/>
                </a:cubicBezTo>
                <a:cubicBezTo>
                  <a:pt x="192847" y="93048"/>
                  <a:pt x="188573" y="98053"/>
                  <a:pt x="182392" y="101911"/>
                </a:cubicBezTo>
                <a:cubicBezTo>
                  <a:pt x="176212" y="105768"/>
                  <a:pt x="168101" y="107697"/>
                  <a:pt x="158061" y="107697"/>
                </a:cubicBezTo>
                <a:cubicBezTo>
                  <a:pt x="148305" y="107697"/>
                  <a:pt x="140325" y="106017"/>
                  <a:pt x="134121" y="102657"/>
                </a:cubicBezTo>
                <a:cubicBezTo>
                  <a:pt x="127916" y="99296"/>
                  <a:pt x="123488" y="94433"/>
                  <a:pt x="120836" y="88067"/>
                </a:cubicBezTo>
                <a:cubicBezTo>
                  <a:pt x="118184" y="81702"/>
                  <a:pt x="116858" y="73006"/>
                  <a:pt x="116858" y="61978"/>
                </a:cubicBezTo>
                <a:lnTo>
                  <a:pt x="116858" y="1847"/>
                </a:lnTo>
                <a:lnTo>
                  <a:pt x="130640" y="1847"/>
                </a:lnTo>
                <a:lnTo>
                  <a:pt x="130640" y="61900"/>
                </a:lnTo>
                <a:cubicBezTo>
                  <a:pt x="130640" y="70940"/>
                  <a:pt x="131480" y="77602"/>
                  <a:pt x="133161" y="81885"/>
                </a:cubicBezTo>
                <a:cubicBezTo>
                  <a:pt x="134843" y="86166"/>
                  <a:pt x="137732" y="89467"/>
                  <a:pt x="141828" y="91786"/>
                </a:cubicBezTo>
                <a:cubicBezTo>
                  <a:pt x="145925" y="94105"/>
                  <a:pt x="150933" y="95265"/>
                  <a:pt x="156853" y="95265"/>
                </a:cubicBezTo>
                <a:cubicBezTo>
                  <a:pt x="166988" y="95265"/>
                  <a:pt x="174211" y="92970"/>
                  <a:pt x="178521" y="88381"/>
                </a:cubicBezTo>
                <a:cubicBezTo>
                  <a:pt x="182830" y="83790"/>
                  <a:pt x="184985" y="74963"/>
                  <a:pt x="184985" y="61900"/>
                </a:cubicBezTo>
                <a:lnTo>
                  <a:pt x="184985" y="1847"/>
                </a:lnTo>
                <a:close/>
                <a:moveTo>
                  <a:pt x="224060" y="105992"/>
                </a:moveTo>
                <a:lnTo>
                  <a:pt x="224060" y="1847"/>
                </a:lnTo>
                <a:lnTo>
                  <a:pt x="237842" y="1847"/>
                </a:lnTo>
                <a:lnTo>
                  <a:pt x="237842" y="105992"/>
                </a:lnTo>
                <a:lnTo>
                  <a:pt x="224060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C68CB-4DAF-4A1D-AA30-5E914CAC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7" y="421470"/>
            <a:ext cx="3327973" cy="270399"/>
          </a:xfrm>
          <a:custGeom xmlns:a="http://schemas.openxmlformats.org/drawingml/2006/main">
            <a:pathLst>
              <a:path w="3327973" h="270399">
                <a:moveTo>
                  <a:pt x="0" y="270399"/>
                </a:moveTo>
                <a:lnTo>
                  <a:pt x="0" y="0"/>
                </a:lnTo>
                <a:lnTo>
                  <a:pt x="3327973" y="0"/>
                </a:lnTo>
                <a:lnTo>
                  <a:pt x="3327973" y="27039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9674C-CB67-4575-9993-1A19C88D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421469"/>
            <a:ext cx="3327974" cy="270398"/>
          </a:xfrm>
          <a:custGeom xmlns:a="http://schemas.openxmlformats.org/drawingml/2006/main">
            <a:pathLst>
              <a:path w="3327974" h="270398" fill="none">
                <a:moveTo>
                  <a:pt x="0" y="270398"/>
                </a:moveTo>
                <a:lnTo>
                  <a:pt x="0" y="0"/>
                </a:lnTo>
                <a:lnTo>
                  <a:pt x="3327974" y="0"/>
                </a:lnTo>
                <a:lnTo>
                  <a:pt x="3327974" y="270398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E5AA5-0136-4F97-8718-344D91FE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691867"/>
            <a:ext cx="3327974" cy="1497588"/>
          </a:xfrm>
          <a:custGeom xmlns:a="http://schemas.openxmlformats.org/drawingml/2006/main">
            <a:pathLst>
              <a:path w="3327974" h="1497588" fill="none">
                <a:moveTo>
                  <a:pt x="0" y="0"/>
                </a:moveTo>
                <a:lnTo>
                  <a:pt x="0" y="1497588"/>
                </a:lnTo>
                <a:lnTo>
                  <a:pt x="3327974" y="1497588"/>
                </a:lnTo>
                <a:lnTo>
                  <a:pt x="33279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24B44-AC2C-4649-A3EB-AC7935EB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691867"/>
            <a:ext cx="3327974" cy="10"/>
          </a:xfrm>
          <a:custGeom xmlns:a="http://schemas.openxmlformats.org/drawingml/2006/main">
            <a:pathLst>
              <a:path w="3327974" h="1" fill="none">
                <a:moveTo>
                  <a:pt x="0" y="0"/>
                </a:moveTo>
                <a:lnTo>
                  <a:pt x="33279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96" name="Text ContentView">
            <a:extLst xmlns:a="http://schemas.openxmlformats.org/drawingml/2006/main">
              <a:ext uri="{FF2B5EF4-FFF2-40B4-BE49-F238E27FC236}">
                <a16:creationId xmlns:a16="http://schemas.microsoft.com/office/drawing/2014/main" id="{C316D6F6-D2B8-4491-B49E-E65ADECD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169" y="518224"/>
            <a:ext cx="813905" cy="107697"/>
          </a:xfrm>
          <a:custGeom xmlns:a="http://schemas.openxmlformats.org/drawingml/2006/main">
            <a:pathLst>
              <a:path w="813905" h="107697">
                <a:moveTo>
                  <a:pt x="78286" y="69335"/>
                </a:moveTo>
                <a:lnTo>
                  <a:pt x="92068" y="72816"/>
                </a:lnTo>
                <a:cubicBezTo>
                  <a:pt x="89179" y="84159"/>
                  <a:pt x="83981" y="92808"/>
                  <a:pt x="76475" y="98763"/>
                </a:cubicBezTo>
                <a:cubicBezTo>
                  <a:pt x="68968" y="104719"/>
                  <a:pt x="59792" y="107697"/>
                  <a:pt x="48947" y="107697"/>
                </a:cubicBezTo>
                <a:cubicBezTo>
                  <a:pt x="37722" y="107697"/>
                  <a:pt x="28594" y="105412"/>
                  <a:pt x="21561" y="100841"/>
                </a:cubicBezTo>
                <a:cubicBezTo>
                  <a:pt x="14528" y="96271"/>
                  <a:pt x="9176" y="89653"/>
                  <a:pt x="5506" y="80986"/>
                </a:cubicBezTo>
                <a:cubicBezTo>
                  <a:pt x="1835" y="72319"/>
                  <a:pt x="0" y="63013"/>
                  <a:pt x="0" y="53067"/>
                </a:cubicBezTo>
                <a:cubicBezTo>
                  <a:pt x="0" y="42221"/>
                  <a:pt x="2072" y="32761"/>
                  <a:pt x="6216" y="24686"/>
                </a:cubicBezTo>
                <a:cubicBezTo>
                  <a:pt x="10360" y="16612"/>
                  <a:pt x="16256" y="10478"/>
                  <a:pt x="23905" y="6287"/>
                </a:cubicBezTo>
                <a:cubicBezTo>
                  <a:pt x="31554" y="2096"/>
                  <a:pt x="39972" y="0"/>
                  <a:pt x="49160" y="0"/>
                </a:cubicBezTo>
                <a:cubicBezTo>
                  <a:pt x="59579" y="0"/>
                  <a:pt x="68341" y="2652"/>
                  <a:pt x="75445" y="7956"/>
                </a:cubicBezTo>
                <a:cubicBezTo>
                  <a:pt x="82549" y="13261"/>
                  <a:pt x="87498" y="20720"/>
                  <a:pt x="90292" y="30334"/>
                </a:cubicBezTo>
                <a:lnTo>
                  <a:pt x="76723" y="33531"/>
                </a:lnTo>
                <a:cubicBezTo>
                  <a:pt x="74308" y="25928"/>
                  <a:pt x="70803" y="20393"/>
                  <a:pt x="66209" y="16925"/>
                </a:cubicBezTo>
                <a:cubicBezTo>
                  <a:pt x="61615" y="13456"/>
                  <a:pt x="55838" y="11722"/>
                  <a:pt x="48876" y="11722"/>
                </a:cubicBezTo>
                <a:cubicBezTo>
                  <a:pt x="40872" y="11722"/>
                  <a:pt x="34182" y="13643"/>
                  <a:pt x="28807" y="17487"/>
                </a:cubicBezTo>
                <a:cubicBezTo>
                  <a:pt x="23431" y="21329"/>
                  <a:pt x="19654" y="26488"/>
                  <a:pt x="17476" y="32965"/>
                </a:cubicBezTo>
                <a:cubicBezTo>
                  <a:pt x="15297" y="39440"/>
                  <a:pt x="14208" y="46116"/>
                  <a:pt x="14208" y="52994"/>
                </a:cubicBezTo>
                <a:cubicBezTo>
                  <a:pt x="14208" y="61865"/>
                  <a:pt x="15499" y="69610"/>
                  <a:pt x="18080" y="76228"/>
                </a:cubicBezTo>
                <a:cubicBezTo>
                  <a:pt x="20661" y="82847"/>
                  <a:pt x="24675" y="87793"/>
                  <a:pt x="30121" y="91067"/>
                </a:cubicBezTo>
                <a:cubicBezTo>
                  <a:pt x="35567" y="94339"/>
                  <a:pt x="41464" y="95975"/>
                  <a:pt x="47810" y="95975"/>
                </a:cubicBezTo>
                <a:cubicBezTo>
                  <a:pt x="55530" y="95975"/>
                  <a:pt x="62065" y="93737"/>
                  <a:pt x="67417" y="89262"/>
                </a:cubicBezTo>
                <a:cubicBezTo>
                  <a:pt x="72769" y="84786"/>
                  <a:pt x="76392" y="78144"/>
                  <a:pt x="78286" y="69335"/>
                </a:cubicBezTo>
                <a:close/>
                <a:moveTo>
                  <a:pt x="102653" y="68270"/>
                </a:moveTo>
                <a:cubicBezTo>
                  <a:pt x="102653" y="54298"/>
                  <a:pt x="106537" y="43950"/>
                  <a:pt x="114304" y="37225"/>
                </a:cubicBezTo>
                <a:cubicBezTo>
                  <a:pt x="120792" y="31637"/>
                  <a:pt x="128701" y="28842"/>
                  <a:pt x="138031" y="28842"/>
                </a:cubicBezTo>
                <a:cubicBezTo>
                  <a:pt x="148403" y="28842"/>
                  <a:pt x="156880" y="32240"/>
                  <a:pt x="163464" y="39037"/>
                </a:cubicBezTo>
                <a:cubicBezTo>
                  <a:pt x="170047" y="45833"/>
                  <a:pt x="173338" y="55222"/>
                  <a:pt x="173338" y="67204"/>
                </a:cubicBezTo>
                <a:cubicBezTo>
                  <a:pt x="173338" y="76913"/>
                  <a:pt x="171882" y="84550"/>
                  <a:pt x="168969" y="90114"/>
                </a:cubicBezTo>
                <a:cubicBezTo>
                  <a:pt x="166057" y="95679"/>
                  <a:pt x="161818" y="100001"/>
                  <a:pt x="156253" y="103079"/>
                </a:cubicBezTo>
                <a:cubicBezTo>
                  <a:pt x="150688" y="106158"/>
                  <a:pt x="144614" y="107697"/>
                  <a:pt x="138031" y="107697"/>
                </a:cubicBezTo>
                <a:cubicBezTo>
                  <a:pt x="127470" y="107697"/>
                  <a:pt x="118933" y="104311"/>
                  <a:pt x="112421" y="97538"/>
                </a:cubicBezTo>
                <a:cubicBezTo>
                  <a:pt x="105909" y="90766"/>
                  <a:pt x="102653" y="81009"/>
                  <a:pt x="102653" y="68270"/>
                </a:cubicBezTo>
                <a:moveTo>
                  <a:pt x="115796" y="68234"/>
                </a:moveTo>
                <a:cubicBezTo>
                  <a:pt x="115796" y="77860"/>
                  <a:pt x="117903" y="85068"/>
                  <a:pt x="122118" y="89857"/>
                </a:cubicBezTo>
                <a:cubicBezTo>
                  <a:pt x="126333" y="94646"/>
                  <a:pt x="131638" y="97041"/>
                  <a:pt x="138031" y="97041"/>
                </a:cubicBezTo>
                <a:cubicBezTo>
                  <a:pt x="144377" y="97041"/>
                  <a:pt x="149658" y="94634"/>
                  <a:pt x="153873" y="89821"/>
                </a:cubicBezTo>
                <a:cubicBezTo>
                  <a:pt x="158088" y="85008"/>
                  <a:pt x="160196" y="77671"/>
                  <a:pt x="160196" y="67810"/>
                </a:cubicBezTo>
                <a:cubicBezTo>
                  <a:pt x="160196" y="58514"/>
                  <a:pt x="158076" y="51471"/>
                  <a:pt x="153838" y="46682"/>
                </a:cubicBezTo>
                <a:cubicBezTo>
                  <a:pt x="149599" y="41893"/>
                  <a:pt x="144330" y="39498"/>
                  <a:pt x="138031" y="39498"/>
                </a:cubicBezTo>
                <a:cubicBezTo>
                  <a:pt x="131638" y="39498"/>
                  <a:pt x="126333" y="41881"/>
                  <a:pt x="122118" y="46647"/>
                </a:cubicBezTo>
                <a:cubicBezTo>
                  <a:pt x="117903" y="51412"/>
                  <a:pt x="115796" y="58608"/>
                  <a:pt x="115796" y="68234"/>
                </a:cubicBezTo>
                <a:close/>
                <a:moveTo>
                  <a:pt x="188327" y="105992"/>
                </a:moveTo>
                <a:lnTo>
                  <a:pt x="188327" y="30547"/>
                </a:lnTo>
                <a:lnTo>
                  <a:pt x="199835" y="30547"/>
                </a:lnTo>
                <a:lnTo>
                  <a:pt x="199835" y="41203"/>
                </a:lnTo>
                <a:cubicBezTo>
                  <a:pt x="205376" y="32963"/>
                  <a:pt x="213380" y="28842"/>
                  <a:pt x="223847" y="28842"/>
                </a:cubicBezTo>
                <a:cubicBezTo>
                  <a:pt x="228393" y="28842"/>
                  <a:pt x="232573" y="29659"/>
                  <a:pt x="236385" y="31293"/>
                </a:cubicBezTo>
                <a:cubicBezTo>
                  <a:pt x="240198" y="32927"/>
                  <a:pt x="243051" y="35070"/>
                  <a:pt x="244946" y="37722"/>
                </a:cubicBezTo>
                <a:cubicBezTo>
                  <a:pt x="246840" y="40374"/>
                  <a:pt x="248166" y="43524"/>
                  <a:pt x="248924" y="47171"/>
                </a:cubicBezTo>
                <a:cubicBezTo>
                  <a:pt x="249398" y="49539"/>
                  <a:pt x="249634" y="53683"/>
                  <a:pt x="249634" y="59603"/>
                </a:cubicBezTo>
                <a:lnTo>
                  <a:pt x="249634" y="105992"/>
                </a:lnTo>
                <a:lnTo>
                  <a:pt x="236847" y="105992"/>
                </a:lnTo>
                <a:lnTo>
                  <a:pt x="236847" y="60051"/>
                </a:lnTo>
                <a:cubicBezTo>
                  <a:pt x="236847" y="54836"/>
                  <a:pt x="236350" y="50936"/>
                  <a:pt x="235355" y="48352"/>
                </a:cubicBezTo>
                <a:cubicBezTo>
                  <a:pt x="234361" y="45768"/>
                  <a:pt x="232597" y="43705"/>
                  <a:pt x="230063" y="42165"/>
                </a:cubicBezTo>
                <a:cubicBezTo>
                  <a:pt x="227529" y="40624"/>
                  <a:pt x="224557" y="39853"/>
                  <a:pt x="221147" y="39853"/>
                </a:cubicBezTo>
                <a:cubicBezTo>
                  <a:pt x="215701" y="39853"/>
                  <a:pt x="211000" y="41584"/>
                  <a:pt x="207046" y="45046"/>
                </a:cubicBezTo>
                <a:cubicBezTo>
                  <a:pt x="203091" y="48506"/>
                  <a:pt x="201114" y="55072"/>
                  <a:pt x="201114" y="64744"/>
                </a:cubicBezTo>
                <a:lnTo>
                  <a:pt x="201114" y="105992"/>
                </a:lnTo>
                <a:lnTo>
                  <a:pt x="188327" y="105992"/>
                </a:lnTo>
                <a:close/>
                <a:moveTo>
                  <a:pt x="297160" y="94696"/>
                </a:moveTo>
                <a:lnTo>
                  <a:pt x="299008" y="105992"/>
                </a:lnTo>
                <a:cubicBezTo>
                  <a:pt x="295408" y="106655"/>
                  <a:pt x="292188" y="106986"/>
                  <a:pt x="289346" y="106986"/>
                </a:cubicBezTo>
                <a:cubicBezTo>
                  <a:pt x="284705" y="106986"/>
                  <a:pt x="281105" y="106252"/>
                  <a:pt x="278548" y="104784"/>
                </a:cubicBezTo>
                <a:cubicBezTo>
                  <a:pt x="275991" y="103316"/>
                  <a:pt x="274191" y="101386"/>
                  <a:pt x="273149" y="98994"/>
                </a:cubicBezTo>
                <a:cubicBezTo>
                  <a:pt x="272107" y="96603"/>
                  <a:pt x="271586" y="91571"/>
                  <a:pt x="271586" y="83898"/>
                </a:cubicBezTo>
                <a:lnTo>
                  <a:pt x="271586" y="40493"/>
                </a:lnTo>
                <a:lnTo>
                  <a:pt x="262209" y="40493"/>
                </a:lnTo>
                <a:lnTo>
                  <a:pt x="262209" y="30547"/>
                </a:lnTo>
                <a:lnTo>
                  <a:pt x="271586" y="30547"/>
                </a:lnTo>
                <a:lnTo>
                  <a:pt x="271586" y="11813"/>
                </a:lnTo>
                <a:lnTo>
                  <a:pt x="284302" y="4120"/>
                </a:lnTo>
                <a:lnTo>
                  <a:pt x="284302" y="30547"/>
                </a:lnTo>
                <a:lnTo>
                  <a:pt x="297160" y="30547"/>
                </a:lnTo>
                <a:lnTo>
                  <a:pt x="297160" y="40493"/>
                </a:lnTo>
                <a:lnTo>
                  <a:pt x="284302" y="40493"/>
                </a:lnTo>
                <a:lnTo>
                  <a:pt x="284302" y="84609"/>
                </a:lnTo>
                <a:cubicBezTo>
                  <a:pt x="284302" y="88255"/>
                  <a:pt x="284527" y="90600"/>
                  <a:pt x="284977" y="91642"/>
                </a:cubicBezTo>
                <a:cubicBezTo>
                  <a:pt x="285427" y="92684"/>
                  <a:pt x="286161" y="93512"/>
                  <a:pt x="287179" y="94128"/>
                </a:cubicBezTo>
                <a:cubicBezTo>
                  <a:pt x="288198" y="94744"/>
                  <a:pt x="289654" y="95052"/>
                  <a:pt x="291548" y="95052"/>
                </a:cubicBezTo>
                <a:cubicBezTo>
                  <a:pt x="292969" y="95052"/>
                  <a:pt x="294840" y="94933"/>
                  <a:pt x="297160" y="94696"/>
                </a:cubicBezTo>
                <a:close/>
                <a:moveTo>
                  <a:pt x="361310" y="81696"/>
                </a:moveTo>
                <a:lnTo>
                  <a:pt x="374524" y="83330"/>
                </a:lnTo>
                <a:cubicBezTo>
                  <a:pt x="372440" y="91050"/>
                  <a:pt x="368580" y="97041"/>
                  <a:pt x="362944" y="101303"/>
                </a:cubicBezTo>
                <a:cubicBezTo>
                  <a:pt x="357308" y="105566"/>
                  <a:pt x="350110" y="107697"/>
                  <a:pt x="341348" y="107697"/>
                </a:cubicBezTo>
                <a:cubicBezTo>
                  <a:pt x="330313" y="107697"/>
                  <a:pt x="321563" y="104299"/>
                  <a:pt x="315099" y="97503"/>
                </a:cubicBezTo>
                <a:cubicBezTo>
                  <a:pt x="308634" y="90706"/>
                  <a:pt x="305402" y="81175"/>
                  <a:pt x="305402" y="68909"/>
                </a:cubicBezTo>
                <a:cubicBezTo>
                  <a:pt x="305402" y="56216"/>
                  <a:pt x="308670" y="46365"/>
                  <a:pt x="315205" y="39356"/>
                </a:cubicBezTo>
                <a:cubicBezTo>
                  <a:pt x="321741" y="32347"/>
                  <a:pt x="330218" y="28842"/>
                  <a:pt x="340638" y="28842"/>
                </a:cubicBezTo>
                <a:cubicBezTo>
                  <a:pt x="350725" y="28842"/>
                  <a:pt x="358966" y="32271"/>
                  <a:pt x="365360" y="39128"/>
                </a:cubicBezTo>
                <a:cubicBezTo>
                  <a:pt x="371753" y="45983"/>
                  <a:pt x="374950" y="55628"/>
                  <a:pt x="374950" y="68063"/>
                </a:cubicBezTo>
                <a:cubicBezTo>
                  <a:pt x="374950" y="68819"/>
                  <a:pt x="374926" y="69954"/>
                  <a:pt x="374879" y="71466"/>
                </a:cubicBezTo>
                <a:lnTo>
                  <a:pt x="318615" y="71466"/>
                </a:lnTo>
                <a:cubicBezTo>
                  <a:pt x="319089" y="79731"/>
                  <a:pt x="321433" y="86059"/>
                  <a:pt x="325648" y="90452"/>
                </a:cubicBezTo>
                <a:cubicBezTo>
                  <a:pt x="329863" y="94844"/>
                  <a:pt x="335120" y="97041"/>
                  <a:pt x="341419" y="97041"/>
                </a:cubicBezTo>
                <a:cubicBezTo>
                  <a:pt x="346108" y="97041"/>
                  <a:pt x="350110" y="95821"/>
                  <a:pt x="353425" y="93382"/>
                </a:cubicBezTo>
                <a:cubicBezTo>
                  <a:pt x="356740" y="90942"/>
                  <a:pt x="359369" y="87046"/>
                  <a:pt x="361310" y="81696"/>
                </a:cubicBezTo>
                <a:moveTo>
                  <a:pt x="319326" y="60810"/>
                </a:moveTo>
                <a:lnTo>
                  <a:pt x="361452" y="60810"/>
                </a:lnTo>
                <a:cubicBezTo>
                  <a:pt x="360884" y="54568"/>
                  <a:pt x="359274" y="49886"/>
                  <a:pt x="356622" y="46764"/>
                </a:cubicBezTo>
                <a:cubicBezTo>
                  <a:pt x="352549" y="41920"/>
                  <a:pt x="347268" y="39498"/>
                  <a:pt x="340780" y="39498"/>
                </a:cubicBezTo>
                <a:cubicBezTo>
                  <a:pt x="334907" y="39498"/>
                  <a:pt x="329970" y="41432"/>
                  <a:pt x="325968" y="45299"/>
                </a:cubicBezTo>
                <a:cubicBezTo>
                  <a:pt x="321966" y="49165"/>
                  <a:pt x="319752" y="54335"/>
                  <a:pt x="319326" y="60810"/>
                </a:cubicBezTo>
                <a:close/>
                <a:moveTo>
                  <a:pt x="390578" y="105992"/>
                </a:moveTo>
                <a:lnTo>
                  <a:pt x="390578" y="30547"/>
                </a:lnTo>
                <a:lnTo>
                  <a:pt x="402087" y="30547"/>
                </a:lnTo>
                <a:lnTo>
                  <a:pt x="402087" y="41203"/>
                </a:lnTo>
                <a:cubicBezTo>
                  <a:pt x="407628" y="32963"/>
                  <a:pt x="415632" y="28842"/>
                  <a:pt x="426098" y="28842"/>
                </a:cubicBezTo>
                <a:cubicBezTo>
                  <a:pt x="430645" y="28842"/>
                  <a:pt x="434824" y="29659"/>
                  <a:pt x="438637" y="31293"/>
                </a:cubicBezTo>
                <a:cubicBezTo>
                  <a:pt x="442449" y="32927"/>
                  <a:pt x="445303" y="35070"/>
                  <a:pt x="447197" y="37722"/>
                </a:cubicBezTo>
                <a:cubicBezTo>
                  <a:pt x="449091" y="40374"/>
                  <a:pt x="450417" y="43524"/>
                  <a:pt x="451175" y="47171"/>
                </a:cubicBezTo>
                <a:cubicBezTo>
                  <a:pt x="451649" y="49539"/>
                  <a:pt x="451886" y="53683"/>
                  <a:pt x="451886" y="59603"/>
                </a:cubicBezTo>
                <a:lnTo>
                  <a:pt x="451886" y="105992"/>
                </a:lnTo>
                <a:lnTo>
                  <a:pt x="439098" y="105992"/>
                </a:lnTo>
                <a:lnTo>
                  <a:pt x="439098" y="60051"/>
                </a:lnTo>
                <a:cubicBezTo>
                  <a:pt x="439098" y="54836"/>
                  <a:pt x="438601" y="50936"/>
                  <a:pt x="437607" y="48352"/>
                </a:cubicBezTo>
                <a:cubicBezTo>
                  <a:pt x="436612" y="45768"/>
                  <a:pt x="434848" y="43705"/>
                  <a:pt x="432314" y="42165"/>
                </a:cubicBezTo>
                <a:cubicBezTo>
                  <a:pt x="429780" y="40624"/>
                  <a:pt x="426808" y="39853"/>
                  <a:pt x="423399" y="39853"/>
                </a:cubicBezTo>
                <a:cubicBezTo>
                  <a:pt x="417952" y="39853"/>
                  <a:pt x="413252" y="41584"/>
                  <a:pt x="409297" y="45046"/>
                </a:cubicBezTo>
                <a:cubicBezTo>
                  <a:pt x="405343" y="48506"/>
                  <a:pt x="403365" y="55072"/>
                  <a:pt x="403365" y="64744"/>
                </a:cubicBezTo>
                <a:lnTo>
                  <a:pt x="403365" y="105992"/>
                </a:lnTo>
                <a:lnTo>
                  <a:pt x="390578" y="105992"/>
                </a:lnTo>
                <a:close/>
                <a:moveTo>
                  <a:pt x="499412" y="94696"/>
                </a:moveTo>
                <a:lnTo>
                  <a:pt x="501259" y="105992"/>
                </a:lnTo>
                <a:cubicBezTo>
                  <a:pt x="497659" y="106655"/>
                  <a:pt x="494439" y="106986"/>
                  <a:pt x="491597" y="106986"/>
                </a:cubicBezTo>
                <a:cubicBezTo>
                  <a:pt x="486956" y="106986"/>
                  <a:pt x="483357" y="106252"/>
                  <a:pt x="480799" y="104784"/>
                </a:cubicBezTo>
                <a:cubicBezTo>
                  <a:pt x="478242" y="103316"/>
                  <a:pt x="476442" y="101386"/>
                  <a:pt x="475400" y="98994"/>
                </a:cubicBezTo>
                <a:cubicBezTo>
                  <a:pt x="474358" y="96603"/>
                  <a:pt x="473837" y="91571"/>
                  <a:pt x="473837" y="83898"/>
                </a:cubicBezTo>
                <a:lnTo>
                  <a:pt x="473837" y="40493"/>
                </a:lnTo>
                <a:lnTo>
                  <a:pt x="464460" y="40493"/>
                </a:lnTo>
                <a:lnTo>
                  <a:pt x="464460" y="30547"/>
                </a:lnTo>
                <a:lnTo>
                  <a:pt x="473837" y="30547"/>
                </a:lnTo>
                <a:lnTo>
                  <a:pt x="473837" y="11813"/>
                </a:lnTo>
                <a:lnTo>
                  <a:pt x="486554" y="4120"/>
                </a:lnTo>
                <a:lnTo>
                  <a:pt x="486554" y="30547"/>
                </a:lnTo>
                <a:lnTo>
                  <a:pt x="499412" y="30547"/>
                </a:lnTo>
                <a:lnTo>
                  <a:pt x="499412" y="40493"/>
                </a:lnTo>
                <a:lnTo>
                  <a:pt x="486554" y="40493"/>
                </a:lnTo>
                <a:lnTo>
                  <a:pt x="486554" y="84609"/>
                </a:lnTo>
                <a:cubicBezTo>
                  <a:pt x="486554" y="88255"/>
                  <a:pt x="486778" y="90600"/>
                  <a:pt x="487228" y="91642"/>
                </a:cubicBezTo>
                <a:cubicBezTo>
                  <a:pt x="487678" y="92684"/>
                  <a:pt x="488412" y="93512"/>
                  <a:pt x="489431" y="94128"/>
                </a:cubicBezTo>
                <a:cubicBezTo>
                  <a:pt x="490449" y="94744"/>
                  <a:pt x="491905" y="95052"/>
                  <a:pt x="493800" y="95052"/>
                </a:cubicBezTo>
                <a:cubicBezTo>
                  <a:pt x="495220" y="95052"/>
                  <a:pt x="497091" y="94933"/>
                  <a:pt x="499412" y="94696"/>
                </a:cubicBezTo>
                <a:close/>
                <a:moveTo>
                  <a:pt x="543314" y="105992"/>
                </a:moveTo>
                <a:lnTo>
                  <a:pt x="502964" y="1847"/>
                </a:lnTo>
                <a:lnTo>
                  <a:pt x="517882" y="1847"/>
                </a:lnTo>
                <a:lnTo>
                  <a:pt x="544948" y="77505"/>
                </a:lnTo>
                <a:cubicBezTo>
                  <a:pt x="547127" y="83567"/>
                  <a:pt x="548950" y="89250"/>
                  <a:pt x="550418" y="94554"/>
                </a:cubicBezTo>
                <a:cubicBezTo>
                  <a:pt x="552029" y="88871"/>
                  <a:pt x="553899" y="83188"/>
                  <a:pt x="556031" y="77505"/>
                </a:cubicBezTo>
                <a:lnTo>
                  <a:pt x="584162" y="1847"/>
                </a:lnTo>
                <a:lnTo>
                  <a:pt x="598228" y="1847"/>
                </a:lnTo>
                <a:lnTo>
                  <a:pt x="557451" y="105992"/>
                </a:lnTo>
                <a:lnTo>
                  <a:pt x="543314" y="105992"/>
                </a:lnTo>
                <a:close/>
                <a:moveTo>
                  <a:pt x="606397" y="16623"/>
                </a:moveTo>
                <a:lnTo>
                  <a:pt x="606397" y="1847"/>
                </a:lnTo>
                <a:lnTo>
                  <a:pt x="619184" y="1847"/>
                </a:lnTo>
                <a:lnTo>
                  <a:pt x="619184" y="16623"/>
                </a:lnTo>
                <a:lnTo>
                  <a:pt x="606397" y="16623"/>
                </a:lnTo>
                <a:moveTo>
                  <a:pt x="606397" y="105992"/>
                </a:moveTo>
                <a:lnTo>
                  <a:pt x="606397" y="30547"/>
                </a:lnTo>
                <a:lnTo>
                  <a:pt x="619184" y="30547"/>
                </a:lnTo>
                <a:lnTo>
                  <a:pt x="619184" y="105992"/>
                </a:lnTo>
                <a:lnTo>
                  <a:pt x="606397" y="105992"/>
                </a:lnTo>
                <a:close/>
                <a:moveTo>
                  <a:pt x="690296" y="81696"/>
                </a:moveTo>
                <a:lnTo>
                  <a:pt x="703510" y="83330"/>
                </a:lnTo>
                <a:cubicBezTo>
                  <a:pt x="701426" y="91050"/>
                  <a:pt x="697566" y="97041"/>
                  <a:pt x="691930" y="101303"/>
                </a:cubicBezTo>
                <a:cubicBezTo>
                  <a:pt x="686294" y="105566"/>
                  <a:pt x="679095" y="107697"/>
                  <a:pt x="670334" y="107697"/>
                </a:cubicBezTo>
                <a:cubicBezTo>
                  <a:pt x="659299" y="107697"/>
                  <a:pt x="650549" y="104299"/>
                  <a:pt x="644084" y="97503"/>
                </a:cubicBezTo>
                <a:cubicBezTo>
                  <a:pt x="637620" y="90706"/>
                  <a:pt x="634388" y="81175"/>
                  <a:pt x="634388" y="68909"/>
                </a:cubicBezTo>
                <a:cubicBezTo>
                  <a:pt x="634388" y="56216"/>
                  <a:pt x="637655" y="46365"/>
                  <a:pt x="644191" y="39356"/>
                </a:cubicBezTo>
                <a:cubicBezTo>
                  <a:pt x="650727" y="32347"/>
                  <a:pt x="659204" y="28842"/>
                  <a:pt x="669623" y="28842"/>
                </a:cubicBezTo>
                <a:cubicBezTo>
                  <a:pt x="679711" y="28842"/>
                  <a:pt x="687952" y="32271"/>
                  <a:pt x="694345" y="39128"/>
                </a:cubicBezTo>
                <a:cubicBezTo>
                  <a:pt x="700739" y="45983"/>
                  <a:pt x="703936" y="55628"/>
                  <a:pt x="703936" y="68063"/>
                </a:cubicBezTo>
                <a:cubicBezTo>
                  <a:pt x="703936" y="68819"/>
                  <a:pt x="703912" y="69954"/>
                  <a:pt x="703865" y="71466"/>
                </a:cubicBezTo>
                <a:lnTo>
                  <a:pt x="647601" y="71466"/>
                </a:lnTo>
                <a:cubicBezTo>
                  <a:pt x="648075" y="79731"/>
                  <a:pt x="650419" y="86059"/>
                  <a:pt x="654634" y="90452"/>
                </a:cubicBezTo>
                <a:cubicBezTo>
                  <a:pt x="658849" y="94844"/>
                  <a:pt x="664106" y="97041"/>
                  <a:pt x="670405" y="97041"/>
                </a:cubicBezTo>
                <a:cubicBezTo>
                  <a:pt x="675093" y="97041"/>
                  <a:pt x="679095" y="95821"/>
                  <a:pt x="682411" y="93382"/>
                </a:cubicBezTo>
                <a:cubicBezTo>
                  <a:pt x="685726" y="90942"/>
                  <a:pt x="688354" y="87046"/>
                  <a:pt x="690296" y="81696"/>
                </a:cubicBezTo>
                <a:moveTo>
                  <a:pt x="648311" y="60810"/>
                </a:moveTo>
                <a:lnTo>
                  <a:pt x="690438" y="60810"/>
                </a:lnTo>
                <a:cubicBezTo>
                  <a:pt x="689870" y="54568"/>
                  <a:pt x="688260" y="49886"/>
                  <a:pt x="685607" y="46764"/>
                </a:cubicBezTo>
                <a:cubicBezTo>
                  <a:pt x="681534" y="41920"/>
                  <a:pt x="676254" y="39498"/>
                  <a:pt x="669765" y="39498"/>
                </a:cubicBezTo>
                <a:cubicBezTo>
                  <a:pt x="663893" y="39498"/>
                  <a:pt x="658956" y="41432"/>
                  <a:pt x="654954" y="45299"/>
                </a:cubicBezTo>
                <a:cubicBezTo>
                  <a:pt x="650952" y="49165"/>
                  <a:pt x="648738" y="54335"/>
                  <a:pt x="648311" y="60810"/>
                </a:cubicBezTo>
                <a:close/>
                <a:moveTo>
                  <a:pt x="733488" y="105992"/>
                </a:moveTo>
                <a:lnTo>
                  <a:pt x="710400" y="30547"/>
                </a:lnTo>
                <a:lnTo>
                  <a:pt x="723613" y="30547"/>
                </a:lnTo>
                <a:lnTo>
                  <a:pt x="735619" y="74088"/>
                </a:lnTo>
                <a:lnTo>
                  <a:pt x="740095" y="90292"/>
                </a:lnTo>
                <a:cubicBezTo>
                  <a:pt x="740284" y="89488"/>
                  <a:pt x="741586" y="84308"/>
                  <a:pt x="744002" y="74750"/>
                </a:cubicBezTo>
                <a:lnTo>
                  <a:pt x="756008" y="30547"/>
                </a:lnTo>
                <a:lnTo>
                  <a:pt x="769150" y="30547"/>
                </a:lnTo>
                <a:lnTo>
                  <a:pt x="780445" y="74299"/>
                </a:lnTo>
                <a:lnTo>
                  <a:pt x="784210" y="88729"/>
                </a:lnTo>
                <a:lnTo>
                  <a:pt x="788544" y="74164"/>
                </a:lnTo>
                <a:lnTo>
                  <a:pt x="801473" y="30547"/>
                </a:lnTo>
                <a:lnTo>
                  <a:pt x="813905" y="30547"/>
                </a:lnTo>
                <a:lnTo>
                  <a:pt x="790320" y="105992"/>
                </a:lnTo>
                <a:lnTo>
                  <a:pt x="777035" y="105992"/>
                </a:lnTo>
                <a:lnTo>
                  <a:pt x="765030" y="60786"/>
                </a:lnTo>
                <a:lnTo>
                  <a:pt x="762117" y="47952"/>
                </a:lnTo>
                <a:lnTo>
                  <a:pt x="746843" y="105992"/>
                </a:lnTo>
                <a:lnTo>
                  <a:pt x="733488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-textFields:InputT">
            <a:extLst xmlns:a="http://schemas.openxmlformats.org/drawingml/2006/main">
              <a:ext uri="{FF2B5EF4-FFF2-40B4-BE49-F238E27FC236}">
                <a16:creationId xmlns:a16="http://schemas.microsoft.com/office/drawing/2014/main" id="{017AF56B-D491-4D60-AB2D-A7593A79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50" y="790360"/>
            <a:ext cx="1197241" cy="133129"/>
          </a:xfrm>
          <a:custGeom xmlns:a="http://schemas.openxmlformats.org/drawingml/2006/main">
            <a:pathLst>
              <a:path w="1197241" h="133129">
                <a:moveTo>
                  <a:pt x="0" y="72887"/>
                </a:moveTo>
                <a:lnTo>
                  <a:pt x="0" y="59958"/>
                </a:lnTo>
                <a:lnTo>
                  <a:pt x="39285" y="59958"/>
                </a:lnTo>
                <a:lnTo>
                  <a:pt x="39285" y="72887"/>
                </a:lnTo>
                <a:lnTo>
                  <a:pt x="0" y="72887"/>
                </a:lnTo>
                <a:close/>
                <a:moveTo>
                  <a:pt x="121766" y="92849"/>
                </a:moveTo>
                <a:lnTo>
                  <a:pt x="123613" y="104145"/>
                </a:lnTo>
                <a:cubicBezTo>
                  <a:pt x="120014" y="104808"/>
                  <a:pt x="116794" y="105139"/>
                  <a:pt x="113952" y="105139"/>
                </a:cubicBezTo>
                <a:cubicBezTo>
                  <a:pt x="109311" y="105139"/>
                  <a:pt x="105711" y="104405"/>
                  <a:pt x="103154" y="102937"/>
                </a:cubicBezTo>
                <a:cubicBezTo>
                  <a:pt x="100596" y="101469"/>
                  <a:pt x="98797" y="99539"/>
                  <a:pt x="97755" y="97147"/>
                </a:cubicBezTo>
                <a:cubicBezTo>
                  <a:pt x="96713" y="94756"/>
                  <a:pt x="96192" y="89724"/>
                  <a:pt x="96192" y="82051"/>
                </a:cubicBezTo>
                <a:lnTo>
                  <a:pt x="96192" y="38646"/>
                </a:lnTo>
                <a:lnTo>
                  <a:pt x="86815" y="38646"/>
                </a:lnTo>
                <a:lnTo>
                  <a:pt x="86815" y="28700"/>
                </a:lnTo>
                <a:lnTo>
                  <a:pt x="96192" y="28700"/>
                </a:lnTo>
                <a:lnTo>
                  <a:pt x="96192" y="9966"/>
                </a:lnTo>
                <a:lnTo>
                  <a:pt x="108908" y="2273"/>
                </a:lnTo>
                <a:lnTo>
                  <a:pt x="108908" y="28700"/>
                </a:lnTo>
                <a:lnTo>
                  <a:pt x="121766" y="28700"/>
                </a:lnTo>
                <a:lnTo>
                  <a:pt x="121766" y="38646"/>
                </a:lnTo>
                <a:lnTo>
                  <a:pt x="108908" y="38646"/>
                </a:lnTo>
                <a:lnTo>
                  <a:pt x="108908" y="82762"/>
                </a:lnTo>
                <a:cubicBezTo>
                  <a:pt x="108908" y="86408"/>
                  <a:pt x="109133" y="88753"/>
                  <a:pt x="109583" y="89795"/>
                </a:cubicBezTo>
                <a:cubicBezTo>
                  <a:pt x="110033" y="90837"/>
                  <a:pt x="110767" y="91665"/>
                  <a:pt x="111785" y="92281"/>
                </a:cubicBezTo>
                <a:cubicBezTo>
                  <a:pt x="112803" y="92897"/>
                  <a:pt x="114260" y="93205"/>
                  <a:pt x="116154" y="93205"/>
                </a:cubicBezTo>
                <a:cubicBezTo>
                  <a:pt x="117575" y="93205"/>
                  <a:pt x="119446" y="93086"/>
                  <a:pt x="121766" y="92849"/>
                </a:cubicBezTo>
                <a:close/>
                <a:moveTo>
                  <a:pt x="185913" y="79849"/>
                </a:moveTo>
                <a:lnTo>
                  <a:pt x="199126" y="81483"/>
                </a:lnTo>
                <a:cubicBezTo>
                  <a:pt x="197042" y="89203"/>
                  <a:pt x="193183" y="95194"/>
                  <a:pt x="187547" y="99456"/>
                </a:cubicBezTo>
                <a:cubicBezTo>
                  <a:pt x="181911" y="103719"/>
                  <a:pt x="174712" y="105850"/>
                  <a:pt x="165951" y="105850"/>
                </a:cubicBezTo>
                <a:cubicBezTo>
                  <a:pt x="154916" y="105850"/>
                  <a:pt x="146166" y="102452"/>
                  <a:pt x="139701" y="95655"/>
                </a:cubicBezTo>
                <a:cubicBezTo>
                  <a:pt x="133237" y="88859"/>
                  <a:pt x="130004" y="79328"/>
                  <a:pt x="130004" y="67062"/>
                </a:cubicBezTo>
                <a:cubicBezTo>
                  <a:pt x="130004" y="54369"/>
                  <a:pt x="133272" y="44518"/>
                  <a:pt x="139808" y="37509"/>
                </a:cubicBezTo>
                <a:cubicBezTo>
                  <a:pt x="146343" y="30500"/>
                  <a:pt x="154821" y="26995"/>
                  <a:pt x="165240" y="26995"/>
                </a:cubicBezTo>
                <a:cubicBezTo>
                  <a:pt x="175328" y="26995"/>
                  <a:pt x="183568" y="30424"/>
                  <a:pt x="189962" y="37280"/>
                </a:cubicBezTo>
                <a:cubicBezTo>
                  <a:pt x="196356" y="44136"/>
                  <a:pt x="199552" y="53781"/>
                  <a:pt x="199552" y="66216"/>
                </a:cubicBezTo>
                <a:cubicBezTo>
                  <a:pt x="199552" y="66972"/>
                  <a:pt x="199529" y="68107"/>
                  <a:pt x="199481" y="69619"/>
                </a:cubicBezTo>
                <a:lnTo>
                  <a:pt x="143218" y="69619"/>
                </a:lnTo>
                <a:cubicBezTo>
                  <a:pt x="143691" y="77884"/>
                  <a:pt x="146036" y="84212"/>
                  <a:pt x="150251" y="88605"/>
                </a:cubicBezTo>
                <a:cubicBezTo>
                  <a:pt x="154466" y="92997"/>
                  <a:pt x="159723" y="95194"/>
                  <a:pt x="166022" y="95194"/>
                </a:cubicBezTo>
                <a:cubicBezTo>
                  <a:pt x="170710" y="95194"/>
                  <a:pt x="174712" y="93974"/>
                  <a:pt x="178027" y="91535"/>
                </a:cubicBezTo>
                <a:cubicBezTo>
                  <a:pt x="181343" y="89095"/>
                  <a:pt x="183971" y="85199"/>
                  <a:pt x="185913" y="79849"/>
                </a:cubicBezTo>
                <a:moveTo>
                  <a:pt x="143928" y="58963"/>
                </a:moveTo>
                <a:lnTo>
                  <a:pt x="186055" y="58963"/>
                </a:lnTo>
                <a:cubicBezTo>
                  <a:pt x="185487" y="52721"/>
                  <a:pt x="183876" y="48039"/>
                  <a:pt x="181224" y="44917"/>
                </a:cubicBezTo>
                <a:cubicBezTo>
                  <a:pt x="177151" y="40073"/>
                  <a:pt x="171871" y="37651"/>
                  <a:pt x="165382" y="37651"/>
                </a:cubicBezTo>
                <a:cubicBezTo>
                  <a:pt x="159510" y="37651"/>
                  <a:pt x="154572" y="39585"/>
                  <a:pt x="150570" y="43452"/>
                </a:cubicBezTo>
                <a:cubicBezTo>
                  <a:pt x="146568" y="47318"/>
                  <a:pt x="144354" y="52488"/>
                  <a:pt x="143928" y="58963"/>
                </a:cubicBezTo>
                <a:close/>
                <a:moveTo>
                  <a:pt x="206658" y="104145"/>
                </a:moveTo>
                <a:lnTo>
                  <a:pt x="234221" y="64931"/>
                </a:lnTo>
                <a:lnTo>
                  <a:pt x="208718" y="28700"/>
                </a:lnTo>
                <a:lnTo>
                  <a:pt x="224702" y="28700"/>
                </a:lnTo>
                <a:lnTo>
                  <a:pt x="236281" y="46389"/>
                </a:lnTo>
                <a:cubicBezTo>
                  <a:pt x="238460" y="49752"/>
                  <a:pt x="240212" y="52570"/>
                  <a:pt x="241538" y="54843"/>
                </a:cubicBezTo>
                <a:cubicBezTo>
                  <a:pt x="243622" y="51717"/>
                  <a:pt x="245540" y="48947"/>
                  <a:pt x="247292" y="46531"/>
                </a:cubicBezTo>
                <a:lnTo>
                  <a:pt x="260009" y="28700"/>
                </a:lnTo>
                <a:lnTo>
                  <a:pt x="275282" y="28700"/>
                </a:lnTo>
                <a:lnTo>
                  <a:pt x="249211" y="64220"/>
                </a:lnTo>
                <a:lnTo>
                  <a:pt x="277271" y="104145"/>
                </a:lnTo>
                <a:lnTo>
                  <a:pt x="261572" y="104145"/>
                </a:lnTo>
                <a:lnTo>
                  <a:pt x="246085" y="80702"/>
                </a:lnTo>
                <a:lnTo>
                  <a:pt x="241964" y="74379"/>
                </a:lnTo>
                <a:lnTo>
                  <a:pt x="222144" y="104145"/>
                </a:lnTo>
                <a:lnTo>
                  <a:pt x="206658" y="104145"/>
                </a:lnTo>
                <a:close/>
                <a:moveTo>
                  <a:pt x="315845" y="92849"/>
                </a:moveTo>
                <a:lnTo>
                  <a:pt x="317692" y="104145"/>
                </a:lnTo>
                <a:cubicBezTo>
                  <a:pt x="314093" y="104808"/>
                  <a:pt x="310872" y="105139"/>
                  <a:pt x="308031" y="105139"/>
                </a:cubicBezTo>
                <a:cubicBezTo>
                  <a:pt x="303389" y="105139"/>
                  <a:pt x="299790" y="104405"/>
                  <a:pt x="297232" y="102937"/>
                </a:cubicBezTo>
                <a:cubicBezTo>
                  <a:pt x="294675" y="101469"/>
                  <a:pt x="292875" y="99539"/>
                  <a:pt x="291833" y="97147"/>
                </a:cubicBezTo>
                <a:cubicBezTo>
                  <a:pt x="290791" y="94756"/>
                  <a:pt x="290270" y="89724"/>
                  <a:pt x="290270" y="82051"/>
                </a:cubicBezTo>
                <a:lnTo>
                  <a:pt x="290270" y="38646"/>
                </a:lnTo>
                <a:lnTo>
                  <a:pt x="280893" y="38646"/>
                </a:lnTo>
                <a:lnTo>
                  <a:pt x="280893" y="28700"/>
                </a:lnTo>
                <a:lnTo>
                  <a:pt x="290270" y="28700"/>
                </a:lnTo>
                <a:lnTo>
                  <a:pt x="290270" y="9966"/>
                </a:lnTo>
                <a:lnTo>
                  <a:pt x="302987" y="2273"/>
                </a:lnTo>
                <a:lnTo>
                  <a:pt x="302987" y="28700"/>
                </a:lnTo>
                <a:lnTo>
                  <a:pt x="315845" y="28700"/>
                </a:lnTo>
                <a:lnTo>
                  <a:pt x="315845" y="38646"/>
                </a:lnTo>
                <a:lnTo>
                  <a:pt x="302987" y="38646"/>
                </a:lnTo>
                <a:lnTo>
                  <a:pt x="302987" y="82762"/>
                </a:lnTo>
                <a:cubicBezTo>
                  <a:pt x="302987" y="86408"/>
                  <a:pt x="303212" y="88753"/>
                  <a:pt x="303662" y="89795"/>
                </a:cubicBezTo>
                <a:cubicBezTo>
                  <a:pt x="304111" y="90837"/>
                  <a:pt x="304846" y="91665"/>
                  <a:pt x="305864" y="92281"/>
                </a:cubicBezTo>
                <a:cubicBezTo>
                  <a:pt x="306882" y="92897"/>
                  <a:pt x="308338" y="93205"/>
                  <a:pt x="310233" y="93205"/>
                </a:cubicBezTo>
                <a:cubicBezTo>
                  <a:pt x="311654" y="93205"/>
                  <a:pt x="313524" y="93086"/>
                  <a:pt x="315845" y="92849"/>
                </a:cubicBezTo>
                <a:close/>
                <a:moveTo>
                  <a:pt x="330690" y="104145"/>
                </a:moveTo>
                <a:lnTo>
                  <a:pt x="330690" y="0"/>
                </a:lnTo>
                <a:lnTo>
                  <a:pt x="400949" y="0"/>
                </a:lnTo>
                <a:lnTo>
                  <a:pt x="400949" y="12290"/>
                </a:lnTo>
                <a:lnTo>
                  <a:pt x="344472" y="12290"/>
                </a:lnTo>
                <a:lnTo>
                  <a:pt x="344472" y="44471"/>
                </a:lnTo>
                <a:lnTo>
                  <a:pt x="393348" y="44471"/>
                </a:lnTo>
                <a:lnTo>
                  <a:pt x="393348" y="56761"/>
                </a:lnTo>
                <a:lnTo>
                  <a:pt x="344472" y="56761"/>
                </a:lnTo>
                <a:lnTo>
                  <a:pt x="344472" y="104145"/>
                </a:lnTo>
                <a:lnTo>
                  <a:pt x="330690" y="104145"/>
                </a:lnTo>
                <a:close/>
                <a:moveTo>
                  <a:pt x="417291" y="14776"/>
                </a:moveTo>
                <a:lnTo>
                  <a:pt x="417291" y="0"/>
                </a:lnTo>
                <a:lnTo>
                  <a:pt x="430078" y="0"/>
                </a:lnTo>
                <a:lnTo>
                  <a:pt x="430078" y="14776"/>
                </a:lnTo>
                <a:lnTo>
                  <a:pt x="417291" y="14776"/>
                </a:lnTo>
                <a:moveTo>
                  <a:pt x="417291" y="104145"/>
                </a:moveTo>
                <a:lnTo>
                  <a:pt x="417291" y="28700"/>
                </a:lnTo>
                <a:lnTo>
                  <a:pt x="430078" y="28700"/>
                </a:lnTo>
                <a:lnTo>
                  <a:pt x="430078" y="104145"/>
                </a:lnTo>
                <a:lnTo>
                  <a:pt x="417291" y="104145"/>
                </a:lnTo>
                <a:close/>
                <a:moveTo>
                  <a:pt x="501193" y="79849"/>
                </a:moveTo>
                <a:lnTo>
                  <a:pt x="514406" y="81483"/>
                </a:lnTo>
                <a:cubicBezTo>
                  <a:pt x="512322" y="89203"/>
                  <a:pt x="508462" y="95194"/>
                  <a:pt x="502827" y="99456"/>
                </a:cubicBezTo>
                <a:cubicBezTo>
                  <a:pt x="497191" y="103719"/>
                  <a:pt x="489992" y="105850"/>
                  <a:pt x="481230" y="105850"/>
                </a:cubicBezTo>
                <a:cubicBezTo>
                  <a:pt x="470196" y="105850"/>
                  <a:pt x="461446" y="102452"/>
                  <a:pt x="454981" y="95655"/>
                </a:cubicBezTo>
                <a:cubicBezTo>
                  <a:pt x="448516" y="88859"/>
                  <a:pt x="445284" y="79328"/>
                  <a:pt x="445284" y="67062"/>
                </a:cubicBezTo>
                <a:cubicBezTo>
                  <a:pt x="445284" y="54369"/>
                  <a:pt x="448552" y="44518"/>
                  <a:pt x="455088" y="37509"/>
                </a:cubicBezTo>
                <a:cubicBezTo>
                  <a:pt x="461623" y="30500"/>
                  <a:pt x="470101" y="26995"/>
                  <a:pt x="480520" y="26995"/>
                </a:cubicBezTo>
                <a:cubicBezTo>
                  <a:pt x="490608" y="26995"/>
                  <a:pt x="498848" y="30424"/>
                  <a:pt x="505242" y="37280"/>
                </a:cubicBezTo>
                <a:cubicBezTo>
                  <a:pt x="511636" y="44136"/>
                  <a:pt x="514832" y="53781"/>
                  <a:pt x="514832" y="66216"/>
                </a:cubicBezTo>
                <a:cubicBezTo>
                  <a:pt x="514832" y="66972"/>
                  <a:pt x="514809" y="68107"/>
                  <a:pt x="514761" y="69619"/>
                </a:cubicBezTo>
                <a:lnTo>
                  <a:pt x="458498" y="69619"/>
                </a:lnTo>
                <a:cubicBezTo>
                  <a:pt x="458971" y="77884"/>
                  <a:pt x="461316" y="84212"/>
                  <a:pt x="465531" y="88605"/>
                </a:cubicBezTo>
                <a:cubicBezTo>
                  <a:pt x="469746" y="92997"/>
                  <a:pt x="475003" y="95194"/>
                  <a:pt x="481301" y="95194"/>
                </a:cubicBezTo>
                <a:cubicBezTo>
                  <a:pt x="485990" y="95194"/>
                  <a:pt x="489992" y="93974"/>
                  <a:pt x="493307" y="91535"/>
                </a:cubicBezTo>
                <a:cubicBezTo>
                  <a:pt x="496622" y="89095"/>
                  <a:pt x="499251" y="85199"/>
                  <a:pt x="501193" y="79849"/>
                </a:cubicBezTo>
                <a:moveTo>
                  <a:pt x="459208" y="58963"/>
                </a:moveTo>
                <a:lnTo>
                  <a:pt x="501335" y="58963"/>
                </a:lnTo>
                <a:cubicBezTo>
                  <a:pt x="500766" y="52721"/>
                  <a:pt x="499156" y="48039"/>
                  <a:pt x="496504" y="44917"/>
                </a:cubicBezTo>
                <a:cubicBezTo>
                  <a:pt x="492431" y="40073"/>
                  <a:pt x="487150" y="37651"/>
                  <a:pt x="480662" y="37651"/>
                </a:cubicBezTo>
                <a:cubicBezTo>
                  <a:pt x="474789" y="37651"/>
                  <a:pt x="469852" y="39585"/>
                  <a:pt x="465850" y="43452"/>
                </a:cubicBezTo>
                <a:cubicBezTo>
                  <a:pt x="461848" y="47318"/>
                  <a:pt x="459634" y="52488"/>
                  <a:pt x="459208" y="58963"/>
                </a:cubicBezTo>
                <a:close/>
                <a:moveTo>
                  <a:pt x="530179" y="104145"/>
                </a:moveTo>
                <a:lnTo>
                  <a:pt x="530179" y="0"/>
                </a:lnTo>
                <a:lnTo>
                  <a:pt x="542966" y="0"/>
                </a:lnTo>
                <a:lnTo>
                  <a:pt x="542966" y="104145"/>
                </a:lnTo>
                <a:lnTo>
                  <a:pt x="530179" y="104145"/>
                </a:lnTo>
                <a:close/>
                <a:moveTo>
                  <a:pt x="611724" y="104145"/>
                </a:moveTo>
                <a:lnTo>
                  <a:pt x="611724" y="94625"/>
                </a:lnTo>
                <a:cubicBezTo>
                  <a:pt x="606941" y="102108"/>
                  <a:pt x="599908" y="105850"/>
                  <a:pt x="590625" y="105850"/>
                </a:cubicBezTo>
                <a:cubicBezTo>
                  <a:pt x="584610" y="105850"/>
                  <a:pt x="579081" y="104192"/>
                  <a:pt x="574037" y="100877"/>
                </a:cubicBezTo>
                <a:cubicBezTo>
                  <a:pt x="568993" y="97562"/>
                  <a:pt x="565086" y="92932"/>
                  <a:pt x="562316" y="86989"/>
                </a:cubicBezTo>
                <a:cubicBezTo>
                  <a:pt x="559545" y="81045"/>
                  <a:pt x="558160" y="74213"/>
                  <a:pt x="558160" y="66494"/>
                </a:cubicBezTo>
                <a:cubicBezTo>
                  <a:pt x="558160" y="58963"/>
                  <a:pt x="559415" y="52132"/>
                  <a:pt x="561925" y="45998"/>
                </a:cubicBezTo>
                <a:cubicBezTo>
                  <a:pt x="564435" y="39865"/>
                  <a:pt x="568200" y="35165"/>
                  <a:pt x="573220" y="31897"/>
                </a:cubicBezTo>
                <a:cubicBezTo>
                  <a:pt x="578240" y="28629"/>
                  <a:pt x="583853" y="26995"/>
                  <a:pt x="590057" y="26995"/>
                </a:cubicBezTo>
                <a:cubicBezTo>
                  <a:pt x="594603" y="26995"/>
                  <a:pt x="598653" y="27954"/>
                  <a:pt x="602205" y="29872"/>
                </a:cubicBezTo>
                <a:cubicBezTo>
                  <a:pt x="605757" y="31790"/>
                  <a:pt x="608646" y="34289"/>
                  <a:pt x="610872" y="37367"/>
                </a:cubicBezTo>
                <a:lnTo>
                  <a:pt x="610872" y="0"/>
                </a:lnTo>
                <a:lnTo>
                  <a:pt x="623588" y="0"/>
                </a:lnTo>
                <a:lnTo>
                  <a:pt x="623588" y="104145"/>
                </a:lnTo>
                <a:lnTo>
                  <a:pt x="611724" y="104145"/>
                </a:lnTo>
                <a:moveTo>
                  <a:pt x="571302" y="66458"/>
                </a:moveTo>
                <a:cubicBezTo>
                  <a:pt x="571302" y="76084"/>
                  <a:pt x="573339" y="83280"/>
                  <a:pt x="577412" y="88045"/>
                </a:cubicBezTo>
                <a:cubicBezTo>
                  <a:pt x="581485" y="92811"/>
                  <a:pt x="586292" y="95194"/>
                  <a:pt x="591833" y="95194"/>
                </a:cubicBezTo>
                <a:cubicBezTo>
                  <a:pt x="597421" y="95194"/>
                  <a:pt x="602169" y="92917"/>
                  <a:pt x="606076" y="88365"/>
                </a:cubicBezTo>
                <a:cubicBezTo>
                  <a:pt x="609984" y="83811"/>
                  <a:pt x="611937" y="76862"/>
                  <a:pt x="611937" y="67519"/>
                </a:cubicBezTo>
                <a:cubicBezTo>
                  <a:pt x="611937" y="57233"/>
                  <a:pt x="609948" y="49684"/>
                  <a:pt x="605970" y="44871"/>
                </a:cubicBezTo>
                <a:cubicBezTo>
                  <a:pt x="601992" y="40058"/>
                  <a:pt x="597090" y="37651"/>
                  <a:pt x="591264" y="37651"/>
                </a:cubicBezTo>
                <a:cubicBezTo>
                  <a:pt x="585581" y="37651"/>
                  <a:pt x="580833" y="39964"/>
                  <a:pt x="577021" y="44589"/>
                </a:cubicBezTo>
                <a:cubicBezTo>
                  <a:pt x="573208" y="49212"/>
                  <a:pt x="571302" y="56502"/>
                  <a:pt x="571302" y="66458"/>
                </a:cubicBezTo>
                <a:close/>
                <a:moveTo>
                  <a:pt x="638578" y="81554"/>
                </a:moveTo>
                <a:lnTo>
                  <a:pt x="651223" y="79565"/>
                </a:lnTo>
                <a:cubicBezTo>
                  <a:pt x="651934" y="84610"/>
                  <a:pt x="653911" y="88477"/>
                  <a:pt x="657155" y="91164"/>
                </a:cubicBezTo>
                <a:cubicBezTo>
                  <a:pt x="660399" y="93851"/>
                  <a:pt x="664934" y="95194"/>
                  <a:pt x="670759" y="95194"/>
                </a:cubicBezTo>
                <a:cubicBezTo>
                  <a:pt x="676632" y="95194"/>
                  <a:pt x="680989" y="94007"/>
                  <a:pt x="683831" y="91635"/>
                </a:cubicBezTo>
                <a:cubicBezTo>
                  <a:pt x="686672" y="89261"/>
                  <a:pt x="688093" y="86477"/>
                  <a:pt x="688093" y="83283"/>
                </a:cubicBezTo>
                <a:cubicBezTo>
                  <a:pt x="688093" y="80417"/>
                  <a:pt x="686838" y="78161"/>
                  <a:pt x="684328" y="76517"/>
                </a:cubicBezTo>
                <a:cubicBezTo>
                  <a:pt x="682576" y="75389"/>
                  <a:pt x="678219" y="73956"/>
                  <a:pt x="671257" y="72217"/>
                </a:cubicBezTo>
                <a:cubicBezTo>
                  <a:pt x="661879" y="69847"/>
                  <a:pt x="655379" y="67797"/>
                  <a:pt x="651756" y="66067"/>
                </a:cubicBezTo>
                <a:cubicBezTo>
                  <a:pt x="648133" y="64337"/>
                  <a:pt x="645386" y="61943"/>
                  <a:pt x="643516" y="58886"/>
                </a:cubicBezTo>
                <a:cubicBezTo>
                  <a:pt x="641645" y="55828"/>
                  <a:pt x="640709" y="52451"/>
                  <a:pt x="640709" y="48753"/>
                </a:cubicBezTo>
                <a:cubicBezTo>
                  <a:pt x="640709" y="45388"/>
                  <a:pt x="641479" y="42271"/>
                  <a:pt x="643018" y="39403"/>
                </a:cubicBezTo>
                <a:cubicBezTo>
                  <a:pt x="644557" y="36535"/>
                  <a:pt x="646653" y="34153"/>
                  <a:pt x="649305" y="32257"/>
                </a:cubicBezTo>
                <a:cubicBezTo>
                  <a:pt x="651294" y="30787"/>
                  <a:pt x="654006" y="29543"/>
                  <a:pt x="657439" y="28525"/>
                </a:cubicBezTo>
                <a:cubicBezTo>
                  <a:pt x="660873" y="27505"/>
                  <a:pt x="664555" y="26995"/>
                  <a:pt x="668486" y="26995"/>
                </a:cubicBezTo>
                <a:cubicBezTo>
                  <a:pt x="674406" y="26995"/>
                  <a:pt x="679604" y="27854"/>
                  <a:pt x="684079" y="29570"/>
                </a:cubicBezTo>
                <a:cubicBezTo>
                  <a:pt x="688555" y="31286"/>
                  <a:pt x="691858" y="33610"/>
                  <a:pt x="693990" y="36543"/>
                </a:cubicBezTo>
                <a:cubicBezTo>
                  <a:pt x="696121" y="39475"/>
                  <a:pt x="697589" y="43397"/>
                  <a:pt x="698394" y="48307"/>
                </a:cubicBezTo>
                <a:lnTo>
                  <a:pt x="685891" y="50012"/>
                </a:lnTo>
                <a:cubicBezTo>
                  <a:pt x="685323" y="46129"/>
                  <a:pt x="683677" y="43098"/>
                  <a:pt x="680954" y="40919"/>
                </a:cubicBezTo>
                <a:cubicBezTo>
                  <a:pt x="678230" y="38741"/>
                  <a:pt x="674382" y="37651"/>
                  <a:pt x="669410" y="37651"/>
                </a:cubicBezTo>
                <a:cubicBezTo>
                  <a:pt x="663537" y="37651"/>
                  <a:pt x="659346" y="38618"/>
                  <a:pt x="656836" y="40551"/>
                </a:cubicBezTo>
                <a:cubicBezTo>
                  <a:pt x="654325" y="42482"/>
                  <a:pt x="653070" y="44744"/>
                  <a:pt x="653070" y="47337"/>
                </a:cubicBezTo>
                <a:cubicBezTo>
                  <a:pt x="653070" y="48986"/>
                  <a:pt x="653591" y="50470"/>
                  <a:pt x="654633" y="51790"/>
                </a:cubicBezTo>
                <a:cubicBezTo>
                  <a:pt x="655675" y="53156"/>
                  <a:pt x="657309" y="54287"/>
                  <a:pt x="659535" y="55183"/>
                </a:cubicBezTo>
                <a:cubicBezTo>
                  <a:pt x="660814" y="55655"/>
                  <a:pt x="664579" y="56739"/>
                  <a:pt x="670830" y="58435"/>
                </a:cubicBezTo>
                <a:cubicBezTo>
                  <a:pt x="679876" y="60849"/>
                  <a:pt x="686187" y="62825"/>
                  <a:pt x="689763" y="64362"/>
                </a:cubicBezTo>
                <a:cubicBezTo>
                  <a:pt x="693338" y="65900"/>
                  <a:pt x="696144" y="68136"/>
                  <a:pt x="698181" y="71071"/>
                </a:cubicBezTo>
                <a:cubicBezTo>
                  <a:pt x="700217" y="74005"/>
                  <a:pt x="701236" y="77648"/>
                  <a:pt x="701236" y="82000"/>
                </a:cubicBezTo>
                <a:cubicBezTo>
                  <a:pt x="701236" y="86260"/>
                  <a:pt x="699992" y="90270"/>
                  <a:pt x="697506" y="94033"/>
                </a:cubicBezTo>
                <a:cubicBezTo>
                  <a:pt x="695020" y="97793"/>
                  <a:pt x="691432" y="100703"/>
                  <a:pt x="686743" y="102762"/>
                </a:cubicBezTo>
                <a:cubicBezTo>
                  <a:pt x="682055" y="104820"/>
                  <a:pt x="676750" y="105850"/>
                  <a:pt x="670830" y="105850"/>
                </a:cubicBezTo>
                <a:cubicBezTo>
                  <a:pt x="661027" y="105850"/>
                  <a:pt x="653556" y="103807"/>
                  <a:pt x="648417" y="99723"/>
                </a:cubicBezTo>
                <a:cubicBezTo>
                  <a:pt x="643279" y="95638"/>
                  <a:pt x="639999" y="89582"/>
                  <a:pt x="638578" y="81554"/>
                </a:cubicBezTo>
                <a:close/>
                <a:moveTo>
                  <a:pt x="719990" y="43334"/>
                </a:moveTo>
                <a:lnTo>
                  <a:pt x="719990" y="28700"/>
                </a:lnTo>
                <a:lnTo>
                  <a:pt x="734553" y="28700"/>
                </a:lnTo>
                <a:lnTo>
                  <a:pt x="734553" y="43334"/>
                </a:lnTo>
                <a:lnTo>
                  <a:pt x="719990" y="43334"/>
                </a:lnTo>
                <a:moveTo>
                  <a:pt x="719990" y="104145"/>
                </a:moveTo>
                <a:lnTo>
                  <a:pt x="719990" y="89511"/>
                </a:lnTo>
                <a:lnTo>
                  <a:pt x="734553" y="89511"/>
                </a:lnTo>
                <a:lnTo>
                  <a:pt x="734553" y="104145"/>
                </a:lnTo>
                <a:lnTo>
                  <a:pt x="719990" y="104145"/>
                </a:lnTo>
                <a:close/>
                <a:moveTo>
                  <a:pt x="801266" y="104145"/>
                </a:moveTo>
                <a:lnTo>
                  <a:pt x="801266" y="0"/>
                </a:lnTo>
                <a:lnTo>
                  <a:pt x="815047" y="0"/>
                </a:lnTo>
                <a:lnTo>
                  <a:pt x="815047" y="104145"/>
                </a:lnTo>
                <a:lnTo>
                  <a:pt x="801266" y="104145"/>
                </a:lnTo>
                <a:close/>
                <a:moveTo>
                  <a:pt x="837705" y="104145"/>
                </a:moveTo>
                <a:lnTo>
                  <a:pt x="837705" y="28700"/>
                </a:lnTo>
                <a:lnTo>
                  <a:pt x="849214" y="28700"/>
                </a:lnTo>
                <a:lnTo>
                  <a:pt x="849214" y="39356"/>
                </a:lnTo>
                <a:cubicBezTo>
                  <a:pt x="854755" y="31116"/>
                  <a:pt x="862759" y="26995"/>
                  <a:pt x="873225" y="26995"/>
                </a:cubicBezTo>
                <a:cubicBezTo>
                  <a:pt x="877772" y="26995"/>
                  <a:pt x="881952" y="27812"/>
                  <a:pt x="885764" y="29446"/>
                </a:cubicBezTo>
                <a:cubicBezTo>
                  <a:pt x="889577" y="31080"/>
                  <a:pt x="892430" y="33223"/>
                  <a:pt x="894324" y="35875"/>
                </a:cubicBezTo>
                <a:cubicBezTo>
                  <a:pt x="896219" y="38527"/>
                  <a:pt x="897545" y="41677"/>
                  <a:pt x="898303" y="45324"/>
                </a:cubicBezTo>
                <a:cubicBezTo>
                  <a:pt x="898776" y="47692"/>
                  <a:pt x="899013" y="51836"/>
                  <a:pt x="899013" y="57756"/>
                </a:cubicBezTo>
                <a:lnTo>
                  <a:pt x="899013" y="104145"/>
                </a:lnTo>
                <a:lnTo>
                  <a:pt x="886226" y="104145"/>
                </a:lnTo>
                <a:lnTo>
                  <a:pt x="886226" y="58204"/>
                </a:lnTo>
                <a:cubicBezTo>
                  <a:pt x="886226" y="52988"/>
                  <a:pt x="885729" y="49089"/>
                  <a:pt x="884734" y="46505"/>
                </a:cubicBezTo>
                <a:cubicBezTo>
                  <a:pt x="883739" y="43921"/>
                  <a:pt x="881975" y="41858"/>
                  <a:pt x="879441" y="40317"/>
                </a:cubicBezTo>
                <a:cubicBezTo>
                  <a:pt x="876908" y="38777"/>
                  <a:pt x="873936" y="38006"/>
                  <a:pt x="870526" y="38006"/>
                </a:cubicBezTo>
                <a:cubicBezTo>
                  <a:pt x="865080" y="38006"/>
                  <a:pt x="860379" y="39737"/>
                  <a:pt x="856424" y="43199"/>
                </a:cubicBezTo>
                <a:cubicBezTo>
                  <a:pt x="852470" y="46659"/>
                  <a:pt x="850493" y="53225"/>
                  <a:pt x="850493" y="62897"/>
                </a:cubicBezTo>
                <a:lnTo>
                  <a:pt x="850493" y="104145"/>
                </a:lnTo>
                <a:lnTo>
                  <a:pt x="837705" y="104145"/>
                </a:lnTo>
                <a:close/>
                <a:moveTo>
                  <a:pt x="918621" y="133129"/>
                </a:moveTo>
                <a:lnTo>
                  <a:pt x="918621" y="28700"/>
                </a:lnTo>
                <a:lnTo>
                  <a:pt x="930272" y="28700"/>
                </a:lnTo>
                <a:lnTo>
                  <a:pt x="930272" y="38433"/>
                </a:lnTo>
                <a:cubicBezTo>
                  <a:pt x="933019" y="34620"/>
                  <a:pt x="936121" y="31761"/>
                  <a:pt x="939578" y="29855"/>
                </a:cubicBezTo>
                <a:cubicBezTo>
                  <a:pt x="943035" y="27948"/>
                  <a:pt x="947227" y="26995"/>
                  <a:pt x="952152" y="26995"/>
                </a:cubicBezTo>
                <a:cubicBezTo>
                  <a:pt x="958593" y="26995"/>
                  <a:pt x="964276" y="28653"/>
                  <a:pt x="969202" y="31968"/>
                </a:cubicBezTo>
                <a:cubicBezTo>
                  <a:pt x="974127" y="35283"/>
                  <a:pt x="977845" y="39960"/>
                  <a:pt x="980355" y="45998"/>
                </a:cubicBezTo>
                <a:cubicBezTo>
                  <a:pt x="982865" y="52037"/>
                  <a:pt x="984120" y="58655"/>
                  <a:pt x="984120" y="65854"/>
                </a:cubicBezTo>
                <a:cubicBezTo>
                  <a:pt x="984120" y="73574"/>
                  <a:pt x="982735" y="80524"/>
                  <a:pt x="979964" y="86704"/>
                </a:cubicBezTo>
                <a:cubicBezTo>
                  <a:pt x="977194" y="92885"/>
                  <a:pt x="973168" y="97621"/>
                  <a:pt x="967887" y="100912"/>
                </a:cubicBezTo>
                <a:cubicBezTo>
                  <a:pt x="962607" y="104204"/>
                  <a:pt x="957054" y="105850"/>
                  <a:pt x="951229" y="105850"/>
                </a:cubicBezTo>
                <a:cubicBezTo>
                  <a:pt x="946966" y="105850"/>
                  <a:pt x="943142" y="104938"/>
                  <a:pt x="939756" y="103115"/>
                </a:cubicBezTo>
                <a:cubicBezTo>
                  <a:pt x="936369" y="101290"/>
                  <a:pt x="933587" y="98985"/>
                  <a:pt x="931408" y="96202"/>
                </a:cubicBezTo>
                <a:lnTo>
                  <a:pt x="931408" y="133129"/>
                </a:lnTo>
                <a:lnTo>
                  <a:pt x="918621" y="133129"/>
                </a:lnTo>
                <a:moveTo>
                  <a:pt x="930201" y="66742"/>
                </a:moveTo>
                <a:cubicBezTo>
                  <a:pt x="930201" y="76439"/>
                  <a:pt x="932166" y="83605"/>
                  <a:pt x="936097" y="88241"/>
                </a:cubicBezTo>
                <a:cubicBezTo>
                  <a:pt x="940028" y="92876"/>
                  <a:pt x="944788" y="95194"/>
                  <a:pt x="950376" y="95194"/>
                </a:cubicBezTo>
                <a:cubicBezTo>
                  <a:pt x="956059" y="95194"/>
                  <a:pt x="960926" y="92793"/>
                  <a:pt x="964975" y="87992"/>
                </a:cubicBezTo>
                <a:cubicBezTo>
                  <a:pt x="969024" y="83191"/>
                  <a:pt x="971049" y="75752"/>
                  <a:pt x="971049" y="65677"/>
                </a:cubicBezTo>
                <a:cubicBezTo>
                  <a:pt x="971049" y="56074"/>
                  <a:pt x="969071" y="48884"/>
                  <a:pt x="965117" y="44107"/>
                </a:cubicBezTo>
                <a:cubicBezTo>
                  <a:pt x="961162" y="39330"/>
                  <a:pt x="956438" y="36941"/>
                  <a:pt x="950944" y="36941"/>
                </a:cubicBezTo>
                <a:cubicBezTo>
                  <a:pt x="945498" y="36941"/>
                  <a:pt x="940679" y="39483"/>
                  <a:pt x="936488" y="44569"/>
                </a:cubicBezTo>
                <a:cubicBezTo>
                  <a:pt x="932296" y="49654"/>
                  <a:pt x="930201" y="57045"/>
                  <a:pt x="930201" y="66742"/>
                </a:cubicBezTo>
                <a:close/>
                <a:moveTo>
                  <a:pt x="1048982" y="104145"/>
                </a:moveTo>
                <a:lnTo>
                  <a:pt x="1048982" y="93063"/>
                </a:lnTo>
                <a:cubicBezTo>
                  <a:pt x="1043109" y="101587"/>
                  <a:pt x="1035129" y="105850"/>
                  <a:pt x="1025041" y="105850"/>
                </a:cubicBezTo>
                <a:cubicBezTo>
                  <a:pt x="1020589" y="105850"/>
                  <a:pt x="1016433" y="104997"/>
                  <a:pt x="1012574" y="103292"/>
                </a:cubicBezTo>
                <a:cubicBezTo>
                  <a:pt x="1008714" y="101587"/>
                  <a:pt x="1005848" y="99444"/>
                  <a:pt x="1003978" y="96863"/>
                </a:cubicBezTo>
                <a:cubicBezTo>
                  <a:pt x="1002107" y="94282"/>
                  <a:pt x="1000793" y="91121"/>
                  <a:pt x="1000035" y="87379"/>
                </a:cubicBezTo>
                <a:cubicBezTo>
                  <a:pt x="999514" y="84869"/>
                  <a:pt x="999254" y="80891"/>
                  <a:pt x="999254" y="75445"/>
                </a:cubicBezTo>
                <a:lnTo>
                  <a:pt x="999254" y="28700"/>
                </a:lnTo>
                <a:lnTo>
                  <a:pt x="1012041" y="28700"/>
                </a:lnTo>
                <a:lnTo>
                  <a:pt x="1012041" y="70543"/>
                </a:lnTo>
                <a:cubicBezTo>
                  <a:pt x="1012041" y="77221"/>
                  <a:pt x="1012301" y="81720"/>
                  <a:pt x="1012822" y="84040"/>
                </a:cubicBezTo>
                <a:cubicBezTo>
                  <a:pt x="1013627" y="87403"/>
                  <a:pt x="1015332" y="90043"/>
                  <a:pt x="1017937" y="91961"/>
                </a:cubicBezTo>
                <a:cubicBezTo>
                  <a:pt x="1020542" y="93879"/>
                  <a:pt x="1023762" y="94839"/>
                  <a:pt x="1027599" y="94839"/>
                </a:cubicBezTo>
                <a:cubicBezTo>
                  <a:pt x="1031435" y="94839"/>
                  <a:pt x="1035034" y="93856"/>
                  <a:pt x="1038397" y="91890"/>
                </a:cubicBezTo>
                <a:cubicBezTo>
                  <a:pt x="1041759" y="89925"/>
                  <a:pt x="1044139" y="87249"/>
                  <a:pt x="1045536" y="83863"/>
                </a:cubicBezTo>
                <a:cubicBezTo>
                  <a:pt x="1046933" y="80477"/>
                  <a:pt x="1047632" y="75563"/>
                  <a:pt x="1047632" y="69122"/>
                </a:cubicBezTo>
                <a:lnTo>
                  <a:pt x="1047632" y="28700"/>
                </a:lnTo>
                <a:lnTo>
                  <a:pt x="1060419" y="28700"/>
                </a:lnTo>
                <a:lnTo>
                  <a:pt x="1060419" y="104145"/>
                </a:lnTo>
                <a:lnTo>
                  <a:pt x="1048982" y="104145"/>
                </a:lnTo>
                <a:close/>
                <a:moveTo>
                  <a:pt x="1108370" y="92849"/>
                </a:moveTo>
                <a:lnTo>
                  <a:pt x="1110217" y="104145"/>
                </a:lnTo>
                <a:cubicBezTo>
                  <a:pt x="1106618" y="104808"/>
                  <a:pt x="1103398" y="105139"/>
                  <a:pt x="1100556" y="105139"/>
                </a:cubicBezTo>
                <a:cubicBezTo>
                  <a:pt x="1095915" y="105139"/>
                  <a:pt x="1092315" y="104405"/>
                  <a:pt x="1089758" y="102937"/>
                </a:cubicBezTo>
                <a:cubicBezTo>
                  <a:pt x="1087200" y="101469"/>
                  <a:pt x="1085401" y="99539"/>
                  <a:pt x="1084359" y="97147"/>
                </a:cubicBezTo>
                <a:cubicBezTo>
                  <a:pt x="1083317" y="94756"/>
                  <a:pt x="1082796" y="89724"/>
                  <a:pt x="1082796" y="82051"/>
                </a:cubicBezTo>
                <a:lnTo>
                  <a:pt x="1082796" y="38646"/>
                </a:lnTo>
                <a:lnTo>
                  <a:pt x="1073419" y="38646"/>
                </a:lnTo>
                <a:lnTo>
                  <a:pt x="1073419" y="28700"/>
                </a:lnTo>
                <a:lnTo>
                  <a:pt x="1082796" y="28700"/>
                </a:lnTo>
                <a:lnTo>
                  <a:pt x="1082796" y="9966"/>
                </a:lnTo>
                <a:lnTo>
                  <a:pt x="1095512" y="2273"/>
                </a:lnTo>
                <a:lnTo>
                  <a:pt x="1095512" y="28700"/>
                </a:lnTo>
                <a:lnTo>
                  <a:pt x="1108370" y="28700"/>
                </a:lnTo>
                <a:lnTo>
                  <a:pt x="1108370" y="38646"/>
                </a:lnTo>
                <a:lnTo>
                  <a:pt x="1095512" y="38646"/>
                </a:lnTo>
                <a:lnTo>
                  <a:pt x="1095512" y="82762"/>
                </a:lnTo>
                <a:cubicBezTo>
                  <a:pt x="1095512" y="86408"/>
                  <a:pt x="1095737" y="88753"/>
                  <a:pt x="1096187" y="89795"/>
                </a:cubicBezTo>
                <a:cubicBezTo>
                  <a:pt x="1096637" y="90837"/>
                  <a:pt x="1097371" y="91665"/>
                  <a:pt x="1098389" y="92281"/>
                </a:cubicBezTo>
                <a:cubicBezTo>
                  <a:pt x="1099408" y="92897"/>
                  <a:pt x="1100864" y="93205"/>
                  <a:pt x="1102758" y="93205"/>
                </a:cubicBezTo>
                <a:cubicBezTo>
                  <a:pt x="1104179" y="93205"/>
                  <a:pt x="1106050" y="93086"/>
                  <a:pt x="1108370" y="92849"/>
                </a:cubicBezTo>
                <a:close/>
                <a:moveTo>
                  <a:pt x="1149004" y="104145"/>
                </a:moveTo>
                <a:lnTo>
                  <a:pt x="1149004" y="12290"/>
                </a:lnTo>
                <a:lnTo>
                  <a:pt x="1114692" y="12290"/>
                </a:lnTo>
                <a:lnTo>
                  <a:pt x="1114692" y="0"/>
                </a:lnTo>
                <a:lnTo>
                  <a:pt x="1197241" y="0"/>
                </a:lnTo>
                <a:lnTo>
                  <a:pt x="1197241" y="12290"/>
                </a:lnTo>
                <a:lnTo>
                  <a:pt x="1162786" y="12290"/>
                </a:lnTo>
                <a:lnTo>
                  <a:pt x="1162786" y="104145"/>
                </a:lnTo>
                <a:lnTo>
                  <a:pt x="1149004" y="10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extFieldsView">
            <a:extLst xmlns:a="http://schemas.openxmlformats.org/drawingml/2006/main">
              <a:ext uri="{FF2B5EF4-FFF2-40B4-BE49-F238E27FC236}">
                <a16:creationId xmlns:a16="http://schemas.microsoft.com/office/drawing/2014/main" id="{B06F24E0-5B74-4798-9977-D1006A1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6" y="790360"/>
            <a:ext cx="888427" cy="105850"/>
          </a:xfrm>
          <a:custGeom xmlns:a="http://schemas.openxmlformats.org/drawingml/2006/main">
            <a:pathLst>
              <a:path w="888427" h="105850">
                <a:moveTo>
                  <a:pt x="55909" y="79849"/>
                </a:moveTo>
                <a:lnTo>
                  <a:pt x="69122" y="81483"/>
                </a:lnTo>
                <a:cubicBezTo>
                  <a:pt x="67038" y="89203"/>
                  <a:pt x="63178" y="95194"/>
                  <a:pt x="57542" y="99456"/>
                </a:cubicBezTo>
                <a:cubicBezTo>
                  <a:pt x="51907" y="103719"/>
                  <a:pt x="44708" y="105850"/>
                  <a:pt x="35946" y="105850"/>
                </a:cubicBezTo>
                <a:cubicBezTo>
                  <a:pt x="24911" y="105850"/>
                  <a:pt x="16162" y="102452"/>
                  <a:pt x="9697" y="95655"/>
                </a:cubicBezTo>
                <a:cubicBezTo>
                  <a:pt x="3232" y="88859"/>
                  <a:pt x="0" y="79328"/>
                  <a:pt x="0" y="67062"/>
                </a:cubicBezTo>
                <a:cubicBezTo>
                  <a:pt x="0" y="54369"/>
                  <a:pt x="3268" y="44518"/>
                  <a:pt x="9804" y="37509"/>
                </a:cubicBezTo>
                <a:cubicBezTo>
                  <a:pt x="16339" y="30500"/>
                  <a:pt x="24817" y="26995"/>
                  <a:pt x="35236" y="26995"/>
                </a:cubicBezTo>
                <a:cubicBezTo>
                  <a:pt x="45324" y="26995"/>
                  <a:pt x="53564" y="30424"/>
                  <a:pt x="59958" y="37280"/>
                </a:cubicBezTo>
                <a:cubicBezTo>
                  <a:pt x="66351" y="44136"/>
                  <a:pt x="69548" y="53781"/>
                  <a:pt x="69548" y="66216"/>
                </a:cubicBezTo>
                <a:cubicBezTo>
                  <a:pt x="69548" y="66972"/>
                  <a:pt x="69525" y="68107"/>
                  <a:pt x="69477" y="69619"/>
                </a:cubicBezTo>
                <a:lnTo>
                  <a:pt x="13213" y="69619"/>
                </a:lnTo>
                <a:cubicBezTo>
                  <a:pt x="13687" y="77884"/>
                  <a:pt x="16031" y="84212"/>
                  <a:pt x="20246" y="88605"/>
                </a:cubicBezTo>
                <a:cubicBezTo>
                  <a:pt x="24461" y="92997"/>
                  <a:pt x="29718" y="95194"/>
                  <a:pt x="36017" y="95194"/>
                </a:cubicBezTo>
                <a:cubicBezTo>
                  <a:pt x="40706" y="95194"/>
                  <a:pt x="44708" y="93974"/>
                  <a:pt x="48023" y="91535"/>
                </a:cubicBezTo>
                <a:cubicBezTo>
                  <a:pt x="51338" y="89095"/>
                  <a:pt x="53967" y="85199"/>
                  <a:pt x="55909" y="79849"/>
                </a:cubicBezTo>
                <a:moveTo>
                  <a:pt x="13924" y="58963"/>
                </a:moveTo>
                <a:lnTo>
                  <a:pt x="56051" y="58963"/>
                </a:lnTo>
                <a:cubicBezTo>
                  <a:pt x="55482" y="52721"/>
                  <a:pt x="53872" y="48039"/>
                  <a:pt x="51220" y="44917"/>
                </a:cubicBezTo>
                <a:cubicBezTo>
                  <a:pt x="47147" y="40073"/>
                  <a:pt x="41866" y="37651"/>
                  <a:pt x="35378" y="37651"/>
                </a:cubicBezTo>
                <a:cubicBezTo>
                  <a:pt x="29505" y="37651"/>
                  <a:pt x="24568" y="39585"/>
                  <a:pt x="20566" y="43452"/>
                </a:cubicBezTo>
                <a:cubicBezTo>
                  <a:pt x="16564" y="47318"/>
                  <a:pt x="14350" y="52488"/>
                  <a:pt x="13924" y="58963"/>
                </a:cubicBezTo>
                <a:close/>
                <a:moveTo>
                  <a:pt x="76652" y="104145"/>
                </a:moveTo>
                <a:lnTo>
                  <a:pt x="104215" y="64931"/>
                </a:lnTo>
                <a:lnTo>
                  <a:pt x="78712" y="28700"/>
                </a:lnTo>
                <a:lnTo>
                  <a:pt x="94696" y="28700"/>
                </a:lnTo>
                <a:lnTo>
                  <a:pt x="106275" y="46389"/>
                </a:lnTo>
                <a:cubicBezTo>
                  <a:pt x="108454" y="49752"/>
                  <a:pt x="110206" y="52570"/>
                  <a:pt x="111532" y="54843"/>
                </a:cubicBezTo>
                <a:cubicBezTo>
                  <a:pt x="113616" y="51717"/>
                  <a:pt x="115534" y="48947"/>
                  <a:pt x="117287" y="46531"/>
                </a:cubicBezTo>
                <a:lnTo>
                  <a:pt x="130003" y="28700"/>
                </a:lnTo>
                <a:lnTo>
                  <a:pt x="145276" y="28700"/>
                </a:lnTo>
                <a:lnTo>
                  <a:pt x="119205" y="64220"/>
                </a:lnTo>
                <a:lnTo>
                  <a:pt x="147265" y="104145"/>
                </a:lnTo>
                <a:lnTo>
                  <a:pt x="131566" y="104145"/>
                </a:lnTo>
                <a:lnTo>
                  <a:pt x="116079" y="80702"/>
                </a:lnTo>
                <a:lnTo>
                  <a:pt x="111959" y="74379"/>
                </a:lnTo>
                <a:lnTo>
                  <a:pt x="92138" y="104145"/>
                </a:lnTo>
                <a:lnTo>
                  <a:pt x="76652" y="104145"/>
                </a:lnTo>
                <a:close/>
                <a:moveTo>
                  <a:pt x="185841" y="92849"/>
                </a:moveTo>
                <a:lnTo>
                  <a:pt x="187688" y="104145"/>
                </a:lnTo>
                <a:cubicBezTo>
                  <a:pt x="184088" y="104808"/>
                  <a:pt x="180868" y="105139"/>
                  <a:pt x="178026" y="105139"/>
                </a:cubicBezTo>
                <a:cubicBezTo>
                  <a:pt x="173385" y="105139"/>
                  <a:pt x="169786" y="104405"/>
                  <a:pt x="167228" y="102937"/>
                </a:cubicBezTo>
                <a:cubicBezTo>
                  <a:pt x="164671" y="101469"/>
                  <a:pt x="162871" y="99539"/>
                  <a:pt x="161829" y="97147"/>
                </a:cubicBezTo>
                <a:cubicBezTo>
                  <a:pt x="160787" y="94756"/>
                  <a:pt x="160266" y="89724"/>
                  <a:pt x="160266" y="82051"/>
                </a:cubicBezTo>
                <a:lnTo>
                  <a:pt x="160266" y="38646"/>
                </a:lnTo>
                <a:lnTo>
                  <a:pt x="150889" y="38646"/>
                </a:lnTo>
                <a:lnTo>
                  <a:pt x="150889" y="28700"/>
                </a:lnTo>
                <a:lnTo>
                  <a:pt x="160266" y="28700"/>
                </a:lnTo>
                <a:lnTo>
                  <a:pt x="160266" y="9966"/>
                </a:lnTo>
                <a:lnTo>
                  <a:pt x="172982" y="2273"/>
                </a:lnTo>
                <a:lnTo>
                  <a:pt x="172982" y="28700"/>
                </a:lnTo>
                <a:lnTo>
                  <a:pt x="185841" y="28700"/>
                </a:lnTo>
                <a:lnTo>
                  <a:pt x="185841" y="38646"/>
                </a:lnTo>
                <a:lnTo>
                  <a:pt x="172982" y="38646"/>
                </a:lnTo>
                <a:lnTo>
                  <a:pt x="172982" y="82762"/>
                </a:lnTo>
                <a:cubicBezTo>
                  <a:pt x="172982" y="86408"/>
                  <a:pt x="173207" y="88753"/>
                  <a:pt x="173657" y="89795"/>
                </a:cubicBezTo>
                <a:cubicBezTo>
                  <a:pt x="174107" y="90837"/>
                  <a:pt x="174841" y="91665"/>
                  <a:pt x="175860" y="92281"/>
                </a:cubicBezTo>
                <a:cubicBezTo>
                  <a:pt x="176878" y="92897"/>
                  <a:pt x="178334" y="93205"/>
                  <a:pt x="180228" y="93205"/>
                </a:cubicBezTo>
                <a:cubicBezTo>
                  <a:pt x="181649" y="93205"/>
                  <a:pt x="183520" y="93086"/>
                  <a:pt x="185841" y="92849"/>
                </a:cubicBezTo>
                <a:close/>
                <a:moveTo>
                  <a:pt x="200689" y="104145"/>
                </a:moveTo>
                <a:lnTo>
                  <a:pt x="200689" y="0"/>
                </a:lnTo>
                <a:lnTo>
                  <a:pt x="270948" y="0"/>
                </a:lnTo>
                <a:lnTo>
                  <a:pt x="270948" y="12290"/>
                </a:lnTo>
                <a:lnTo>
                  <a:pt x="214471" y="12290"/>
                </a:lnTo>
                <a:lnTo>
                  <a:pt x="214471" y="44471"/>
                </a:lnTo>
                <a:lnTo>
                  <a:pt x="263346" y="44471"/>
                </a:lnTo>
                <a:lnTo>
                  <a:pt x="263346" y="56761"/>
                </a:lnTo>
                <a:lnTo>
                  <a:pt x="214471" y="56761"/>
                </a:lnTo>
                <a:lnTo>
                  <a:pt x="214471" y="104145"/>
                </a:lnTo>
                <a:lnTo>
                  <a:pt x="200689" y="104145"/>
                </a:lnTo>
                <a:close/>
                <a:moveTo>
                  <a:pt x="287285" y="14776"/>
                </a:moveTo>
                <a:lnTo>
                  <a:pt x="287285" y="0"/>
                </a:lnTo>
                <a:lnTo>
                  <a:pt x="300072" y="0"/>
                </a:lnTo>
                <a:lnTo>
                  <a:pt x="300072" y="14776"/>
                </a:lnTo>
                <a:lnTo>
                  <a:pt x="287285" y="14776"/>
                </a:lnTo>
                <a:moveTo>
                  <a:pt x="287285" y="104145"/>
                </a:moveTo>
                <a:lnTo>
                  <a:pt x="287285" y="28700"/>
                </a:lnTo>
                <a:lnTo>
                  <a:pt x="300072" y="28700"/>
                </a:lnTo>
                <a:lnTo>
                  <a:pt x="300072" y="104145"/>
                </a:lnTo>
                <a:lnTo>
                  <a:pt x="287285" y="104145"/>
                </a:lnTo>
                <a:close/>
                <a:moveTo>
                  <a:pt x="371185" y="79849"/>
                </a:moveTo>
                <a:lnTo>
                  <a:pt x="384399" y="81483"/>
                </a:lnTo>
                <a:cubicBezTo>
                  <a:pt x="382315" y="89203"/>
                  <a:pt x="378455" y="95194"/>
                  <a:pt x="372819" y="99456"/>
                </a:cubicBezTo>
                <a:cubicBezTo>
                  <a:pt x="367183" y="103719"/>
                  <a:pt x="359984" y="105850"/>
                  <a:pt x="351223" y="105850"/>
                </a:cubicBezTo>
                <a:cubicBezTo>
                  <a:pt x="340188" y="105850"/>
                  <a:pt x="331438" y="102452"/>
                  <a:pt x="324973" y="95655"/>
                </a:cubicBezTo>
                <a:cubicBezTo>
                  <a:pt x="318509" y="88859"/>
                  <a:pt x="315277" y="79328"/>
                  <a:pt x="315277" y="67062"/>
                </a:cubicBezTo>
                <a:cubicBezTo>
                  <a:pt x="315277" y="54369"/>
                  <a:pt x="318544" y="44518"/>
                  <a:pt x="325080" y="37509"/>
                </a:cubicBezTo>
                <a:cubicBezTo>
                  <a:pt x="331616" y="30500"/>
                  <a:pt x="340093" y="26995"/>
                  <a:pt x="350512" y="26995"/>
                </a:cubicBezTo>
                <a:cubicBezTo>
                  <a:pt x="360600" y="26995"/>
                  <a:pt x="368841" y="30424"/>
                  <a:pt x="375234" y="37280"/>
                </a:cubicBezTo>
                <a:cubicBezTo>
                  <a:pt x="381628" y="44136"/>
                  <a:pt x="384825" y="53781"/>
                  <a:pt x="384825" y="66216"/>
                </a:cubicBezTo>
                <a:cubicBezTo>
                  <a:pt x="384825" y="66972"/>
                  <a:pt x="384801" y="68107"/>
                  <a:pt x="384754" y="69619"/>
                </a:cubicBezTo>
                <a:lnTo>
                  <a:pt x="328490" y="69619"/>
                </a:lnTo>
                <a:cubicBezTo>
                  <a:pt x="328964" y="77884"/>
                  <a:pt x="331308" y="84212"/>
                  <a:pt x="335523" y="88605"/>
                </a:cubicBezTo>
                <a:cubicBezTo>
                  <a:pt x="339738" y="92997"/>
                  <a:pt x="344995" y="95194"/>
                  <a:pt x="351294" y="95194"/>
                </a:cubicBezTo>
                <a:cubicBezTo>
                  <a:pt x="355982" y="95194"/>
                  <a:pt x="359984" y="93974"/>
                  <a:pt x="363300" y="91535"/>
                </a:cubicBezTo>
                <a:cubicBezTo>
                  <a:pt x="366615" y="89095"/>
                  <a:pt x="369243" y="85199"/>
                  <a:pt x="371185" y="79849"/>
                </a:cubicBezTo>
                <a:moveTo>
                  <a:pt x="329200" y="58963"/>
                </a:moveTo>
                <a:lnTo>
                  <a:pt x="371327" y="58963"/>
                </a:lnTo>
                <a:cubicBezTo>
                  <a:pt x="370759" y="52721"/>
                  <a:pt x="369149" y="48039"/>
                  <a:pt x="366496" y="44917"/>
                </a:cubicBezTo>
                <a:cubicBezTo>
                  <a:pt x="362423" y="40073"/>
                  <a:pt x="357143" y="37651"/>
                  <a:pt x="350654" y="37651"/>
                </a:cubicBezTo>
                <a:cubicBezTo>
                  <a:pt x="344782" y="37651"/>
                  <a:pt x="339845" y="39585"/>
                  <a:pt x="335843" y="43452"/>
                </a:cubicBezTo>
                <a:cubicBezTo>
                  <a:pt x="331841" y="47318"/>
                  <a:pt x="329627" y="52488"/>
                  <a:pt x="329200" y="58963"/>
                </a:cubicBezTo>
                <a:close/>
                <a:moveTo>
                  <a:pt x="400169" y="104145"/>
                </a:moveTo>
                <a:lnTo>
                  <a:pt x="400169" y="0"/>
                </a:lnTo>
                <a:lnTo>
                  <a:pt x="412956" y="0"/>
                </a:lnTo>
                <a:lnTo>
                  <a:pt x="412956" y="104145"/>
                </a:lnTo>
                <a:lnTo>
                  <a:pt x="400169" y="104145"/>
                </a:lnTo>
                <a:close/>
                <a:moveTo>
                  <a:pt x="481723" y="104145"/>
                </a:moveTo>
                <a:lnTo>
                  <a:pt x="481723" y="94625"/>
                </a:lnTo>
                <a:cubicBezTo>
                  <a:pt x="476939" y="102108"/>
                  <a:pt x="469906" y="105850"/>
                  <a:pt x="460624" y="105850"/>
                </a:cubicBezTo>
                <a:cubicBezTo>
                  <a:pt x="454609" y="105850"/>
                  <a:pt x="449080" y="104192"/>
                  <a:pt x="444036" y="100877"/>
                </a:cubicBezTo>
                <a:cubicBezTo>
                  <a:pt x="438992" y="97562"/>
                  <a:pt x="435085" y="92932"/>
                  <a:pt x="432314" y="86989"/>
                </a:cubicBezTo>
                <a:cubicBezTo>
                  <a:pt x="429544" y="81045"/>
                  <a:pt x="428158" y="74213"/>
                  <a:pt x="428158" y="66494"/>
                </a:cubicBezTo>
                <a:cubicBezTo>
                  <a:pt x="428158" y="58963"/>
                  <a:pt x="429413" y="52132"/>
                  <a:pt x="431923" y="45998"/>
                </a:cubicBezTo>
                <a:cubicBezTo>
                  <a:pt x="434434" y="39865"/>
                  <a:pt x="438199" y="35165"/>
                  <a:pt x="443219" y="31897"/>
                </a:cubicBezTo>
                <a:cubicBezTo>
                  <a:pt x="448239" y="28629"/>
                  <a:pt x="453851" y="26995"/>
                  <a:pt x="460055" y="26995"/>
                </a:cubicBezTo>
                <a:cubicBezTo>
                  <a:pt x="464602" y="26995"/>
                  <a:pt x="468651" y="27954"/>
                  <a:pt x="472203" y="29872"/>
                </a:cubicBezTo>
                <a:cubicBezTo>
                  <a:pt x="475755" y="31790"/>
                  <a:pt x="478644" y="34289"/>
                  <a:pt x="480870" y="37367"/>
                </a:cubicBezTo>
                <a:lnTo>
                  <a:pt x="480870" y="0"/>
                </a:lnTo>
                <a:lnTo>
                  <a:pt x="493586" y="0"/>
                </a:lnTo>
                <a:lnTo>
                  <a:pt x="493586" y="104145"/>
                </a:lnTo>
                <a:lnTo>
                  <a:pt x="481723" y="104145"/>
                </a:lnTo>
                <a:moveTo>
                  <a:pt x="441301" y="66458"/>
                </a:moveTo>
                <a:cubicBezTo>
                  <a:pt x="441301" y="76084"/>
                  <a:pt x="443337" y="83280"/>
                  <a:pt x="447410" y="88045"/>
                </a:cubicBezTo>
                <a:cubicBezTo>
                  <a:pt x="451483" y="92811"/>
                  <a:pt x="456290" y="95194"/>
                  <a:pt x="461831" y="95194"/>
                </a:cubicBezTo>
                <a:cubicBezTo>
                  <a:pt x="467420" y="95194"/>
                  <a:pt x="472168" y="92917"/>
                  <a:pt x="476075" y="88365"/>
                </a:cubicBezTo>
                <a:cubicBezTo>
                  <a:pt x="479982" y="83811"/>
                  <a:pt x="481936" y="76862"/>
                  <a:pt x="481936" y="67519"/>
                </a:cubicBezTo>
                <a:cubicBezTo>
                  <a:pt x="481936" y="57233"/>
                  <a:pt x="479947" y="49684"/>
                  <a:pt x="475968" y="44871"/>
                </a:cubicBezTo>
                <a:cubicBezTo>
                  <a:pt x="471990" y="40058"/>
                  <a:pt x="467088" y="37651"/>
                  <a:pt x="461263" y="37651"/>
                </a:cubicBezTo>
                <a:cubicBezTo>
                  <a:pt x="455580" y="37651"/>
                  <a:pt x="450832" y="39964"/>
                  <a:pt x="447019" y="44589"/>
                </a:cubicBezTo>
                <a:cubicBezTo>
                  <a:pt x="443207" y="49212"/>
                  <a:pt x="441301" y="56502"/>
                  <a:pt x="441301" y="66458"/>
                </a:cubicBezTo>
                <a:close/>
                <a:moveTo>
                  <a:pt x="508575" y="81554"/>
                </a:moveTo>
                <a:lnTo>
                  <a:pt x="521220" y="79565"/>
                </a:lnTo>
                <a:cubicBezTo>
                  <a:pt x="521930" y="84610"/>
                  <a:pt x="523908" y="88477"/>
                  <a:pt x="527152" y="91164"/>
                </a:cubicBezTo>
                <a:cubicBezTo>
                  <a:pt x="530396" y="93851"/>
                  <a:pt x="534931" y="95194"/>
                  <a:pt x="540756" y="95194"/>
                </a:cubicBezTo>
                <a:cubicBezTo>
                  <a:pt x="546629" y="95194"/>
                  <a:pt x="550986" y="94007"/>
                  <a:pt x="553827" y="91635"/>
                </a:cubicBezTo>
                <a:cubicBezTo>
                  <a:pt x="556669" y="89261"/>
                  <a:pt x="558090" y="86477"/>
                  <a:pt x="558090" y="83283"/>
                </a:cubicBezTo>
                <a:cubicBezTo>
                  <a:pt x="558090" y="80417"/>
                  <a:pt x="556835" y="78161"/>
                  <a:pt x="554325" y="76517"/>
                </a:cubicBezTo>
                <a:cubicBezTo>
                  <a:pt x="552572" y="75389"/>
                  <a:pt x="548215" y="73956"/>
                  <a:pt x="541253" y="72217"/>
                </a:cubicBezTo>
                <a:cubicBezTo>
                  <a:pt x="531876" y="69847"/>
                  <a:pt x="525376" y="67797"/>
                  <a:pt x="521753" y="66067"/>
                </a:cubicBezTo>
                <a:cubicBezTo>
                  <a:pt x="518130" y="64337"/>
                  <a:pt x="515383" y="61943"/>
                  <a:pt x="513512" y="58886"/>
                </a:cubicBezTo>
                <a:cubicBezTo>
                  <a:pt x="511641" y="55828"/>
                  <a:pt x="510706" y="52451"/>
                  <a:pt x="510706" y="48753"/>
                </a:cubicBezTo>
                <a:cubicBezTo>
                  <a:pt x="510706" y="45388"/>
                  <a:pt x="511476" y="42271"/>
                  <a:pt x="513015" y="39403"/>
                </a:cubicBezTo>
                <a:cubicBezTo>
                  <a:pt x="514554" y="36535"/>
                  <a:pt x="516650" y="34153"/>
                  <a:pt x="519302" y="32257"/>
                </a:cubicBezTo>
                <a:cubicBezTo>
                  <a:pt x="521291" y="30787"/>
                  <a:pt x="524002" y="29543"/>
                  <a:pt x="527436" y="28525"/>
                </a:cubicBezTo>
                <a:cubicBezTo>
                  <a:pt x="530870" y="27505"/>
                  <a:pt x="534552" y="26995"/>
                  <a:pt x="538483" y="26995"/>
                </a:cubicBezTo>
                <a:cubicBezTo>
                  <a:pt x="544403" y="26995"/>
                  <a:pt x="549601" y="27854"/>
                  <a:pt x="554076" y="29570"/>
                </a:cubicBezTo>
                <a:cubicBezTo>
                  <a:pt x="558552" y="31286"/>
                  <a:pt x="561855" y="33610"/>
                  <a:pt x="563986" y="36543"/>
                </a:cubicBezTo>
                <a:cubicBezTo>
                  <a:pt x="566117" y="39475"/>
                  <a:pt x="567586" y="43397"/>
                  <a:pt x="568391" y="48307"/>
                </a:cubicBezTo>
                <a:lnTo>
                  <a:pt x="555888" y="50012"/>
                </a:lnTo>
                <a:cubicBezTo>
                  <a:pt x="555319" y="46129"/>
                  <a:pt x="553674" y="43098"/>
                  <a:pt x="550950" y="40919"/>
                </a:cubicBezTo>
                <a:cubicBezTo>
                  <a:pt x="548227" y="38741"/>
                  <a:pt x="544379" y="37651"/>
                  <a:pt x="539406" y="37651"/>
                </a:cubicBezTo>
                <a:cubicBezTo>
                  <a:pt x="533534" y="37651"/>
                  <a:pt x="529342" y="38618"/>
                  <a:pt x="526832" y="40551"/>
                </a:cubicBezTo>
                <a:cubicBezTo>
                  <a:pt x="524322" y="42482"/>
                  <a:pt x="523067" y="44744"/>
                  <a:pt x="523067" y="47337"/>
                </a:cubicBezTo>
                <a:cubicBezTo>
                  <a:pt x="523067" y="48986"/>
                  <a:pt x="523588" y="50470"/>
                  <a:pt x="524630" y="51790"/>
                </a:cubicBezTo>
                <a:cubicBezTo>
                  <a:pt x="525672" y="53156"/>
                  <a:pt x="527306" y="54287"/>
                  <a:pt x="529532" y="55183"/>
                </a:cubicBezTo>
                <a:cubicBezTo>
                  <a:pt x="530810" y="55655"/>
                  <a:pt x="534576" y="56739"/>
                  <a:pt x="540827" y="58435"/>
                </a:cubicBezTo>
                <a:cubicBezTo>
                  <a:pt x="549873" y="60849"/>
                  <a:pt x="556184" y="62825"/>
                  <a:pt x="559759" y="64362"/>
                </a:cubicBezTo>
                <a:cubicBezTo>
                  <a:pt x="563335" y="65900"/>
                  <a:pt x="566141" y="68136"/>
                  <a:pt x="568178" y="71071"/>
                </a:cubicBezTo>
                <a:cubicBezTo>
                  <a:pt x="570214" y="74005"/>
                  <a:pt x="571232" y="77648"/>
                  <a:pt x="571232" y="82000"/>
                </a:cubicBezTo>
                <a:cubicBezTo>
                  <a:pt x="571232" y="86260"/>
                  <a:pt x="569989" y="90270"/>
                  <a:pt x="567503" y="94033"/>
                </a:cubicBezTo>
                <a:cubicBezTo>
                  <a:pt x="565016" y="97793"/>
                  <a:pt x="561429" y="100703"/>
                  <a:pt x="556740" y="102762"/>
                </a:cubicBezTo>
                <a:cubicBezTo>
                  <a:pt x="552051" y="104820"/>
                  <a:pt x="546747" y="105850"/>
                  <a:pt x="540827" y="105850"/>
                </a:cubicBezTo>
                <a:cubicBezTo>
                  <a:pt x="531024" y="105850"/>
                  <a:pt x="523553" y="103807"/>
                  <a:pt x="518414" y="99723"/>
                </a:cubicBezTo>
                <a:cubicBezTo>
                  <a:pt x="513275" y="95638"/>
                  <a:pt x="509996" y="89582"/>
                  <a:pt x="508575" y="81554"/>
                </a:cubicBezTo>
                <a:close/>
                <a:moveTo>
                  <a:pt x="617835" y="104145"/>
                </a:moveTo>
                <a:lnTo>
                  <a:pt x="577484" y="0"/>
                </a:lnTo>
                <a:lnTo>
                  <a:pt x="592403" y="0"/>
                </a:lnTo>
                <a:lnTo>
                  <a:pt x="619469" y="75658"/>
                </a:lnTo>
                <a:cubicBezTo>
                  <a:pt x="621648" y="81720"/>
                  <a:pt x="623471" y="87403"/>
                  <a:pt x="624939" y="92707"/>
                </a:cubicBezTo>
                <a:cubicBezTo>
                  <a:pt x="626549" y="87024"/>
                  <a:pt x="628420" y="81341"/>
                  <a:pt x="630551" y="75658"/>
                </a:cubicBezTo>
                <a:lnTo>
                  <a:pt x="658683" y="0"/>
                </a:lnTo>
                <a:lnTo>
                  <a:pt x="672749" y="0"/>
                </a:lnTo>
                <a:lnTo>
                  <a:pt x="631972" y="104145"/>
                </a:lnTo>
                <a:lnTo>
                  <a:pt x="617835" y="104145"/>
                </a:lnTo>
                <a:close/>
                <a:moveTo>
                  <a:pt x="680918" y="14776"/>
                </a:moveTo>
                <a:lnTo>
                  <a:pt x="680918" y="0"/>
                </a:lnTo>
                <a:lnTo>
                  <a:pt x="693705" y="0"/>
                </a:lnTo>
                <a:lnTo>
                  <a:pt x="693705" y="14776"/>
                </a:lnTo>
                <a:lnTo>
                  <a:pt x="680918" y="14776"/>
                </a:lnTo>
                <a:moveTo>
                  <a:pt x="680918" y="104145"/>
                </a:moveTo>
                <a:lnTo>
                  <a:pt x="680918" y="28700"/>
                </a:lnTo>
                <a:lnTo>
                  <a:pt x="693705" y="28700"/>
                </a:lnTo>
                <a:lnTo>
                  <a:pt x="693705" y="104145"/>
                </a:lnTo>
                <a:lnTo>
                  <a:pt x="680918" y="104145"/>
                </a:lnTo>
                <a:close/>
                <a:moveTo>
                  <a:pt x="764817" y="79849"/>
                </a:moveTo>
                <a:lnTo>
                  <a:pt x="778030" y="81483"/>
                </a:lnTo>
                <a:cubicBezTo>
                  <a:pt x="775946" y="89203"/>
                  <a:pt x="772087" y="95194"/>
                  <a:pt x="766451" y="99456"/>
                </a:cubicBezTo>
                <a:cubicBezTo>
                  <a:pt x="760815" y="103719"/>
                  <a:pt x="753616" y="105850"/>
                  <a:pt x="744855" y="105850"/>
                </a:cubicBezTo>
                <a:cubicBezTo>
                  <a:pt x="733820" y="105850"/>
                  <a:pt x="725070" y="102452"/>
                  <a:pt x="718605" y="95655"/>
                </a:cubicBezTo>
                <a:cubicBezTo>
                  <a:pt x="712141" y="88859"/>
                  <a:pt x="708908" y="79328"/>
                  <a:pt x="708908" y="67062"/>
                </a:cubicBezTo>
                <a:cubicBezTo>
                  <a:pt x="708908" y="54369"/>
                  <a:pt x="712176" y="44518"/>
                  <a:pt x="718712" y="37509"/>
                </a:cubicBezTo>
                <a:cubicBezTo>
                  <a:pt x="725248" y="30500"/>
                  <a:pt x="733725" y="26995"/>
                  <a:pt x="744144" y="26995"/>
                </a:cubicBezTo>
                <a:cubicBezTo>
                  <a:pt x="754232" y="26995"/>
                  <a:pt x="762473" y="30424"/>
                  <a:pt x="768866" y="37280"/>
                </a:cubicBezTo>
                <a:cubicBezTo>
                  <a:pt x="775260" y="44136"/>
                  <a:pt x="778457" y="53781"/>
                  <a:pt x="778457" y="66216"/>
                </a:cubicBezTo>
                <a:cubicBezTo>
                  <a:pt x="778457" y="66972"/>
                  <a:pt x="778433" y="68107"/>
                  <a:pt x="778386" y="69619"/>
                </a:cubicBezTo>
                <a:lnTo>
                  <a:pt x="722122" y="69619"/>
                </a:lnTo>
                <a:cubicBezTo>
                  <a:pt x="722595" y="77884"/>
                  <a:pt x="724940" y="84212"/>
                  <a:pt x="729155" y="88605"/>
                </a:cubicBezTo>
                <a:cubicBezTo>
                  <a:pt x="733370" y="92997"/>
                  <a:pt x="738627" y="95194"/>
                  <a:pt x="744926" y="95194"/>
                </a:cubicBezTo>
                <a:cubicBezTo>
                  <a:pt x="749614" y="95194"/>
                  <a:pt x="753616" y="93974"/>
                  <a:pt x="756931" y="91535"/>
                </a:cubicBezTo>
                <a:cubicBezTo>
                  <a:pt x="760247" y="89095"/>
                  <a:pt x="762875" y="85199"/>
                  <a:pt x="764817" y="79849"/>
                </a:cubicBezTo>
                <a:moveTo>
                  <a:pt x="722832" y="58963"/>
                </a:moveTo>
                <a:lnTo>
                  <a:pt x="764959" y="58963"/>
                </a:lnTo>
                <a:cubicBezTo>
                  <a:pt x="764391" y="52721"/>
                  <a:pt x="762780" y="48039"/>
                  <a:pt x="760128" y="44917"/>
                </a:cubicBezTo>
                <a:cubicBezTo>
                  <a:pt x="756055" y="40073"/>
                  <a:pt x="750775" y="37651"/>
                  <a:pt x="744286" y="37651"/>
                </a:cubicBezTo>
                <a:cubicBezTo>
                  <a:pt x="738414" y="37651"/>
                  <a:pt x="733476" y="39585"/>
                  <a:pt x="729474" y="43452"/>
                </a:cubicBezTo>
                <a:cubicBezTo>
                  <a:pt x="725472" y="47318"/>
                  <a:pt x="723258" y="52488"/>
                  <a:pt x="722832" y="58963"/>
                </a:cubicBezTo>
                <a:close/>
                <a:moveTo>
                  <a:pt x="808009" y="104145"/>
                </a:moveTo>
                <a:lnTo>
                  <a:pt x="784921" y="28700"/>
                </a:lnTo>
                <a:lnTo>
                  <a:pt x="798135" y="28700"/>
                </a:lnTo>
                <a:lnTo>
                  <a:pt x="810140" y="72241"/>
                </a:lnTo>
                <a:lnTo>
                  <a:pt x="814616" y="88445"/>
                </a:lnTo>
                <a:cubicBezTo>
                  <a:pt x="814805" y="87641"/>
                  <a:pt x="816108" y="82461"/>
                  <a:pt x="818523" y="72903"/>
                </a:cubicBezTo>
                <a:lnTo>
                  <a:pt x="830529" y="28700"/>
                </a:lnTo>
                <a:lnTo>
                  <a:pt x="843671" y="28700"/>
                </a:lnTo>
                <a:lnTo>
                  <a:pt x="854967" y="72452"/>
                </a:lnTo>
                <a:lnTo>
                  <a:pt x="858732" y="86882"/>
                </a:lnTo>
                <a:lnTo>
                  <a:pt x="863065" y="72317"/>
                </a:lnTo>
                <a:lnTo>
                  <a:pt x="875995" y="28700"/>
                </a:lnTo>
                <a:lnTo>
                  <a:pt x="888427" y="28700"/>
                </a:lnTo>
                <a:lnTo>
                  <a:pt x="864841" y="104145"/>
                </a:lnTo>
                <a:lnTo>
                  <a:pt x="851557" y="104145"/>
                </a:lnTo>
                <a:lnTo>
                  <a:pt x="839551" y="58939"/>
                </a:lnTo>
                <a:lnTo>
                  <a:pt x="836638" y="46105"/>
                </a:lnTo>
                <a:lnTo>
                  <a:pt x="821365" y="104145"/>
                </a:lnTo>
                <a:lnTo>
                  <a:pt x="808009" y="10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-imageDropView:ImageDropView">
            <a:extLst xmlns:a="http://schemas.openxmlformats.org/drawingml/2006/main">
              <a:ext uri="{FF2B5EF4-FFF2-40B4-BE49-F238E27FC236}">
                <a16:creationId xmlns:a16="http://schemas.microsoft.com/office/drawing/2014/main" id="{815267FA-B3D8-47AD-AEDF-EB1293C5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50" y="1060824"/>
            <a:ext cx="2220714" cy="134834"/>
          </a:xfrm>
          <a:custGeom xmlns:a="http://schemas.openxmlformats.org/drawingml/2006/main">
            <a:pathLst>
              <a:path w="2220714" h="134834">
                <a:moveTo>
                  <a:pt x="0" y="72887"/>
                </a:moveTo>
                <a:lnTo>
                  <a:pt x="0" y="59958"/>
                </a:lnTo>
                <a:lnTo>
                  <a:pt x="39285" y="59958"/>
                </a:lnTo>
                <a:lnTo>
                  <a:pt x="39285" y="72887"/>
                </a:lnTo>
                <a:lnTo>
                  <a:pt x="0" y="72887"/>
                </a:lnTo>
                <a:close/>
                <a:moveTo>
                  <a:pt x="93919" y="14776"/>
                </a:moveTo>
                <a:lnTo>
                  <a:pt x="93919" y="0"/>
                </a:lnTo>
                <a:lnTo>
                  <a:pt x="106706" y="0"/>
                </a:lnTo>
                <a:lnTo>
                  <a:pt x="106706" y="14776"/>
                </a:lnTo>
                <a:lnTo>
                  <a:pt x="93919" y="14776"/>
                </a:lnTo>
                <a:moveTo>
                  <a:pt x="93919" y="104145"/>
                </a:moveTo>
                <a:lnTo>
                  <a:pt x="93919" y="28700"/>
                </a:lnTo>
                <a:lnTo>
                  <a:pt x="106706" y="28700"/>
                </a:lnTo>
                <a:lnTo>
                  <a:pt x="106706" y="104145"/>
                </a:lnTo>
                <a:lnTo>
                  <a:pt x="93919" y="104145"/>
                </a:lnTo>
                <a:close/>
                <a:moveTo>
                  <a:pt x="126173" y="104145"/>
                </a:moveTo>
                <a:lnTo>
                  <a:pt x="126173" y="28700"/>
                </a:lnTo>
                <a:lnTo>
                  <a:pt x="137611" y="28700"/>
                </a:lnTo>
                <a:lnTo>
                  <a:pt x="137611" y="39214"/>
                </a:lnTo>
                <a:cubicBezTo>
                  <a:pt x="139979" y="35541"/>
                  <a:pt x="143128" y="32586"/>
                  <a:pt x="147059" y="30350"/>
                </a:cubicBezTo>
                <a:cubicBezTo>
                  <a:pt x="150990" y="28113"/>
                  <a:pt x="155465" y="26995"/>
                  <a:pt x="160486" y="26995"/>
                </a:cubicBezTo>
                <a:cubicBezTo>
                  <a:pt x="166074" y="26995"/>
                  <a:pt x="170656" y="28150"/>
                  <a:pt x="174232" y="30458"/>
                </a:cubicBezTo>
                <a:cubicBezTo>
                  <a:pt x="177808" y="32766"/>
                  <a:pt x="180329" y="35992"/>
                  <a:pt x="181798" y="40138"/>
                </a:cubicBezTo>
                <a:cubicBezTo>
                  <a:pt x="187765" y="31376"/>
                  <a:pt x="195532" y="26995"/>
                  <a:pt x="205099" y="26995"/>
                </a:cubicBezTo>
                <a:cubicBezTo>
                  <a:pt x="212582" y="26995"/>
                  <a:pt x="218336" y="29067"/>
                  <a:pt x="222362" y="33211"/>
                </a:cubicBezTo>
                <a:cubicBezTo>
                  <a:pt x="226387" y="37355"/>
                  <a:pt x="228400" y="43737"/>
                  <a:pt x="228400" y="52357"/>
                </a:cubicBezTo>
                <a:lnTo>
                  <a:pt x="228400" y="104145"/>
                </a:lnTo>
                <a:lnTo>
                  <a:pt x="215684" y="104145"/>
                </a:lnTo>
                <a:lnTo>
                  <a:pt x="215684" y="56568"/>
                </a:lnTo>
                <a:cubicBezTo>
                  <a:pt x="215684" y="51447"/>
                  <a:pt x="215269" y="47761"/>
                  <a:pt x="214441" y="45510"/>
                </a:cubicBezTo>
                <a:cubicBezTo>
                  <a:pt x="213612" y="43257"/>
                  <a:pt x="212108" y="41444"/>
                  <a:pt x="209930" y="40069"/>
                </a:cubicBezTo>
                <a:cubicBezTo>
                  <a:pt x="207751" y="38694"/>
                  <a:pt x="205194" y="38006"/>
                  <a:pt x="202257" y="38006"/>
                </a:cubicBezTo>
                <a:cubicBezTo>
                  <a:pt x="196953" y="38006"/>
                  <a:pt x="192548" y="39773"/>
                  <a:pt x="189044" y="43306"/>
                </a:cubicBezTo>
                <a:cubicBezTo>
                  <a:pt x="185539" y="46837"/>
                  <a:pt x="183787" y="52490"/>
                  <a:pt x="183787" y="60266"/>
                </a:cubicBezTo>
                <a:lnTo>
                  <a:pt x="183787" y="104145"/>
                </a:lnTo>
                <a:lnTo>
                  <a:pt x="171000" y="104145"/>
                </a:lnTo>
                <a:lnTo>
                  <a:pt x="171000" y="55074"/>
                </a:lnTo>
                <a:cubicBezTo>
                  <a:pt x="171000" y="49385"/>
                  <a:pt x="169958" y="45118"/>
                  <a:pt x="167874" y="42273"/>
                </a:cubicBezTo>
                <a:cubicBezTo>
                  <a:pt x="165790" y="39429"/>
                  <a:pt x="162380" y="38006"/>
                  <a:pt x="157644" y="38006"/>
                </a:cubicBezTo>
                <a:cubicBezTo>
                  <a:pt x="154045" y="38006"/>
                  <a:pt x="150718" y="38955"/>
                  <a:pt x="147663" y="40852"/>
                </a:cubicBezTo>
                <a:cubicBezTo>
                  <a:pt x="144608" y="42748"/>
                  <a:pt x="142394" y="45522"/>
                  <a:pt x="141021" y="49173"/>
                </a:cubicBezTo>
                <a:cubicBezTo>
                  <a:pt x="139647" y="52823"/>
                  <a:pt x="138960" y="58085"/>
                  <a:pt x="138960" y="64959"/>
                </a:cubicBezTo>
                <a:lnTo>
                  <a:pt x="138960" y="104145"/>
                </a:lnTo>
                <a:lnTo>
                  <a:pt x="126173" y="104145"/>
                </a:lnTo>
                <a:close/>
                <a:moveTo>
                  <a:pt x="296595" y="94830"/>
                </a:moveTo>
                <a:cubicBezTo>
                  <a:pt x="291859" y="98858"/>
                  <a:pt x="287300" y="101702"/>
                  <a:pt x="282920" y="103361"/>
                </a:cubicBezTo>
                <a:cubicBezTo>
                  <a:pt x="278539" y="105020"/>
                  <a:pt x="273838" y="105850"/>
                  <a:pt x="268818" y="105850"/>
                </a:cubicBezTo>
                <a:cubicBezTo>
                  <a:pt x="260530" y="105850"/>
                  <a:pt x="254160" y="103824"/>
                  <a:pt x="249708" y="99771"/>
                </a:cubicBezTo>
                <a:cubicBezTo>
                  <a:pt x="245257" y="95719"/>
                  <a:pt x="243031" y="90541"/>
                  <a:pt x="243031" y="84238"/>
                </a:cubicBezTo>
                <a:cubicBezTo>
                  <a:pt x="243031" y="80542"/>
                  <a:pt x="243871" y="77167"/>
                  <a:pt x="245553" y="74110"/>
                </a:cubicBezTo>
                <a:cubicBezTo>
                  <a:pt x="247234" y="71053"/>
                  <a:pt x="249436" y="68600"/>
                  <a:pt x="252159" y="66751"/>
                </a:cubicBezTo>
                <a:cubicBezTo>
                  <a:pt x="254883" y="64903"/>
                  <a:pt x="257949" y="63505"/>
                  <a:pt x="261359" y="62557"/>
                </a:cubicBezTo>
                <a:cubicBezTo>
                  <a:pt x="263869" y="61893"/>
                  <a:pt x="267658" y="61253"/>
                  <a:pt x="272725" y="60637"/>
                </a:cubicBezTo>
                <a:cubicBezTo>
                  <a:pt x="283050" y="59415"/>
                  <a:pt x="290651" y="57957"/>
                  <a:pt x="295529" y="56264"/>
                </a:cubicBezTo>
                <a:cubicBezTo>
                  <a:pt x="295577" y="54519"/>
                  <a:pt x="295600" y="53410"/>
                  <a:pt x="295600" y="52938"/>
                </a:cubicBezTo>
                <a:cubicBezTo>
                  <a:pt x="295600" y="47748"/>
                  <a:pt x="294393" y="44091"/>
                  <a:pt x="291977" y="41969"/>
                </a:cubicBezTo>
                <a:cubicBezTo>
                  <a:pt x="288709" y="39091"/>
                  <a:pt x="283855" y="37651"/>
                  <a:pt x="277414" y="37651"/>
                </a:cubicBezTo>
                <a:cubicBezTo>
                  <a:pt x="271399" y="37651"/>
                  <a:pt x="266959" y="38705"/>
                  <a:pt x="264094" y="40813"/>
                </a:cubicBezTo>
                <a:cubicBezTo>
                  <a:pt x="261229" y="42920"/>
                  <a:pt x="259109" y="46650"/>
                  <a:pt x="257736" y="52001"/>
                </a:cubicBezTo>
                <a:lnTo>
                  <a:pt x="245233" y="50296"/>
                </a:lnTo>
                <a:cubicBezTo>
                  <a:pt x="246370" y="44928"/>
                  <a:pt x="248240" y="40593"/>
                  <a:pt x="250845" y="37292"/>
                </a:cubicBezTo>
                <a:cubicBezTo>
                  <a:pt x="253450" y="33990"/>
                  <a:pt x="257215" y="31449"/>
                  <a:pt x="262140" y="29668"/>
                </a:cubicBezTo>
                <a:cubicBezTo>
                  <a:pt x="267066" y="27886"/>
                  <a:pt x="272773" y="26995"/>
                  <a:pt x="279261" y="26995"/>
                </a:cubicBezTo>
                <a:cubicBezTo>
                  <a:pt x="285702" y="26995"/>
                  <a:pt x="290935" y="27753"/>
                  <a:pt x="294961" y="29269"/>
                </a:cubicBezTo>
                <a:cubicBezTo>
                  <a:pt x="298987" y="30784"/>
                  <a:pt x="301947" y="32690"/>
                  <a:pt x="303841" y="34987"/>
                </a:cubicBezTo>
                <a:cubicBezTo>
                  <a:pt x="305735" y="37284"/>
                  <a:pt x="307061" y="40185"/>
                  <a:pt x="307819" y="43690"/>
                </a:cubicBezTo>
                <a:cubicBezTo>
                  <a:pt x="308245" y="45868"/>
                  <a:pt x="308459" y="49799"/>
                  <a:pt x="308459" y="55482"/>
                </a:cubicBezTo>
                <a:lnTo>
                  <a:pt x="308459" y="72532"/>
                </a:lnTo>
                <a:cubicBezTo>
                  <a:pt x="308459" y="84419"/>
                  <a:pt x="308731" y="91938"/>
                  <a:pt x="309276" y="95087"/>
                </a:cubicBezTo>
                <a:cubicBezTo>
                  <a:pt x="309820" y="98237"/>
                  <a:pt x="310898" y="101256"/>
                  <a:pt x="312508" y="104145"/>
                </a:cubicBezTo>
                <a:lnTo>
                  <a:pt x="299152" y="104145"/>
                </a:lnTo>
                <a:cubicBezTo>
                  <a:pt x="297826" y="101490"/>
                  <a:pt x="296974" y="98385"/>
                  <a:pt x="296595" y="94830"/>
                </a:cubicBezTo>
                <a:moveTo>
                  <a:pt x="295529" y="66209"/>
                </a:moveTo>
                <a:cubicBezTo>
                  <a:pt x="290888" y="68120"/>
                  <a:pt x="283926" y="69744"/>
                  <a:pt x="274644" y="71080"/>
                </a:cubicBezTo>
                <a:cubicBezTo>
                  <a:pt x="269387" y="71841"/>
                  <a:pt x="265669" y="72697"/>
                  <a:pt x="263490" y="73649"/>
                </a:cubicBezTo>
                <a:cubicBezTo>
                  <a:pt x="261312" y="74599"/>
                  <a:pt x="259630" y="75990"/>
                  <a:pt x="258446" y="77822"/>
                </a:cubicBezTo>
                <a:cubicBezTo>
                  <a:pt x="257262" y="79653"/>
                  <a:pt x="256670" y="81686"/>
                  <a:pt x="256670" y="83921"/>
                </a:cubicBezTo>
                <a:cubicBezTo>
                  <a:pt x="256670" y="87344"/>
                  <a:pt x="257961" y="90197"/>
                  <a:pt x="260542" y="92481"/>
                </a:cubicBezTo>
                <a:cubicBezTo>
                  <a:pt x="263123" y="94763"/>
                  <a:pt x="266900" y="95904"/>
                  <a:pt x="271873" y="95904"/>
                </a:cubicBezTo>
                <a:cubicBezTo>
                  <a:pt x="276798" y="95904"/>
                  <a:pt x="281179" y="94821"/>
                  <a:pt x="285015" y="92656"/>
                </a:cubicBezTo>
                <a:cubicBezTo>
                  <a:pt x="288852" y="90491"/>
                  <a:pt x="291669" y="87529"/>
                  <a:pt x="293469" y="83770"/>
                </a:cubicBezTo>
                <a:cubicBezTo>
                  <a:pt x="294843" y="80866"/>
                  <a:pt x="295529" y="76583"/>
                  <a:pt x="295529" y="70920"/>
                </a:cubicBezTo>
                <a:lnTo>
                  <a:pt x="295529" y="66209"/>
                </a:lnTo>
                <a:close/>
                <a:moveTo>
                  <a:pt x="325935" y="110396"/>
                </a:moveTo>
                <a:lnTo>
                  <a:pt x="338367" y="112243"/>
                </a:lnTo>
                <a:cubicBezTo>
                  <a:pt x="338888" y="116079"/>
                  <a:pt x="340332" y="118874"/>
                  <a:pt x="342700" y="120626"/>
                </a:cubicBezTo>
                <a:cubicBezTo>
                  <a:pt x="345873" y="122994"/>
                  <a:pt x="350207" y="124178"/>
                  <a:pt x="355700" y="124178"/>
                </a:cubicBezTo>
                <a:cubicBezTo>
                  <a:pt x="361620" y="124178"/>
                  <a:pt x="366191" y="122991"/>
                  <a:pt x="369411" y="120617"/>
                </a:cubicBezTo>
                <a:cubicBezTo>
                  <a:pt x="372632" y="118245"/>
                  <a:pt x="374810" y="114922"/>
                  <a:pt x="375947" y="110649"/>
                </a:cubicBezTo>
                <a:cubicBezTo>
                  <a:pt x="376610" y="108040"/>
                  <a:pt x="376918" y="102558"/>
                  <a:pt x="376870" y="94204"/>
                </a:cubicBezTo>
                <a:cubicBezTo>
                  <a:pt x="371282" y="100831"/>
                  <a:pt x="364320" y="104145"/>
                  <a:pt x="355985" y="104145"/>
                </a:cubicBezTo>
                <a:cubicBezTo>
                  <a:pt x="345613" y="104145"/>
                  <a:pt x="337585" y="100403"/>
                  <a:pt x="331902" y="92920"/>
                </a:cubicBezTo>
                <a:cubicBezTo>
                  <a:pt x="326219" y="85438"/>
                  <a:pt x="323377" y="76463"/>
                  <a:pt x="323377" y="65996"/>
                </a:cubicBezTo>
                <a:cubicBezTo>
                  <a:pt x="323377" y="58798"/>
                  <a:pt x="324680" y="52155"/>
                  <a:pt x="327284" y="46069"/>
                </a:cubicBezTo>
                <a:cubicBezTo>
                  <a:pt x="329889" y="39984"/>
                  <a:pt x="333666" y="35283"/>
                  <a:pt x="338615" y="31968"/>
                </a:cubicBezTo>
                <a:cubicBezTo>
                  <a:pt x="343564" y="28653"/>
                  <a:pt x="349378" y="26995"/>
                  <a:pt x="356056" y="26995"/>
                </a:cubicBezTo>
                <a:cubicBezTo>
                  <a:pt x="364959" y="26995"/>
                  <a:pt x="372300" y="30618"/>
                  <a:pt x="378078" y="37864"/>
                </a:cubicBezTo>
                <a:lnTo>
                  <a:pt x="378078" y="28700"/>
                </a:lnTo>
                <a:lnTo>
                  <a:pt x="389871" y="28700"/>
                </a:lnTo>
                <a:lnTo>
                  <a:pt x="389871" y="93959"/>
                </a:lnTo>
                <a:cubicBezTo>
                  <a:pt x="389871" y="105712"/>
                  <a:pt x="388675" y="114041"/>
                  <a:pt x="386283" y="118946"/>
                </a:cubicBezTo>
                <a:cubicBezTo>
                  <a:pt x="383891" y="123850"/>
                  <a:pt x="380103" y="127724"/>
                  <a:pt x="374917" y="130567"/>
                </a:cubicBezTo>
                <a:cubicBezTo>
                  <a:pt x="369731" y="133412"/>
                  <a:pt x="363349" y="134834"/>
                  <a:pt x="355771" y="134834"/>
                </a:cubicBezTo>
                <a:cubicBezTo>
                  <a:pt x="346773" y="134834"/>
                  <a:pt x="339503" y="132804"/>
                  <a:pt x="333962" y="128742"/>
                </a:cubicBezTo>
                <a:cubicBezTo>
                  <a:pt x="328421" y="124681"/>
                  <a:pt x="325745" y="118566"/>
                  <a:pt x="325935" y="110396"/>
                </a:cubicBezTo>
                <a:moveTo>
                  <a:pt x="336520" y="65075"/>
                </a:moveTo>
                <a:cubicBezTo>
                  <a:pt x="336520" y="74948"/>
                  <a:pt x="338485" y="82152"/>
                  <a:pt x="342416" y="86687"/>
                </a:cubicBezTo>
                <a:cubicBezTo>
                  <a:pt x="346347" y="91221"/>
                  <a:pt x="351272" y="93489"/>
                  <a:pt x="357192" y="93489"/>
                </a:cubicBezTo>
                <a:cubicBezTo>
                  <a:pt x="363065" y="93489"/>
                  <a:pt x="367990" y="91233"/>
                  <a:pt x="371969" y="86722"/>
                </a:cubicBezTo>
                <a:cubicBezTo>
                  <a:pt x="375947" y="82211"/>
                  <a:pt x="377936" y="75137"/>
                  <a:pt x="377936" y="65499"/>
                </a:cubicBezTo>
                <a:cubicBezTo>
                  <a:pt x="377936" y="56287"/>
                  <a:pt x="375888" y="49343"/>
                  <a:pt x="371791" y="44666"/>
                </a:cubicBezTo>
                <a:cubicBezTo>
                  <a:pt x="367694" y="39990"/>
                  <a:pt x="362757" y="37651"/>
                  <a:pt x="356979" y="37651"/>
                </a:cubicBezTo>
                <a:cubicBezTo>
                  <a:pt x="351296" y="37651"/>
                  <a:pt x="346465" y="39954"/>
                  <a:pt x="342487" y="44560"/>
                </a:cubicBezTo>
                <a:cubicBezTo>
                  <a:pt x="338509" y="49166"/>
                  <a:pt x="336520" y="56004"/>
                  <a:pt x="336520" y="65075"/>
                </a:cubicBezTo>
                <a:close/>
                <a:moveTo>
                  <a:pt x="460841" y="79849"/>
                </a:moveTo>
                <a:lnTo>
                  <a:pt x="474054" y="81483"/>
                </a:lnTo>
                <a:cubicBezTo>
                  <a:pt x="471970" y="89203"/>
                  <a:pt x="468111" y="95194"/>
                  <a:pt x="462475" y="99456"/>
                </a:cubicBezTo>
                <a:cubicBezTo>
                  <a:pt x="456839" y="103719"/>
                  <a:pt x="449640" y="105850"/>
                  <a:pt x="440879" y="105850"/>
                </a:cubicBezTo>
                <a:cubicBezTo>
                  <a:pt x="429844" y="105850"/>
                  <a:pt x="421094" y="102452"/>
                  <a:pt x="414629" y="95655"/>
                </a:cubicBezTo>
                <a:cubicBezTo>
                  <a:pt x="408165" y="88859"/>
                  <a:pt x="404932" y="79328"/>
                  <a:pt x="404932" y="67062"/>
                </a:cubicBezTo>
                <a:cubicBezTo>
                  <a:pt x="404932" y="54369"/>
                  <a:pt x="408200" y="44518"/>
                  <a:pt x="414736" y="37509"/>
                </a:cubicBezTo>
                <a:cubicBezTo>
                  <a:pt x="421271" y="30500"/>
                  <a:pt x="429749" y="26995"/>
                  <a:pt x="440168" y="26995"/>
                </a:cubicBezTo>
                <a:cubicBezTo>
                  <a:pt x="450256" y="26995"/>
                  <a:pt x="458496" y="30424"/>
                  <a:pt x="464890" y="37280"/>
                </a:cubicBezTo>
                <a:cubicBezTo>
                  <a:pt x="471284" y="44136"/>
                  <a:pt x="474481" y="53781"/>
                  <a:pt x="474481" y="66216"/>
                </a:cubicBezTo>
                <a:cubicBezTo>
                  <a:pt x="474481" y="66972"/>
                  <a:pt x="474457" y="68107"/>
                  <a:pt x="474409" y="69619"/>
                </a:cubicBezTo>
                <a:lnTo>
                  <a:pt x="418146" y="69619"/>
                </a:lnTo>
                <a:cubicBezTo>
                  <a:pt x="418619" y="77884"/>
                  <a:pt x="420964" y="84212"/>
                  <a:pt x="425179" y="88605"/>
                </a:cubicBezTo>
                <a:cubicBezTo>
                  <a:pt x="429394" y="92997"/>
                  <a:pt x="434651" y="95194"/>
                  <a:pt x="440950" y="95194"/>
                </a:cubicBezTo>
                <a:cubicBezTo>
                  <a:pt x="445638" y="95194"/>
                  <a:pt x="449640" y="93974"/>
                  <a:pt x="452955" y="91535"/>
                </a:cubicBezTo>
                <a:cubicBezTo>
                  <a:pt x="456271" y="89095"/>
                  <a:pt x="458899" y="85199"/>
                  <a:pt x="460841" y="79849"/>
                </a:cubicBezTo>
                <a:moveTo>
                  <a:pt x="418856" y="58963"/>
                </a:moveTo>
                <a:lnTo>
                  <a:pt x="460983" y="58963"/>
                </a:lnTo>
                <a:cubicBezTo>
                  <a:pt x="460415" y="52721"/>
                  <a:pt x="458804" y="48039"/>
                  <a:pt x="456152" y="44917"/>
                </a:cubicBezTo>
                <a:cubicBezTo>
                  <a:pt x="452079" y="40073"/>
                  <a:pt x="446799" y="37651"/>
                  <a:pt x="440310" y="37651"/>
                </a:cubicBezTo>
                <a:cubicBezTo>
                  <a:pt x="434438" y="37651"/>
                  <a:pt x="429500" y="39585"/>
                  <a:pt x="425498" y="43452"/>
                </a:cubicBezTo>
                <a:cubicBezTo>
                  <a:pt x="421496" y="47318"/>
                  <a:pt x="419282" y="52488"/>
                  <a:pt x="418856" y="58963"/>
                </a:cubicBezTo>
                <a:close/>
                <a:moveTo>
                  <a:pt x="491745" y="104145"/>
                </a:moveTo>
                <a:lnTo>
                  <a:pt x="491745" y="0"/>
                </a:lnTo>
                <a:lnTo>
                  <a:pt x="527620" y="0"/>
                </a:lnTo>
                <a:cubicBezTo>
                  <a:pt x="535719" y="0"/>
                  <a:pt x="541899" y="497"/>
                  <a:pt x="546162" y="1492"/>
                </a:cubicBezTo>
                <a:cubicBezTo>
                  <a:pt x="552129" y="2865"/>
                  <a:pt x="557220" y="5352"/>
                  <a:pt x="561435" y="8951"/>
                </a:cubicBezTo>
                <a:cubicBezTo>
                  <a:pt x="566929" y="13592"/>
                  <a:pt x="571038" y="19524"/>
                  <a:pt x="573761" y="26747"/>
                </a:cubicBezTo>
                <a:cubicBezTo>
                  <a:pt x="576484" y="33969"/>
                  <a:pt x="577846" y="42221"/>
                  <a:pt x="577846" y="51504"/>
                </a:cubicBezTo>
                <a:cubicBezTo>
                  <a:pt x="577846" y="59413"/>
                  <a:pt x="576922" y="66422"/>
                  <a:pt x="575075" y="72532"/>
                </a:cubicBezTo>
                <a:cubicBezTo>
                  <a:pt x="573228" y="78641"/>
                  <a:pt x="570860" y="83697"/>
                  <a:pt x="567971" y="87699"/>
                </a:cubicBezTo>
                <a:cubicBezTo>
                  <a:pt x="565082" y="91701"/>
                  <a:pt x="561921" y="94850"/>
                  <a:pt x="558487" y="97147"/>
                </a:cubicBezTo>
                <a:cubicBezTo>
                  <a:pt x="555054" y="99444"/>
                  <a:pt x="550910" y="101185"/>
                  <a:pt x="546055" y="102369"/>
                </a:cubicBezTo>
                <a:cubicBezTo>
                  <a:pt x="541201" y="103553"/>
                  <a:pt x="535624" y="104145"/>
                  <a:pt x="529325" y="104145"/>
                </a:cubicBezTo>
                <a:lnTo>
                  <a:pt x="491745" y="104145"/>
                </a:lnTo>
                <a:moveTo>
                  <a:pt x="505527" y="91855"/>
                </a:moveTo>
                <a:lnTo>
                  <a:pt x="527762" y="91855"/>
                </a:lnTo>
                <a:cubicBezTo>
                  <a:pt x="534630" y="91855"/>
                  <a:pt x="540017" y="91215"/>
                  <a:pt x="543924" y="89937"/>
                </a:cubicBezTo>
                <a:cubicBezTo>
                  <a:pt x="547831" y="88658"/>
                  <a:pt x="550945" y="86858"/>
                  <a:pt x="553266" y="84538"/>
                </a:cubicBezTo>
                <a:cubicBezTo>
                  <a:pt x="556534" y="81270"/>
                  <a:pt x="559079" y="76877"/>
                  <a:pt x="560903" y="71360"/>
                </a:cubicBezTo>
                <a:cubicBezTo>
                  <a:pt x="562726" y="65842"/>
                  <a:pt x="563638" y="59153"/>
                  <a:pt x="563638" y="51291"/>
                </a:cubicBezTo>
                <a:cubicBezTo>
                  <a:pt x="563638" y="40398"/>
                  <a:pt x="561850" y="32027"/>
                  <a:pt x="558274" y="26178"/>
                </a:cubicBezTo>
                <a:cubicBezTo>
                  <a:pt x="554698" y="20329"/>
                  <a:pt x="550353" y="16410"/>
                  <a:pt x="545238" y="14421"/>
                </a:cubicBezTo>
                <a:cubicBezTo>
                  <a:pt x="541544" y="13000"/>
                  <a:pt x="535600" y="12290"/>
                  <a:pt x="527407" y="12290"/>
                </a:cubicBezTo>
                <a:lnTo>
                  <a:pt x="505527" y="12290"/>
                </a:lnTo>
                <a:lnTo>
                  <a:pt x="505527" y="91855"/>
                </a:lnTo>
                <a:close/>
                <a:moveTo>
                  <a:pt x="595039" y="104145"/>
                </a:moveTo>
                <a:lnTo>
                  <a:pt x="595039" y="28700"/>
                </a:lnTo>
                <a:lnTo>
                  <a:pt x="606548" y="28700"/>
                </a:lnTo>
                <a:lnTo>
                  <a:pt x="606548" y="40067"/>
                </a:lnTo>
                <a:cubicBezTo>
                  <a:pt x="609484" y="34745"/>
                  <a:pt x="612196" y="31235"/>
                  <a:pt x="614682" y="29539"/>
                </a:cubicBezTo>
                <a:cubicBezTo>
                  <a:pt x="617168" y="27843"/>
                  <a:pt x="619904" y="26995"/>
                  <a:pt x="622887" y="26995"/>
                </a:cubicBezTo>
                <a:cubicBezTo>
                  <a:pt x="627197" y="26995"/>
                  <a:pt x="631578" y="28363"/>
                  <a:pt x="636030" y="31098"/>
                </a:cubicBezTo>
                <a:lnTo>
                  <a:pt x="631625" y="42908"/>
                </a:lnTo>
                <a:cubicBezTo>
                  <a:pt x="628499" y="41061"/>
                  <a:pt x="625374" y="40138"/>
                  <a:pt x="622248" y="40138"/>
                </a:cubicBezTo>
                <a:cubicBezTo>
                  <a:pt x="619454" y="40138"/>
                  <a:pt x="616944" y="40980"/>
                  <a:pt x="614718" y="42664"/>
                </a:cubicBezTo>
                <a:cubicBezTo>
                  <a:pt x="612492" y="44347"/>
                  <a:pt x="610905" y="46681"/>
                  <a:pt x="609958" y="49668"/>
                </a:cubicBezTo>
                <a:cubicBezTo>
                  <a:pt x="608537" y="54219"/>
                  <a:pt x="607827" y="59197"/>
                  <a:pt x="607827" y="64602"/>
                </a:cubicBezTo>
                <a:lnTo>
                  <a:pt x="607827" y="104145"/>
                </a:lnTo>
                <a:lnTo>
                  <a:pt x="595039" y="104145"/>
                </a:lnTo>
                <a:close/>
                <a:moveTo>
                  <a:pt x="638867" y="66422"/>
                </a:moveTo>
                <a:cubicBezTo>
                  <a:pt x="638867" y="52451"/>
                  <a:pt x="642751" y="42103"/>
                  <a:pt x="650518" y="35378"/>
                </a:cubicBezTo>
                <a:cubicBezTo>
                  <a:pt x="657006" y="29789"/>
                  <a:pt x="664915" y="26995"/>
                  <a:pt x="674245" y="26995"/>
                </a:cubicBezTo>
                <a:cubicBezTo>
                  <a:pt x="684617" y="26995"/>
                  <a:pt x="693094" y="30393"/>
                  <a:pt x="699678" y="37189"/>
                </a:cubicBezTo>
                <a:cubicBezTo>
                  <a:pt x="706261" y="43986"/>
                  <a:pt x="709552" y="53375"/>
                  <a:pt x="709552" y="65357"/>
                </a:cubicBezTo>
                <a:cubicBezTo>
                  <a:pt x="709552" y="75066"/>
                  <a:pt x="708096" y="82702"/>
                  <a:pt x="705183" y="88267"/>
                </a:cubicBezTo>
                <a:cubicBezTo>
                  <a:pt x="702270" y="93832"/>
                  <a:pt x="698032" y="98154"/>
                  <a:pt x="692467" y="101232"/>
                </a:cubicBezTo>
                <a:cubicBezTo>
                  <a:pt x="686902" y="104311"/>
                  <a:pt x="680828" y="105850"/>
                  <a:pt x="674245" y="105850"/>
                </a:cubicBezTo>
                <a:cubicBezTo>
                  <a:pt x="663684" y="105850"/>
                  <a:pt x="655147" y="102463"/>
                  <a:pt x="648635" y="95691"/>
                </a:cubicBezTo>
                <a:cubicBezTo>
                  <a:pt x="642123" y="88919"/>
                  <a:pt x="638867" y="79162"/>
                  <a:pt x="638867" y="66422"/>
                </a:cubicBezTo>
                <a:moveTo>
                  <a:pt x="652010" y="66387"/>
                </a:moveTo>
                <a:cubicBezTo>
                  <a:pt x="652010" y="76013"/>
                  <a:pt x="654117" y="83220"/>
                  <a:pt x="658332" y="88010"/>
                </a:cubicBezTo>
                <a:cubicBezTo>
                  <a:pt x="662547" y="92799"/>
                  <a:pt x="667852" y="95194"/>
                  <a:pt x="674245" y="95194"/>
                </a:cubicBezTo>
                <a:cubicBezTo>
                  <a:pt x="680591" y="95194"/>
                  <a:pt x="685872" y="92787"/>
                  <a:pt x="690087" y="87974"/>
                </a:cubicBezTo>
                <a:cubicBezTo>
                  <a:pt x="694302" y="83161"/>
                  <a:pt x="696410" y="75824"/>
                  <a:pt x="696410" y="65963"/>
                </a:cubicBezTo>
                <a:cubicBezTo>
                  <a:pt x="696410" y="56667"/>
                  <a:pt x="694290" y="49624"/>
                  <a:pt x="690052" y="44835"/>
                </a:cubicBezTo>
                <a:cubicBezTo>
                  <a:pt x="685813" y="40046"/>
                  <a:pt x="680544" y="37651"/>
                  <a:pt x="674245" y="37651"/>
                </a:cubicBezTo>
                <a:cubicBezTo>
                  <a:pt x="667852" y="37651"/>
                  <a:pt x="662547" y="40034"/>
                  <a:pt x="658332" y="44800"/>
                </a:cubicBezTo>
                <a:cubicBezTo>
                  <a:pt x="654117" y="49565"/>
                  <a:pt x="652010" y="56761"/>
                  <a:pt x="652010" y="66387"/>
                </a:cubicBezTo>
                <a:close/>
                <a:moveTo>
                  <a:pt x="724542" y="133129"/>
                </a:moveTo>
                <a:lnTo>
                  <a:pt x="724542" y="28700"/>
                </a:lnTo>
                <a:lnTo>
                  <a:pt x="736192" y="28700"/>
                </a:lnTo>
                <a:lnTo>
                  <a:pt x="736192" y="38433"/>
                </a:lnTo>
                <a:cubicBezTo>
                  <a:pt x="738939" y="34620"/>
                  <a:pt x="742041" y="31761"/>
                  <a:pt x="745499" y="29855"/>
                </a:cubicBezTo>
                <a:cubicBezTo>
                  <a:pt x="748956" y="27948"/>
                  <a:pt x="753147" y="26995"/>
                  <a:pt x="758073" y="26995"/>
                </a:cubicBezTo>
                <a:cubicBezTo>
                  <a:pt x="764514" y="26995"/>
                  <a:pt x="770197" y="28653"/>
                  <a:pt x="775122" y="31968"/>
                </a:cubicBezTo>
                <a:cubicBezTo>
                  <a:pt x="780048" y="35283"/>
                  <a:pt x="783765" y="39960"/>
                  <a:pt x="786276" y="45998"/>
                </a:cubicBezTo>
                <a:cubicBezTo>
                  <a:pt x="788786" y="52037"/>
                  <a:pt x="790041" y="58655"/>
                  <a:pt x="790041" y="65854"/>
                </a:cubicBezTo>
                <a:cubicBezTo>
                  <a:pt x="790041" y="73574"/>
                  <a:pt x="788655" y="80524"/>
                  <a:pt x="785885" y="86704"/>
                </a:cubicBezTo>
                <a:cubicBezTo>
                  <a:pt x="783114" y="92885"/>
                  <a:pt x="779089" y="97621"/>
                  <a:pt x="773808" y="100912"/>
                </a:cubicBezTo>
                <a:cubicBezTo>
                  <a:pt x="768527" y="104204"/>
                  <a:pt x="762974" y="105850"/>
                  <a:pt x="757149" y="105850"/>
                </a:cubicBezTo>
                <a:cubicBezTo>
                  <a:pt x="752887" y="105850"/>
                  <a:pt x="749062" y="104938"/>
                  <a:pt x="745676" y="103115"/>
                </a:cubicBezTo>
                <a:cubicBezTo>
                  <a:pt x="742290" y="101290"/>
                  <a:pt x="739507" y="98985"/>
                  <a:pt x="737329" y="96202"/>
                </a:cubicBezTo>
                <a:lnTo>
                  <a:pt x="737329" y="133129"/>
                </a:lnTo>
                <a:lnTo>
                  <a:pt x="724542" y="133129"/>
                </a:lnTo>
                <a:moveTo>
                  <a:pt x="736121" y="66742"/>
                </a:moveTo>
                <a:cubicBezTo>
                  <a:pt x="736121" y="76439"/>
                  <a:pt x="738087" y="83605"/>
                  <a:pt x="742018" y="88241"/>
                </a:cubicBezTo>
                <a:cubicBezTo>
                  <a:pt x="745948" y="92876"/>
                  <a:pt x="750708" y="95194"/>
                  <a:pt x="756297" y="95194"/>
                </a:cubicBezTo>
                <a:cubicBezTo>
                  <a:pt x="761980" y="95194"/>
                  <a:pt x="766846" y="92793"/>
                  <a:pt x="770895" y="87992"/>
                </a:cubicBezTo>
                <a:cubicBezTo>
                  <a:pt x="774945" y="83191"/>
                  <a:pt x="776969" y="75752"/>
                  <a:pt x="776969" y="65677"/>
                </a:cubicBezTo>
                <a:cubicBezTo>
                  <a:pt x="776969" y="56074"/>
                  <a:pt x="774992" y="48884"/>
                  <a:pt x="771037" y="44107"/>
                </a:cubicBezTo>
                <a:cubicBezTo>
                  <a:pt x="767083" y="39330"/>
                  <a:pt x="762359" y="36941"/>
                  <a:pt x="756865" y="36941"/>
                </a:cubicBezTo>
                <a:cubicBezTo>
                  <a:pt x="751419" y="36941"/>
                  <a:pt x="746600" y="39483"/>
                  <a:pt x="742408" y="44569"/>
                </a:cubicBezTo>
                <a:cubicBezTo>
                  <a:pt x="738217" y="49654"/>
                  <a:pt x="736121" y="57045"/>
                  <a:pt x="736121" y="66742"/>
                </a:cubicBezTo>
                <a:close/>
                <a:moveTo>
                  <a:pt x="836858" y="104145"/>
                </a:moveTo>
                <a:lnTo>
                  <a:pt x="796507" y="0"/>
                </a:lnTo>
                <a:lnTo>
                  <a:pt x="811426" y="0"/>
                </a:lnTo>
                <a:lnTo>
                  <a:pt x="838492" y="75658"/>
                </a:lnTo>
                <a:cubicBezTo>
                  <a:pt x="840670" y="81720"/>
                  <a:pt x="842494" y="87403"/>
                  <a:pt x="843962" y="92707"/>
                </a:cubicBezTo>
                <a:cubicBezTo>
                  <a:pt x="845572" y="87024"/>
                  <a:pt x="847443" y="81341"/>
                  <a:pt x="849574" y="75658"/>
                </a:cubicBezTo>
                <a:lnTo>
                  <a:pt x="877706" y="0"/>
                </a:lnTo>
                <a:lnTo>
                  <a:pt x="891772" y="0"/>
                </a:lnTo>
                <a:lnTo>
                  <a:pt x="850995" y="104145"/>
                </a:lnTo>
                <a:lnTo>
                  <a:pt x="836858" y="104145"/>
                </a:lnTo>
                <a:close/>
                <a:moveTo>
                  <a:pt x="899935" y="14776"/>
                </a:moveTo>
                <a:lnTo>
                  <a:pt x="899935" y="0"/>
                </a:lnTo>
                <a:lnTo>
                  <a:pt x="912723" y="0"/>
                </a:lnTo>
                <a:lnTo>
                  <a:pt x="912723" y="14776"/>
                </a:lnTo>
                <a:lnTo>
                  <a:pt x="899935" y="14776"/>
                </a:lnTo>
                <a:moveTo>
                  <a:pt x="899935" y="104145"/>
                </a:moveTo>
                <a:lnTo>
                  <a:pt x="899935" y="28700"/>
                </a:lnTo>
                <a:lnTo>
                  <a:pt x="912723" y="28700"/>
                </a:lnTo>
                <a:lnTo>
                  <a:pt x="912723" y="104145"/>
                </a:lnTo>
                <a:lnTo>
                  <a:pt x="899935" y="104145"/>
                </a:lnTo>
                <a:close/>
                <a:moveTo>
                  <a:pt x="983837" y="79849"/>
                </a:moveTo>
                <a:lnTo>
                  <a:pt x="997051" y="81483"/>
                </a:lnTo>
                <a:cubicBezTo>
                  <a:pt x="994967" y="89203"/>
                  <a:pt x="991107" y="95194"/>
                  <a:pt x="985471" y="99456"/>
                </a:cubicBezTo>
                <a:cubicBezTo>
                  <a:pt x="979835" y="103719"/>
                  <a:pt x="972636" y="105850"/>
                  <a:pt x="963875" y="105850"/>
                </a:cubicBezTo>
                <a:cubicBezTo>
                  <a:pt x="952840" y="105850"/>
                  <a:pt x="944090" y="102452"/>
                  <a:pt x="937626" y="95655"/>
                </a:cubicBezTo>
                <a:cubicBezTo>
                  <a:pt x="931161" y="88859"/>
                  <a:pt x="927929" y="79328"/>
                  <a:pt x="927929" y="67062"/>
                </a:cubicBezTo>
                <a:cubicBezTo>
                  <a:pt x="927929" y="54369"/>
                  <a:pt x="931196" y="44518"/>
                  <a:pt x="937732" y="37509"/>
                </a:cubicBezTo>
                <a:cubicBezTo>
                  <a:pt x="944268" y="30500"/>
                  <a:pt x="952745" y="26995"/>
                  <a:pt x="963164" y="26995"/>
                </a:cubicBezTo>
                <a:cubicBezTo>
                  <a:pt x="973252" y="26995"/>
                  <a:pt x="981493" y="30424"/>
                  <a:pt x="987886" y="37280"/>
                </a:cubicBezTo>
                <a:cubicBezTo>
                  <a:pt x="994280" y="44136"/>
                  <a:pt x="997477" y="53781"/>
                  <a:pt x="997477" y="66216"/>
                </a:cubicBezTo>
                <a:cubicBezTo>
                  <a:pt x="997477" y="66972"/>
                  <a:pt x="997453" y="68107"/>
                  <a:pt x="997406" y="69619"/>
                </a:cubicBezTo>
                <a:lnTo>
                  <a:pt x="941142" y="69619"/>
                </a:lnTo>
                <a:cubicBezTo>
                  <a:pt x="941616" y="77884"/>
                  <a:pt x="943960" y="84212"/>
                  <a:pt x="948175" y="88605"/>
                </a:cubicBezTo>
                <a:cubicBezTo>
                  <a:pt x="952390" y="92997"/>
                  <a:pt x="957647" y="95194"/>
                  <a:pt x="963946" y="95194"/>
                </a:cubicBezTo>
                <a:cubicBezTo>
                  <a:pt x="968635" y="95194"/>
                  <a:pt x="972636" y="93974"/>
                  <a:pt x="975952" y="91535"/>
                </a:cubicBezTo>
                <a:cubicBezTo>
                  <a:pt x="979267" y="89095"/>
                  <a:pt x="981895" y="85199"/>
                  <a:pt x="983837" y="79849"/>
                </a:cubicBezTo>
                <a:moveTo>
                  <a:pt x="941852" y="58963"/>
                </a:moveTo>
                <a:lnTo>
                  <a:pt x="983979" y="58963"/>
                </a:lnTo>
                <a:cubicBezTo>
                  <a:pt x="983411" y="52721"/>
                  <a:pt x="981801" y="48039"/>
                  <a:pt x="979148" y="44917"/>
                </a:cubicBezTo>
                <a:cubicBezTo>
                  <a:pt x="975075" y="40073"/>
                  <a:pt x="969795" y="37651"/>
                  <a:pt x="963307" y="37651"/>
                </a:cubicBezTo>
                <a:cubicBezTo>
                  <a:pt x="957434" y="37651"/>
                  <a:pt x="952497" y="39585"/>
                  <a:pt x="948495" y="43452"/>
                </a:cubicBezTo>
                <a:cubicBezTo>
                  <a:pt x="944493" y="47318"/>
                  <a:pt x="942279" y="52488"/>
                  <a:pt x="941852" y="58963"/>
                </a:cubicBezTo>
                <a:close/>
                <a:moveTo>
                  <a:pt x="1027030" y="104145"/>
                </a:moveTo>
                <a:lnTo>
                  <a:pt x="1003942" y="28700"/>
                </a:lnTo>
                <a:lnTo>
                  <a:pt x="1017156" y="28700"/>
                </a:lnTo>
                <a:lnTo>
                  <a:pt x="1029162" y="72241"/>
                </a:lnTo>
                <a:lnTo>
                  <a:pt x="1033637" y="88445"/>
                </a:lnTo>
                <a:cubicBezTo>
                  <a:pt x="1033827" y="87641"/>
                  <a:pt x="1035129" y="82461"/>
                  <a:pt x="1037544" y="72903"/>
                </a:cubicBezTo>
                <a:lnTo>
                  <a:pt x="1049550" y="28700"/>
                </a:lnTo>
                <a:lnTo>
                  <a:pt x="1062693" y="28700"/>
                </a:lnTo>
                <a:lnTo>
                  <a:pt x="1073988" y="72452"/>
                </a:lnTo>
                <a:lnTo>
                  <a:pt x="1077753" y="86882"/>
                </a:lnTo>
                <a:lnTo>
                  <a:pt x="1082087" y="72317"/>
                </a:lnTo>
                <a:lnTo>
                  <a:pt x="1095016" y="28700"/>
                </a:lnTo>
                <a:lnTo>
                  <a:pt x="1107448" y="28700"/>
                </a:lnTo>
                <a:lnTo>
                  <a:pt x="1083863" y="104145"/>
                </a:lnTo>
                <a:lnTo>
                  <a:pt x="1070578" y="104145"/>
                </a:lnTo>
                <a:lnTo>
                  <a:pt x="1058572" y="58939"/>
                </a:lnTo>
                <a:lnTo>
                  <a:pt x="1055660" y="46105"/>
                </a:lnTo>
                <a:lnTo>
                  <a:pt x="1040386" y="104145"/>
                </a:lnTo>
                <a:lnTo>
                  <a:pt x="1027030" y="104145"/>
                </a:lnTo>
                <a:close/>
                <a:moveTo>
                  <a:pt x="1121725" y="43334"/>
                </a:moveTo>
                <a:lnTo>
                  <a:pt x="1121725" y="28700"/>
                </a:lnTo>
                <a:lnTo>
                  <a:pt x="1136289" y="28700"/>
                </a:lnTo>
                <a:lnTo>
                  <a:pt x="1136289" y="43334"/>
                </a:lnTo>
                <a:lnTo>
                  <a:pt x="1121725" y="43334"/>
                </a:lnTo>
                <a:moveTo>
                  <a:pt x="1121725" y="104145"/>
                </a:moveTo>
                <a:lnTo>
                  <a:pt x="1121725" y="89511"/>
                </a:lnTo>
                <a:lnTo>
                  <a:pt x="1136289" y="89511"/>
                </a:lnTo>
                <a:lnTo>
                  <a:pt x="1136289" y="104145"/>
                </a:lnTo>
                <a:lnTo>
                  <a:pt x="1121725" y="104145"/>
                </a:lnTo>
                <a:close/>
                <a:moveTo>
                  <a:pt x="1202995" y="104145"/>
                </a:moveTo>
                <a:lnTo>
                  <a:pt x="1202995" y="0"/>
                </a:lnTo>
                <a:lnTo>
                  <a:pt x="1216777" y="0"/>
                </a:lnTo>
                <a:lnTo>
                  <a:pt x="1216777" y="104145"/>
                </a:lnTo>
                <a:lnTo>
                  <a:pt x="1202995" y="104145"/>
                </a:lnTo>
                <a:close/>
                <a:moveTo>
                  <a:pt x="1239439" y="104145"/>
                </a:moveTo>
                <a:lnTo>
                  <a:pt x="1239439" y="28700"/>
                </a:lnTo>
                <a:lnTo>
                  <a:pt x="1250877" y="28700"/>
                </a:lnTo>
                <a:lnTo>
                  <a:pt x="1250877" y="39214"/>
                </a:lnTo>
                <a:cubicBezTo>
                  <a:pt x="1253245" y="35541"/>
                  <a:pt x="1256394" y="32586"/>
                  <a:pt x="1260325" y="30350"/>
                </a:cubicBezTo>
                <a:cubicBezTo>
                  <a:pt x="1264256" y="28113"/>
                  <a:pt x="1268732" y="26995"/>
                  <a:pt x="1273752" y="26995"/>
                </a:cubicBezTo>
                <a:cubicBezTo>
                  <a:pt x="1279340" y="26995"/>
                  <a:pt x="1283922" y="28150"/>
                  <a:pt x="1287498" y="30458"/>
                </a:cubicBezTo>
                <a:cubicBezTo>
                  <a:pt x="1291074" y="32766"/>
                  <a:pt x="1293596" y="35992"/>
                  <a:pt x="1295064" y="40138"/>
                </a:cubicBezTo>
                <a:cubicBezTo>
                  <a:pt x="1301031" y="31376"/>
                  <a:pt x="1308798" y="26995"/>
                  <a:pt x="1318365" y="26995"/>
                </a:cubicBezTo>
                <a:cubicBezTo>
                  <a:pt x="1325848" y="26995"/>
                  <a:pt x="1331602" y="29067"/>
                  <a:pt x="1335628" y="33211"/>
                </a:cubicBezTo>
                <a:cubicBezTo>
                  <a:pt x="1339653" y="37355"/>
                  <a:pt x="1341666" y="43737"/>
                  <a:pt x="1341666" y="52357"/>
                </a:cubicBezTo>
                <a:lnTo>
                  <a:pt x="1341666" y="104145"/>
                </a:lnTo>
                <a:lnTo>
                  <a:pt x="1328950" y="104145"/>
                </a:lnTo>
                <a:lnTo>
                  <a:pt x="1328950" y="56568"/>
                </a:lnTo>
                <a:cubicBezTo>
                  <a:pt x="1328950" y="51447"/>
                  <a:pt x="1328535" y="47761"/>
                  <a:pt x="1327707" y="45510"/>
                </a:cubicBezTo>
                <a:cubicBezTo>
                  <a:pt x="1326878" y="43257"/>
                  <a:pt x="1325374" y="41444"/>
                  <a:pt x="1323196" y="40069"/>
                </a:cubicBezTo>
                <a:cubicBezTo>
                  <a:pt x="1321017" y="38694"/>
                  <a:pt x="1318460" y="38006"/>
                  <a:pt x="1315523" y="38006"/>
                </a:cubicBezTo>
                <a:cubicBezTo>
                  <a:pt x="1310219" y="38006"/>
                  <a:pt x="1305814" y="39773"/>
                  <a:pt x="1302310" y="43306"/>
                </a:cubicBezTo>
                <a:cubicBezTo>
                  <a:pt x="1298805" y="46837"/>
                  <a:pt x="1297053" y="52490"/>
                  <a:pt x="1297053" y="60266"/>
                </a:cubicBezTo>
                <a:lnTo>
                  <a:pt x="1297053" y="104145"/>
                </a:lnTo>
                <a:lnTo>
                  <a:pt x="1284266" y="104145"/>
                </a:lnTo>
                <a:lnTo>
                  <a:pt x="1284266" y="55074"/>
                </a:lnTo>
                <a:cubicBezTo>
                  <a:pt x="1284266" y="49385"/>
                  <a:pt x="1283224" y="45118"/>
                  <a:pt x="1281140" y="42273"/>
                </a:cubicBezTo>
                <a:cubicBezTo>
                  <a:pt x="1279056" y="39429"/>
                  <a:pt x="1275646" y="38006"/>
                  <a:pt x="1270910" y="38006"/>
                </a:cubicBezTo>
                <a:cubicBezTo>
                  <a:pt x="1267311" y="38006"/>
                  <a:pt x="1263984" y="38955"/>
                  <a:pt x="1260929" y="40852"/>
                </a:cubicBezTo>
                <a:cubicBezTo>
                  <a:pt x="1257874" y="42748"/>
                  <a:pt x="1255660" y="45522"/>
                  <a:pt x="1254287" y="49173"/>
                </a:cubicBezTo>
                <a:cubicBezTo>
                  <a:pt x="1252913" y="52823"/>
                  <a:pt x="1252227" y="58085"/>
                  <a:pt x="1252227" y="64959"/>
                </a:cubicBezTo>
                <a:lnTo>
                  <a:pt x="1252227" y="104145"/>
                </a:lnTo>
                <a:lnTo>
                  <a:pt x="1239439" y="104145"/>
                </a:lnTo>
                <a:close/>
                <a:moveTo>
                  <a:pt x="1409864" y="94830"/>
                </a:moveTo>
                <a:cubicBezTo>
                  <a:pt x="1405128" y="98858"/>
                  <a:pt x="1400569" y="101702"/>
                  <a:pt x="1396188" y="103361"/>
                </a:cubicBezTo>
                <a:cubicBezTo>
                  <a:pt x="1391808" y="105020"/>
                  <a:pt x="1387107" y="105850"/>
                  <a:pt x="1382087" y="105850"/>
                </a:cubicBezTo>
                <a:cubicBezTo>
                  <a:pt x="1373799" y="105850"/>
                  <a:pt x="1367429" y="103824"/>
                  <a:pt x="1362977" y="99771"/>
                </a:cubicBezTo>
                <a:cubicBezTo>
                  <a:pt x="1358525" y="95719"/>
                  <a:pt x="1356299" y="90541"/>
                  <a:pt x="1356299" y="84238"/>
                </a:cubicBezTo>
                <a:cubicBezTo>
                  <a:pt x="1356299" y="80542"/>
                  <a:pt x="1357140" y="77167"/>
                  <a:pt x="1358821" y="74110"/>
                </a:cubicBezTo>
                <a:cubicBezTo>
                  <a:pt x="1360503" y="71053"/>
                  <a:pt x="1362705" y="68600"/>
                  <a:pt x="1365428" y="66751"/>
                </a:cubicBezTo>
                <a:cubicBezTo>
                  <a:pt x="1368151" y="64903"/>
                  <a:pt x="1371218" y="63505"/>
                  <a:pt x="1374628" y="62557"/>
                </a:cubicBezTo>
                <a:cubicBezTo>
                  <a:pt x="1377138" y="61893"/>
                  <a:pt x="1380927" y="61253"/>
                  <a:pt x="1385994" y="60637"/>
                </a:cubicBezTo>
                <a:cubicBezTo>
                  <a:pt x="1396319" y="59415"/>
                  <a:pt x="1403920" y="57957"/>
                  <a:pt x="1408798" y="56264"/>
                </a:cubicBezTo>
                <a:cubicBezTo>
                  <a:pt x="1408845" y="54519"/>
                  <a:pt x="1408869" y="53410"/>
                  <a:pt x="1408869" y="52938"/>
                </a:cubicBezTo>
                <a:cubicBezTo>
                  <a:pt x="1408869" y="47748"/>
                  <a:pt x="1407661" y="44091"/>
                  <a:pt x="1405246" y="41969"/>
                </a:cubicBezTo>
                <a:cubicBezTo>
                  <a:pt x="1401978" y="39091"/>
                  <a:pt x="1397124" y="37651"/>
                  <a:pt x="1390683" y="37651"/>
                </a:cubicBezTo>
                <a:cubicBezTo>
                  <a:pt x="1384668" y="37651"/>
                  <a:pt x="1380228" y="38705"/>
                  <a:pt x="1377363" y="40813"/>
                </a:cubicBezTo>
                <a:cubicBezTo>
                  <a:pt x="1374497" y="42920"/>
                  <a:pt x="1372378" y="46650"/>
                  <a:pt x="1371005" y="52001"/>
                </a:cubicBezTo>
                <a:lnTo>
                  <a:pt x="1358502" y="50296"/>
                </a:lnTo>
                <a:cubicBezTo>
                  <a:pt x="1359638" y="44928"/>
                  <a:pt x="1361509" y="40593"/>
                  <a:pt x="1364114" y="37292"/>
                </a:cubicBezTo>
                <a:cubicBezTo>
                  <a:pt x="1366719" y="33990"/>
                  <a:pt x="1370484" y="31449"/>
                  <a:pt x="1375409" y="29668"/>
                </a:cubicBezTo>
                <a:cubicBezTo>
                  <a:pt x="1380335" y="27886"/>
                  <a:pt x="1386041" y="26995"/>
                  <a:pt x="1392530" y="26995"/>
                </a:cubicBezTo>
                <a:cubicBezTo>
                  <a:pt x="1398971" y="26995"/>
                  <a:pt x="1404204" y="27753"/>
                  <a:pt x="1408230" y="29269"/>
                </a:cubicBezTo>
                <a:cubicBezTo>
                  <a:pt x="1412255" y="30784"/>
                  <a:pt x="1415215" y="32690"/>
                  <a:pt x="1417110" y="34987"/>
                </a:cubicBezTo>
                <a:cubicBezTo>
                  <a:pt x="1419004" y="37284"/>
                  <a:pt x="1420330" y="40185"/>
                  <a:pt x="1421088" y="43690"/>
                </a:cubicBezTo>
                <a:cubicBezTo>
                  <a:pt x="1421514" y="45868"/>
                  <a:pt x="1421727" y="49799"/>
                  <a:pt x="1421727" y="55482"/>
                </a:cubicBezTo>
                <a:lnTo>
                  <a:pt x="1421727" y="72532"/>
                </a:lnTo>
                <a:cubicBezTo>
                  <a:pt x="1421727" y="84419"/>
                  <a:pt x="1422000" y="91938"/>
                  <a:pt x="1422544" y="95087"/>
                </a:cubicBezTo>
                <a:cubicBezTo>
                  <a:pt x="1423089" y="98237"/>
                  <a:pt x="1424166" y="101256"/>
                  <a:pt x="1425777" y="104145"/>
                </a:cubicBezTo>
                <a:lnTo>
                  <a:pt x="1412421" y="104145"/>
                </a:lnTo>
                <a:cubicBezTo>
                  <a:pt x="1411095" y="101490"/>
                  <a:pt x="1410242" y="98385"/>
                  <a:pt x="1409864" y="94830"/>
                </a:cubicBezTo>
                <a:moveTo>
                  <a:pt x="1408798" y="66209"/>
                </a:moveTo>
                <a:cubicBezTo>
                  <a:pt x="1404157" y="68120"/>
                  <a:pt x="1397195" y="69744"/>
                  <a:pt x="1387912" y="71080"/>
                </a:cubicBezTo>
                <a:cubicBezTo>
                  <a:pt x="1382655" y="71841"/>
                  <a:pt x="1378937" y="72697"/>
                  <a:pt x="1376759" y="73649"/>
                </a:cubicBezTo>
                <a:cubicBezTo>
                  <a:pt x="1374580" y="74599"/>
                  <a:pt x="1372899" y="75990"/>
                  <a:pt x="1371715" y="77822"/>
                </a:cubicBezTo>
                <a:cubicBezTo>
                  <a:pt x="1370531" y="79653"/>
                  <a:pt x="1369939" y="81686"/>
                  <a:pt x="1369939" y="83921"/>
                </a:cubicBezTo>
                <a:cubicBezTo>
                  <a:pt x="1369939" y="87344"/>
                  <a:pt x="1371230" y="90197"/>
                  <a:pt x="1373811" y="92481"/>
                </a:cubicBezTo>
                <a:cubicBezTo>
                  <a:pt x="1376392" y="94763"/>
                  <a:pt x="1380169" y="95904"/>
                  <a:pt x="1385142" y="95904"/>
                </a:cubicBezTo>
                <a:cubicBezTo>
                  <a:pt x="1390067" y="95904"/>
                  <a:pt x="1394448" y="94821"/>
                  <a:pt x="1398284" y="92656"/>
                </a:cubicBezTo>
                <a:cubicBezTo>
                  <a:pt x="1402120" y="90491"/>
                  <a:pt x="1404938" y="87529"/>
                  <a:pt x="1406738" y="83770"/>
                </a:cubicBezTo>
                <a:cubicBezTo>
                  <a:pt x="1408111" y="80866"/>
                  <a:pt x="1408798" y="76583"/>
                  <a:pt x="1408798" y="70920"/>
                </a:cubicBezTo>
                <a:lnTo>
                  <a:pt x="1408798" y="66209"/>
                </a:lnTo>
                <a:close/>
                <a:moveTo>
                  <a:pt x="1439203" y="110396"/>
                </a:moveTo>
                <a:lnTo>
                  <a:pt x="1451635" y="112243"/>
                </a:lnTo>
                <a:cubicBezTo>
                  <a:pt x="1452156" y="116079"/>
                  <a:pt x="1453601" y="118874"/>
                  <a:pt x="1455969" y="120626"/>
                </a:cubicBezTo>
                <a:cubicBezTo>
                  <a:pt x="1459142" y="122994"/>
                  <a:pt x="1463475" y="124178"/>
                  <a:pt x="1468969" y="124178"/>
                </a:cubicBezTo>
                <a:cubicBezTo>
                  <a:pt x="1474889" y="124178"/>
                  <a:pt x="1479459" y="122991"/>
                  <a:pt x="1482680" y="120617"/>
                </a:cubicBezTo>
                <a:cubicBezTo>
                  <a:pt x="1485900" y="118245"/>
                  <a:pt x="1488079" y="114922"/>
                  <a:pt x="1489216" y="110649"/>
                </a:cubicBezTo>
                <a:cubicBezTo>
                  <a:pt x="1489879" y="108040"/>
                  <a:pt x="1490186" y="102558"/>
                  <a:pt x="1490139" y="94204"/>
                </a:cubicBezTo>
                <a:cubicBezTo>
                  <a:pt x="1484551" y="100831"/>
                  <a:pt x="1477589" y="104145"/>
                  <a:pt x="1469253" y="104145"/>
                </a:cubicBezTo>
                <a:cubicBezTo>
                  <a:pt x="1458881" y="104145"/>
                  <a:pt x="1450854" y="100403"/>
                  <a:pt x="1445171" y="92920"/>
                </a:cubicBezTo>
                <a:cubicBezTo>
                  <a:pt x="1439488" y="85438"/>
                  <a:pt x="1436646" y="76463"/>
                  <a:pt x="1436646" y="65996"/>
                </a:cubicBezTo>
                <a:cubicBezTo>
                  <a:pt x="1436646" y="58798"/>
                  <a:pt x="1437948" y="52155"/>
                  <a:pt x="1440553" y="46069"/>
                </a:cubicBezTo>
                <a:cubicBezTo>
                  <a:pt x="1443158" y="39984"/>
                  <a:pt x="1446935" y="35283"/>
                  <a:pt x="1451884" y="31968"/>
                </a:cubicBezTo>
                <a:cubicBezTo>
                  <a:pt x="1456833" y="28653"/>
                  <a:pt x="1462647" y="26995"/>
                  <a:pt x="1469324" y="26995"/>
                </a:cubicBezTo>
                <a:cubicBezTo>
                  <a:pt x="1478228" y="26995"/>
                  <a:pt x="1485569" y="30618"/>
                  <a:pt x="1491347" y="37864"/>
                </a:cubicBezTo>
                <a:lnTo>
                  <a:pt x="1491347" y="28700"/>
                </a:lnTo>
                <a:lnTo>
                  <a:pt x="1503139" y="28700"/>
                </a:lnTo>
                <a:lnTo>
                  <a:pt x="1503139" y="93959"/>
                </a:lnTo>
                <a:cubicBezTo>
                  <a:pt x="1503139" y="105712"/>
                  <a:pt x="1501944" y="114041"/>
                  <a:pt x="1499552" y="118946"/>
                </a:cubicBezTo>
                <a:cubicBezTo>
                  <a:pt x="1497160" y="123850"/>
                  <a:pt x="1493371" y="127724"/>
                  <a:pt x="1488186" y="130567"/>
                </a:cubicBezTo>
                <a:cubicBezTo>
                  <a:pt x="1483000" y="133412"/>
                  <a:pt x="1476618" y="134834"/>
                  <a:pt x="1469040" y="134834"/>
                </a:cubicBezTo>
                <a:cubicBezTo>
                  <a:pt x="1460042" y="134834"/>
                  <a:pt x="1452772" y="132804"/>
                  <a:pt x="1447231" y="128742"/>
                </a:cubicBezTo>
                <a:cubicBezTo>
                  <a:pt x="1441690" y="124681"/>
                  <a:pt x="1439014" y="118566"/>
                  <a:pt x="1439203" y="110396"/>
                </a:cubicBezTo>
                <a:moveTo>
                  <a:pt x="1449788" y="65075"/>
                </a:moveTo>
                <a:cubicBezTo>
                  <a:pt x="1449788" y="74948"/>
                  <a:pt x="1451754" y="82152"/>
                  <a:pt x="1455685" y="86687"/>
                </a:cubicBezTo>
                <a:cubicBezTo>
                  <a:pt x="1459616" y="91221"/>
                  <a:pt x="1464541" y="93489"/>
                  <a:pt x="1470461" y="93489"/>
                </a:cubicBezTo>
                <a:cubicBezTo>
                  <a:pt x="1476334" y="93489"/>
                  <a:pt x="1481259" y="91233"/>
                  <a:pt x="1485237" y="86722"/>
                </a:cubicBezTo>
                <a:cubicBezTo>
                  <a:pt x="1489216" y="82211"/>
                  <a:pt x="1491205" y="75137"/>
                  <a:pt x="1491205" y="65499"/>
                </a:cubicBezTo>
                <a:cubicBezTo>
                  <a:pt x="1491205" y="56287"/>
                  <a:pt x="1489156" y="49343"/>
                  <a:pt x="1485060" y="44666"/>
                </a:cubicBezTo>
                <a:cubicBezTo>
                  <a:pt x="1480963" y="39990"/>
                  <a:pt x="1476026" y="37651"/>
                  <a:pt x="1470248" y="37651"/>
                </a:cubicBezTo>
                <a:cubicBezTo>
                  <a:pt x="1464565" y="37651"/>
                  <a:pt x="1459734" y="39954"/>
                  <a:pt x="1455756" y="44560"/>
                </a:cubicBezTo>
                <a:cubicBezTo>
                  <a:pt x="1451777" y="49166"/>
                  <a:pt x="1449788" y="56004"/>
                  <a:pt x="1449788" y="65075"/>
                </a:cubicBezTo>
                <a:close/>
                <a:moveTo>
                  <a:pt x="1574108" y="79849"/>
                </a:moveTo>
                <a:lnTo>
                  <a:pt x="1587321" y="81483"/>
                </a:lnTo>
                <a:cubicBezTo>
                  <a:pt x="1585237" y="89203"/>
                  <a:pt x="1581378" y="95194"/>
                  <a:pt x="1575742" y="99456"/>
                </a:cubicBezTo>
                <a:cubicBezTo>
                  <a:pt x="1570106" y="103719"/>
                  <a:pt x="1562907" y="105850"/>
                  <a:pt x="1554145" y="105850"/>
                </a:cubicBezTo>
                <a:cubicBezTo>
                  <a:pt x="1543111" y="105850"/>
                  <a:pt x="1534361" y="102452"/>
                  <a:pt x="1527896" y="95655"/>
                </a:cubicBezTo>
                <a:cubicBezTo>
                  <a:pt x="1521432" y="88859"/>
                  <a:pt x="1518199" y="79328"/>
                  <a:pt x="1518199" y="67062"/>
                </a:cubicBezTo>
                <a:cubicBezTo>
                  <a:pt x="1518199" y="54369"/>
                  <a:pt x="1521467" y="44518"/>
                  <a:pt x="1528003" y="37509"/>
                </a:cubicBezTo>
                <a:cubicBezTo>
                  <a:pt x="1534538" y="30500"/>
                  <a:pt x="1543016" y="26995"/>
                  <a:pt x="1553435" y="26995"/>
                </a:cubicBezTo>
                <a:cubicBezTo>
                  <a:pt x="1563523" y="26995"/>
                  <a:pt x="1571763" y="30424"/>
                  <a:pt x="1578157" y="37280"/>
                </a:cubicBezTo>
                <a:cubicBezTo>
                  <a:pt x="1584551" y="44136"/>
                  <a:pt x="1587747" y="53781"/>
                  <a:pt x="1587747" y="66216"/>
                </a:cubicBezTo>
                <a:cubicBezTo>
                  <a:pt x="1587747" y="66972"/>
                  <a:pt x="1587724" y="68107"/>
                  <a:pt x="1587676" y="69619"/>
                </a:cubicBezTo>
                <a:lnTo>
                  <a:pt x="1531413" y="69619"/>
                </a:lnTo>
                <a:cubicBezTo>
                  <a:pt x="1531886" y="77884"/>
                  <a:pt x="1534231" y="84212"/>
                  <a:pt x="1538446" y="88605"/>
                </a:cubicBezTo>
                <a:cubicBezTo>
                  <a:pt x="1542661" y="92997"/>
                  <a:pt x="1547918" y="95194"/>
                  <a:pt x="1554217" y="95194"/>
                </a:cubicBezTo>
                <a:cubicBezTo>
                  <a:pt x="1558905" y="95194"/>
                  <a:pt x="1562907" y="93974"/>
                  <a:pt x="1566222" y="91535"/>
                </a:cubicBezTo>
                <a:cubicBezTo>
                  <a:pt x="1569538" y="89095"/>
                  <a:pt x="1572166" y="85199"/>
                  <a:pt x="1574108" y="79849"/>
                </a:cubicBezTo>
                <a:moveTo>
                  <a:pt x="1532123" y="58963"/>
                </a:moveTo>
                <a:lnTo>
                  <a:pt x="1574250" y="58963"/>
                </a:lnTo>
                <a:cubicBezTo>
                  <a:pt x="1573682" y="52721"/>
                  <a:pt x="1572071" y="48039"/>
                  <a:pt x="1569419" y="44917"/>
                </a:cubicBezTo>
                <a:cubicBezTo>
                  <a:pt x="1565346" y="40073"/>
                  <a:pt x="1560065" y="37651"/>
                  <a:pt x="1553577" y="37651"/>
                </a:cubicBezTo>
                <a:cubicBezTo>
                  <a:pt x="1547705" y="37651"/>
                  <a:pt x="1542767" y="39585"/>
                  <a:pt x="1538765" y="43452"/>
                </a:cubicBezTo>
                <a:cubicBezTo>
                  <a:pt x="1534763" y="47318"/>
                  <a:pt x="1532549" y="52488"/>
                  <a:pt x="1532123" y="58963"/>
                </a:cubicBezTo>
                <a:close/>
                <a:moveTo>
                  <a:pt x="1605010" y="104145"/>
                </a:moveTo>
                <a:lnTo>
                  <a:pt x="1605010" y="0"/>
                </a:lnTo>
                <a:lnTo>
                  <a:pt x="1640885" y="0"/>
                </a:lnTo>
                <a:cubicBezTo>
                  <a:pt x="1648984" y="0"/>
                  <a:pt x="1655165" y="497"/>
                  <a:pt x="1659427" y="1492"/>
                </a:cubicBezTo>
                <a:cubicBezTo>
                  <a:pt x="1665394" y="2865"/>
                  <a:pt x="1670485" y="5352"/>
                  <a:pt x="1674701" y="8951"/>
                </a:cubicBezTo>
                <a:cubicBezTo>
                  <a:pt x="1680194" y="13592"/>
                  <a:pt x="1684303" y="19524"/>
                  <a:pt x="1687026" y="26747"/>
                </a:cubicBezTo>
                <a:cubicBezTo>
                  <a:pt x="1689749" y="33969"/>
                  <a:pt x="1691111" y="42221"/>
                  <a:pt x="1691111" y="51504"/>
                </a:cubicBezTo>
                <a:cubicBezTo>
                  <a:pt x="1691111" y="59413"/>
                  <a:pt x="1690187" y="66422"/>
                  <a:pt x="1688340" y="72532"/>
                </a:cubicBezTo>
                <a:cubicBezTo>
                  <a:pt x="1686493" y="78641"/>
                  <a:pt x="1684125" y="83697"/>
                  <a:pt x="1681236" y="87699"/>
                </a:cubicBezTo>
                <a:cubicBezTo>
                  <a:pt x="1678347" y="91701"/>
                  <a:pt x="1675186" y="94850"/>
                  <a:pt x="1671752" y="97147"/>
                </a:cubicBezTo>
                <a:cubicBezTo>
                  <a:pt x="1668319" y="99444"/>
                  <a:pt x="1664175" y="101185"/>
                  <a:pt x="1659320" y="102369"/>
                </a:cubicBezTo>
                <a:cubicBezTo>
                  <a:pt x="1654466" y="103553"/>
                  <a:pt x="1648889" y="104145"/>
                  <a:pt x="1642590" y="104145"/>
                </a:cubicBezTo>
                <a:lnTo>
                  <a:pt x="1605010" y="104145"/>
                </a:lnTo>
                <a:moveTo>
                  <a:pt x="1618792" y="91855"/>
                </a:moveTo>
                <a:lnTo>
                  <a:pt x="1641028" y="91855"/>
                </a:lnTo>
                <a:cubicBezTo>
                  <a:pt x="1647895" y="91855"/>
                  <a:pt x="1653282" y="91215"/>
                  <a:pt x="1657189" y="89937"/>
                </a:cubicBezTo>
                <a:cubicBezTo>
                  <a:pt x="1661096" y="88658"/>
                  <a:pt x="1664210" y="86858"/>
                  <a:pt x="1666531" y="84538"/>
                </a:cubicBezTo>
                <a:cubicBezTo>
                  <a:pt x="1669799" y="81270"/>
                  <a:pt x="1672344" y="76877"/>
                  <a:pt x="1674168" y="71360"/>
                </a:cubicBezTo>
                <a:cubicBezTo>
                  <a:pt x="1675991" y="65842"/>
                  <a:pt x="1676903" y="59153"/>
                  <a:pt x="1676903" y="51291"/>
                </a:cubicBezTo>
                <a:cubicBezTo>
                  <a:pt x="1676903" y="40398"/>
                  <a:pt x="1675115" y="32027"/>
                  <a:pt x="1671539" y="26178"/>
                </a:cubicBezTo>
                <a:cubicBezTo>
                  <a:pt x="1667964" y="20329"/>
                  <a:pt x="1663618" y="16410"/>
                  <a:pt x="1658503" y="14421"/>
                </a:cubicBezTo>
                <a:cubicBezTo>
                  <a:pt x="1654809" y="13000"/>
                  <a:pt x="1648866" y="12290"/>
                  <a:pt x="1640672" y="12290"/>
                </a:cubicBezTo>
                <a:lnTo>
                  <a:pt x="1618792" y="12290"/>
                </a:lnTo>
                <a:lnTo>
                  <a:pt x="1618792" y="91855"/>
                </a:lnTo>
                <a:close/>
                <a:moveTo>
                  <a:pt x="1708303" y="104145"/>
                </a:moveTo>
                <a:lnTo>
                  <a:pt x="1708303" y="28700"/>
                </a:lnTo>
                <a:lnTo>
                  <a:pt x="1719811" y="28700"/>
                </a:lnTo>
                <a:lnTo>
                  <a:pt x="1719811" y="40067"/>
                </a:lnTo>
                <a:cubicBezTo>
                  <a:pt x="1722748" y="34745"/>
                  <a:pt x="1725459" y="31235"/>
                  <a:pt x="1727946" y="29539"/>
                </a:cubicBezTo>
                <a:cubicBezTo>
                  <a:pt x="1730432" y="27843"/>
                  <a:pt x="1733167" y="26995"/>
                  <a:pt x="1736151" y="26995"/>
                </a:cubicBezTo>
                <a:cubicBezTo>
                  <a:pt x="1740460" y="26995"/>
                  <a:pt x="1744841" y="28363"/>
                  <a:pt x="1749293" y="31098"/>
                </a:cubicBezTo>
                <a:lnTo>
                  <a:pt x="1744889" y="42908"/>
                </a:lnTo>
                <a:cubicBezTo>
                  <a:pt x="1741763" y="41061"/>
                  <a:pt x="1738637" y="40138"/>
                  <a:pt x="1735511" y="40138"/>
                </a:cubicBezTo>
                <a:cubicBezTo>
                  <a:pt x="1732717" y="40138"/>
                  <a:pt x="1730207" y="40980"/>
                  <a:pt x="1727981" y="42664"/>
                </a:cubicBezTo>
                <a:cubicBezTo>
                  <a:pt x="1725755" y="44347"/>
                  <a:pt x="1724169" y="46681"/>
                  <a:pt x="1723221" y="49668"/>
                </a:cubicBezTo>
                <a:cubicBezTo>
                  <a:pt x="1721801" y="54219"/>
                  <a:pt x="1721090" y="59197"/>
                  <a:pt x="1721090" y="64602"/>
                </a:cubicBezTo>
                <a:lnTo>
                  <a:pt x="1721090" y="104145"/>
                </a:lnTo>
                <a:lnTo>
                  <a:pt x="1708303" y="104145"/>
                </a:lnTo>
                <a:close/>
                <a:moveTo>
                  <a:pt x="1752134" y="66422"/>
                </a:moveTo>
                <a:cubicBezTo>
                  <a:pt x="1752134" y="52451"/>
                  <a:pt x="1756018" y="42103"/>
                  <a:pt x="1763785" y="35378"/>
                </a:cubicBezTo>
                <a:cubicBezTo>
                  <a:pt x="1770273" y="29789"/>
                  <a:pt x="1778182" y="26995"/>
                  <a:pt x="1787512" y="26995"/>
                </a:cubicBezTo>
                <a:cubicBezTo>
                  <a:pt x="1797884" y="26995"/>
                  <a:pt x="1806361" y="30393"/>
                  <a:pt x="1812944" y="37189"/>
                </a:cubicBezTo>
                <a:cubicBezTo>
                  <a:pt x="1819527" y="43986"/>
                  <a:pt x="1822819" y="53375"/>
                  <a:pt x="1822819" y="65357"/>
                </a:cubicBezTo>
                <a:cubicBezTo>
                  <a:pt x="1822819" y="75066"/>
                  <a:pt x="1821363" y="82702"/>
                  <a:pt x="1818450" y="88267"/>
                </a:cubicBezTo>
                <a:cubicBezTo>
                  <a:pt x="1815537" y="93832"/>
                  <a:pt x="1811299" y="98154"/>
                  <a:pt x="1805734" y="101232"/>
                </a:cubicBezTo>
                <a:cubicBezTo>
                  <a:pt x="1800169" y="104311"/>
                  <a:pt x="1794095" y="105850"/>
                  <a:pt x="1787512" y="105850"/>
                </a:cubicBezTo>
                <a:cubicBezTo>
                  <a:pt x="1776951" y="105850"/>
                  <a:pt x="1768414" y="102463"/>
                  <a:pt x="1761902" y="95691"/>
                </a:cubicBezTo>
                <a:cubicBezTo>
                  <a:pt x="1755390" y="88919"/>
                  <a:pt x="1752134" y="79162"/>
                  <a:pt x="1752134" y="66422"/>
                </a:cubicBezTo>
                <a:moveTo>
                  <a:pt x="1765276" y="66387"/>
                </a:moveTo>
                <a:cubicBezTo>
                  <a:pt x="1765276" y="76013"/>
                  <a:pt x="1767384" y="83220"/>
                  <a:pt x="1771599" y="88010"/>
                </a:cubicBezTo>
                <a:cubicBezTo>
                  <a:pt x="1775814" y="92799"/>
                  <a:pt x="1781118" y="95194"/>
                  <a:pt x="1787512" y="95194"/>
                </a:cubicBezTo>
                <a:cubicBezTo>
                  <a:pt x="1793858" y="95194"/>
                  <a:pt x="1799139" y="92787"/>
                  <a:pt x="1803354" y="87974"/>
                </a:cubicBezTo>
                <a:cubicBezTo>
                  <a:pt x="1807569" y="83161"/>
                  <a:pt x="1809677" y="75824"/>
                  <a:pt x="1809677" y="65963"/>
                </a:cubicBezTo>
                <a:cubicBezTo>
                  <a:pt x="1809677" y="56667"/>
                  <a:pt x="1807557" y="49624"/>
                  <a:pt x="1803318" y="44835"/>
                </a:cubicBezTo>
                <a:cubicBezTo>
                  <a:pt x="1799080" y="40046"/>
                  <a:pt x="1793811" y="37651"/>
                  <a:pt x="1787512" y="37651"/>
                </a:cubicBezTo>
                <a:cubicBezTo>
                  <a:pt x="1781118" y="37651"/>
                  <a:pt x="1775814" y="40034"/>
                  <a:pt x="1771599" y="44800"/>
                </a:cubicBezTo>
                <a:cubicBezTo>
                  <a:pt x="1767384" y="49565"/>
                  <a:pt x="1765276" y="56761"/>
                  <a:pt x="1765276" y="66387"/>
                </a:cubicBezTo>
                <a:close/>
                <a:moveTo>
                  <a:pt x="1837809" y="133129"/>
                </a:moveTo>
                <a:lnTo>
                  <a:pt x="1837809" y="28700"/>
                </a:lnTo>
                <a:lnTo>
                  <a:pt x="1849459" y="28700"/>
                </a:lnTo>
                <a:lnTo>
                  <a:pt x="1849459" y="38433"/>
                </a:lnTo>
                <a:cubicBezTo>
                  <a:pt x="1852206" y="34620"/>
                  <a:pt x="1855308" y="31761"/>
                  <a:pt x="1858766" y="29855"/>
                </a:cubicBezTo>
                <a:cubicBezTo>
                  <a:pt x="1862223" y="27948"/>
                  <a:pt x="1866414" y="26995"/>
                  <a:pt x="1871340" y="26995"/>
                </a:cubicBezTo>
                <a:cubicBezTo>
                  <a:pt x="1877781" y="26995"/>
                  <a:pt x="1883464" y="28653"/>
                  <a:pt x="1888389" y="31968"/>
                </a:cubicBezTo>
                <a:cubicBezTo>
                  <a:pt x="1893315" y="35283"/>
                  <a:pt x="1897032" y="39960"/>
                  <a:pt x="1899543" y="45998"/>
                </a:cubicBezTo>
                <a:cubicBezTo>
                  <a:pt x="1902053" y="52037"/>
                  <a:pt x="1903308" y="58655"/>
                  <a:pt x="1903308" y="65854"/>
                </a:cubicBezTo>
                <a:cubicBezTo>
                  <a:pt x="1903308" y="73574"/>
                  <a:pt x="1901922" y="80524"/>
                  <a:pt x="1899152" y="86704"/>
                </a:cubicBezTo>
                <a:cubicBezTo>
                  <a:pt x="1896381" y="92885"/>
                  <a:pt x="1892356" y="97621"/>
                  <a:pt x="1887075" y="100912"/>
                </a:cubicBezTo>
                <a:cubicBezTo>
                  <a:pt x="1881794" y="104204"/>
                  <a:pt x="1876241" y="105850"/>
                  <a:pt x="1870416" y="105850"/>
                </a:cubicBezTo>
                <a:cubicBezTo>
                  <a:pt x="1866154" y="105850"/>
                  <a:pt x="1862329" y="104938"/>
                  <a:pt x="1858943" y="103115"/>
                </a:cubicBezTo>
                <a:cubicBezTo>
                  <a:pt x="1855557" y="101290"/>
                  <a:pt x="1852774" y="98985"/>
                  <a:pt x="1850596" y="96202"/>
                </a:cubicBezTo>
                <a:lnTo>
                  <a:pt x="1850596" y="133129"/>
                </a:lnTo>
                <a:lnTo>
                  <a:pt x="1837809" y="133129"/>
                </a:lnTo>
                <a:moveTo>
                  <a:pt x="1849388" y="66742"/>
                </a:moveTo>
                <a:cubicBezTo>
                  <a:pt x="1849388" y="76439"/>
                  <a:pt x="1851354" y="83605"/>
                  <a:pt x="1855285" y="88241"/>
                </a:cubicBezTo>
                <a:cubicBezTo>
                  <a:pt x="1859215" y="92876"/>
                  <a:pt x="1863975" y="95194"/>
                  <a:pt x="1869564" y="95194"/>
                </a:cubicBezTo>
                <a:cubicBezTo>
                  <a:pt x="1875247" y="95194"/>
                  <a:pt x="1880113" y="92793"/>
                  <a:pt x="1884162" y="87992"/>
                </a:cubicBezTo>
                <a:cubicBezTo>
                  <a:pt x="1888212" y="83191"/>
                  <a:pt x="1890236" y="75752"/>
                  <a:pt x="1890236" y="65677"/>
                </a:cubicBezTo>
                <a:cubicBezTo>
                  <a:pt x="1890236" y="56074"/>
                  <a:pt x="1888259" y="48884"/>
                  <a:pt x="1884304" y="44107"/>
                </a:cubicBezTo>
                <a:cubicBezTo>
                  <a:pt x="1880350" y="39330"/>
                  <a:pt x="1875626" y="36941"/>
                  <a:pt x="1870132" y="36941"/>
                </a:cubicBezTo>
                <a:cubicBezTo>
                  <a:pt x="1864686" y="36941"/>
                  <a:pt x="1859867" y="39483"/>
                  <a:pt x="1855675" y="44569"/>
                </a:cubicBezTo>
                <a:cubicBezTo>
                  <a:pt x="1851484" y="49654"/>
                  <a:pt x="1849388" y="57045"/>
                  <a:pt x="1849388" y="66742"/>
                </a:cubicBezTo>
                <a:close/>
                <a:moveTo>
                  <a:pt x="1950123" y="104145"/>
                </a:moveTo>
                <a:lnTo>
                  <a:pt x="1909772" y="0"/>
                </a:lnTo>
                <a:lnTo>
                  <a:pt x="1924691" y="0"/>
                </a:lnTo>
                <a:lnTo>
                  <a:pt x="1951757" y="75658"/>
                </a:lnTo>
                <a:cubicBezTo>
                  <a:pt x="1953936" y="81720"/>
                  <a:pt x="1955759" y="87403"/>
                  <a:pt x="1957227" y="92707"/>
                </a:cubicBezTo>
                <a:cubicBezTo>
                  <a:pt x="1958837" y="87024"/>
                  <a:pt x="1960708" y="81341"/>
                  <a:pt x="1962839" y="75658"/>
                </a:cubicBezTo>
                <a:lnTo>
                  <a:pt x="1990971" y="0"/>
                </a:lnTo>
                <a:lnTo>
                  <a:pt x="2005037" y="0"/>
                </a:lnTo>
                <a:lnTo>
                  <a:pt x="1964260" y="104145"/>
                </a:lnTo>
                <a:lnTo>
                  <a:pt x="1950123" y="104145"/>
                </a:lnTo>
                <a:close/>
                <a:moveTo>
                  <a:pt x="2013207" y="14776"/>
                </a:moveTo>
                <a:lnTo>
                  <a:pt x="2013207" y="0"/>
                </a:lnTo>
                <a:lnTo>
                  <a:pt x="2025994" y="0"/>
                </a:lnTo>
                <a:lnTo>
                  <a:pt x="2025994" y="14776"/>
                </a:lnTo>
                <a:lnTo>
                  <a:pt x="2013207" y="14776"/>
                </a:lnTo>
                <a:moveTo>
                  <a:pt x="2013207" y="104145"/>
                </a:moveTo>
                <a:lnTo>
                  <a:pt x="2013207" y="28700"/>
                </a:lnTo>
                <a:lnTo>
                  <a:pt x="2025994" y="28700"/>
                </a:lnTo>
                <a:lnTo>
                  <a:pt x="2025994" y="104145"/>
                </a:lnTo>
                <a:lnTo>
                  <a:pt x="2013207" y="104145"/>
                </a:lnTo>
                <a:close/>
                <a:moveTo>
                  <a:pt x="2097105" y="79849"/>
                </a:moveTo>
                <a:lnTo>
                  <a:pt x="2110318" y="81483"/>
                </a:lnTo>
                <a:cubicBezTo>
                  <a:pt x="2108234" y="89203"/>
                  <a:pt x="2104375" y="95194"/>
                  <a:pt x="2098739" y="99456"/>
                </a:cubicBezTo>
                <a:cubicBezTo>
                  <a:pt x="2093103" y="103719"/>
                  <a:pt x="2085904" y="105850"/>
                  <a:pt x="2077143" y="105850"/>
                </a:cubicBezTo>
                <a:cubicBezTo>
                  <a:pt x="2066108" y="105850"/>
                  <a:pt x="2057358" y="102452"/>
                  <a:pt x="2050893" y="95655"/>
                </a:cubicBezTo>
                <a:cubicBezTo>
                  <a:pt x="2044429" y="88859"/>
                  <a:pt x="2041196" y="79328"/>
                  <a:pt x="2041196" y="67062"/>
                </a:cubicBezTo>
                <a:cubicBezTo>
                  <a:pt x="2041196" y="54369"/>
                  <a:pt x="2044464" y="44518"/>
                  <a:pt x="2051000" y="37509"/>
                </a:cubicBezTo>
                <a:cubicBezTo>
                  <a:pt x="2057536" y="30500"/>
                  <a:pt x="2066013" y="26995"/>
                  <a:pt x="2076432" y="26995"/>
                </a:cubicBezTo>
                <a:cubicBezTo>
                  <a:pt x="2086520" y="26995"/>
                  <a:pt x="2094761" y="30424"/>
                  <a:pt x="2101154" y="37280"/>
                </a:cubicBezTo>
                <a:cubicBezTo>
                  <a:pt x="2107548" y="44136"/>
                  <a:pt x="2110745" y="53781"/>
                  <a:pt x="2110745" y="66216"/>
                </a:cubicBezTo>
                <a:cubicBezTo>
                  <a:pt x="2110745" y="66972"/>
                  <a:pt x="2110721" y="68107"/>
                  <a:pt x="2110673" y="69619"/>
                </a:cubicBezTo>
                <a:lnTo>
                  <a:pt x="2054410" y="69619"/>
                </a:lnTo>
                <a:cubicBezTo>
                  <a:pt x="2054883" y="77884"/>
                  <a:pt x="2057228" y="84212"/>
                  <a:pt x="2061443" y="88605"/>
                </a:cubicBezTo>
                <a:cubicBezTo>
                  <a:pt x="2065658" y="92997"/>
                  <a:pt x="2070915" y="95194"/>
                  <a:pt x="2077214" y="95194"/>
                </a:cubicBezTo>
                <a:cubicBezTo>
                  <a:pt x="2081902" y="95194"/>
                  <a:pt x="2085904" y="93974"/>
                  <a:pt x="2089219" y="91535"/>
                </a:cubicBezTo>
                <a:cubicBezTo>
                  <a:pt x="2092535" y="89095"/>
                  <a:pt x="2095163" y="85199"/>
                  <a:pt x="2097105" y="79849"/>
                </a:cubicBezTo>
                <a:moveTo>
                  <a:pt x="2055120" y="58963"/>
                </a:moveTo>
                <a:lnTo>
                  <a:pt x="2097247" y="58963"/>
                </a:lnTo>
                <a:cubicBezTo>
                  <a:pt x="2096679" y="52721"/>
                  <a:pt x="2095068" y="48039"/>
                  <a:pt x="2092416" y="44917"/>
                </a:cubicBezTo>
                <a:cubicBezTo>
                  <a:pt x="2088343" y="40073"/>
                  <a:pt x="2083063" y="37651"/>
                  <a:pt x="2076574" y="37651"/>
                </a:cubicBezTo>
                <a:cubicBezTo>
                  <a:pt x="2070702" y="37651"/>
                  <a:pt x="2065764" y="39585"/>
                  <a:pt x="2061762" y="43452"/>
                </a:cubicBezTo>
                <a:cubicBezTo>
                  <a:pt x="2057760" y="47318"/>
                  <a:pt x="2055546" y="52488"/>
                  <a:pt x="2055120" y="58963"/>
                </a:cubicBezTo>
                <a:close/>
                <a:moveTo>
                  <a:pt x="2140297" y="104145"/>
                </a:moveTo>
                <a:lnTo>
                  <a:pt x="2117209" y="28700"/>
                </a:lnTo>
                <a:lnTo>
                  <a:pt x="2130422" y="28700"/>
                </a:lnTo>
                <a:lnTo>
                  <a:pt x="2142428" y="72241"/>
                </a:lnTo>
                <a:lnTo>
                  <a:pt x="2146903" y="88445"/>
                </a:lnTo>
                <a:cubicBezTo>
                  <a:pt x="2147093" y="87641"/>
                  <a:pt x="2148395" y="82461"/>
                  <a:pt x="2150811" y="72903"/>
                </a:cubicBezTo>
                <a:lnTo>
                  <a:pt x="2162816" y="28700"/>
                </a:lnTo>
                <a:lnTo>
                  <a:pt x="2175959" y="28700"/>
                </a:lnTo>
                <a:lnTo>
                  <a:pt x="2187254" y="72452"/>
                </a:lnTo>
                <a:lnTo>
                  <a:pt x="2191019" y="86882"/>
                </a:lnTo>
                <a:lnTo>
                  <a:pt x="2195353" y="72317"/>
                </a:lnTo>
                <a:lnTo>
                  <a:pt x="2208282" y="28700"/>
                </a:lnTo>
                <a:lnTo>
                  <a:pt x="2220714" y="28700"/>
                </a:lnTo>
                <a:lnTo>
                  <a:pt x="2197129" y="104145"/>
                </a:lnTo>
                <a:lnTo>
                  <a:pt x="2183844" y="104145"/>
                </a:lnTo>
                <a:lnTo>
                  <a:pt x="2171838" y="58939"/>
                </a:lnTo>
                <a:lnTo>
                  <a:pt x="2168926" y="46105"/>
                </a:lnTo>
                <a:lnTo>
                  <a:pt x="2153652" y="104145"/>
                </a:lnTo>
                <a:lnTo>
                  <a:pt x="2140297" y="10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-startButtonView:StartLLMButtonView">
            <a:extLst xmlns:a="http://schemas.openxmlformats.org/drawingml/2006/main">
              <a:ext uri="{FF2B5EF4-FFF2-40B4-BE49-F238E27FC236}">
                <a16:creationId xmlns:a16="http://schemas.microsoft.com/office/drawing/2014/main" id="{A40731DC-44EE-427F-8597-F1AD5E2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50" y="1329440"/>
            <a:ext cx="2503880" cy="107697"/>
          </a:xfrm>
          <a:custGeom xmlns:a="http://schemas.openxmlformats.org/drawingml/2006/main">
            <a:pathLst>
              <a:path w="2503880" h="107697">
                <a:moveTo>
                  <a:pt x="0" y="74734"/>
                </a:moveTo>
                <a:lnTo>
                  <a:pt x="0" y="61805"/>
                </a:lnTo>
                <a:lnTo>
                  <a:pt x="39285" y="61805"/>
                </a:lnTo>
                <a:lnTo>
                  <a:pt x="39285" y="74734"/>
                </a:lnTo>
                <a:lnTo>
                  <a:pt x="0" y="74734"/>
                </a:lnTo>
                <a:close/>
                <a:moveTo>
                  <a:pt x="88733" y="83401"/>
                </a:moveTo>
                <a:lnTo>
                  <a:pt x="101378" y="81412"/>
                </a:lnTo>
                <a:cubicBezTo>
                  <a:pt x="102088" y="86457"/>
                  <a:pt x="104066" y="90324"/>
                  <a:pt x="107310" y="93011"/>
                </a:cubicBezTo>
                <a:cubicBezTo>
                  <a:pt x="110554" y="95698"/>
                  <a:pt x="115089" y="97041"/>
                  <a:pt x="120914" y="97041"/>
                </a:cubicBezTo>
                <a:cubicBezTo>
                  <a:pt x="126787" y="97041"/>
                  <a:pt x="131144" y="95855"/>
                  <a:pt x="133985" y="93482"/>
                </a:cubicBezTo>
                <a:cubicBezTo>
                  <a:pt x="136827" y="91108"/>
                  <a:pt x="138248" y="88324"/>
                  <a:pt x="138248" y="85130"/>
                </a:cubicBezTo>
                <a:cubicBezTo>
                  <a:pt x="138248" y="82264"/>
                  <a:pt x="136993" y="80008"/>
                  <a:pt x="134483" y="78364"/>
                </a:cubicBezTo>
                <a:cubicBezTo>
                  <a:pt x="132730" y="77236"/>
                  <a:pt x="128373" y="75803"/>
                  <a:pt x="121411" y="74064"/>
                </a:cubicBezTo>
                <a:cubicBezTo>
                  <a:pt x="112034" y="71694"/>
                  <a:pt x="105534" y="69644"/>
                  <a:pt x="101911" y="67914"/>
                </a:cubicBezTo>
                <a:cubicBezTo>
                  <a:pt x="98288" y="66184"/>
                  <a:pt x="95541" y="63790"/>
                  <a:pt x="93670" y="60733"/>
                </a:cubicBezTo>
                <a:cubicBezTo>
                  <a:pt x="91799" y="57675"/>
                  <a:pt x="90864" y="54298"/>
                  <a:pt x="90864" y="50601"/>
                </a:cubicBezTo>
                <a:cubicBezTo>
                  <a:pt x="90864" y="47235"/>
                  <a:pt x="91634" y="44118"/>
                  <a:pt x="93173" y="41250"/>
                </a:cubicBezTo>
                <a:cubicBezTo>
                  <a:pt x="94712" y="38382"/>
                  <a:pt x="96808" y="36000"/>
                  <a:pt x="99460" y="34104"/>
                </a:cubicBezTo>
                <a:cubicBezTo>
                  <a:pt x="101449" y="32634"/>
                  <a:pt x="104160" y="31390"/>
                  <a:pt x="107594" y="30372"/>
                </a:cubicBezTo>
                <a:cubicBezTo>
                  <a:pt x="111027" y="29352"/>
                  <a:pt x="114710" y="28842"/>
                  <a:pt x="118641" y="28842"/>
                </a:cubicBezTo>
                <a:cubicBezTo>
                  <a:pt x="124561" y="28842"/>
                  <a:pt x="129758" y="29701"/>
                  <a:pt x="134234" y="31417"/>
                </a:cubicBezTo>
                <a:cubicBezTo>
                  <a:pt x="138709" y="33133"/>
                  <a:pt x="142013" y="35457"/>
                  <a:pt x="144144" y="38390"/>
                </a:cubicBezTo>
                <a:cubicBezTo>
                  <a:pt x="146275" y="41322"/>
                  <a:pt x="147743" y="45244"/>
                  <a:pt x="148548" y="50154"/>
                </a:cubicBezTo>
                <a:lnTo>
                  <a:pt x="136045" y="51859"/>
                </a:lnTo>
                <a:cubicBezTo>
                  <a:pt x="135477" y="47976"/>
                  <a:pt x="133831" y="44945"/>
                  <a:pt x="131108" y="42766"/>
                </a:cubicBezTo>
                <a:cubicBezTo>
                  <a:pt x="128385" y="40588"/>
                  <a:pt x="124537" y="39498"/>
                  <a:pt x="119564" y="39498"/>
                </a:cubicBezTo>
                <a:cubicBezTo>
                  <a:pt x="113691" y="39498"/>
                  <a:pt x="109500" y="40465"/>
                  <a:pt x="106990" y="42398"/>
                </a:cubicBezTo>
                <a:cubicBezTo>
                  <a:pt x="104480" y="44329"/>
                  <a:pt x="103225" y="46591"/>
                  <a:pt x="103225" y="49184"/>
                </a:cubicBezTo>
                <a:cubicBezTo>
                  <a:pt x="103225" y="50833"/>
                  <a:pt x="103746" y="52317"/>
                  <a:pt x="104788" y="53637"/>
                </a:cubicBezTo>
                <a:cubicBezTo>
                  <a:pt x="105830" y="55004"/>
                  <a:pt x="107464" y="56134"/>
                  <a:pt x="109690" y="57030"/>
                </a:cubicBezTo>
                <a:cubicBezTo>
                  <a:pt x="110968" y="57502"/>
                  <a:pt x="114733" y="58586"/>
                  <a:pt x="120985" y="60282"/>
                </a:cubicBezTo>
                <a:cubicBezTo>
                  <a:pt x="130031" y="62696"/>
                  <a:pt x="136341" y="64672"/>
                  <a:pt x="139917" y="66209"/>
                </a:cubicBezTo>
                <a:cubicBezTo>
                  <a:pt x="143493" y="67747"/>
                  <a:pt x="146299" y="69983"/>
                  <a:pt x="148335" y="72918"/>
                </a:cubicBezTo>
                <a:cubicBezTo>
                  <a:pt x="150372" y="75852"/>
                  <a:pt x="151390" y="79495"/>
                  <a:pt x="151390" y="83847"/>
                </a:cubicBezTo>
                <a:cubicBezTo>
                  <a:pt x="151390" y="88107"/>
                  <a:pt x="150147" y="92118"/>
                  <a:pt x="147660" y="95880"/>
                </a:cubicBezTo>
                <a:cubicBezTo>
                  <a:pt x="145174" y="99640"/>
                  <a:pt x="141587" y="102550"/>
                  <a:pt x="136898" y="104609"/>
                </a:cubicBezTo>
                <a:cubicBezTo>
                  <a:pt x="132209" y="106667"/>
                  <a:pt x="126905" y="107697"/>
                  <a:pt x="120985" y="107697"/>
                </a:cubicBezTo>
                <a:cubicBezTo>
                  <a:pt x="111181" y="107697"/>
                  <a:pt x="103710" y="105654"/>
                  <a:pt x="98572" y="101570"/>
                </a:cubicBezTo>
                <a:cubicBezTo>
                  <a:pt x="93433" y="97485"/>
                  <a:pt x="90154" y="91429"/>
                  <a:pt x="88733" y="83401"/>
                </a:cubicBezTo>
                <a:close/>
                <a:moveTo>
                  <a:pt x="194512" y="94696"/>
                </a:moveTo>
                <a:lnTo>
                  <a:pt x="196359" y="105992"/>
                </a:lnTo>
                <a:cubicBezTo>
                  <a:pt x="192760" y="106655"/>
                  <a:pt x="189539" y="106986"/>
                  <a:pt x="186698" y="106986"/>
                </a:cubicBezTo>
                <a:cubicBezTo>
                  <a:pt x="182056" y="106986"/>
                  <a:pt x="178457" y="106252"/>
                  <a:pt x="175899" y="104784"/>
                </a:cubicBezTo>
                <a:cubicBezTo>
                  <a:pt x="173342" y="103316"/>
                  <a:pt x="171542" y="101386"/>
                  <a:pt x="170500" y="98994"/>
                </a:cubicBezTo>
                <a:cubicBezTo>
                  <a:pt x="169458" y="96603"/>
                  <a:pt x="168938" y="91571"/>
                  <a:pt x="168938" y="83898"/>
                </a:cubicBezTo>
                <a:lnTo>
                  <a:pt x="168938" y="40493"/>
                </a:lnTo>
                <a:lnTo>
                  <a:pt x="159560" y="40493"/>
                </a:lnTo>
                <a:lnTo>
                  <a:pt x="159560" y="30547"/>
                </a:lnTo>
                <a:lnTo>
                  <a:pt x="168938" y="30547"/>
                </a:lnTo>
                <a:lnTo>
                  <a:pt x="168938" y="11813"/>
                </a:lnTo>
                <a:lnTo>
                  <a:pt x="181654" y="4120"/>
                </a:lnTo>
                <a:lnTo>
                  <a:pt x="181654" y="30547"/>
                </a:lnTo>
                <a:lnTo>
                  <a:pt x="194512" y="30547"/>
                </a:lnTo>
                <a:lnTo>
                  <a:pt x="194512" y="40493"/>
                </a:lnTo>
                <a:lnTo>
                  <a:pt x="181654" y="40493"/>
                </a:lnTo>
                <a:lnTo>
                  <a:pt x="181654" y="84609"/>
                </a:lnTo>
                <a:cubicBezTo>
                  <a:pt x="181654" y="88255"/>
                  <a:pt x="181879" y="90600"/>
                  <a:pt x="182329" y="91642"/>
                </a:cubicBezTo>
                <a:cubicBezTo>
                  <a:pt x="182778" y="92684"/>
                  <a:pt x="183513" y="93512"/>
                  <a:pt x="184531" y="94128"/>
                </a:cubicBezTo>
                <a:cubicBezTo>
                  <a:pt x="185549" y="94744"/>
                  <a:pt x="187005" y="95052"/>
                  <a:pt x="188900" y="95052"/>
                </a:cubicBezTo>
                <a:cubicBezTo>
                  <a:pt x="190321" y="95052"/>
                  <a:pt x="192191" y="94933"/>
                  <a:pt x="194512" y="94696"/>
                </a:cubicBezTo>
                <a:close/>
                <a:moveTo>
                  <a:pt x="256242" y="96677"/>
                </a:moveTo>
                <a:cubicBezTo>
                  <a:pt x="251506" y="100705"/>
                  <a:pt x="246948" y="103549"/>
                  <a:pt x="242567" y="105208"/>
                </a:cubicBezTo>
                <a:cubicBezTo>
                  <a:pt x="238186" y="106867"/>
                  <a:pt x="233486" y="107697"/>
                  <a:pt x="228465" y="107697"/>
                </a:cubicBezTo>
                <a:cubicBezTo>
                  <a:pt x="220177" y="107697"/>
                  <a:pt x="213808" y="105671"/>
                  <a:pt x="209356" y="101618"/>
                </a:cubicBezTo>
                <a:cubicBezTo>
                  <a:pt x="204904" y="97566"/>
                  <a:pt x="202678" y="92388"/>
                  <a:pt x="202678" y="86085"/>
                </a:cubicBezTo>
                <a:cubicBezTo>
                  <a:pt x="202678" y="82389"/>
                  <a:pt x="203519" y="79014"/>
                  <a:pt x="205200" y="75957"/>
                </a:cubicBezTo>
                <a:cubicBezTo>
                  <a:pt x="206881" y="72900"/>
                  <a:pt x="209083" y="70447"/>
                  <a:pt x="211807" y="68598"/>
                </a:cubicBezTo>
                <a:cubicBezTo>
                  <a:pt x="214530" y="66750"/>
                  <a:pt x="217596" y="65352"/>
                  <a:pt x="221006" y="64404"/>
                </a:cubicBezTo>
                <a:cubicBezTo>
                  <a:pt x="223516" y="63740"/>
                  <a:pt x="227305" y="63100"/>
                  <a:pt x="232373" y="62484"/>
                </a:cubicBezTo>
                <a:cubicBezTo>
                  <a:pt x="242697" y="61262"/>
                  <a:pt x="250298" y="59804"/>
                  <a:pt x="255177" y="58111"/>
                </a:cubicBezTo>
                <a:cubicBezTo>
                  <a:pt x="255224" y="56366"/>
                  <a:pt x="255248" y="55257"/>
                  <a:pt x="255248" y="54785"/>
                </a:cubicBezTo>
                <a:cubicBezTo>
                  <a:pt x="255248" y="49595"/>
                  <a:pt x="254040" y="45939"/>
                  <a:pt x="251625" y="43816"/>
                </a:cubicBezTo>
                <a:cubicBezTo>
                  <a:pt x="248357" y="40938"/>
                  <a:pt x="243502" y="39498"/>
                  <a:pt x="237061" y="39498"/>
                </a:cubicBezTo>
                <a:cubicBezTo>
                  <a:pt x="231047" y="39498"/>
                  <a:pt x="226607" y="40552"/>
                  <a:pt x="223741" y="42660"/>
                </a:cubicBezTo>
                <a:cubicBezTo>
                  <a:pt x="220876" y="44767"/>
                  <a:pt x="218757" y="48497"/>
                  <a:pt x="217383" y="53848"/>
                </a:cubicBezTo>
                <a:lnTo>
                  <a:pt x="204880" y="52143"/>
                </a:lnTo>
                <a:cubicBezTo>
                  <a:pt x="206017" y="46775"/>
                  <a:pt x="207888" y="42441"/>
                  <a:pt x="210492" y="39139"/>
                </a:cubicBezTo>
                <a:cubicBezTo>
                  <a:pt x="213097" y="35837"/>
                  <a:pt x="216862" y="33296"/>
                  <a:pt x="221788" y="31515"/>
                </a:cubicBezTo>
                <a:cubicBezTo>
                  <a:pt x="226713" y="29733"/>
                  <a:pt x="232420" y="28842"/>
                  <a:pt x="238908" y="28842"/>
                </a:cubicBezTo>
                <a:cubicBezTo>
                  <a:pt x="245349" y="28842"/>
                  <a:pt x="250583" y="29600"/>
                  <a:pt x="254608" y="31116"/>
                </a:cubicBezTo>
                <a:cubicBezTo>
                  <a:pt x="258634" y="32631"/>
                  <a:pt x="261594" y="34537"/>
                  <a:pt x="263488" y="36834"/>
                </a:cubicBezTo>
                <a:cubicBezTo>
                  <a:pt x="265383" y="39131"/>
                  <a:pt x="266709" y="42032"/>
                  <a:pt x="267466" y="45537"/>
                </a:cubicBezTo>
                <a:cubicBezTo>
                  <a:pt x="267893" y="47715"/>
                  <a:pt x="268106" y="51646"/>
                  <a:pt x="268106" y="57329"/>
                </a:cubicBezTo>
                <a:lnTo>
                  <a:pt x="268106" y="74379"/>
                </a:lnTo>
                <a:cubicBezTo>
                  <a:pt x="268106" y="86266"/>
                  <a:pt x="268378" y="93785"/>
                  <a:pt x="268923" y="96934"/>
                </a:cubicBezTo>
                <a:cubicBezTo>
                  <a:pt x="269467" y="100084"/>
                  <a:pt x="270545" y="103103"/>
                  <a:pt x="272155" y="105992"/>
                </a:cubicBezTo>
                <a:lnTo>
                  <a:pt x="258800" y="105992"/>
                </a:lnTo>
                <a:cubicBezTo>
                  <a:pt x="257473" y="103337"/>
                  <a:pt x="256621" y="100232"/>
                  <a:pt x="256242" y="96677"/>
                </a:cubicBezTo>
                <a:moveTo>
                  <a:pt x="255177" y="68056"/>
                </a:moveTo>
                <a:cubicBezTo>
                  <a:pt x="250535" y="69967"/>
                  <a:pt x="243573" y="71591"/>
                  <a:pt x="234291" y="72927"/>
                </a:cubicBezTo>
                <a:cubicBezTo>
                  <a:pt x="229034" y="73688"/>
                  <a:pt x="225316" y="74544"/>
                  <a:pt x="223137" y="75496"/>
                </a:cubicBezTo>
                <a:cubicBezTo>
                  <a:pt x="220959" y="76446"/>
                  <a:pt x="219278" y="77837"/>
                  <a:pt x="218094" y="79669"/>
                </a:cubicBezTo>
                <a:cubicBezTo>
                  <a:pt x="216910" y="81500"/>
                  <a:pt x="216318" y="83533"/>
                  <a:pt x="216318" y="85768"/>
                </a:cubicBezTo>
                <a:cubicBezTo>
                  <a:pt x="216318" y="89191"/>
                  <a:pt x="217608" y="92044"/>
                  <a:pt x="220189" y="94328"/>
                </a:cubicBezTo>
                <a:cubicBezTo>
                  <a:pt x="222770" y="96610"/>
                  <a:pt x="226547" y="97751"/>
                  <a:pt x="231520" y="97751"/>
                </a:cubicBezTo>
                <a:cubicBezTo>
                  <a:pt x="236446" y="97751"/>
                  <a:pt x="240826" y="96669"/>
                  <a:pt x="244663" y="94503"/>
                </a:cubicBezTo>
                <a:cubicBezTo>
                  <a:pt x="248499" y="92338"/>
                  <a:pt x="251317" y="89376"/>
                  <a:pt x="253116" y="85617"/>
                </a:cubicBezTo>
                <a:cubicBezTo>
                  <a:pt x="254490" y="82713"/>
                  <a:pt x="255177" y="78430"/>
                  <a:pt x="255177" y="72767"/>
                </a:cubicBezTo>
                <a:lnTo>
                  <a:pt x="255177" y="68056"/>
                </a:lnTo>
                <a:close/>
                <a:moveTo>
                  <a:pt x="287784" y="105992"/>
                </a:moveTo>
                <a:lnTo>
                  <a:pt x="287784" y="30547"/>
                </a:lnTo>
                <a:lnTo>
                  <a:pt x="299293" y="30547"/>
                </a:lnTo>
                <a:lnTo>
                  <a:pt x="299293" y="41914"/>
                </a:lnTo>
                <a:cubicBezTo>
                  <a:pt x="302229" y="36592"/>
                  <a:pt x="304940" y="33082"/>
                  <a:pt x="307427" y="31386"/>
                </a:cubicBezTo>
                <a:cubicBezTo>
                  <a:pt x="309913" y="29690"/>
                  <a:pt x="312648" y="28842"/>
                  <a:pt x="315632" y="28842"/>
                </a:cubicBezTo>
                <a:cubicBezTo>
                  <a:pt x="319942" y="28842"/>
                  <a:pt x="324322" y="30210"/>
                  <a:pt x="328774" y="32945"/>
                </a:cubicBezTo>
                <a:lnTo>
                  <a:pt x="324370" y="44755"/>
                </a:lnTo>
                <a:cubicBezTo>
                  <a:pt x="321244" y="42908"/>
                  <a:pt x="318118" y="41985"/>
                  <a:pt x="314992" y="41985"/>
                </a:cubicBezTo>
                <a:cubicBezTo>
                  <a:pt x="312198" y="41985"/>
                  <a:pt x="309688" y="42827"/>
                  <a:pt x="307462" y="44511"/>
                </a:cubicBezTo>
                <a:cubicBezTo>
                  <a:pt x="305236" y="46194"/>
                  <a:pt x="303650" y="48529"/>
                  <a:pt x="302703" y="51515"/>
                </a:cubicBezTo>
                <a:cubicBezTo>
                  <a:pt x="301282" y="56066"/>
                  <a:pt x="300571" y="61044"/>
                  <a:pt x="300571" y="66449"/>
                </a:cubicBezTo>
                <a:lnTo>
                  <a:pt x="300571" y="105992"/>
                </a:lnTo>
                <a:lnTo>
                  <a:pt x="287784" y="105992"/>
                </a:lnTo>
                <a:close/>
                <a:moveTo>
                  <a:pt x="364302" y="94696"/>
                </a:moveTo>
                <a:lnTo>
                  <a:pt x="366149" y="105992"/>
                </a:lnTo>
                <a:cubicBezTo>
                  <a:pt x="362549" y="106655"/>
                  <a:pt x="359329" y="106986"/>
                  <a:pt x="356487" y="106986"/>
                </a:cubicBezTo>
                <a:cubicBezTo>
                  <a:pt x="351846" y="106986"/>
                  <a:pt x="348246" y="106252"/>
                  <a:pt x="345689" y="104784"/>
                </a:cubicBezTo>
                <a:cubicBezTo>
                  <a:pt x="343132" y="103316"/>
                  <a:pt x="341332" y="101386"/>
                  <a:pt x="340290" y="98994"/>
                </a:cubicBezTo>
                <a:cubicBezTo>
                  <a:pt x="339248" y="96603"/>
                  <a:pt x="338727" y="91571"/>
                  <a:pt x="338727" y="83898"/>
                </a:cubicBezTo>
                <a:lnTo>
                  <a:pt x="338727" y="40493"/>
                </a:lnTo>
                <a:lnTo>
                  <a:pt x="329350" y="40493"/>
                </a:lnTo>
                <a:lnTo>
                  <a:pt x="329350" y="30547"/>
                </a:lnTo>
                <a:lnTo>
                  <a:pt x="338727" y="30547"/>
                </a:lnTo>
                <a:lnTo>
                  <a:pt x="338727" y="11813"/>
                </a:lnTo>
                <a:lnTo>
                  <a:pt x="351443" y="4120"/>
                </a:lnTo>
                <a:lnTo>
                  <a:pt x="351443" y="30547"/>
                </a:lnTo>
                <a:lnTo>
                  <a:pt x="364302" y="30547"/>
                </a:lnTo>
                <a:lnTo>
                  <a:pt x="364302" y="40493"/>
                </a:lnTo>
                <a:lnTo>
                  <a:pt x="351443" y="40493"/>
                </a:lnTo>
                <a:lnTo>
                  <a:pt x="351443" y="84609"/>
                </a:lnTo>
                <a:cubicBezTo>
                  <a:pt x="351443" y="88255"/>
                  <a:pt x="351668" y="90600"/>
                  <a:pt x="352118" y="91642"/>
                </a:cubicBezTo>
                <a:cubicBezTo>
                  <a:pt x="352568" y="92684"/>
                  <a:pt x="353302" y="93512"/>
                  <a:pt x="354320" y="94128"/>
                </a:cubicBezTo>
                <a:cubicBezTo>
                  <a:pt x="355339" y="94744"/>
                  <a:pt x="356795" y="95052"/>
                  <a:pt x="358689" y="95052"/>
                </a:cubicBezTo>
                <a:cubicBezTo>
                  <a:pt x="360110" y="95052"/>
                  <a:pt x="361981" y="94933"/>
                  <a:pt x="364302" y="94696"/>
                </a:cubicBezTo>
                <a:close/>
                <a:moveTo>
                  <a:pt x="377867" y="105992"/>
                </a:moveTo>
                <a:lnTo>
                  <a:pt x="377867" y="1847"/>
                </a:lnTo>
                <a:lnTo>
                  <a:pt x="416939" y="1847"/>
                </a:lnTo>
                <a:cubicBezTo>
                  <a:pt x="424895" y="1847"/>
                  <a:pt x="431277" y="2901"/>
                  <a:pt x="436084" y="5008"/>
                </a:cubicBezTo>
                <a:cubicBezTo>
                  <a:pt x="440891" y="7116"/>
                  <a:pt x="444656" y="10360"/>
                  <a:pt x="447379" y="14741"/>
                </a:cubicBezTo>
                <a:cubicBezTo>
                  <a:pt x="450103" y="19122"/>
                  <a:pt x="451464" y="23704"/>
                  <a:pt x="451464" y="28487"/>
                </a:cubicBezTo>
                <a:cubicBezTo>
                  <a:pt x="451464" y="32939"/>
                  <a:pt x="450256" y="37130"/>
                  <a:pt x="447841" y="41061"/>
                </a:cubicBezTo>
                <a:cubicBezTo>
                  <a:pt x="445426" y="44992"/>
                  <a:pt x="441779" y="48165"/>
                  <a:pt x="436901" y="50581"/>
                </a:cubicBezTo>
                <a:cubicBezTo>
                  <a:pt x="443200" y="52428"/>
                  <a:pt x="448042" y="55577"/>
                  <a:pt x="451429" y="60029"/>
                </a:cubicBezTo>
                <a:cubicBezTo>
                  <a:pt x="454815" y="64481"/>
                  <a:pt x="456508" y="69738"/>
                  <a:pt x="456508" y="75800"/>
                </a:cubicBezTo>
                <a:cubicBezTo>
                  <a:pt x="456508" y="80678"/>
                  <a:pt x="455478" y="85213"/>
                  <a:pt x="453418" y="89404"/>
                </a:cubicBezTo>
                <a:cubicBezTo>
                  <a:pt x="451358" y="93595"/>
                  <a:pt x="448812" y="96828"/>
                  <a:pt x="445781" y="99101"/>
                </a:cubicBezTo>
                <a:cubicBezTo>
                  <a:pt x="442750" y="101374"/>
                  <a:pt x="438949" y="103091"/>
                  <a:pt x="434379" y="104251"/>
                </a:cubicBezTo>
                <a:cubicBezTo>
                  <a:pt x="429809" y="105412"/>
                  <a:pt x="424208" y="105992"/>
                  <a:pt x="417578" y="105992"/>
                </a:cubicBezTo>
                <a:lnTo>
                  <a:pt x="377867" y="105992"/>
                </a:lnTo>
                <a:moveTo>
                  <a:pt x="391648" y="45608"/>
                </a:moveTo>
                <a:lnTo>
                  <a:pt x="414168" y="45608"/>
                </a:lnTo>
                <a:cubicBezTo>
                  <a:pt x="420278" y="45608"/>
                  <a:pt x="424658" y="45205"/>
                  <a:pt x="427310" y="44400"/>
                </a:cubicBezTo>
                <a:cubicBezTo>
                  <a:pt x="430815" y="43358"/>
                  <a:pt x="433455" y="41629"/>
                  <a:pt x="435231" y="39214"/>
                </a:cubicBezTo>
                <a:cubicBezTo>
                  <a:pt x="437007" y="36799"/>
                  <a:pt x="437895" y="33768"/>
                  <a:pt x="437895" y="30121"/>
                </a:cubicBezTo>
                <a:cubicBezTo>
                  <a:pt x="437895" y="26664"/>
                  <a:pt x="437067" y="23621"/>
                  <a:pt x="435409" y="20992"/>
                </a:cubicBezTo>
                <a:cubicBezTo>
                  <a:pt x="433751" y="18364"/>
                  <a:pt x="431383" y="16564"/>
                  <a:pt x="428305" y="15593"/>
                </a:cubicBezTo>
                <a:cubicBezTo>
                  <a:pt x="425227" y="14622"/>
                  <a:pt x="419946" y="14137"/>
                  <a:pt x="412463" y="14137"/>
                </a:cubicBezTo>
                <a:lnTo>
                  <a:pt x="391648" y="14137"/>
                </a:lnTo>
                <a:lnTo>
                  <a:pt x="391648" y="45608"/>
                </a:lnTo>
                <a:moveTo>
                  <a:pt x="391648" y="93702"/>
                </a:moveTo>
                <a:lnTo>
                  <a:pt x="417578" y="93702"/>
                </a:lnTo>
                <a:cubicBezTo>
                  <a:pt x="422030" y="93702"/>
                  <a:pt x="425156" y="93536"/>
                  <a:pt x="426955" y="93205"/>
                </a:cubicBezTo>
                <a:cubicBezTo>
                  <a:pt x="430128" y="92636"/>
                  <a:pt x="432781" y="91689"/>
                  <a:pt x="434912" y="90363"/>
                </a:cubicBezTo>
                <a:cubicBezTo>
                  <a:pt x="437043" y="89037"/>
                  <a:pt x="438795" y="87107"/>
                  <a:pt x="440169" y="84573"/>
                </a:cubicBezTo>
                <a:cubicBezTo>
                  <a:pt x="441542" y="82039"/>
                  <a:pt x="442229" y="79115"/>
                  <a:pt x="442229" y="75800"/>
                </a:cubicBezTo>
                <a:cubicBezTo>
                  <a:pt x="442229" y="71916"/>
                  <a:pt x="441234" y="68542"/>
                  <a:pt x="439245" y="65677"/>
                </a:cubicBezTo>
                <a:cubicBezTo>
                  <a:pt x="437256" y="62811"/>
                  <a:pt x="434497" y="60798"/>
                  <a:pt x="430969" y="59638"/>
                </a:cubicBezTo>
                <a:cubicBezTo>
                  <a:pt x="427441" y="58478"/>
                  <a:pt x="422361" y="57898"/>
                  <a:pt x="415731" y="57898"/>
                </a:cubicBezTo>
                <a:lnTo>
                  <a:pt x="391648" y="57898"/>
                </a:lnTo>
                <a:lnTo>
                  <a:pt x="391648" y="93702"/>
                </a:lnTo>
                <a:close/>
                <a:moveTo>
                  <a:pt x="523280" y="105992"/>
                </a:moveTo>
                <a:lnTo>
                  <a:pt x="523280" y="94910"/>
                </a:lnTo>
                <a:cubicBezTo>
                  <a:pt x="517408" y="103434"/>
                  <a:pt x="509427" y="107697"/>
                  <a:pt x="499340" y="107697"/>
                </a:cubicBezTo>
                <a:cubicBezTo>
                  <a:pt x="494888" y="107697"/>
                  <a:pt x="490732" y="106844"/>
                  <a:pt x="486872" y="105139"/>
                </a:cubicBezTo>
                <a:cubicBezTo>
                  <a:pt x="483012" y="103434"/>
                  <a:pt x="480147" y="101291"/>
                  <a:pt x="478276" y="98710"/>
                </a:cubicBezTo>
                <a:cubicBezTo>
                  <a:pt x="476406" y="96129"/>
                  <a:pt x="475091" y="92968"/>
                  <a:pt x="474334" y="89226"/>
                </a:cubicBezTo>
                <a:cubicBezTo>
                  <a:pt x="473813" y="86716"/>
                  <a:pt x="473552" y="82738"/>
                  <a:pt x="473552" y="77292"/>
                </a:cubicBezTo>
                <a:lnTo>
                  <a:pt x="473552" y="30547"/>
                </a:lnTo>
                <a:lnTo>
                  <a:pt x="486339" y="30547"/>
                </a:lnTo>
                <a:lnTo>
                  <a:pt x="486339" y="72390"/>
                </a:lnTo>
                <a:cubicBezTo>
                  <a:pt x="486339" y="79068"/>
                  <a:pt x="486600" y="83567"/>
                  <a:pt x="487121" y="85887"/>
                </a:cubicBezTo>
                <a:cubicBezTo>
                  <a:pt x="487926" y="89250"/>
                  <a:pt x="489631" y="91890"/>
                  <a:pt x="492236" y="93808"/>
                </a:cubicBezTo>
                <a:cubicBezTo>
                  <a:pt x="494841" y="95727"/>
                  <a:pt x="498061" y="96686"/>
                  <a:pt x="501897" y="96686"/>
                </a:cubicBezTo>
                <a:cubicBezTo>
                  <a:pt x="505733" y="96686"/>
                  <a:pt x="509333" y="95703"/>
                  <a:pt x="512695" y="93737"/>
                </a:cubicBezTo>
                <a:cubicBezTo>
                  <a:pt x="516058" y="91772"/>
                  <a:pt x="518438" y="89096"/>
                  <a:pt x="519835" y="85710"/>
                </a:cubicBezTo>
                <a:cubicBezTo>
                  <a:pt x="521232" y="82324"/>
                  <a:pt x="521931" y="77410"/>
                  <a:pt x="521931" y="70969"/>
                </a:cubicBezTo>
                <a:lnTo>
                  <a:pt x="521931" y="30547"/>
                </a:lnTo>
                <a:lnTo>
                  <a:pt x="534718" y="30547"/>
                </a:lnTo>
                <a:lnTo>
                  <a:pt x="534718" y="105992"/>
                </a:lnTo>
                <a:lnTo>
                  <a:pt x="523280" y="105992"/>
                </a:lnTo>
                <a:close/>
                <a:moveTo>
                  <a:pt x="582671" y="94696"/>
                </a:moveTo>
                <a:lnTo>
                  <a:pt x="584518" y="105992"/>
                </a:lnTo>
                <a:cubicBezTo>
                  <a:pt x="580918" y="106655"/>
                  <a:pt x="577698" y="106986"/>
                  <a:pt x="574856" y="106986"/>
                </a:cubicBezTo>
                <a:cubicBezTo>
                  <a:pt x="570215" y="106986"/>
                  <a:pt x="566616" y="106252"/>
                  <a:pt x="564058" y="104784"/>
                </a:cubicBezTo>
                <a:cubicBezTo>
                  <a:pt x="561501" y="103316"/>
                  <a:pt x="559701" y="101386"/>
                  <a:pt x="558659" y="98994"/>
                </a:cubicBezTo>
                <a:cubicBezTo>
                  <a:pt x="557617" y="96603"/>
                  <a:pt x="557096" y="91571"/>
                  <a:pt x="557096" y="83898"/>
                </a:cubicBezTo>
                <a:lnTo>
                  <a:pt x="557096" y="40493"/>
                </a:lnTo>
                <a:lnTo>
                  <a:pt x="547719" y="40493"/>
                </a:lnTo>
                <a:lnTo>
                  <a:pt x="547719" y="30547"/>
                </a:lnTo>
                <a:lnTo>
                  <a:pt x="557096" y="30547"/>
                </a:lnTo>
                <a:lnTo>
                  <a:pt x="557096" y="11813"/>
                </a:lnTo>
                <a:lnTo>
                  <a:pt x="569813" y="4120"/>
                </a:lnTo>
                <a:lnTo>
                  <a:pt x="569813" y="30547"/>
                </a:lnTo>
                <a:lnTo>
                  <a:pt x="582671" y="30547"/>
                </a:lnTo>
                <a:lnTo>
                  <a:pt x="582671" y="40493"/>
                </a:lnTo>
                <a:lnTo>
                  <a:pt x="569813" y="40493"/>
                </a:lnTo>
                <a:lnTo>
                  <a:pt x="569813" y="84609"/>
                </a:lnTo>
                <a:cubicBezTo>
                  <a:pt x="569813" y="88255"/>
                  <a:pt x="570038" y="90600"/>
                  <a:pt x="570487" y="91642"/>
                </a:cubicBezTo>
                <a:cubicBezTo>
                  <a:pt x="570937" y="92684"/>
                  <a:pt x="571671" y="93512"/>
                  <a:pt x="572690" y="94128"/>
                </a:cubicBezTo>
                <a:cubicBezTo>
                  <a:pt x="573708" y="94744"/>
                  <a:pt x="575164" y="95052"/>
                  <a:pt x="577059" y="95052"/>
                </a:cubicBezTo>
                <a:cubicBezTo>
                  <a:pt x="578479" y="95052"/>
                  <a:pt x="580350" y="94933"/>
                  <a:pt x="582671" y="94696"/>
                </a:cubicBezTo>
                <a:close/>
                <a:moveTo>
                  <a:pt x="623100" y="94696"/>
                </a:moveTo>
                <a:lnTo>
                  <a:pt x="624947" y="105992"/>
                </a:lnTo>
                <a:cubicBezTo>
                  <a:pt x="621348" y="106655"/>
                  <a:pt x="618128" y="106986"/>
                  <a:pt x="615286" y="106986"/>
                </a:cubicBezTo>
                <a:cubicBezTo>
                  <a:pt x="610645" y="106986"/>
                  <a:pt x="607045" y="106252"/>
                  <a:pt x="604488" y="104784"/>
                </a:cubicBezTo>
                <a:cubicBezTo>
                  <a:pt x="601930" y="103316"/>
                  <a:pt x="600131" y="101386"/>
                  <a:pt x="599089" y="98994"/>
                </a:cubicBezTo>
                <a:cubicBezTo>
                  <a:pt x="598047" y="96603"/>
                  <a:pt x="597526" y="91571"/>
                  <a:pt x="597526" y="83898"/>
                </a:cubicBezTo>
                <a:lnTo>
                  <a:pt x="597526" y="40493"/>
                </a:lnTo>
                <a:lnTo>
                  <a:pt x="588149" y="40493"/>
                </a:lnTo>
                <a:lnTo>
                  <a:pt x="588149" y="30547"/>
                </a:lnTo>
                <a:lnTo>
                  <a:pt x="597526" y="30547"/>
                </a:lnTo>
                <a:lnTo>
                  <a:pt x="597526" y="11813"/>
                </a:lnTo>
                <a:lnTo>
                  <a:pt x="610242" y="4120"/>
                </a:lnTo>
                <a:lnTo>
                  <a:pt x="610242" y="30547"/>
                </a:lnTo>
                <a:lnTo>
                  <a:pt x="623100" y="30547"/>
                </a:lnTo>
                <a:lnTo>
                  <a:pt x="623100" y="40493"/>
                </a:lnTo>
                <a:lnTo>
                  <a:pt x="610242" y="40493"/>
                </a:lnTo>
                <a:lnTo>
                  <a:pt x="610242" y="84609"/>
                </a:lnTo>
                <a:cubicBezTo>
                  <a:pt x="610242" y="88255"/>
                  <a:pt x="610467" y="90600"/>
                  <a:pt x="610917" y="91642"/>
                </a:cubicBezTo>
                <a:cubicBezTo>
                  <a:pt x="611367" y="92684"/>
                  <a:pt x="612101" y="93512"/>
                  <a:pt x="613119" y="94128"/>
                </a:cubicBezTo>
                <a:cubicBezTo>
                  <a:pt x="614137" y="94744"/>
                  <a:pt x="615594" y="95052"/>
                  <a:pt x="617488" y="95052"/>
                </a:cubicBezTo>
                <a:cubicBezTo>
                  <a:pt x="618909" y="95052"/>
                  <a:pt x="620780" y="94933"/>
                  <a:pt x="623100" y="94696"/>
                </a:cubicBezTo>
                <a:close/>
                <a:moveTo>
                  <a:pt x="630841" y="68270"/>
                </a:moveTo>
                <a:cubicBezTo>
                  <a:pt x="630841" y="54298"/>
                  <a:pt x="634724" y="43950"/>
                  <a:pt x="642492" y="37225"/>
                </a:cubicBezTo>
                <a:cubicBezTo>
                  <a:pt x="648980" y="31637"/>
                  <a:pt x="656889" y="28842"/>
                  <a:pt x="666219" y="28842"/>
                </a:cubicBezTo>
                <a:cubicBezTo>
                  <a:pt x="676591" y="28842"/>
                  <a:pt x="685068" y="32240"/>
                  <a:pt x="691651" y="39037"/>
                </a:cubicBezTo>
                <a:cubicBezTo>
                  <a:pt x="698234" y="45833"/>
                  <a:pt x="701526" y="55222"/>
                  <a:pt x="701526" y="67204"/>
                </a:cubicBezTo>
                <a:cubicBezTo>
                  <a:pt x="701526" y="76913"/>
                  <a:pt x="700069" y="84550"/>
                  <a:pt x="697157" y="90114"/>
                </a:cubicBezTo>
                <a:cubicBezTo>
                  <a:pt x="694244" y="95679"/>
                  <a:pt x="690005" y="100001"/>
                  <a:pt x="684441" y="103079"/>
                </a:cubicBezTo>
                <a:cubicBezTo>
                  <a:pt x="678876" y="106158"/>
                  <a:pt x="672802" y="107697"/>
                  <a:pt x="666219" y="107697"/>
                </a:cubicBezTo>
                <a:cubicBezTo>
                  <a:pt x="655658" y="107697"/>
                  <a:pt x="647121" y="104311"/>
                  <a:pt x="640609" y="97538"/>
                </a:cubicBezTo>
                <a:cubicBezTo>
                  <a:pt x="634097" y="90766"/>
                  <a:pt x="630841" y="81009"/>
                  <a:pt x="630841" y="68270"/>
                </a:cubicBezTo>
                <a:moveTo>
                  <a:pt x="643983" y="68234"/>
                </a:moveTo>
                <a:cubicBezTo>
                  <a:pt x="643983" y="77860"/>
                  <a:pt x="646091" y="85068"/>
                  <a:pt x="650306" y="89857"/>
                </a:cubicBezTo>
                <a:cubicBezTo>
                  <a:pt x="654521" y="94646"/>
                  <a:pt x="659825" y="97041"/>
                  <a:pt x="666219" y="97041"/>
                </a:cubicBezTo>
                <a:cubicBezTo>
                  <a:pt x="672565" y="97041"/>
                  <a:pt x="677846" y="94634"/>
                  <a:pt x="682061" y="89821"/>
                </a:cubicBezTo>
                <a:cubicBezTo>
                  <a:pt x="686276" y="85008"/>
                  <a:pt x="688383" y="77671"/>
                  <a:pt x="688383" y="67810"/>
                </a:cubicBezTo>
                <a:cubicBezTo>
                  <a:pt x="688383" y="58514"/>
                  <a:pt x="686264" y="51471"/>
                  <a:pt x="682025" y="46682"/>
                </a:cubicBezTo>
                <a:cubicBezTo>
                  <a:pt x="677787" y="41893"/>
                  <a:pt x="672518" y="39498"/>
                  <a:pt x="666219" y="39498"/>
                </a:cubicBezTo>
                <a:cubicBezTo>
                  <a:pt x="659825" y="39498"/>
                  <a:pt x="654521" y="41881"/>
                  <a:pt x="650306" y="46647"/>
                </a:cubicBezTo>
                <a:cubicBezTo>
                  <a:pt x="646091" y="51412"/>
                  <a:pt x="643983" y="58608"/>
                  <a:pt x="643983" y="68234"/>
                </a:cubicBezTo>
                <a:close/>
                <a:moveTo>
                  <a:pt x="716516" y="105992"/>
                </a:moveTo>
                <a:lnTo>
                  <a:pt x="716516" y="30547"/>
                </a:lnTo>
                <a:lnTo>
                  <a:pt x="728025" y="30547"/>
                </a:lnTo>
                <a:lnTo>
                  <a:pt x="728025" y="41203"/>
                </a:lnTo>
                <a:cubicBezTo>
                  <a:pt x="733566" y="32963"/>
                  <a:pt x="741570" y="28842"/>
                  <a:pt x="752036" y="28842"/>
                </a:cubicBezTo>
                <a:cubicBezTo>
                  <a:pt x="756583" y="28842"/>
                  <a:pt x="760762" y="29659"/>
                  <a:pt x="764575" y="31293"/>
                </a:cubicBezTo>
                <a:cubicBezTo>
                  <a:pt x="768387" y="32927"/>
                  <a:pt x="771241" y="35070"/>
                  <a:pt x="773135" y="37722"/>
                </a:cubicBezTo>
                <a:cubicBezTo>
                  <a:pt x="775030" y="40374"/>
                  <a:pt x="776356" y="43524"/>
                  <a:pt x="777114" y="47171"/>
                </a:cubicBezTo>
                <a:cubicBezTo>
                  <a:pt x="777587" y="49539"/>
                  <a:pt x="777824" y="53683"/>
                  <a:pt x="777824" y="59603"/>
                </a:cubicBezTo>
                <a:lnTo>
                  <a:pt x="777824" y="105992"/>
                </a:lnTo>
                <a:lnTo>
                  <a:pt x="765037" y="105992"/>
                </a:lnTo>
                <a:lnTo>
                  <a:pt x="765037" y="60051"/>
                </a:lnTo>
                <a:cubicBezTo>
                  <a:pt x="765037" y="54836"/>
                  <a:pt x="764539" y="50936"/>
                  <a:pt x="763545" y="48352"/>
                </a:cubicBezTo>
                <a:cubicBezTo>
                  <a:pt x="762550" y="45768"/>
                  <a:pt x="760786" y="43705"/>
                  <a:pt x="758252" y="42165"/>
                </a:cubicBezTo>
                <a:cubicBezTo>
                  <a:pt x="755719" y="40624"/>
                  <a:pt x="752747" y="39853"/>
                  <a:pt x="749337" y="39853"/>
                </a:cubicBezTo>
                <a:cubicBezTo>
                  <a:pt x="743890" y="39853"/>
                  <a:pt x="739190" y="41584"/>
                  <a:pt x="735235" y="45046"/>
                </a:cubicBezTo>
                <a:cubicBezTo>
                  <a:pt x="731281" y="48506"/>
                  <a:pt x="729304" y="55072"/>
                  <a:pt x="729304" y="64744"/>
                </a:cubicBezTo>
                <a:lnTo>
                  <a:pt x="729304" y="105992"/>
                </a:lnTo>
                <a:lnTo>
                  <a:pt x="716516" y="105992"/>
                </a:lnTo>
                <a:close/>
                <a:moveTo>
                  <a:pt x="828831" y="105992"/>
                </a:moveTo>
                <a:lnTo>
                  <a:pt x="788480" y="1847"/>
                </a:lnTo>
                <a:lnTo>
                  <a:pt x="803399" y="1847"/>
                </a:lnTo>
                <a:lnTo>
                  <a:pt x="830465" y="77505"/>
                </a:lnTo>
                <a:cubicBezTo>
                  <a:pt x="832643" y="83567"/>
                  <a:pt x="834467" y="89250"/>
                  <a:pt x="835935" y="94554"/>
                </a:cubicBezTo>
                <a:cubicBezTo>
                  <a:pt x="837545" y="88871"/>
                  <a:pt x="839416" y="83188"/>
                  <a:pt x="841547" y="77505"/>
                </a:cubicBezTo>
                <a:lnTo>
                  <a:pt x="869679" y="1847"/>
                </a:lnTo>
                <a:lnTo>
                  <a:pt x="883745" y="1847"/>
                </a:lnTo>
                <a:lnTo>
                  <a:pt x="842968" y="105992"/>
                </a:lnTo>
                <a:lnTo>
                  <a:pt x="828831" y="105992"/>
                </a:lnTo>
                <a:close/>
                <a:moveTo>
                  <a:pt x="891910" y="16623"/>
                </a:moveTo>
                <a:lnTo>
                  <a:pt x="891910" y="1847"/>
                </a:lnTo>
                <a:lnTo>
                  <a:pt x="904697" y="1847"/>
                </a:lnTo>
                <a:lnTo>
                  <a:pt x="904697" y="16623"/>
                </a:lnTo>
                <a:lnTo>
                  <a:pt x="891910" y="16623"/>
                </a:lnTo>
                <a:moveTo>
                  <a:pt x="891910" y="105992"/>
                </a:moveTo>
                <a:lnTo>
                  <a:pt x="891910" y="30547"/>
                </a:lnTo>
                <a:lnTo>
                  <a:pt x="904697" y="30547"/>
                </a:lnTo>
                <a:lnTo>
                  <a:pt x="904697" y="105992"/>
                </a:lnTo>
                <a:lnTo>
                  <a:pt x="891910" y="105992"/>
                </a:lnTo>
                <a:close/>
                <a:moveTo>
                  <a:pt x="975812" y="81696"/>
                </a:moveTo>
                <a:lnTo>
                  <a:pt x="989025" y="83330"/>
                </a:lnTo>
                <a:cubicBezTo>
                  <a:pt x="986941" y="91050"/>
                  <a:pt x="983081" y="97041"/>
                  <a:pt x="977446" y="101303"/>
                </a:cubicBezTo>
                <a:cubicBezTo>
                  <a:pt x="971810" y="105566"/>
                  <a:pt x="964611" y="107697"/>
                  <a:pt x="955849" y="107697"/>
                </a:cubicBezTo>
                <a:cubicBezTo>
                  <a:pt x="944815" y="107697"/>
                  <a:pt x="936065" y="104299"/>
                  <a:pt x="929600" y="97503"/>
                </a:cubicBezTo>
                <a:cubicBezTo>
                  <a:pt x="923135" y="90706"/>
                  <a:pt x="919903" y="81175"/>
                  <a:pt x="919903" y="68909"/>
                </a:cubicBezTo>
                <a:cubicBezTo>
                  <a:pt x="919903" y="56216"/>
                  <a:pt x="923171" y="46365"/>
                  <a:pt x="929707" y="39356"/>
                </a:cubicBezTo>
                <a:cubicBezTo>
                  <a:pt x="936242" y="32347"/>
                  <a:pt x="944720" y="28842"/>
                  <a:pt x="955139" y="28842"/>
                </a:cubicBezTo>
                <a:cubicBezTo>
                  <a:pt x="965227" y="28842"/>
                  <a:pt x="973467" y="32271"/>
                  <a:pt x="979861" y="39128"/>
                </a:cubicBezTo>
                <a:cubicBezTo>
                  <a:pt x="986255" y="45983"/>
                  <a:pt x="989451" y="55628"/>
                  <a:pt x="989451" y="68063"/>
                </a:cubicBezTo>
                <a:cubicBezTo>
                  <a:pt x="989451" y="68819"/>
                  <a:pt x="989428" y="69954"/>
                  <a:pt x="989380" y="71466"/>
                </a:cubicBezTo>
                <a:lnTo>
                  <a:pt x="933117" y="71466"/>
                </a:lnTo>
                <a:cubicBezTo>
                  <a:pt x="933590" y="79731"/>
                  <a:pt x="935935" y="86059"/>
                  <a:pt x="940150" y="90452"/>
                </a:cubicBezTo>
                <a:cubicBezTo>
                  <a:pt x="944365" y="94844"/>
                  <a:pt x="949622" y="97041"/>
                  <a:pt x="955920" y="97041"/>
                </a:cubicBezTo>
                <a:cubicBezTo>
                  <a:pt x="960609" y="97041"/>
                  <a:pt x="964611" y="95821"/>
                  <a:pt x="967926" y="93382"/>
                </a:cubicBezTo>
                <a:cubicBezTo>
                  <a:pt x="971241" y="90942"/>
                  <a:pt x="973870" y="87046"/>
                  <a:pt x="975812" y="81696"/>
                </a:cubicBezTo>
                <a:moveTo>
                  <a:pt x="933827" y="60810"/>
                </a:moveTo>
                <a:lnTo>
                  <a:pt x="975954" y="60810"/>
                </a:lnTo>
                <a:cubicBezTo>
                  <a:pt x="975385" y="54568"/>
                  <a:pt x="973775" y="49886"/>
                  <a:pt x="971123" y="46764"/>
                </a:cubicBezTo>
                <a:cubicBezTo>
                  <a:pt x="967050" y="41920"/>
                  <a:pt x="961769" y="39498"/>
                  <a:pt x="955281" y="39498"/>
                </a:cubicBezTo>
                <a:cubicBezTo>
                  <a:pt x="949408" y="39498"/>
                  <a:pt x="944471" y="41432"/>
                  <a:pt x="940469" y="45299"/>
                </a:cubicBezTo>
                <a:cubicBezTo>
                  <a:pt x="936467" y="49165"/>
                  <a:pt x="934253" y="54335"/>
                  <a:pt x="933827" y="60810"/>
                </a:cubicBezTo>
                <a:close/>
                <a:moveTo>
                  <a:pt x="1019004" y="105992"/>
                </a:moveTo>
                <a:lnTo>
                  <a:pt x="995916" y="30547"/>
                </a:lnTo>
                <a:lnTo>
                  <a:pt x="1009130" y="30547"/>
                </a:lnTo>
                <a:lnTo>
                  <a:pt x="1021135" y="74088"/>
                </a:lnTo>
                <a:lnTo>
                  <a:pt x="1025611" y="90292"/>
                </a:lnTo>
                <a:cubicBezTo>
                  <a:pt x="1025800" y="89488"/>
                  <a:pt x="1027103" y="84308"/>
                  <a:pt x="1029518" y="74750"/>
                </a:cubicBezTo>
                <a:lnTo>
                  <a:pt x="1041524" y="30547"/>
                </a:lnTo>
                <a:lnTo>
                  <a:pt x="1054666" y="30547"/>
                </a:lnTo>
                <a:lnTo>
                  <a:pt x="1065962" y="74299"/>
                </a:lnTo>
                <a:lnTo>
                  <a:pt x="1069727" y="88729"/>
                </a:lnTo>
                <a:lnTo>
                  <a:pt x="1074060" y="74164"/>
                </a:lnTo>
                <a:lnTo>
                  <a:pt x="1086990" y="30547"/>
                </a:lnTo>
                <a:lnTo>
                  <a:pt x="1099422" y="30547"/>
                </a:lnTo>
                <a:lnTo>
                  <a:pt x="1075836" y="105992"/>
                </a:lnTo>
                <a:lnTo>
                  <a:pt x="1062552" y="105992"/>
                </a:lnTo>
                <a:lnTo>
                  <a:pt x="1050546" y="60786"/>
                </a:lnTo>
                <a:lnTo>
                  <a:pt x="1047633" y="47952"/>
                </a:lnTo>
                <a:lnTo>
                  <a:pt x="1032360" y="105992"/>
                </a:lnTo>
                <a:lnTo>
                  <a:pt x="1019004" y="105992"/>
                </a:lnTo>
                <a:close/>
                <a:moveTo>
                  <a:pt x="1113698" y="45181"/>
                </a:moveTo>
                <a:lnTo>
                  <a:pt x="1113698" y="30547"/>
                </a:lnTo>
                <a:lnTo>
                  <a:pt x="1128261" y="30547"/>
                </a:lnTo>
                <a:lnTo>
                  <a:pt x="1128261" y="45181"/>
                </a:lnTo>
                <a:lnTo>
                  <a:pt x="1113698" y="45181"/>
                </a:lnTo>
                <a:moveTo>
                  <a:pt x="1113698" y="105992"/>
                </a:moveTo>
                <a:lnTo>
                  <a:pt x="1113698" y="91358"/>
                </a:lnTo>
                <a:lnTo>
                  <a:pt x="1128261" y="91358"/>
                </a:lnTo>
                <a:lnTo>
                  <a:pt x="1128261" y="105992"/>
                </a:lnTo>
                <a:lnTo>
                  <a:pt x="1113698" y="105992"/>
                </a:lnTo>
                <a:close/>
                <a:moveTo>
                  <a:pt x="1187935" y="72461"/>
                </a:moveTo>
                <a:lnTo>
                  <a:pt x="1200935" y="71324"/>
                </a:lnTo>
                <a:cubicBezTo>
                  <a:pt x="1201551" y="76534"/>
                  <a:pt x="1202984" y="80808"/>
                  <a:pt x="1205233" y="84147"/>
                </a:cubicBezTo>
                <a:cubicBezTo>
                  <a:pt x="1207483" y="87486"/>
                  <a:pt x="1210976" y="90185"/>
                  <a:pt x="1215712" y="92246"/>
                </a:cubicBezTo>
                <a:cubicBezTo>
                  <a:pt x="1220448" y="94306"/>
                  <a:pt x="1225776" y="95336"/>
                  <a:pt x="1231696" y="95336"/>
                </a:cubicBezTo>
                <a:cubicBezTo>
                  <a:pt x="1236953" y="95336"/>
                  <a:pt x="1241594" y="94554"/>
                  <a:pt x="1245619" y="92991"/>
                </a:cubicBezTo>
                <a:cubicBezTo>
                  <a:pt x="1249645" y="91429"/>
                  <a:pt x="1252641" y="89286"/>
                  <a:pt x="1254606" y="86562"/>
                </a:cubicBezTo>
                <a:cubicBezTo>
                  <a:pt x="1256571" y="83839"/>
                  <a:pt x="1257554" y="80867"/>
                  <a:pt x="1257554" y="77647"/>
                </a:cubicBezTo>
                <a:cubicBezTo>
                  <a:pt x="1257554" y="74379"/>
                  <a:pt x="1256607" y="71526"/>
                  <a:pt x="1254713" y="69086"/>
                </a:cubicBezTo>
                <a:cubicBezTo>
                  <a:pt x="1252818" y="66647"/>
                  <a:pt x="1249692" y="64599"/>
                  <a:pt x="1245335" y="62942"/>
                </a:cubicBezTo>
                <a:cubicBezTo>
                  <a:pt x="1242541" y="61852"/>
                  <a:pt x="1236361" y="60159"/>
                  <a:pt x="1226794" y="57862"/>
                </a:cubicBezTo>
                <a:cubicBezTo>
                  <a:pt x="1217227" y="55565"/>
                  <a:pt x="1210526" y="53398"/>
                  <a:pt x="1206689" y="51362"/>
                </a:cubicBezTo>
                <a:cubicBezTo>
                  <a:pt x="1201717" y="48757"/>
                  <a:pt x="1198011" y="45525"/>
                  <a:pt x="1195572" y="41665"/>
                </a:cubicBezTo>
                <a:cubicBezTo>
                  <a:pt x="1193133" y="37805"/>
                  <a:pt x="1191913" y="33484"/>
                  <a:pt x="1191913" y="28700"/>
                </a:cubicBezTo>
                <a:cubicBezTo>
                  <a:pt x="1191913" y="23443"/>
                  <a:pt x="1193405" y="18530"/>
                  <a:pt x="1196389" y="13959"/>
                </a:cubicBezTo>
                <a:cubicBezTo>
                  <a:pt x="1199372" y="9389"/>
                  <a:pt x="1203729" y="5920"/>
                  <a:pt x="1209460" y="3552"/>
                </a:cubicBezTo>
                <a:cubicBezTo>
                  <a:pt x="1215191" y="1184"/>
                  <a:pt x="1221561" y="0"/>
                  <a:pt x="1228570" y="0"/>
                </a:cubicBezTo>
                <a:cubicBezTo>
                  <a:pt x="1236290" y="0"/>
                  <a:pt x="1243098" y="1243"/>
                  <a:pt x="1248994" y="3730"/>
                </a:cubicBezTo>
                <a:cubicBezTo>
                  <a:pt x="1254890" y="6216"/>
                  <a:pt x="1259425" y="9875"/>
                  <a:pt x="1262598" y="14705"/>
                </a:cubicBezTo>
                <a:cubicBezTo>
                  <a:pt x="1265771" y="19536"/>
                  <a:pt x="1267476" y="25006"/>
                  <a:pt x="1267713" y="31116"/>
                </a:cubicBezTo>
                <a:lnTo>
                  <a:pt x="1254499" y="32110"/>
                </a:lnTo>
                <a:cubicBezTo>
                  <a:pt x="1253789" y="25503"/>
                  <a:pt x="1251386" y="20513"/>
                  <a:pt x="1247289" y="17138"/>
                </a:cubicBezTo>
                <a:cubicBezTo>
                  <a:pt x="1243192" y="13764"/>
                  <a:pt x="1237142" y="12077"/>
                  <a:pt x="1229138" y="12077"/>
                </a:cubicBezTo>
                <a:cubicBezTo>
                  <a:pt x="1220803" y="12077"/>
                  <a:pt x="1214729" y="13606"/>
                  <a:pt x="1210916" y="16663"/>
                </a:cubicBezTo>
                <a:cubicBezTo>
                  <a:pt x="1207104" y="19720"/>
                  <a:pt x="1205198" y="23404"/>
                  <a:pt x="1205198" y="27717"/>
                </a:cubicBezTo>
                <a:cubicBezTo>
                  <a:pt x="1205198" y="31461"/>
                  <a:pt x="1206547" y="34542"/>
                  <a:pt x="1209247" y="36959"/>
                </a:cubicBezTo>
                <a:cubicBezTo>
                  <a:pt x="1211899" y="39377"/>
                  <a:pt x="1218825" y="41854"/>
                  <a:pt x="1230026" y="44389"/>
                </a:cubicBezTo>
                <a:cubicBezTo>
                  <a:pt x="1241227" y="46924"/>
                  <a:pt x="1248911" y="49140"/>
                  <a:pt x="1253079" y="51036"/>
                </a:cubicBezTo>
                <a:cubicBezTo>
                  <a:pt x="1259141" y="53831"/>
                  <a:pt x="1263616" y="57374"/>
                  <a:pt x="1266505" y="61665"/>
                </a:cubicBezTo>
                <a:cubicBezTo>
                  <a:pt x="1269394" y="65954"/>
                  <a:pt x="1270839" y="70895"/>
                  <a:pt x="1270839" y="76488"/>
                </a:cubicBezTo>
                <a:cubicBezTo>
                  <a:pt x="1270839" y="82032"/>
                  <a:pt x="1269252" y="87257"/>
                  <a:pt x="1266079" y="92163"/>
                </a:cubicBezTo>
                <a:cubicBezTo>
                  <a:pt x="1262906" y="97068"/>
                  <a:pt x="1258347" y="100884"/>
                  <a:pt x="1252404" y="103610"/>
                </a:cubicBezTo>
                <a:cubicBezTo>
                  <a:pt x="1246460" y="106334"/>
                  <a:pt x="1239770" y="107697"/>
                  <a:pt x="1232335" y="107697"/>
                </a:cubicBezTo>
                <a:cubicBezTo>
                  <a:pt x="1222910" y="107697"/>
                  <a:pt x="1215013" y="106323"/>
                  <a:pt x="1208643" y="103576"/>
                </a:cubicBezTo>
                <a:cubicBezTo>
                  <a:pt x="1202273" y="100830"/>
                  <a:pt x="1197277" y="96697"/>
                  <a:pt x="1193654" y="91180"/>
                </a:cubicBezTo>
                <a:cubicBezTo>
                  <a:pt x="1190031" y="85662"/>
                  <a:pt x="1188124" y="79423"/>
                  <a:pt x="1187935" y="72461"/>
                </a:cubicBezTo>
                <a:close/>
                <a:moveTo>
                  <a:pt x="1315948" y="94696"/>
                </a:moveTo>
                <a:lnTo>
                  <a:pt x="1317795" y="105992"/>
                </a:lnTo>
                <a:cubicBezTo>
                  <a:pt x="1314196" y="106655"/>
                  <a:pt x="1310975" y="106986"/>
                  <a:pt x="1308134" y="106986"/>
                </a:cubicBezTo>
                <a:cubicBezTo>
                  <a:pt x="1303492" y="106986"/>
                  <a:pt x="1299893" y="106252"/>
                  <a:pt x="1297336" y="104784"/>
                </a:cubicBezTo>
                <a:cubicBezTo>
                  <a:pt x="1294778" y="103316"/>
                  <a:pt x="1292979" y="101386"/>
                  <a:pt x="1291937" y="98994"/>
                </a:cubicBezTo>
                <a:cubicBezTo>
                  <a:pt x="1290895" y="96603"/>
                  <a:pt x="1290374" y="91571"/>
                  <a:pt x="1290374" y="83898"/>
                </a:cubicBezTo>
                <a:lnTo>
                  <a:pt x="1290374" y="40493"/>
                </a:lnTo>
                <a:lnTo>
                  <a:pt x="1280996" y="40493"/>
                </a:lnTo>
                <a:lnTo>
                  <a:pt x="1280996" y="30547"/>
                </a:lnTo>
                <a:lnTo>
                  <a:pt x="1290374" y="30547"/>
                </a:lnTo>
                <a:lnTo>
                  <a:pt x="1290374" y="11813"/>
                </a:lnTo>
                <a:lnTo>
                  <a:pt x="1303090" y="4120"/>
                </a:lnTo>
                <a:lnTo>
                  <a:pt x="1303090" y="30547"/>
                </a:lnTo>
                <a:lnTo>
                  <a:pt x="1315948" y="30547"/>
                </a:lnTo>
                <a:lnTo>
                  <a:pt x="1315948" y="40493"/>
                </a:lnTo>
                <a:lnTo>
                  <a:pt x="1303090" y="40493"/>
                </a:lnTo>
                <a:lnTo>
                  <a:pt x="1303090" y="84609"/>
                </a:lnTo>
                <a:cubicBezTo>
                  <a:pt x="1303090" y="88255"/>
                  <a:pt x="1303315" y="90600"/>
                  <a:pt x="1303765" y="91642"/>
                </a:cubicBezTo>
                <a:cubicBezTo>
                  <a:pt x="1304215" y="92684"/>
                  <a:pt x="1304949" y="93512"/>
                  <a:pt x="1305967" y="94128"/>
                </a:cubicBezTo>
                <a:cubicBezTo>
                  <a:pt x="1306985" y="94744"/>
                  <a:pt x="1308442" y="95052"/>
                  <a:pt x="1310336" y="95052"/>
                </a:cubicBezTo>
                <a:cubicBezTo>
                  <a:pt x="1311757" y="95052"/>
                  <a:pt x="1313628" y="94933"/>
                  <a:pt x="1315948" y="94696"/>
                </a:cubicBezTo>
                <a:close/>
                <a:moveTo>
                  <a:pt x="1377683" y="96677"/>
                </a:moveTo>
                <a:cubicBezTo>
                  <a:pt x="1372947" y="100705"/>
                  <a:pt x="1368388" y="103549"/>
                  <a:pt x="1364007" y="105208"/>
                </a:cubicBezTo>
                <a:cubicBezTo>
                  <a:pt x="1359627" y="106867"/>
                  <a:pt x="1354926" y="107697"/>
                  <a:pt x="1349906" y="107697"/>
                </a:cubicBezTo>
                <a:cubicBezTo>
                  <a:pt x="1341618" y="107697"/>
                  <a:pt x="1335248" y="105671"/>
                  <a:pt x="1330796" y="101618"/>
                </a:cubicBezTo>
                <a:cubicBezTo>
                  <a:pt x="1326344" y="97566"/>
                  <a:pt x="1324118" y="92388"/>
                  <a:pt x="1324118" y="86085"/>
                </a:cubicBezTo>
                <a:cubicBezTo>
                  <a:pt x="1324118" y="82389"/>
                  <a:pt x="1324959" y="79014"/>
                  <a:pt x="1326640" y="75957"/>
                </a:cubicBezTo>
                <a:cubicBezTo>
                  <a:pt x="1328322" y="72900"/>
                  <a:pt x="1330524" y="70447"/>
                  <a:pt x="1333247" y="68598"/>
                </a:cubicBezTo>
                <a:cubicBezTo>
                  <a:pt x="1335970" y="66750"/>
                  <a:pt x="1339037" y="65352"/>
                  <a:pt x="1342447" y="64404"/>
                </a:cubicBezTo>
                <a:cubicBezTo>
                  <a:pt x="1344957" y="63740"/>
                  <a:pt x="1348746" y="63100"/>
                  <a:pt x="1353813" y="62484"/>
                </a:cubicBezTo>
                <a:cubicBezTo>
                  <a:pt x="1364138" y="61262"/>
                  <a:pt x="1371739" y="59804"/>
                  <a:pt x="1376617" y="58111"/>
                </a:cubicBezTo>
                <a:cubicBezTo>
                  <a:pt x="1376664" y="56366"/>
                  <a:pt x="1376688" y="55257"/>
                  <a:pt x="1376688" y="54785"/>
                </a:cubicBezTo>
                <a:cubicBezTo>
                  <a:pt x="1376688" y="49595"/>
                  <a:pt x="1375480" y="45939"/>
                  <a:pt x="1373065" y="43816"/>
                </a:cubicBezTo>
                <a:cubicBezTo>
                  <a:pt x="1369797" y="40938"/>
                  <a:pt x="1364943" y="39498"/>
                  <a:pt x="1358502" y="39498"/>
                </a:cubicBezTo>
                <a:cubicBezTo>
                  <a:pt x="1352487" y="39498"/>
                  <a:pt x="1348047" y="40552"/>
                  <a:pt x="1345182" y="42660"/>
                </a:cubicBezTo>
                <a:cubicBezTo>
                  <a:pt x="1342317" y="44767"/>
                  <a:pt x="1340197" y="48497"/>
                  <a:pt x="1338824" y="53848"/>
                </a:cubicBezTo>
                <a:lnTo>
                  <a:pt x="1326321" y="52143"/>
                </a:lnTo>
                <a:cubicBezTo>
                  <a:pt x="1327457" y="46775"/>
                  <a:pt x="1329328" y="42441"/>
                  <a:pt x="1331933" y="39139"/>
                </a:cubicBezTo>
                <a:cubicBezTo>
                  <a:pt x="1334538" y="35837"/>
                  <a:pt x="1338303" y="33296"/>
                  <a:pt x="1343228" y="31515"/>
                </a:cubicBezTo>
                <a:cubicBezTo>
                  <a:pt x="1348154" y="29733"/>
                  <a:pt x="1353861" y="28842"/>
                  <a:pt x="1360349" y="28842"/>
                </a:cubicBezTo>
                <a:cubicBezTo>
                  <a:pt x="1366790" y="28842"/>
                  <a:pt x="1372023" y="29600"/>
                  <a:pt x="1376049" y="31116"/>
                </a:cubicBezTo>
                <a:cubicBezTo>
                  <a:pt x="1380074" y="32631"/>
                  <a:pt x="1383034" y="34537"/>
                  <a:pt x="1384929" y="36834"/>
                </a:cubicBezTo>
                <a:cubicBezTo>
                  <a:pt x="1386823" y="39131"/>
                  <a:pt x="1388149" y="42032"/>
                  <a:pt x="1388907" y="45537"/>
                </a:cubicBezTo>
                <a:cubicBezTo>
                  <a:pt x="1389333" y="47715"/>
                  <a:pt x="1389546" y="51646"/>
                  <a:pt x="1389546" y="57329"/>
                </a:cubicBezTo>
                <a:lnTo>
                  <a:pt x="1389546" y="74379"/>
                </a:lnTo>
                <a:cubicBezTo>
                  <a:pt x="1389546" y="86266"/>
                  <a:pt x="1389819" y="93785"/>
                  <a:pt x="1390363" y="96934"/>
                </a:cubicBezTo>
                <a:cubicBezTo>
                  <a:pt x="1390908" y="100084"/>
                  <a:pt x="1391985" y="103103"/>
                  <a:pt x="1393596" y="105992"/>
                </a:cubicBezTo>
                <a:lnTo>
                  <a:pt x="1380240" y="105992"/>
                </a:lnTo>
                <a:cubicBezTo>
                  <a:pt x="1378914" y="103337"/>
                  <a:pt x="1378062" y="100232"/>
                  <a:pt x="1377683" y="96677"/>
                </a:cubicBezTo>
                <a:moveTo>
                  <a:pt x="1376617" y="68056"/>
                </a:moveTo>
                <a:cubicBezTo>
                  <a:pt x="1371976" y="69967"/>
                  <a:pt x="1365014" y="71591"/>
                  <a:pt x="1355731" y="72927"/>
                </a:cubicBezTo>
                <a:cubicBezTo>
                  <a:pt x="1350474" y="73688"/>
                  <a:pt x="1346757" y="74544"/>
                  <a:pt x="1344578" y="75496"/>
                </a:cubicBezTo>
                <a:cubicBezTo>
                  <a:pt x="1342399" y="76446"/>
                  <a:pt x="1340718" y="77837"/>
                  <a:pt x="1339534" y="79669"/>
                </a:cubicBezTo>
                <a:cubicBezTo>
                  <a:pt x="1338350" y="81500"/>
                  <a:pt x="1337758" y="83533"/>
                  <a:pt x="1337758" y="85768"/>
                </a:cubicBezTo>
                <a:cubicBezTo>
                  <a:pt x="1337758" y="89191"/>
                  <a:pt x="1339049" y="92044"/>
                  <a:pt x="1341630" y="94328"/>
                </a:cubicBezTo>
                <a:cubicBezTo>
                  <a:pt x="1344211" y="96610"/>
                  <a:pt x="1347988" y="97751"/>
                  <a:pt x="1352961" y="97751"/>
                </a:cubicBezTo>
                <a:cubicBezTo>
                  <a:pt x="1357886" y="97751"/>
                  <a:pt x="1362267" y="96669"/>
                  <a:pt x="1366103" y="94503"/>
                </a:cubicBezTo>
                <a:cubicBezTo>
                  <a:pt x="1369939" y="92338"/>
                  <a:pt x="1372757" y="89376"/>
                  <a:pt x="1374557" y="85617"/>
                </a:cubicBezTo>
                <a:cubicBezTo>
                  <a:pt x="1375930" y="82713"/>
                  <a:pt x="1376617" y="78430"/>
                  <a:pt x="1376617" y="72767"/>
                </a:cubicBezTo>
                <a:lnTo>
                  <a:pt x="1376617" y="68056"/>
                </a:lnTo>
                <a:close/>
                <a:moveTo>
                  <a:pt x="1409225" y="105992"/>
                </a:moveTo>
                <a:lnTo>
                  <a:pt x="1409225" y="30547"/>
                </a:lnTo>
                <a:lnTo>
                  <a:pt x="1420733" y="30547"/>
                </a:lnTo>
                <a:lnTo>
                  <a:pt x="1420733" y="41914"/>
                </a:lnTo>
                <a:cubicBezTo>
                  <a:pt x="1423669" y="36592"/>
                  <a:pt x="1426381" y="33082"/>
                  <a:pt x="1428867" y="31386"/>
                </a:cubicBezTo>
                <a:cubicBezTo>
                  <a:pt x="1431354" y="29690"/>
                  <a:pt x="1434089" y="28842"/>
                  <a:pt x="1437072" y="28842"/>
                </a:cubicBezTo>
                <a:cubicBezTo>
                  <a:pt x="1441382" y="28842"/>
                  <a:pt x="1445763" y="30210"/>
                  <a:pt x="1450215" y="32945"/>
                </a:cubicBezTo>
                <a:lnTo>
                  <a:pt x="1445810" y="44755"/>
                </a:lnTo>
                <a:cubicBezTo>
                  <a:pt x="1442684" y="42908"/>
                  <a:pt x="1439559" y="41985"/>
                  <a:pt x="1436433" y="41985"/>
                </a:cubicBezTo>
                <a:cubicBezTo>
                  <a:pt x="1433639" y="41985"/>
                  <a:pt x="1431129" y="42827"/>
                  <a:pt x="1428903" y="44511"/>
                </a:cubicBezTo>
                <a:cubicBezTo>
                  <a:pt x="1426677" y="46194"/>
                  <a:pt x="1425090" y="48529"/>
                  <a:pt x="1424143" y="51515"/>
                </a:cubicBezTo>
                <a:cubicBezTo>
                  <a:pt x="1422722" y="56066"/>
                  <a:pt x="1422012" y="61044"/>
                  <a:pt x="1422012" y="66449"/>
                </a:cubicBezTo>
                <a:lnTo>
                  <a:pt x="1422012" y="105992"/>
                </a:lnTo>
                <a:lnTo>
                  <a:pt x="1409225" y="105992"/>
                </a:lnTo>
                <a:close/>
                <a:moveTo>
                  <a:pt x="1485734" y="94696"/>
                </a:moveTo>
                <a:lnTo>
                  <a:pt x="1487581" y="105992"/>
                </a:lnTo>
                <a:cubicBezTo>
                  <a:pt x="1483982" y="106655"/>
                  <a:pt x="1480761" y="106986"/>
                  <a:pt x="1477920" y="106986"/>
                </a:cubicBezTo>
                <a:cubicBezTo>
                  <a:pt x="1473279" y="106986"/>
                  <a:pt x="1469679" y="106252"/>
                  <a:pt x="1467122" y="104784"/>
                </a:cubicBezTo>
                <a:cubicBezTo>
                  <a:pt x="1464564" y="103316"/>
                  <a:pt x="1462765" y="101386"/>
                  <a:pt x="1461723" y="98994"/>
                </a:cubicBezTo>
                <a:cubicBezTo>
                  <a:pt x="1460681" y="96603"/>
                  <a:pt x="1460160" y="91571"/>
                  <a:pt x="1460160" y="83898"/>
                </a:cubicBezTo>
                <a:lnTo>
                  <a:pt x="1460160" y="40493"/>
                </a:lnTo>
                <a:lnTo>
                  <a:pt x="1450783" y="40493"/>
                </a:lnTo>
                <a:lnTo>
                  <a:pt x="1450783" y="30547"/>
                </a:lnTo>
                <a:lnTo>
                  <a:pt x="1460160" y="30547"/>
                </a:lnTo>
                <a:lnTo>
                  <a:pt x="1460160" y="11813"/>
                </a:lnTo>
                <a:lnTo>
                  <a:pt x="1472876" y="4120"/>
                </a:lnTo>
                <a:lnTo>
                  <a:pt x="1472876" y="30547"/>
                </a:lnTo>
                <a:lnTo>
                  <a:pt x="1485734" y="30547"/>
                </a:lnTo>
                <a:lnTo>
                  <a:pt x="1485734" y="40493"/>
                </a:lnTo>
                <a:lnTo>
                  <a:pt x="1472876" y="40493"/>
                </a:lnTo>
                <a:lnTo>
                  <a:pt x="1472876" y="84609"/>
                </a:lnTo>
                <a:cubicBezTo>
                  <a:pt x="1472876" y="88255"/>
                  <a:pt x="1473101" y="90600"/>
                  <a:pt x="1473551" y="91642"/>
                </a:cubicBezTo>
                <a:cubicBezTo>
                  <a:pt x="1474001" y="92684"/>
                  <a:pt x="1474735" y="93512"/>
                  <a:pt x="1475753" y="94128"/>
                </a:cubicBezTo>
                <a:cubicBezTo>
                  <a:pt x="1476771" y="94744"/>
                  <a:pt x="1478228" y="95052"/>
                  <a:pt x="1480122" y="95052"/>
                </a:cubicBezTo>
                <a:cubicBezTo>
                  <a:pt x="1481543" y="95052"/>
                  <a:pt x="1483414" y="94933"/>
                  <a:pt x="1485734" y="94696"/>
                </a:cubicBezTo>
                <a:close/>
                <a:moveTo>
                  <a:pt x="1499303" y="105992"/>
                </a:moveTo>
                <a:lnTo>
                  <a:pt x="1499303" y="1847"/>
                </a:lnTo>
                <a:lnTo>
                  <a:pt x="1513085" y="1847"/>
                </a:lnTo>
                <a:lnTo>
                  <a:pt x="1513085" y="93702"/>
                </a:lnTo>
                <a:lnTo>
                  <a:pt x="1564375" y="93702"/>
                </a:lnTo>
                <a:lnTo>
                  <a:pt x="1564375" y="105992"/>
                </a:lnTo>
                <a:lnTo>
                  <a:pt x="1499303" y="105992"/>
                </a:lnTo>
                <a:close/>
                <a:moveTo>
                  <a:pt x="1580218" y="105992"/>
                </a:moveTo>
                <a:lnTo>
                  <a:pt x="1580218" y="1847"/>
                </a:lnTo>
                <a:lnTo>
                  <a:pt x="1593999" y="1847"/>
                </a:lnTo>
                <a:lnTo>
                  <a:pt x="1593999" y="93702"/>
                </a:lnTo>
                <a:lnTo>
                  <a:pt x="1645290" y="93702"/>
                </a:lnTo>
                <a:lnTo>
                  <a:pt x="1645290" y="105992"/>
                </a:lnTo>
                <a:lnTo>
                  <a:pt x="1580218" y="105992"/>
                </a:lnTo>
                <a:close/>
                <a:moveTo>
                  <a:pt x="1661274" y="105992"/>
                </a:moveTo>
                <a:lnTo>
                  <a:pt x="1661274" y="1847"/>
                </a:lnTo>
                <a:lnTo>
                  <a:pt x="1682018" y="1847"/>
                </a:lnTo>
                <a:lnTo>
                  <a:pt x="1706669" y="75587"/>
                </a:lnTo>
                <a:cubicBezTo>
                  <a:pt x="1708942" y="82454"/>
                  <a:pt x="1710600" y="87592"/>
                  <a:pt x="1711642" y="91002"/>
                </a:cubicBezTo>
                <a:cubicBezTo>
                  <a:pt x="1712826" y="87214"/>
                  <a:pt x="1714673" y="81649"/>
                  <a:pt x="1717183" y="74308"/>
                </a:cubicBezTo>
                <a:lnTo>
                  <a:pt x="1742118" y="1847"/>
                </a:lnTo>
                <a:lnTo>
                  <a:pt x="1760660" y="1847"/>
                </a:lnTo>
                <a:lnTo>
                  <a:pt x="1760660" y="105992"/>
                </a:lnTo>
                <a:lnTo>
                  <a:pt x="1747375" y="105992"/>
                </a:lnTo>
                <a:lnTo>
                  <a:pt x="1747375" y="18826"/>
                </a:lnTo>
                <a:lnTo>
                  <a:pt x="1717112" y="105992"/>
                </a:lnTo>
                <a:lnTo>
                  <a:pt x="1704680" y="105992"/>
                </a:lnTo>
                <a:lnTo>
                  <a:pt x="1674559" y="17334"/>
                </a:lnTo>
                <a:lnTo>
                  <a:pt x="1674559" y="105992"/>
                </a:lnTo>
                <a:lnTo>
                  <a:pt x="1661274" y="105992"/>
                </a:lnTo>
                <a:close/>
                <a:moveTo>
                  <a:pt x="1782327" y="105992"/>
                </a:moveTo>
                <a:lnTo>
                  <a:pt x="1782327" y="1847"/>
                </a:lnTo>
                <a:lnTo>
                  <a:pt x="1821399" y="1847"/>
                </a:lnTo>
                <a:cubicBezTo>
                  <a:pt x="1829355" y="1847"/>
                  <a:pt x="1835737" y="2901"/>
                  <a:pt x="1840544" y="5008"/>
                </a:cubicBezTo>
                <a:cubicBezTo>
                  <a:pt x="1845351" y="7116"/>
                  <a:pt x="1849116" y="10360"/>
                  <a:pt x="1851839" y="14741"/>
                </a:cubicBezTo>
                <a:cubicBezTo>
                  <a:pt x="1854563" y="19122"/>
                  <a:pt x="1855924" y="23704"/>
                  <a:pt x="1855924" y="28487"/>
                </a:cubicBezTo>
                <a:cubicBezTo>
                  <a:pt x="1855924" y="32939"/>
                  <a:pt x="1854717" y="37130"/>
                  <a:pt x="1852301" y="41061"/>
                </a:cubicBezTo>
                <a:cubicBezTo>
                  <a:pt x="1849886" y="44992"/>
                  <a:pt x="1846239" y="48165"/>
                  <a:pt x="1841361" y="50581"/>
                </a:cubicBezTo>
                <a:cubicBezTo>
                  <a:pt x="1847660" y="52428"/>
                  <a:pt x="1852502" y="55577"/>
                  <a:pt x="1855889" y="60029"/>
                </a:cubicBezTo>
                <a:cubicBezTo>
                  <a:pt x="1859275" y="64481"/>
                  <a:pt x="1860968" y="69738"/>
                  <a:pt x="1860968" y="75800"/>
                </a:cubicBezTo>
                <a:cubicBezTo>
                  <a:pt x="1860968" y="80678"/>
                  <a:pt x="1859938" y="85213"/>
                  <a:pt x="1857878" y="89404"/>
                </a:cubicBezTo>
                <a:cubicBezTo>
                  <a:pt x="1855818" y="93595"/>
                  <a:pt x="1853272" y="96828"/>
                  <a:pt x="1850241" y="99101"/>
                </a:cubicBezTo>
                <a:cubicBezTo>
                  <a:pt x="1847210" y="101374"/>
                  <a:pt x="1843409" y="103091"/>
                  <a:pt x="1838839" y="104251"/>
                </a:cubicBezTo>
                <a:cubicBezTo>
                  <a:pt x="1834269" y="105412"/>
                  <a:pt x="1828669" y="105992"/>
                  <a:pt x="1822038" y="105992"/>
                </a:cubicBezTo>
                <a:lnTo>
                  <a:pt x="1782327" y="105992"/>
                </a:lnTo>
                <a:moveTo>
                  <a:pt x="1796108" y="45608"/>
                </a:moveTo>
                <a:lnTo>
                  <a:pt x="1818628" y="45608"/>
                </a:lnTo>
                <a:cubicBezTo>
                  <a:pt x="1824738" y="45608"/>
                  <a:pt x="1829118" y="45205"/>
                  <a:pt x="1831771" y="44400"/>
                </a:cubicBezTo>
                <a:cubicBezTo>
                  <a:pt x="1835275" y="43358"/>
                  <a:pt x="1837916" y="41629"/>
                  <a:pt x="1839692" y="39214"/>
                </a:cubicBezTo>
                <a:cubicBezTo>
                  <a:pt x="1841468" y="36799"/>
                  <a:pt x="1842356" y="33768"/>
                  <a:pt x="1842356" y="30121"/>
                </a:cubicBezTo>
                <a:cubicBezTo>
                  <a:pt x="1842356" y="26664"/>
                  <a:pt x="1841527" y="23621"/>
                  <a:pt x="1839869" y="20992"/>
                </a:cubicBezTo>
                <a:cubicBezTo>
                  <a:pt x="1838212" y="18364"/>
                  <a:pt x="1835844" y="16564"/>
                  <a:pt x="1832765" y="15593"/>
                </a:cubicBezTo>
                <a:cubicBezTo>
                  <a:pt x="1829687" y="14622"/>
                  <a:pt x="1824406" y="14137"/>
                  <a:pt x="1816923" y="14137"/>
                </a:cubicBezTo>
                <a:lnTo>
                  <a:pt x="1796108" y="14137"/>
                </a:lnTo>
                <a:lnTo>
                  <a:pt x="1796108" y="45608"/>
                </a:lnTo>
                <a:moveTo>
                  <a:pt x="1796108" y="93702"/>
                </a:moveTo>
                <a:lnTo>
                  <a:pt x="1822038" y="93702"/>
                </a:lnTo>
                <a:cubicBezTo>
                  <a:pt x="1826490" y="93702"/>
                  <a:pt x="1829616" y="93536"/>
                  <a:pt x="1831415" y="93205"/>
                </a:cubicBezTo>
                <a:cubicBezTo>
                  <a:pt x="1834589" y="92636"/>
                  <a:pt x="1837241" y="91689"/>
                  <a:pt x="1839372" y="90363"/>
                </a:cubicBezTo>
                <a:cubicBezTo>
                  <a:pt x="1841503" y="89037"/>
                  <a:pt x="1843255" y="87107"/>
                  <a:pt x="1844629" y="84573"/>
                </a:cubicBezTo>
                <a:cubicBezTo>
                  <a:pt x="1846002" y="82039"/>
                  <a:pt x="1846689" y="79115"/>
                  <a:pt x="1846689" y="75800"/>
                </a:cubicBezTo>
                <a:cubicBezTo>
                  <a:pt x="1846689" y="71916"/>
                  <a:pt x="1845694" y="68542"/>
                  <a:pt x="1843705" y="65677"/>
                </a:cubicBezTo>
                <a:cubicBezTo>
                  <a:pt x="1841716" y="62811"/>
                  <a:pt x="1838957" y="60798"/>
                  <a:pt x="1835429" y="59638"/>
                </a:cubicBezTo>
                <a:cubicBezTo>
                  <a:pt x="1831901" y="58478"/>
                  <a:pt x="1826821" y="57898"/>
                  <a:pt x="1820191" y="57898"/>
                </a:cubicBezTo>
                <a:lnTo>
                  <a:pt x="1796108" y="57898"/>
                </a:lnTo>
                <a:lnTo>
                  <a:pt x="1796108" y="93702"/>
                </a:lnTo>
                <a:close/>
                <a:moveTo>
                  <a:pt x="1927744" y="105992"/>
                </a:moveTo>
                <a:lnTo>
                  <a:pt x="1927744" y="94910"/>
                </a:lnTo>
                <a:cubicBezTo>
                  <a:pt x="1921871" y="103434"/>
                  <a:pt x="1913891" y="107697"/>
                  <a:pt x="1903803" y="107697"/>
                </a:cubicBezTo>
                <a:cubicBezTo>
                  <a:pt x="1899352" y="107697"/>
                  <a:pt x="1895196" y="106844"/>
                  <a:pt x="1891336" y="105139"/>
                </a:cubicBezTo>
                <a:cubicBezTo>
                  <a:pt x="1887476" y="103434"/>
                  <a:pt x="1884611" y="101291"/>
                  <a:pt x="1882740" y="98710"/>
                </a:cubicBezTo>
                <a:cubicBezTo>
                  <a:pt x="1880869" y="96129"/>
                  <a:pt x="1879555" y="92968"/>
                  <a:pt x="1878797" y="89226"/>
                </a:cubicBezTo>
                <a:cubicBezTo>
                  <a:pt x="1878276" y="86716"/>
                  <a:pt x="1878016" y="82738"/>
                  <a:pt x="1878016" y="77292"/>
                </a:cubicBezTo>
                <a:lnTo>
                  <a:pt x="1878016" y="30547"/>
                </a:lnTo>
                <a:lnTo>
                  <a:pt x="1890803" y="30547"/>
                </a:lnTo>
                <a:lnTo>
                  <a:pt x="1890803" y="72390"/>
                </a:lnTo>
                <a:cubicBezTo>
                  <a:pt x="1890803" y="79068"/>
                  <a:pt x="1891064" y="83567"/>
                  <a:pt x="1891585" y="85887"/>
                </a:cubicBezTo>
                <a:cubicBezTo>
                  <a:pt x="1892390" y="89250"/>
                  <a:pt x="1894095" y="91890"/>
                  <a:pt x="1896699" y="93808"/>
                </a:cubicBezTo>
                <a:cubicBezTo>
                  <a:pt x="1899304" y="95727"/>
                  <a:pt x="1902525" y="96686"/>
                  <a:pt x="1906361" y="96686"/>
                </a:cubicBezTo>
                <a:cubicBezTo>
                  <a:pt x="1910197" y="96686"/>
                  <a:pt x="1913796" y="95703"/>
                  <a:pt x="1917159" y="93737"/>
                </a:cubicBezTo>
                <a:cubicBezTo>
                  <a:pt x="1920522" y="91772"/>
                  <a:pt x="1922901" y="89096"/>
                  <a:pt x="1924299" y="85710"/>
                </a:cubicBezTo>
                <a:cubicBezTo>
                  <a:pt x="1925696" y="82324"/>
                  <a:pt x="1926394" y="77410"/>
                  <a:pt x="1926394" y="70969"/>
                </a:cubicBezTo>
                <a:lnTo>
                  <a:pt x="1926394" y="30547"/>
                </a:lnTo>
                <a:lnTo>
                  <a:pt x="1939181" y="30547"/>
                </a:lnTo>
                <a:lnTo>
                  <a:pt x="1939181" y="105992"/>
                </a:lnTo>
                <a:lnTo>
                  <a:pt x="1927744" y="105992"/>
                </a:lnTo>
                <a:close/>
                <a:moveTo>
                  <a:pt x="1987134" y="94696"/>
                </a:moveTo>
                <a:lnTo>
                  <a:pt x="1988981" y="105992"/>
                </a:lnTo>
                <a:cubicBezTo>
                  <a:pt x="1985381" y="106655"/>
                  <a:pt x="1982161" y="106986"/>
                  <a:pt x="1979319" y="106986"/>
                </a:cubicBezTo>
                <a:cubicBezTo>
                  <a:pt x="1974678" y="106986"/>
                  <a:pt x="1971078" y="106252"/>
                  <a:pt x="1968521" y="104784"/>
                </a:cubicBezTo>
                <a:cubicBezTo>
                  <a:pt x="1965964" y="103316"/>
                  <a:pt x="1964164" y="101386"/>
                  <a:pt x="1963122" y="98994"/>
                </a:cubicBezTo>
                <a:cubicBezTo>
                  <a:pt x="1962080" y="96603"/>
                  <a:pt x="1961559" y="91571"/>
                  <a:pt x="1961559" y="83898"/>
                </a:cubicBezTo>
                <a:lnTo>
                  <a:pt x="1961559" y="40493"/>
                </a:lnTo>
                <a:lnTo>
                  <a:pt x="1952182" y="40493"/>
                </a:lnTo>
                <a:lnTo>
                  <a:pt x="1952182" y="30547"/>
                </a:lnTo>
                <a:lnTo>
                  <a:pt x="1961559" y="30547"/>
                </a:lnTo>
                <a:lnTo>
                  <a:pt x="1961559" y="11813"/>
                </a:lnTo>
                <a:lnTo>
                  <a:pt x="1974275" y="4120"/>
                </a:lnTo>
                <a:lnTo>
                  <a:pt x="1974275" y="30547"/>
                </a:lnTo>
                <a:lnTo>
                  <a:pt x="1987134" y="30547"/>
                </a:lnTo>
                <a:lnTo>
                  <a:pt x="1987134" y="40493"/>
                </a:lnTo>
                <a:lnTo>
                  <a:pt x="1974275" y="40493"/>
                </a:lnTo>
                <a:lnTo>
                  <a:pt x="1974275" y="84609"/>
                </a:lnTo>
                <a:cubicBezTo>
                  <a:pt x="1974275" y="88255"/>
                  <a:pt x="1974500" y="90600"/>
                  <a:pt x="1974950" y="91642"/>
                </a:cubicBezTo>
                <a:cubicBezTo>
                  <a:pt x="1975400" y="92684"/>
                  <a:pt x="1976134" y="93512"/>
                  <a:pt x="1977152" y="94128"/>
                </a:cubicBezTo>
                <a:cubicBezTo>
                  <a:pt x="1978171" y="94744"/>
                  <a:pt x="1979627" y="95052"/>
                  <a:pt x="1981521" y="95052"/>
                </a:cubicBezTo>
                <a:cubicBezTo>
                  <a:pt x="1982942" y="95052"/>
                  <a:pt x="1984813" y="94933"/>
                  <a:pt x="1987134" y="94696"/>
                </a:cubicBezTo>
                <a:close/>
                <a:moveTo>
                  <a:pt x="2027556" y="94696"/>
                </a:moveTo>
                <a:lnTo>
                  <a:pt x="2029403" y="105992"/>
                </a:lnTo>
                <a:cubicBezTo>
                  <a:pt x="2025804" y="106655"/>
                  <a:pt x="2022583" y="106986"/>
                  <a:pt x="2019742" y="106986"/>
                </a:cubicBezTo>
                <a:cubicBezTo>
                  <a:pt x="2015101" y="106986"/>
                  <a:pt x="2011501" y="106252"/>
                  <a:pt x="2008944" y="104784"/>
                </a:cubicBezTo>
                <a:cubicBezTo>
                  <a:pt x="2006386" y="103316"/>
                  <a:pt x="2004587" y="101386"/>
                  <a:pt x="2003545" y="98994"/>
                </a:cubicBezTo>
                <a:cubicBezTo>
                  <a:pt x="2002503" y="96603"/>
                  <a:pt x="2001982" y="91571"/>
                  <a:pt x="2001982" y="83898"/>
                </a:cubicBezTo>
                <a:lnTo>
                  <a:pt x="2001982" y="40493"/>
                </a:lnTo>
                <a:lnTo>
                  <a:pt x="1992605" y="40493"/>
                </a:lnTo>
                <a:lnTo>
                  <a:pt x="1992605" y="30547"/>
                </a:lnTo>
                <a:lnTo>
                  <a:pt x="2001982" y="30547"/>
                </a:lnTo>
                <a:lnTo>
                  <a:pt x="2001982" y="11813"/>
                </a:lnTo>
                <a:lnTo>
                  <a:pt x="2014698" y="4120"/>
                </a:lnTo>
                <a:lnTo>
                  <a:pt x="2014698" y="30547"/>
                </a:lnTo>
                <a:lnTo>
                  <a:pt x="2027556" y="30547"/>
                </a:lnTo>
                <a:lnTo>
                  <a:pt x="2027556" y="40493"/>
                </a:lnTo>
                <a:lnTo>
                  <a:pt x="2014698" y="40493"/>
                </a:lnTo>
                <a:lnTo>
                  <a:pt x="2014698" y="84609"/>
                </a:lnTo>
                <a:cubicBezTo>
                  <a:pt x="2014698" y="88255"/>
                  <a:pt x="2014923" y="90600"/>
                  <a:pt x="2015373" y="91642"/>
                </a:cubicBezTo>
                <a:cubicBezTo>
                  <a:pt x="2015823" y="92684"/>
                  <a:pt x="2016557" y="93512"/>
                  <a:pt x="2017575" y="94128"/>
                </a:cubicBezTo>
                <a:cubicBezTo>
                  <a:pt x="2018593" y="94744"/>
                  <a:pt x="2020050" y="95052"/>
                  <a:pt x="2021944" y="95052"/>
                </a:cubicBezTo>
                <a:cubicBezTo>
                  <a:pt x="2023365" y="95052"/>
                  <a:pt x="2025236" y="94933"/>
                  <a:pt x="2027556" y="94696"/>
                </a:cubicBezTo>
                <a:close/>
                <a:moveTo>
                  <a:pt x="2035300" y="68270"/>
                </a:moveTo>
                <a:cubicBezTo>
                  <a:pt x="2035300" y="54298"/>
                  <a:pt x="2039184" y="43950"/>
                  <a:pt x="2046951" y="37225"/>
                </a:cubicBezTo>
                <a:cubicBezTo>
                  <a:pt x="2053439" y="31637"/>
                  <a:pt x="2061348" y="28842"/>
                  <a:pt x="2070678" y="28842"/>
                </a:cubicBezTo>
                <a:cubicBezTo>
                  <a:pt x="2081050" y="28842"/>
                  <a:pt x="2089528" y="32240"/>
                  <a:pt x="2096111" y="39037"/>
                </a:cubicBezTo>
                <a:cubicBezTo>
                  <a:pt x="2102694" y="45833"/>
                  <a:pt x="2105985" y="55222"/>
                  <a:pt x="2105985" y="67204"/>
                </a:cubicBezTo>
                <a:cubicBezTo>
                  <a:pt x="2105985" y="76913"/>
                  <a:pt x="2104529" y="84550"/>
                  <a:pt x="2101616" y="90114"/>
                </a:cubicBezTo>
                <a:cubicBezTo>
                  <a:pt x="2098704" y="95679"/>
                  <a:pt x="2094465" y="100001"/>
                  <a:pt x="2088900" y="103079"/>
                </a:cubicBezTo>
                <a:cubicBezTo>
                  <a:pt x="2083335" y="106158"/>
                  <a:pt x="2077261" y="107697"/>
                  <a:pt x="2070678" y="107697"/>
                </a:cubicBezTo>
                <a:cubicBezTo>
                  <a:pt x="2060117" y="107697"/>
                  <a:pt x="2051580" y="104311"/>
                  <a:pt x="2045068" y="97538"/>
                </a:cubicBezTo>
                <a:cubicBezTo>
                  <a:pt x="2038556" y="90766"/>
                  <a:pt x="2035300" y="81009"/>
                  <a:pt x="2035300" y="68270"/>
                </a:cubicBezTo>
                <a:moveTo>
                  <a:pt x="2048443" y="68234"/>
                </a:moveTo>
                <a:cubicBezTo>
                  <a:pt x="2048443" y="77860"/>
                  <a:pt x="2050550" y="85068"/>
                  <a:pt x="2054765" y="89857"/>
                </a:cubicBezTo>
                <a:cubicBezTo>
                  <a:pt x="2058980" y="94646"/>
                  <a:pt x="2064285" y="97041"/>
                  <a:pt x="2070678" y="97041"/>
                </a:cubicBezTo>
                <a:cubicBezTo>
                  <a:pt x="2077025" y="97041"/>
                  <a:pt x="2082305" y="94634"/>
                  <a:pt x="2086520" y="89821"/>
                </a:cubicBezTo>
                <a:cubicBezTo>
                  <a:pt x="2090735" y="85008"/>
                  <a:pt x="2092843" y="77671"/>
                  <a:pt x="2092843" y="67810"/>
                </a:cubicBezTo>
                <a:cubicBezTo>
                  <a:pt x="2092843" y="58514"/>
                  <a:pt x="2090723" y="51471"/>
                  <a:pt x="2086485" y="46682"/>
                </a:cubicBezTo>
                <a:cubicBezTo>
                  <a:pt x="2082246" y="41893"/>
                  <a:pt x="2076977" y="39498"/>
                  <a:pt x="2070678" y="39498"/>
                </a:cubicBezTo>
                <a:cubicBezTo>
                  <a:pt x="2064285" y="39498"/>
                  <a:pt x="2058980" y="41881"/>
                  <a:pt x="2054765" y="46647"/>
                </a:cubicBezTo>
                <a:cubicBezTo>
                  <a:pt x="2050550" y="51412"/>
                  <a:pt x="2048443" y="58608"/>
                  <a:pt x="2048443" y="68234"/>
                </a:cubicBezTo>
                <a:close/>
                <a:moveTo>
                  <a:pt x="2120974" y="105992"/>
                </a:moveTo>
                <a:lnTo>
                  <a:pt x="2120974" y="30547"/>
                </a:lnTo>
                <a:lnTo>
                  <a:pt x="2132482" y="30547"/>
                </a:lnTo>
                <a:lnTo>
                  <a:pt x="2132482" y="41203"/>
                </a:lnTo>
                <a:cubicBezTo>
                  <a:pt x="2138023" y="32963"/>
                  <a:pt x="2146027" y="28842"/>
                  <a:pt x="2156494" y="28842"/>
                </a:cubicBezTo>
                <a:cubicBezTo>
                  <a:pt x="2161040" y="28842"/>
                  <a:pt x="2165220" y="29659"/>
                  <a:pt x="2169032" y="31293"/>
                </a:cubicBezTo>
                <a:cubicBezTo>
                  <a:pt x="2172845" y="32927"/>
                  <a:pt x="2175698" y="35070"/>
                  <a:pt x="2177593" y="37722"/>
                </a:cubicBezTo>
                <a:cubicBezTo>
                  <a:pt x="2179487" y="40374"/>
                  <a:pt x="2180813" y="43524"/>
                  <a:pt x="2181571" y="47171"/>
                </a:cubicBezTo>
                <a:cubicBezTo>
                  <a:pt x="2182045" y="49539"/>
                  <a:pt x="2182281" y="53683"/>
                  <a:pt x="2182281" y="59603"/>
                </a:cubicBezTo>
                <a:lnTo>
                  <a:pt x="2182281" y="105992"/>
                </a:lnTo>
                <a:lnTo>
                  <a:pt x="2169494" y="105992"/>
                </a:lnTo>
                <a:lnTo>
                  <a:pt x="2169494" y="60051"/>
                </a:lnTo>
                <a:cubicBezTo>
                  <a:pt x="2169494" y="54836"/>
                  <a:pt x="2168997" y="50936"/>
                  <a:pt x="2168002" y="48352"/>
                </a:cubicBezTo>
                <a:cubicBezTo>
                  <a:pt x="2167008" y="45768"/>
                  <a:pt x="2165244" y="43705"/>
                  <a:pt x="2162710" y="42165"/>
                </a:cubicBezTo>
                <a:cubicBezTo>
                  <a:pt x="2160176" y="40624"/>
                  <a:pt x="2157204" y="39853"/>
                  <a:pt x="2153794" y="39853"/>
                </a:cubicBezTo>
                <a:cubicBezTo>
                  <a:pt x="2148348" y="39853"/>
                  <a:pt x="2143647" y="41584"/>
                  <a:pt x="2139693" y="45046"/>
                </a:cubicBezTo>
                <a:cubicBezTo>
                  <a:pt x="2135738" y="48506"/>
                  <a:pt x="2133761" y="55072"/>
                  <a:pt x="2133761" y="64744"/>
                </a:cubicBezTo>
                <a:lnTo>
                  <a:pt x="2133761" y="105992"/>
                </a:lnTo>
                <a:lnTo>
                  <a:pt x="2120974" y="105992"/>
                </a:lnTo>
                <a:close/>
                <a:moveTo>
                  <a:pt x="2233289" y="105992"/>
                </a:moveTo>
                <a:lnTo>
                  <a:pt x="2192938" y="1847"/>
                </a:lnTo>
                <a:lnTo>
                  <a:pt x="2207856" y="1847"/>
                </a:lnTo>
                <a:lnTo>
                  <a:pt x="2234922" y="77505"/>
                </a:lnTo>
                <a:cubicBezTo>
                  <a:pt x="2237101" y="83567"/>
                  <a:pt x="2238924" y="89250"/>
                  <a:pt x="2240393" y="94554"/>
                </a:cubicBezTo>
                <a:cubicBezTo>
                  <a:pt x="2242003" y="88871"/>
                  <a:pt x="2243873" y="83188"/>
                  <a:pt x="2246005" y="77505"/>
                </a:cubicBezTo>
                <a:lnTo>
                  <a:pt x="2274137" y="1847"/>
                </a:lnTo>
                <a:lnTo>
                  <a:pt x="2288202" y="1847"/>
                </a:lnTo>
                <a:lnTo>
                  <a:pt x="2247425" y="105992"/>
                </a:lnTo>
                <a:lnTo>
                  <a:pt x="2233289" y="105992"/>
                </a:lnTo>
                <a:close/>
                <a:moveTo>
                  <a:pt x="2296371" y="16623"/>
                </a:moveTo>
                <a:lnTo>
                  <a:pt x="2296371" y="1847"/>
                </a:lnTo>
                <a:lnTo>
                  <a:pt x="2309158" y="1847"/>
                </a:lnTo>
                <a:lnTo>
                  <a:pt x="2309158" y="16623"/>
                </a:lnTo>
                <a:lnTo>
                  <a:pt x="2296371" y="16623"/>
                </a:lnTo>
                <a:moveTo>
                  <a:pt x="2296371" y="105992"/>
                </a:moveTo>
                <a:lnTo>
                  <a:pt x="2296371" y="30547"/>
                </a:lnTo>
                <a:lnTo>
                  <a:pt x="2309158" y="30547"/>
                </a:lnTo>
                <a:lnTo>
                  <a:pt x="2309158" y="105992"/>
                </a:lnTo>
                <a:lnTo>
                  <a:pt x="2296371" y="105992"/>
                </a:lnTo>
                <a:close/>
                <a:moveTo>
                  <a:pt x="2380269" y="81696"/>
                </a:moveTo>
                <a:lnTo>
                  <a:pt x="2393483" y="83330"/>
                </a:lnTo>
                <a:cubicBezTo>
                  <a:pt x="2391399" y="91050"/>
                  <a:pt x="2387539" y="97041"/>
                  <a:pt x="2381903" y="101303"/>
                </a:cubicBezTo>
                <a:cubicBezTo>
                  <a:pt x="2376267" y="105566"/>
                  <a:pt x="2369069" y="107697"/>
                  <a:pt x="2360307" y="107697"/>
                </a:cubicBezTo>
                <a:cubicBezTo>
                  <a:pt x="2349272" y="107697"/>
                  <a:pt x="2340522" y="104299"/>
                  <a:pt x="2334058" y="97503"/>
                </a:cubicBezTo>
                <a:cubicBezTo>
                  <a:pt x="2327593" y="90706"/>
                  <a:pt x="2324361" y="81175"/>
                  <a:pt x="2324361" y="68909"/>
                </a:cubicBezTo>
                <a:cubicBezTo>
                  <a:pt x="2324361" y="56216"/>
                  <a:pt x="2327629" y="46365"/>
                  <a:pt x="2334164" y="39356"/>
                </a:cubicBezTo>
                <a:cubicBezTo>
                  <a:pt x="2340700" y="32347"/>
                  <a:pt x="2349177" y="28842"/>
                  <a:pt x="2359597" y="28842"/>
                </a:cubicBezTo>
                <a:cubicBezTo>
                  <a:pt x="2369684" y="28842"/>
                  <a:pt x="2377925" y="32271"/>
                  <a:pt x="2384319" y="39128"/>
                </a:cubicBezTo>
                <a:cubicBezTo>
                  <a:pt x="2390712" y="45983"/>
                  <a:pt x="2393909" y="55628"/>
                  <a:pt x="2393909" y="68063"/>
                </a:cubicBezTo>
                <a:cubicBezTo>
                  <a:pt x="2393909" y="68819"/>
                  <a:pt x="2393885" y="69954"/>
                  <a:pt x="2393838" y="71466"/>
                </a:cubicBezTo>
                <a:lnTo>
                  <a:pt x="2337574" y="71466"/>
                </a:lnTo>
                <a:cubicBezTo>
                  <a:pt x="2338048" y="79731"/>
                  <a:pt x="2340392" y="86059"/>
                  <a:pt x="2344607" y="90452"/>
                </a:cubicBezTo>
                <a:cubicBezTo>
                  <a:pt x="2348822" y="94844"/>
                  <a:pt x="2354079" y="97041"/>
                  <a:pt x="2360378" y="97041"/>
                </a:cubicBezTo>
                <a:cubicBezTo>
                  <a:pt x="2365067" y="97041"/>
                  <a:pt x="2369069" y="95821"/>
                  <a:pt x="2372384" y="93382"/>
                </a:cubicBezTo>
                <a:cubicBezTo>
                  <a:pt x="2375699" y="90942"/>
                  <a:pt x="2378328" y="87046"/>
                  <a:pt x="2380269" y="81696"/>
                </a:cubicBezTo>
                <a:moveTo>
                  <a:pt x="2338285" y="60810"/>
                </a:moveTo>
                <a:lnTo>
                  <a:pt x="2380411" y="60810"/>
                </a:lnTo>
                <a:cubicBezTo>
                  <a:pt x="2379843" y="54568"/>
                  <a:pt x="2378233" y="49886"/>
                  <a:pt x="2375581" y="46764"/>
                </a:cubicBezTo>
                <a:cubicBezTo>
                  <a:pt x="2371508" y="41920"/>
                  <a:pt x="2366227" y="39498"/>
                  <a:pt x="2359739" y="39498"/>
                </a:cubicBezTo>
                <a:cubicBezTo>
                  <a:pt x="2353866" y="39498"/>
                  <a:pt x="2348929" y="41432"/>
                  <a:pt x="2344927" y="45299"/>
                </a:cubicBezTo>
                <a:cubicBezTo>
                  <a:pt x="2340925" y="49165"/>
                  <a:pt x="2338711" y="54335"/>
                  <a:pt x="2338285" y="60810"/>
                </a:cubicBezTo>
                <a:close/>
                <a:moveTo>
                  <a:pt x="2423463" y="105992"/>
                </a:moveTo>
                <a:lnTo>
                  <a:pt x="2400375" y="30547"/>
                </a:lnTo>
                <a:lnTo>
                  <a:pt x="2413588" y="30547"/>
                </a:lnTo>
                <a:lnTo>
                  <a:pt x="2425594" y="74088"/>
                </a:lnTo>
                <a:lnTo>
                  <a:pt x="2430069" y="90292"/>
                </a:lnTo>
                <a:cubicBezTo>
                  <a:pt x="2430259" y="89488"/>
                  <a:pt x="2431561" y="84308"/>
                  <a:pt x="2433977" y="74750"/>
                </a:cubicBezTo>
                <a:lnTo>
                  <a:pt x="2445982" y="30547"/>
                </a:lnTo>
                <a:lnTo>
                  <a:pt x="2459125" y="30547"/>
                </a:lnTo>
                <a:lnTo>
                  <a:pt x="2470420" y="74299"/>
                </a:lnTo>
                <a:lnTo>
                  <a:pt x="2474185" y="88729"/>
                </a:lnTo>
                <a:lnTo>
                  <a:pt x="2478519" y="74164"/>
                </a:lnTo>
                <a:lnTo>
                  <a:pt x="2491448" y="30547"/>
                </a:lnTo>
                <a:lnTo>
                  <a:pt x="2503880" y="30547"/>
                </a:lnTo>
                <a:lnTo>
                  <a:pt x="2480295" y="105992"/>
                </a:lnTo>
                <a:lnTo>
                  <a:pt x="2467010" y="105992"/>
                </a:lnTo>
                <a:lnTo>
                  <a:pt x="2455004" y="60786"/>
                </a:lnTo>
                <a:lnTo>
                  <a:pt x="2452092" y="47952"/>
                </a:lnTo>
                <a:lnTo>
                  <a:pt x="2436818" y="105992"/>
                </a:lnTo>
                <a:lnTo>
                  <a:pt x="2423463" y="105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-issueView:UsabilityIssuePresentationView">
            <a:extLst xmlns:a="http://schemas.openxmlformats.org/drawingml/2006/main">
              <a:ext uri="{FF2B5EF4-FFF2-40B4-BE49-F238E27FC236}">
                <a16:creationId xmlns:a16="http://schemas.microsoft.com/office/drawing/2014/main" id="{D471E1A1-CE10-41F6-9703-3767A817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50" y="1601576"/>
            <a:ext cx="2843451" cy="134834"/>
          </a:xfrm>
          <a:custGeom xmlns:a="http://schemas.openxmlformats.org/drawingml/2006/main">
            <a:pathLst>
              <a:path w="2843451" h="134834">
                <a:moveTo>
                  <a:pt x="0" y="72887"/>
                </a:moveTo>
                <a:lnTo>
                  <a:pt x="0" y="59958"/>
                </a:lnTo>
                <a:lnTo>
                  <a:pt x="39285" y="59958"/>
                </a:lnTo>
                <a:lnTo>
                  <a:pt x="39285" y="72887"/>
                </a:lnTo>
                <a:lnTo>
                  <a:pt x="0" y="72887"/>
                </a:lnTo>
                <a:close/>
                <a:moveTo>
                  <a:pt x="93919" y="14776"/>
                </a:moveTo>
                <a:lnTo>
                  <a:pt x="93919" y="0"/>
                </a:lnTo>
                <a:lnTo>
                  <a:pt x="106706" y="0"/>
                </a:lnTo>
                <a:lnTo>
                  <a:pt x="106706" y="14776"/>
                </a:lnTo>
                <a:lnTo>
                  <a:pt x="93919" y="14776"/>
                </a:lnTo>
                <a:moveTo>
                  <a:pt x="93919" y="104145"/>
                </a:moveTo>
                <a:lnTo>
                  <a:pt x="93919" y="28700"/>
                </a:lnTo>
                <a:lnTo>
                  <a:pt x="106706" y="28700"/>
                </a:lnTo>
                <a:lnTo>
                  <a:pt x="106706" y="104145"/>
                </a:lnTo>
                <a:lnTo>
                  <a:pt x="93919" y="104145"/>
                </a:lnTo>
                <a:close/>
                <a:moveTo>
                  <a:pt x="121058" y="81554"/>
                </a:moveTo>
                <a:lnTo>
                  <a:pt x="133704" y="79565"/>
                </a:lnTo>
                <a:cubicBezTo>
                  <a:pt x="134414" y="84610"/>
                  <a:pt x="136391" y="88477"/>
                  <a:pt x="139635" y="91164"/>
                </a:cubicBezTo>
                <a:cubicBezTo>
                  <a:pt x="142880" y="93851"/>
                  <a:pt x="147414" y="95194"/>
                  <a:pt x="153240" y="95194"/>
                </a:cubicBezTo>
                <a:cubicBezTo>
                  <a:pt x="159112" y="95194"/>
                  <a:pt x="163469" y="94007"/>
                  <a:pt x="166311" y="91635"/>
                </a:cubicBezTo>
                <a:cubicBezTo>
                  <a:pt x="169153" y="89261"/>
                  <a:pt x="170573" y="86477"/>
                  <a:pt x="170573" y="83283"/>
                </a:cubicBezTo>
                <a:cubicBezTo>
                  <a:pt x="170573" y="80417"/>
                  <a:pt x="169318" y="78161"/>
                  <a:pt x="166808" y="76517"/>
                </a:cubicBezTo>
                <a:cubicBezTo>
                  <a:pt x="165056" y="75389"/>
                  <a:pt x="160699" y="73956"/>
                  <a:pt x="153737" y="72217"/>
                </a:cubicBezTo>
                <a:cubicBezTo>
                  <a:pt x="144360" y="69847"/>
                  <a:pt x="137859" y="67797"/>
                  <a:pt x="134236" y="66067"/>
                </a:cubicBezTo>
                <a:cubicBezTo>
                  <a:pt x="130613" y="64337"/>
                  <a:pt x="127866" y="61943"/>
                  <a:pt x="125996" y="58886"/>
                </a:cubicBezTo>
                <a:cubicBezTo>
                  <a:pt x="124125" y="55828"/>
                  <a:pt x="123190" y="52451"/>
                  <a:pt x="123190" y="48753"/>
                </a:cubicBezTo>
                <a:cubicBezTo>
                  <a:pt x="123190" y="45388"/>
                  <a:pt x="123959" y="42271"/>
                  <a:pt x="125498" y="39403"/>
                </a:cubicBezTo>
                <a:cubicBezTo>
                  <a:pt x="127038" y="36535"/>
                  <a:pt x="129133" y="34153"/>
                  <a:pt x="131785" y="32257"/>
                </a:cubicBezTo>
                <a:cubicBezTo>
                  <a:pt x="133775" y="30787"/>
                  <a:pt x="136486" y="29543"/>
                  <a:pt x="139920" y="28525"/>
                </a:cubicBezTo>
                <a:cubicBezTo>
                  <a:pt x="143353" y="27505"/>
                  <a:pt x="147035" y="26995"/>
                  <a:pt x="150966" y="26995"/>
                </a:cubicBezTo>
                <a:cubicBezTo>
                  <a:pt x="156886" y="26995"/>
                  <a:pt x="162084" y="27854"/>
                  <a:pt x="166560" y="29570"/>
                </a:cubicBezTo>
                <a:cubicBezTo>
                  <a:pt x="171035" y="31286"/>
                  <a:pt x="174338" y="33610"/>
                  <a:pt x="176470" y="36543"/>
                </a:cubicBezTo>
                <a:cubicBezTo>
                  <a:pt x="178601" y="39475"/>
                  <a:pt x="180069" y="43397"/>
                  <a:pt x="180874" y="48307"/>
                </a:cubicBezTo>
                <a:lnTo>
                  <a:pt x="168371" y="50012"/>
                </a:lnTo>
                <a:cubicBezTo>
                  <a:pt x="167803" y="46129"/>
                  <a:pt x="166157" y="43098"/>
                  <a:pt x="163434" y="40919"/>
                </a:cubicBezTo>
                <a:cubicBezTo>
                  <a:pt x="160711" y="38741"/>
                  <a:pt x="156863" y="37651"/>
                  <a:pt x="151890" y="37651"/>
                </a:cubicBezTo>
                <a:cubicBezTo>
                  <a:pt x="146017" y="37651"/>
                  <a:pt x="141826" y="38618"/>
                  <a:pt x="139316" y="40551"/>
                </a:cubicBezTo>
                <a:cubicBezTo>
                  <a:pt x="136806" y="42482"/>
                  <a:pt x="135551" y="44744"/>
                  <a:pt x="135551" y="47337"/>
                </a:cubicBezTo>
                <a:cubicBezTo>
                  <a:pt x="135551" y="48986"/>
                  <a:pt x="136072" y="50470"/>
                  <a:pt x="137113" y="51790"/>
                </a:cubicBezTo>
                <a:cubicBezTo>
                  <a:pt x="138155" y="53156"/>
                  <a:pt x="139789" y="54287"/>
                  <a:pt x="142015" y="55183"/>
                </a:cubicBezTo>
                <a:cubicBezTo>
                  <a:pt x="143294" y="55655"/>
                  <a:pt x="147059" y="56739"/>
                  <a:pt x="153311" y="58435"/>
                </a:cubicBezTo>
                <a:cubicBezTo>
                  <a:pt x="162356" y="60849"/>
                  <a:pt x="168667" y="62825"/>
                  <a:pt x="172243" y="64362"/>
                </a:cubicBezTo>
                <a:cubicBezTo>
                  <a:pt x="175818" y="65900"/>
                  <a:pt x="178625" y="68136"/>
                  <a:pt x="180661" y="71071"/>
                </a:cubicBezTo>
                <a:cubicBezTo>
                  <a:pt x="182697" y="74005"/>
                  <a:pt x="183716" y="77648"/>
                  <a:pt x="183716" y="82000"/>
                </a:cubicBezTo>
                <a:cubicBezTo>
                  <a:pt x="183716" y="86260"/>
                  <a:pt x="182473" y="90270"/>
                  <a:pt x="179986" y="94033"/>
                </a:cubicBezTo>
                <a:cubicBezTo>
                  <a:pt x="177500" y="97793"/>
                  <a:pt x="173912" y="100703"/>
                  <a:pt x="169224" y="102762"/>
                </a:cubicBezTo>
                <a:cubicBezTo>
                  <a:pt x="164535" y="104820"/>
                  <a:pt x="159231" y="105850"/>
                  <a:pt x="153311" y="105850"/>
                </a:cubicBezTo>
                <a:cubicBezTo>
                  <a:pt x="143507" y="105850"/>
                  <a:pt x="136036" y="103807"/>
                  <a:pt x="130897" y="99723"/>
                </a:cubicBezTo>
                <a:cubicBezTo>
                  <a:pt x="125759" y="95638"/>
                  <a:pt x="122479" y="89582"/>
                  <a:pt x="121058" y="81554"/>
                </a:cubicBezTo>
                <a:close/>
                <a:moveTo>
                  <a:pt x="193804" y="81554"/>
                </a:moveTo>
                <a:lnTo>
                  <a:pt x="206449" y="79565"/>
                </a:lnTo>
                <a:cubicBezTo>
                  <a:pt x="207159" y="84610"/>
                  <a:pt x="209137" y="88477"/>
                  <a:pt x="212381" y="91164"/>
                </a:cubicBezTo>
                <a:cubicBezTo>
                  <a:pt x="215625" y="93851"/>
                  <a:pt x="220160" y="95194"/>
                  <a:pt x="225985" y="95194"/>
                </a:cubicBezTo>
                <a:cubicBezTo>
                  <a:pt x="231858" y="95194"/>
                  <a:pt x="236215" y="94007"/>
                  <a:pt x="239056" y="91635"/>
                </a:cubicBezTo>
                <a:cubicBezTo>
                  <a:pt x="241898" y="89261"/>
                  <a:pt x="243319" y="86477"/>
                  <a:pt x="243319" y="83283"/>
                </a:cubicBezTo>
                <a:cubicBezTo>
                  <a:pt x="243319" y="80417"/>
                  <a:pt x="242064" y="78161"/>
                  <a:pt x="239554" y="76517"/>
                </a:cubicBezTo>
                <a:cubicBezTo>
                  <a:pt x="237801" y="75389"/>
                  <a:pt x="233444" y="73956"/>
                  <a:pt x="226482" y="72217"/>
                </a:cubicBezTo>
                <a:cubicBezTo>
                  <a:pt x="217105" y="69847"/>
                  <a:pt x="210605" y="67797"/>
                  <a:pt x="206982" y="66067"/>
                </a:cubicBezTo>
                <a:cubicBezTo>
                  <a:pt x="203359" y="64337"/>
                  <a:pt x="200612" y="61943"/>
                  <a:pt x="198741" y="58886"/>
                </a:cubicBezTo>
                <a:cubicBezTo>
                  <a:pt x="196870" y="55828"/>
                  <a:pt x="195935" y="52451"/>
                  <a:pt x="195935" y="48753"/>
                </a:cubicBezTo>
                <a:cubicBezTo>
                  <a:pt x="195935" y="45388"/>
                  <a:pt x="196705" y="42271"/>
                  <a:pt x="198244" y="39403"/>
                </a:cubicBezTo>
                <a:cubicBezTo>
                  <a:pt x="199783" y="36535"/>
                  <a:pt x="201879" y="34153"/>
                  <a:pt x="204531" y="32257"/>
                </a:cubicBezTo>
                <a:cubicBezTo>
                  <a:pt x="206520" y="30787"/>
                  <a:pt x="209231" y="29543"/>
                  <a:pt x="212665" y="28525"/>
                </a:cubicBezTo>
                <a:cubicBezTo>
                  <a:pt x="216099" y="27505"/>
                  <a:pt x="219781" y="26995"/>
                  <a:pt x="223712" y="26995"/>
                </a:cubicBezTo>
                <a:cubicBezTo>
                  <a:pt x="229632" y="26995"/>
                  <a:pt x="234830" y="27854"/>
                  <a:pt x="239305" y="29570"/>
                </a:cubicBezTo>
                <a:cubicBezTo>
                  <a:pt x="243781" y="31286"/>
                  <a:pt x="247084" y="33610"/>
                  <a:pt x="249215" y="36543"/>
                </a:cubicBezTo>
                <a:cubicBezTo>
                  <a:pt x="251346" y="39475"/>
                  <a:pt x="252815" y="43397"/>
                  <a:pt x="253620" y="48307"/>
                </a:cubicBezTo>
                <a:lnTo>
                  <a:pt x="241117" y="50012"/>
                </a:lnTo>
                <a:cubicBezTo>
                  <a:pt x="240548" y="46129"/>
                  <a:pt x="238903" y="43098"/>
                  <a:pt x="236179" y="40919"/>
                </a:cubicBezTo>
                <a:cubicBezTo>
                  <a:pt x="233456" y="38741"/>
                  <a:pt x="229608" y="37651"/>
                  <a:pt x="224635" y="37651"/>
                </a:cubicBezTo>
                <a:cubicBezTo>
                  <a:pt x="218763" y="37651"/>
                  <a:pt x="214571" y="38618"/>
                  <a:pt x="212061" y="40551"/>
                </a:cubicBezTo>
                <a:cubicBezTo>
                  <a:pt x="209551" y="42482"/>
                  <a:pt x="208296" y="44744"/>
                  <a:pt x="208296" y="47337"/>
                </a:cubicBezTo>
                <a:cubicBezTo>
                  <a:pt x="208296" y="48986"/>
                  <a:pt x="208817" y="50470"/>
                  <a:pt x="209859" y="51790"/>
                </a:cubicBezTo>
                <a:cubicBezTo>
                  <a:pt x="210901" y="53156"/>
                  <a:pt x="212535" y="54287"/>
                  <a:pt x="214761" y="55183"/>
                </a:cubicBezTo>
                <a:cubicBezTo>
                  <a:pt x="216039" y="55655"/>
                  <a:pt x="219805" y="56739"/>
                  <a:pt x="226056" y="58435"/>
                </a:cubicBezTo>
                <a:cubicBezTo>
                  <a:pt x="235102" y="60849"/>
                  <a:pt x="241413" y="62825"/>
                  <a:pt x="244988" y="64362"/>
                </a:cubicBezTo>
                <a:cubicBezTo>
                  <a:pt x="248564" y="65900"/>
                  <a:pt x="251370" y="68136"/>
                  <a:pt x="253407" y="71071"/>
                </a:cubicBezTo>
                <a:cubicBezTo>
                  <a:pt x="255443" y="74005"/>
                  <a:pt x="256461" y="77648"/>
                  <a:pt x="256461" y="82000"/>
                </a:cubicBezTo>
                <a:cubicBezTo>
                  <a:pt x="256461" y="86260"/>
                  <a:pt x="255218" y="90270"/>
                  <a:pt x="252732" y="94033"/>
                </a:cubicBezTo>
                <a:cubicBezTo>
                  <a:pt x="250245" y="97793"/>
                  <a:pt x="246658" y="100703"/>
                  <a:pt x="241969" y="102762"/>
                </a:cubicBezTo>
                <a:cubicBezTo>
                  <a:pt x="237280" y="104820"/>
                  <a:pt x="231976" y="105850"/>
                  <a:pt x="226056" y="105850"/>
                </a:cubicBezTo>
                <a:cubicBezTo>
                  <a:pt x="216253" y="105850"/>
                  <a:pt x="208782" y="103807"/>
                  <a:pt x="203643" y="99723"/>
                </a:cubicBezTo>
                <a:cubicBezTo>
                  <a:pt x="198504" y="95638"/>
                  <a:pt x="195225" y="89582"/>
                  <a:pt x="193804" y="81554"/>
                </a:cubicBezTo>
                <a:close/>
                <a:moveTo>
                  <a:pt x="321107" y="104145"/>
                </a:moveTo>
                <a:lnTo>
                  <a:pt x="321107" y="93063"/>
                </a:lnTo>
                <a:cubicBezTo>
                  <a:pt x="315235" y="101587"/>
                  <a:pt x="307255" y="105850"/>
                  <a:pt x="297167" y="105850"/>
                </a:cubicBezTo>
                <a:cubicBezTo>
                  <a:pt x="292715" y="105850"/>
                  <a:pt x="288559" y="104997"/>
                  <a:pt x="284699" y="103292"/>
                </a:cubicBezTo>
                <a:cubicBezTo>
                  <a:pt x="280840" y="101587"/>
                  <a:pt x="277974" y="99444"/>
                  <a:pt x="276104" y="96863"/>
                </a:cubicBezTo>
                <a:cubicBezTo>
                  <a:pt x="274233" y="94282"/>
                  <a:pt x="272919" y="91121"/>
                  <a:pt x="272161" y="87379"/>
                </a:cubicBezTo>
                <a:cubicBezTo>
                  <a:pt x="271640" y="84869"/>
                  <a:pt x="271379" y="80891"/>
                  <a:pt x="271379" y="75445"/>
                </a:cubicBezTo>
                <a:lnTo>
                  <a:pt x="271379" y="28700"/>
                </a:lnTo>
                <a:lnTo>
                  <a:pt x="284167" y="28700"/>
                </a:lnTo>
                <a:lnTo>
                  <a:pt x="284167" y="70543"/>
                </a:lnTo>
                <a:cubicBezTo>
                  <a:pt x="284167" y="77221"/>
                  <a:pt x="284427" y="81720"/>
                  <a:pt x="284948" y="84040"/>
                </a:cubicBezTo>
                <a:cubicBezTo>
                  <a:pt x="285753" y="87403"/>
                  <a:pt x="287458" y="90043"/>
                  <a:pt x="290063" y="91961"/>
                </a:cubicBezTo>
                <a:cubicBezTo>
                  <a:pt x="292668" y="93879"/>
                  <a:pt x="295888" y="94839"/>
                  <a:pt x="299724" y="94839"/>
                </a:cubicBezTo>
                <a:cubicBezTo>
                  <a:pt x="303561" y="94839"/>
                  <a:pt x="307160" y="93856"/>
                  <a:pt x="310522" y="91890"/>
                </a:cubicBezTo>
                <a:cubicBezTo>
                  <a:pt x="313885" y="89925"/>
                  <a:pt x="316265" y="87249"/>
                  <a:pt x="317662" y="83863"/>
                </a:cubicBezTo>
                <a:cubicBezTo>
                  <a:pt x="319059" y="80477"/>
                  <a:pt x="319758" y="75563"/>
                  <a:pt x="319758" y="69122"/>
                </a:cubicBezTo>
                <a:lnTo>
                  <a:pt x="319758" y="28700"/>
                </a:lnTo>
                <a:lnTo>
                  <a:pt x="332545" y="28700"/>
                </a:lnTo>
                <a:lnTo>
                  <a:pt x="332545" y="104145"/>
                </a:lnTo>
                <a:lnTo>
                  <a:pt x="321107" y="104145"/>
                </a:lnTo>
                <a:close/>
                <a:moveTo>
                  <a:pt x="404226" y="79849"/>
                </a:moveTo>
                <a:lnTo>
                  <a:pt x="417440" y="81483"/>
                </a:lnTo>
                <a:cubicBezTo>
                  <a:pt x="415356" y="89203"/>
                  <a:pt x="411496" y="95194"/>
                  <a:pt x="405860" y="99456"/>
                </a:cubicBezTo>
                <a:cubicBezTo>
                  <a:pt x="400224" y="103719"/>
                  <a:pt x="393026" y="105850"/>
                  <a:pt x="384264" y="105850"/>
                </a:cubicBezTo>
                <a:cubicBezTo>
                  <a:pt x="373229" y="105850"/>
                  <a:pt x="364479" y="102452"/>
                  <a:pt x="358015" y="95655"/>
                </a:cubicBezTo>
                <a:cubicBezTo>
                  <a:pt x="351550" y="88859"/>
                  <a:pt x="348318" y="79328"/>
                  <a:pt x="348318" y="67062"/>
                </a:cubicBezTo>
                <a:cubicBezTo>
                  <a:pt x="348318" y="54369"/>
                  <a:pt x="351586" y="44518"/>
                  <a:pt x="358121" y="37509"/>
                </a:cubicBezTo>
                <a:cubicBezTo>
                  <a:pt x="364657" y="30500"/>
                  <a:pt x="373134" y="26995"/>
                  <a:pt x="383554" y="26995"/>
                </a:cubicBezTo>
                <a:cubicBezTo>
                  <a:pt x="393641" y="26995"/>
                  <a:pt x="401882" y="30424"/>
                  <a:pt x="408276" y="37280"/>
                </a:cubicBezTo>
                <a:cubicBezTo>
                  <a:pt x="414669" y="44136"/>
                  <a:pt x="417866" y="53781"/>
                  <a:pt x="417866" y="66216"/>
                </a:cubicBezTo>
                <a:cubicBezTo>
                  <a:pt x="417866" y="66972"/>
                  <a:pt x="417842" y="68107"/>
                  <a:pt x="417795" y="69619"/>
                </a:cubicBezTo>
                <a:lnTo>
                  <a:pt x="361531" y="69619"/>
                </a:lnTo>
                <a:cubicBezTo>
                  <a:pt x="362005" y="77884"/>
                  <a:pt x="364349" y="84212"/>
                  <a:pt x="368564" y="88605"/>
                </a:cubicBezTo>
                <a:cubicBezTo>
                  <a:pt x="372779" y="92997"/>
                  <a:pt x="378036" y="95194"/>
                  <a:pt x="384335" y="95194"/>
                </a:cubicBezTo>
                <a:cubicBezTo>
                  <a:pt x="389024" y="95194"/>
                  <a:pt x="393026" y="93974"/>
                  <a:pt x="396341" y="91535"/>
                </a:cubicBezTo>
                <a:cubicBezTo>
                  <a:pt x="399656" y="89095"/>
                  <a:pt x="402284" y="85199"/>
                  <a:pt x="404226" y="79849"/>
                </a:cubicBezTo>
                <a:moveTo>
                  <a:pt x="362242" y="58963"/>
                </a:moveTo>
                <a:lnTo>
                  <a:pt x="404368" y="58963"/>
                </a:lnTo>
                <a:cubicBezTo>
                  <a:pt x="403800" y="52721"/>
                  <a:pt x="402190" y="48039"/>
                  <a:pt x="399538" y="44917"/>
                </a:cubicBezTo>
                <a:cubicBezTo>
                  <a:pt x="395465" y="40073"/>
                  <a:pt x="390184" y="37651"/>
                  <a:pt x="383696" y="37651"/>
                </a:cubicBezTo>
                <a:cubicBezTo>
                  <a:pt x="377823" y="37651"/>
                  <a:pt x="372886" y="39585"/>
                  <a:pt x="368884" y="43452"/>
                </a:cubicBezTo>
                <a:cubicBezTo>
                  <a:pt x="364882" y="47318"/>
                  <a:pt x="362668" y="52488"/>
                  <a:pt x="362242" y="58963"/>
                </a:cubicBezTo>
                <a:close/>
                <a:moveTo>
                  <a:pt x="464895" y="104145"/>
                </a:moveTo>
                <a:lnTo>
                  <a:pt x="424544" y="0"/>
                </a:lnTo>
                <a:lnTo>
                  <a:pt x="439462" y="0"/>
                </a:lnTo>
                <a:lnTo>
                  <a:pt x="466529" y="75658"/>
                </a:lnTo>
                <a:cubicBezTo>
                  <a:pt x="468707" y="81720"/>
                  <a:pt x="470530" y="87403"/>
                  <a:pt x="471999" y="92707"/>
                </a:cubicBezTo>
                <a:cubicBezTo>
                  <a:pt x="473609" y="87024"/>
                  <a:pt x="475480" y="81341"/>
                  <a:pt x="477611" y="75658"/>
                </a:cubicBezTo>
                <a:lnTo>
                  <a:pt x="505743" y="0"/>
                </a:lnTo>
                <a:lnTo>
                  <a:pt x="519809" y="0"/>
                </a:lnTo>
                <a:lnTo>
                  <a:pt x="479032" y="104145"/>
                </a:lnTo>
                <a:lnTo>
                  <a:pt x="464895" y="104145"/>
                </a:lnTo>
                <a:close/>
                <a:moveTo>
                  <a:pt x="527974" y="14776"/>
                </a:moveTo>
                <a:lnTo>
                  <a:pt x="527974" y="0"/>
                </a:lnTo>
                <a:lnTo>
                  <a:pt x="540761" y="0"/>
                </a:lnTo>
                <a:lnTo>
                  <a:pt x="540761" y="14776"/>
                </a:lnTo>
                <a:lnTo>
                  <a:pt x="527974" y="14776"/>
                </a:lnTo>
                <a:moveTo>
                  <a:pt x="527974" y="104145"/>
                </a:moveTo>
                <a:lnTo>
                  <a:pt x="527974" y="28700"/>
                </a:lnTo>
                <a:lnTo>
                  <a:pt x="540761" y="28700"/>
                </a:lnTo>
                <a:lnTo>
                  <a:pt x="540761" y="104145"/>
                </a:lnTo>
                <a:lnTo>
                  <a:pt x="527974" y="104145"/>
                </a:lnTo>
                <a:close/>
                <a:moveTo>
                  <a:pt x="611875" y="79849"/>
                </a:moveTo>
                <a:lnTo>
                  <a:pt x="625088" y="81483"/>
                </a:lnTo>
                <a:cubicBezTo>
                  <a:pt x="623004" y="89203"/>
                  <a:pt x="619144" y="95194"/>
                  <a:pt x="613509" y="99456"/>
                </a:cubicBezTo>
                <a:cubicBezTo>
                  <a:pt x="607873" y="103719"/>
                  <a:pt x="600674" y="105850"/>
                  <a:pt x="591912" y="105850"/>
                </a:cubicBezTo>
                <a:cubicBezTo>
                  <a:pt x="580877" y="105850"/>
                  <a:pt x="572128" y="102452"/>
                  <a:pt x="565663" y="95655"/>
                </a:cubicBezTo>
                <a:cubicBezTo>
                  <a:pt x="559198" y="88859"/>
                  <a:pt x="555966" y="79328"/>
                  <a:pt x="555966" y="67062"/>
                </a:cubicBezTo>
                <a:cubicBezTo>
                  <a:pt x="555966" y="54369"/>
                  <a:pt x="559234" y="44518"/>
                  <a:pt x="565770" y="37509"/>
                </a:cubicBezTo>
                <a:cubicBezTo>
                  <a:pt x="572305" y="30500"/>
                  <a:pt x="580783" y="26995"/>
                  <a:pt x="591202" y="26995"/>
                </a:cubicBezTo>
                <a:cubicBezTo>
                  <a:pt x="601290" y="26995"/>
                  <a:pt x="609530" y="30424"/>
                  <a:pt x="615924" y="37280"/>
                </a:cubicBezTo>
                <a:cubicBezTo>
                  <a:pt x="622318" y="44136"/>
                  <a:pt x="625514" y="53781"/>
                  <a:pt x="625514" y="66216"/>
                </a:cubicBezTo>
                <a:cubicBezTo>
                  <a:pt x="625514" y="66972"/>
                  <a:pt x="625491" y="68107"/>
                  <a:pt x="625443" y="69619"/>
                </a:cubicBezTo>
                <a:lnTo>
                  <a:pt x="569180" y="69619"/>
                </a:lnTo>
                <a:cubicBezTo>
                  <a:pt x="569653" y="77884"/>
                  <a:pt x="571997" y="84212"/>
                  <a:pt x="576213" y="88605"/>
                </a:cubicBezTo>
                <a:cubicBezTo>
                  <a:pt x="580428" y="92997"/>
                  <a:pt x="585685" y="95194"/>
                  <a:pt x="591983" y="95194"/>
                </a:cubicBezTo>
                <a:cubicBezTo>
                  <a:pt x="596672" y="95194"/>
                  <a:pt x="600674" y="93974"/>
                  <a:pt x="603989" y="91535"/>
                </a:cubicBezTo>
                <a:cubicBezTo>
                  <a:pt x="607304" y="89095"/>
                  <a:pt x="609933" y="85199"/>
                  <a:pt x="611875" y="79849"/>
                </a:cubicBezTo>
                <a:moveTo>
                  <a:pt x="569890" y="58963"/>
                </a:moveTo>
                <a:lnTo>
                  <a:pt x="612017" y="58963"/>
                </a:lnTo>
                <a:cubicBezTo>
                  <a:pt x="611448" y="52721"/>
                  <a:pt x="609838" y="48039"/>
                  <a:pt x="607186" y="44917"/>
                </a:cubicBezTo>
                <a:cubicBezTo>
                  <a:pt x="603113" y="40073"/>
                  <a:pt x="597832" y="37651"/>
                  <a:pt x="591344" y="37651"/>
                </a:cubicBezTo>
                <a:cubicBezTo>
                  <a:pt x="585471" y="37651"/>
                  <a:pt x="580534" y="39585"/>
                  <a:pt x="576532" y="43452"/>
                </a:cubicBezTo>
                <a:cubicBezTo>
                  <a:pt x="572530" y="47318"/>
                  <a:pt x="570316" y="52488"/>
                  <a:pt x="569890" y="58963"/>
                </a:cubicBezTo>
                <a:close/>
                <a:moveTo>
                  <a:pt x="655068" y="104145"/>
                </a:moveTo>
                <a:lnTo>
                  <a:pt x="631980" y="28700"/>
                </a:lnTo>
                <a:lnTo>
                  <a:pt x="645193" y="28700"/>
                </a:lnTo>
                <a:lnTo>
                  <a:pt x="657199" y="72241"/>
                </a:lnTo>
                <a:lnTo>
                  <a:pt x="661675" y="88445"/>
                </a:lnTo>
                <a:cubicBezTo>
                  <a:pt x="661864" y="87641"/>
                  <a:pt x="663167" y="82461"/>
                  <a:pt x="665582" y="72903"/>
                </a:cubicBezTo>
                <a:lnTo>
                  <a:pt x="677588" y="28700"/>
                </a:lnTo>
                <a:lnTo>
                  <a:pt x="690730" y="28700"/>
                </a:lnTo>
                <a:lnTo>
                  <a:pt x="702026" y="72452"/>
                </a:lnTo>
                <a:lnTo>
                  <a:pt x="705791" y="86882"/>
                </a:lnTo>
                <a:lnTo>
                  <a:pt x="710124" y="72317"/>
                </a:lnTo>
                <a:lnTo>
                  <a:pt x="723053" y="28700"/>
                </a:lnTo>
                <a:lnTo>
                  <a:pt x="735485" y="28700"/>
                </a:lnTo>
                <a:lnTo>
                  <a:pt x="711900" y="104145"/>
                </a:lnTo>
                <a:lnTo>
                  <a:pt x="698616" y="104145"/>
                </a:lnTo>
                <a:lnTo>
                  <a:pt x="686610" y="58939"/>
                </a:lnTo>
                <a:lnTo>
                  <a:pt x="683697" y="46105"/>
                </a:lnTo>
                <a:lnTo>
                  <a:pt x="668424" y="104145"/>
                </a:lnTo>
                <a:lnTo>
                  <a:pt x="655068" y="104145"/>
                </a:lnTo>
                <a:close/>
                <a:moveTo>
                  <a:pt x="749756" y="43334"/>
                </a:moveTo>
                <a:lnTo>
                  <a:pt x="749756" y="28700"/>
                </a:lnTo>
                <a:lnTo>
                  <a:pt x="764319" y="28700"/>
                </a:lnTo>
                <a:lnTo>
                  <a:pt x="764319" y="43334"/>
                </a:lnTo>
                <a:lnTo>
                  <a:pt x="749756" y="43334"/>
                </a:lnTo>
                <a:moveTo>
                  <a:pt x="749756" y="104145"/>
                </a:moveTo>
                <a:lnTo>
                  <a:pt x="749756" y="89511"/>
                </a:lnTo>
                <a:lnTo>
                  <a:pt x="764319" y="89511"/>
                </a:lnTo>
                <a:lnTo>
                  <a:pt x="764319" y="104145"/>
                </a:lnTo>
                <a:lnTo>
                  <a:pt x="749756" y="104145"/>
                </a:lnTo>
                <a:close/>
                <a:moveTo>
                  <a:pt x="897028" y="0"/>
                </a:moveTo>
                <a:lnTo>
                  <a:pt x="910810" y="0"/>
                </a:lnTo>
                <a:lnTo>
                  <a:pt x="910810" y="60131"/>
                </a:lnTo>
                <a:cubicBezTo>
                  <a:pt x="910810" y="70590"/>
                  <a:pt x="909626" y="78896"/>
                  <a:pt x="907258" y="85048"/>
                </a:cubicBezTo>
                <a:cubicBezTo>
                  <a:pt x="904890" y="91201"/>
                  <a:pt x="900615" y="96206"/>
                  <a:pt x="894435" y="100064"/>
                </a:cubicBezTo>
                <a:cubicBezTo>
                  <a:pt x="888255" y="103921"/>
                  <a:pt x="880144" y="105850"/>
                  <a:pt x="870104" y="105850"/>
                </a:cubicBezTo>
                <a:cubicBezTo>
                  <a:pt x="860348" y="105850"/>
                  <a:pt x="852367" y="104170"/>
                  <a:pt x="846163" y="100810"/>
                </a:cubicBezTo>
                <a:cubicBezTo>
                  <a:pt x="839959" y="97449"/>
                  <a:pt x="835531" y="92586"/>
                  <a:pt x="832879" y="86220"/>
                </a:cubicBezTo>
                <a:cubicBezTo>
                  <a:pt x="830227" y="79855"/>
                  <a:pt x="828901" y="71158"/>
                  <a:pt x="828901" y="60131"/>
                </a:cubicBezTo>
                <a:lnTo>
                  <a:pt x="828901" y="0"/>
                </a:lnTo>
                <a:lnTo>
                  <a:pt x="842682" y="0"/>
                </a:lnTo>
                <a:lnTo>
                  <a:pt x="842682" y="60053"/>
                </a:lnTo>
                <a:cubicBezTo>
                  <a:pt x="842682" y="69093"/>
                  <a:pt x="843523" y="75755"/>
                  <a:pt x="845204" y="80038"/>
                </a:cubicBezTo>
                <a:cubicBezTo>
                  <a:pt x="846885" y="84319"/>
                  <a:pt x="849774" y="87620"/>
                  <a:pt x="853871" y="89939"/>
                </a:cubicBezTo>
                <a:cubicBezTo>
                  <a:pt x="857968" y="92258"/>
                  <a:pt x="862976" y="93418"/>
                  <a:pt x="868896" y="93418"/>
                </a:cubicBezTo>
                <a:cubicBezTo>
                  <a:pt x="879031" y="93418"/>
                  <a:pt x="886254" y="91123"/>
                  <a:pt x="890563" y="86533"/>
                </a:cubicBezTo>
                <a:cubicBezTo>
                  <a:pt x="894873" y="81943"/>
                  <a:pt x="897028" y="73116"/>
                  <a:pt x="897028" y="60053"/>
                </a:cubicBezTo>
                <a:lnTo>
                  <a:pt x="897028" y="0"/>
                </a:lnTo>
                <a:close/>
                <a:moveTo>
                  <a:pt x="927009" y="81554"/>
                </a:moveTo>
                <a:lnTo>
                  <a:pt x="939654" y="79565"/>
                </a:lnTo>
                <a:cubicBezTo>
                  <a:pt x="940364" y="84610"/>
                  <a:pt x="942342" y="88477"/>
                  <a:pt x="945586" y="91164"/>
                </a:cubicBezTo>
                <a:cubicBezTo>
                  <a:pt x="948830" y="93851"/>
                  <a:pt x="953365" y="95194"/>
                  <a:pt x="959190" y="95194"/>
                </a:cubicBezTo>
                <a:cubicBezTo>
                  <a:pt x="965063" y="95194"/>
                  <a:pt x="969420" y="94007"/>
                  <a:pt x="972261" y="91635"/>
                </a:cubicBezTo>
                <a:cubicBezTo>
                  <a:pt x="975103" y="89261"/>
                  <a:pt x="976524" y="86477"/>
                  <a:pt x="976524" y="83283"/>
                </a:cubicBezTo>
                <a:cubicBezTo>
                  <a:pt x="976524" y="80417"/>
                  <a:pt x="975269" y="78161"/>
                  <a:pt x="972759" y="76517"/>
                </a:cubicBezTo>
                <a:cubicBezTo>
                  <a:pt x="971006" y="75389"/>
                  <a:pt x="966649" y="73956"/>
                  <a:pt x="959687" y="72217"/>
                </a:cubicBezTo>
                <a:cubicBezTo>
                  <a:pt x="950310" y="69847"/>
                  <a:pt x="943810" y="67797"/>
                  <a:pt x="940187" y="66067"/>
                </a:cubicBezTo>
                <a:cubicBezTo>
                  <a:pt x="936564" y="64337"/>
                  <a:pt x="933817" y="61943"/>
                  <a:pt x="931946" y="58886"/>
                </a:cubicBezTo>
                <a:cubicBezTo>
                  <a:pt x="930075" y="55828"/>
                  <a:pt x="929140" y="52451"/>
                  <a:pt x="929140" y="48753"/>
                </a:cubicBezTo>
                <a:cubicBezTo>
                  <a:pt x="929140" y="45388"/>
                  <a:pt x="929910" y="42271"/>
                  <a:pt x="931449" y="39403"/>
                </a:cubicBezTo>
                <a:cubicBezTo>
                  <a:pt x="932988" y="36535"/>
                  <a:pt x="935084" y="34153"/>
                  <a:pt x="937736" y="32257"/>
                </a:cubicBezTo>
                <a:cubicBezTo>
                  <a:pt x="939725" y="30787"/>
                  <a:pt x="942436" y="29543"/>
                  <a:pt x="945870" y="28525"/>
                </a:cubicBezTo>
                <a:cubicBezTo>
                  <a:pt x="949304" y="27505"/>
                  <a:pt x="952986" y="26995"/>
                  <a:pt x="956917" y="26995"/>
                </a:cubicBezTo>
                <a:cubicBezTo>
                  <a:pt x="962837" y="26995"/>
                  <a:pt x="968035" y="27854"/>
                  <a:pt x="972510" y="29570"/>
                </a:cubicBezTo>
                <a:cubicBezTo>
                  <a:pt x="976986" y="31286"/>
                  <a:pt x="980289" y="33610"/>
                  <a:pt x="982420" y="36543"/>
                </a:cubicBezTo>
                <a:cubicBezTo>
                  <a:pt x="984551" y="39475"/>
                  <a:pt x="986020" y="43397"/>
                  <a:pt x="986825" y="48307"/>
                </a:cubicBezTo>
                <a:lnTo>
                  <a:pt x="974322" y="50012"/>
                </a:lnTo>
                <a:cubicBezTo>
                  <a:pt x="973753" y="46129"/>
                  <a:pt x="972108" y="43098"/>
                  <a:pt x="969384" y="40919"/>
                </a:cubicBezTo>
                <a:cubicBezTo>
                  <a:pt x="966661" y="38741"/>
                  <a:pt x="962813" y="37651"/>
                  <a:pt x="957840" y="37651"/>
                </a:cubicBezTo>
                <a:cubicBezTo>
                  <a:pt x="951968" y="37651"/>
                  <a:pt x="947776" y="38618"/>
                  <a:pt x="945266" y="40551"/>
                </a:cubicBezTo>
                <a:cubicBezTo>
                  <a:pt x="942756" y="42482"/>
                  <a:pt x="941501" y="44744"/>
                  <a:pt x="941501" y="47337"/>
                </a:cubicBezTo>
                <a:cubicBezTo>
                  <a:pt x="941501" y="48986"/>
                  <a:pt x="942022" y="50470"/>
                  <a:pt x="943064" y="51790"/>
                </a:cubicBezTo>
                <a:cubicBezTo>
                  <a:pt x="944106" y="53156"/>
                  <a:pt x="945740" y="54287"/>
                  <a:pt x="947966" y="55183"/>
                </a:cubicBezTo>
                <a:cubicBezTo>
                  <a:pt x="949244" y="55655"/>
                  <a:pt x="953010" y="56739"/>
                  <a:pt x="959261" y="58435"/>
                </a:cubicBezTo>
                <a:cubicBezTo>
                  <a:pt x="968307" y="60849"/>
                  <a:pt x="974618" y="62825"/>
                  <a:pt x="978193" y="64362"/>
                </a:cubicBezTo>
                <a:cubicBezTo>
                  <a:pt x="981769" y="65900"/>
                  <a:pt x="984575" y="68136"/>
                  <a:pt x="986612" y="71071"/>
                </a:cubicBezTo>
                <a:cubicBezTo>
                  <a:pt x="988648" y="74005"/>
                  <a:pt x="989666" y="77648"/>
                  <a:pt x="989666" y="82000"/>
                </a:cubicBezTo>
                <a:cubicBezTo>
                  <a:pt x="989666" y="86260"/>
                  <a:pt x="988423" y="90270"/>
                  <a:pt x="985937" y="94033"/>
                </a:cubicBezTo>
                <a:cubicBezTo>
                  <a:pt x="983450" y="97793"/>
                  <a:pt x="979863" y="100703"/>
                  <a:pt x="975174" y="102762"/>
                </a:cubicBezTo>
                <a:cubicBezTo>
                  <a:pt x="970485" y="104820"/>
                  <a:pt x="965181" y="105850"/>
                  <a:pt x="959261" y="105850"/>
                </a:cubicBezTo>
                <a:cubicBezTo>
                  <a:pt x="949458" y="105850"/>
                  <a:pt x="941987" y="103807"/>
                  <a:pt x="936848" y="99723"/>
                </a:cubicBezTo>
                <a:cubicBezTo>
                  <a:pt x="931709" y="95638"/>
                  <a:pt x="928430" y="89582"/>
                  <a:pt x="927009" y="81554"/>
                </a:cubicBezTo>
                <a:close/>
                <a:moveTo>
                  <a:pt x="1054100" y="94830"/>
                </a:moveTo>
                <a:cubicBezTo>
                  <a:pt x="1049364" y="98858"/>
                  <a:pt x="1044806" y="101702"/>
                  <a:pt x="1040425" y="103361"/>
                </a:cubicBezTo>
                <a:cubicBezTo>
                  <a:pt x="1036044" y="105020"/>
                  <a:pt x="1031344" y="105850"/>
                  <a:pt x="1026323" y="105850"/>
                </a:cubicBezTo>
                <a:cubicBezTo>
                  <a:pt x="1018035" y="105850"/>
                  <a:pt x="1011666" y="103824"/>
                  <a:pt x="1007214" y="99771"/>
                </a:cubicBezTo>
                <a:cubicBezTo>
                  <a:pt x="1002762" y="95719"/>
                  <a:pt x="1000536" y="90541"/>
                  <a:pt x="1000536" y="84238"/>
                </a:cubicBezTo>
                <a:cubicBezTo>
                  <a:pt x="1000536" y="80542"/>
                  <a:pt x="1001377" y="77167"/>
                  <a:pt x="1003058" y="74110"/>
                </a:cubicBezTo>
                <a:cubicBezTo>
                  <a:pt x="1004739" y="71053"/>
                  <a:pt x="1006941" y="68600"/>
                  <a:pt x="1009665" y="66751"/>
                </a:cubicBezTo>
                <a:cubicBezTo>
                  <a:pt x="1012388" y="64903"/>
                  <a:pt x="1015454" y="63505"/>
                  <a:pt x="1018864" y="62557"/>
                </a:cubicBezTo>
                <a:cubicBezTo>
                  <a:pt x="1021374" y="61893"/>
                  <a:pt x="1025163" y="61253"/>
                  <a:pt x="1030231" y="60637"/>
                </a:cubicBezTo>
                <a:cubicBezTo>
                  <a:pt x="1040555" y="59415"/>
                  <a:pt x="1048156" y="57957"/>
                  <a:pt x="1053035" y="56264"/>
                </a:cubicBezTo>
                <a:cubicBezTo>
                  <a:pt x="1053082" y="54519"/>
                  <a:pt x="1053106" y="53410"/>
                  <a:pt x="1053106" y="52938"/>
                </a:cubicBezTo>
                <a:cubicBezTo>
                  <a:pt x="1053106" y="47748"/>
                  <a:pt x="1051898" y="44091"/>
                  <a:pt x="1049483" y="41969"/>
                </a:cubicBezTo>
                <a:cubicBezTo>
                  <a:pt x="1046215" y="39091"/>
                  <a:pt x="1041360" y="37651"/>
                  <a:pt x="1034919" y="37651"/>
                </a:cubicBezTo>
                <a:cubicBezTo>
                  <a:pt x="1028905" y="37651"/>
                  <a:pt x="1024465" y="38705"/>
                  <a:pt x="1021599" y="40813"/>
                </a:cubicBezTo>
                <a:cubicBezTo>
                  <a:pt x="1018734" y="42920"/>
                  <a:pt x="1016615" y="46650"/>
                  <a:pt x="1015241" y="52001"/>
                </a:cubicBezTo>
                <a:lnTo>
                  <a:pt x="1002738" y="50296"/>
                </a:lnTo>
                <a:cubicBezTo>
                  <a:pt x="1003875" y="44928"/>
                  <a:pt x="1005746" y="40593"/>
                  <a:pt x="1008350" y="37292"/>
                </a:cubicBezTo>
                <a:cubicBezTo>
                  <a:pt x="1010955" y="33990"/>
                  <a:pt x="1014720" y="31449"/>
                  <a:pt x="1019646" y="29668"/>
                </a:cubicBezTo>
                <a:cubicBezTo>
                  <a:pt x="1024571" y="27886"/>
                  <a:pt x="1030278" y="26995"/>
                  <a:pt x="1036766" y="26995"/>
                </a:cubicBezTo>
                <a:cubicBezTo>
                  <a:pt x="1043207" y="26995"/>
                  <a:pt x="1048441" y="27753"/>
                  <a:pt x="1052466" y="29269"/>
                </a:cubicBezTo>
                <a:cubicBezTo>
                  <a:pt x="1056492" y="30784"/>
                  <a:pt x="1059452" y="32690"/>
                  <a:pt x="1061346" y="34987"/>
                </a:cubicBezTo>
                <a:cubicBezTo>
                  <a:pt x="1063241" y="37284"/>
                  <a:pt x="1064567" y="40185"/>
                  <a:pt x="1065324" y="43690"/>
                </a:cubicBezTo>
                <a:cubicBezTo>
                  <a:pt x="1065751" y="45868"/>
                  <a:pt x="1065964" y="49799"/>
                  <a:pt x="1065964" y="55482"/>
                </a:cubicBezTo>
                <a:lnTo>
                  <a:pt x="1065964" y="72532"/>
                </a:lnTo>
                <a:cubicBezTo>
                  <a:pt x="1065964" y="84419"/>
                  <a:pt x="1066236" y="91938"/>
                  <a:pt x="1066781" y="95087"/>
                </a:cubicBezTo>
                <a:cubicBezTo>
                  <a:pt x="1067325" y="98237"/>
                  <a:pt x="1068403" y="101256"/>
                  <a:pt x="1070013" y="104145"/>
                </a:cubicBezTo>
                <a:lnTo>
                  <a:pt x="1056658" y="104145"/>
                </a:lnTo>
                <a:cubicBezTo>
                  <a:pt x="1055331" y="101490"/>
                  <a:pt x="1054479" y="98385"/>
                  <a:pt x="1054100" y="94830"/>
                </a:cubicBezTo>
                <a:moveTo>
                  <a:pt x="1053035" y="66209"/>
                </a:moveTo>
                <a:cubicBezTo>
                  <a:pt x="1048393" y="68120"/>
                  <a:pt x="1041431" y="69744"/>
                  <a:pt x="1032149" y="71080"/>
                </a:cubicBezTo>
                <a:cubicBezTo>
                  <a:pt x="1026892" y="71841"/>
                  <a:pt x="1023174" y="72697"/>
                  <a:pt x="1020995" y="73649"/>
                </a:cubicBezTo>
                <a:cubicBezTo>
                  <a:pt x="1018817" y="74599"/>
                  <a:pt x="1017136" y="75990"/>
                  <a:pt x="1015952" y="77822"/>
                </a:cubicBezTo>
                <a:cubicBezTo>
                  <a:pt x="1014768" y="79653"/>
                  <a:pt x="1014176" y="81686"/>
                  <a:pt x="1014176" y="83921"/>
                </a:cubicBezTo>
                <a:cubicBezTo>
                  <a:pt x="1014176" y="87344"/>
                  <a:pt x="1015466" y="90197"/>
                  <a:pt x="1018047" y="92481"/>
                </a:cubicBezTo>
                <a:cubicBezTo>
                  <a:pt x="1020628" y="94763"/>
                  <a:pt x="1024405" y="95904"/>
                  <a:pt x="1029378" y="95904"/>
                </a:cubicBezTo>
                <a:cubicBezTo>
                  <a:pt x="1034304" y="95904"/>
                  <a:pt x="1038684" y="94821"/>
                  <a:pt x="1042521" y="92656"/>
                </a:cubicBezTo>
                <a:cubicBezTo>
                  <a:pt x="1046357" y="90491"/>
                  <a:pt x="1049175" y="87529"/>
                  <a:pt x="1050974" y="83770"/>
                </a:cubicBezTo>
                <a:cubicBezTo>
                  <a:pt x="1052348" y="80866"/>
                  <a:pt x="1053035" y="76583"/>
                  <a:pt x="1053035" y="70920"/>
                </a:cubicBezTo>
                <a:lnTo>
                  <a:pt x="1053035" y="66209"/>
                </a:lnTo>
                <a:close/>
                <a:moveTo>
                  <a:pt x="1097572" y="104145"/>
                </a:moveTo>
                <a:lnTo>
                  <a:pt x="1085709" y="104145"/>
                </a:lnTo>
                <a:lnTo>
                  <a:pt x="1085709" y="0"/>
                </a:lnTo>
                <a:lnTo>
                  <a:pt x="1098496" y="0"/>
                </a:lnTo>
                <a:lnTo>
                  <a:pt x="1098496" y="37292"/>
                </a:lnTo>
                <a:cubicBezTo>
                  <a:pt x="1103895" y="30427"/>
                  <a:pt x="1110786" y="26995"/>
                  <a:pt x="1119169" y="26995"/>
                </a:cubicBezTo>
                <a:cubicBezTo>
                  <a:pt x="1123810" y="26995"/>
                  <a:pt x="1128203" y="27931"/>
                  <a:pt x="1132347" y="29801"/>
                </a:cubicBezTo>
                <a:cubicBezTo>
                  <a:pt x="1136491" y="31672"/>
                  <a:pt x="1139901" y="34301"/>
                  <a:pt x="1142576" y="37687"/>
                </a:cubicBezTo>
                <a:cubicBezTo>
                  <a:pt x="1145252" y="41073"/>
                  <a:pt x="1147348" y="45158"/>
                  <a:pt x="1148863" y="49941"/>
                </a:cubicBezTo>
                <a:cubicBezTo>
                  <a:pt x="1150379" y="54725"/>
                  <a:pt x="1151137" y="59839"/>
                  <a:pt x="1151137" y="65286"/>
                </a:cubicBezTo>
                <a:cubicBezTo>
                  <a:pt x="1151137" y="78215"/>
                  <a:pt x="1147940" y="88208"/>
                  <a:pt x="1141546" y="95265"/>
                </a:cubicBezTo>
                <a:cubicBezTo>
                  <a:pt x="1135153" y="102321"/>
                  <a:pt x="1127480" y="105850"/>
                  <a:pt x="1118529" y="105850"/>
                </a:cubicBezTo>
                <a:cubicBezTo>
                  <a:pt x="1109626" y="105850"/>
                  <a:pt x="1102640" y="102085"/>
                  <a:pt x="1097572" y="94554"/>
                </a:cubicBezTo>
                <a:lnTo>
                  <a:pt x="1097572" y="104145"/>
                </a:lnTo>
                <a:moveTo>
                  <a:pt x="1097430" y="65856"/>
                </a:moveTo>
                <a:cubicBezTo>
                  <a:pt x="1097430" y="74858"/>
                  <a:pt x="1098662" y="81362"/>
                  <a:pt x="1101124" y="85368"/>
                </a:cubicBezTo>
                <a:cubicBezTo>
                  <a:pt x="1105150" y="91918"/>
                  <a:pt x="1110597" y="95194"/>
                  <a:pt x="1117464" y="95194"/>
                </a:cubicBezTo>
                <a:cubicBezTo>
                  <a:pt x="1123052" y="95194"/>
                  <a:pt x="1127883" y="92778"/>
                  <a:pt x="1131956" y="87948"/>
                </a:cubicBezTo>
                <a:cubicBezTo>
                  <a:pt x="1136029" y="83117"/>
                  <a:pt x="1138065" y="75918"/>
                  <a:pt x="1138065" y="66351"/>
                </a:cubicBezTo>
                <a:cubicBezTo>
                  <a:pt x="1138065" y="56549"/>
                  <a:pt x="1136112" y="49316"/>
                  <a:pt x="1132205" y="44651"/>
                </a:cubicBezTo>
                <a:cubicBezTo>
                  <a:pt x="1128297" y="39984"/>
                  <a:pt x="1123573" y="37651"/>
                  <a:pt x="1118032" y="37651"/>
                </a:cubicBezTo>
                <a:cubicBezTo>
                  <a:pt x="1112444" y="37651"/>
                  <a:pt x="1107613" y="40067"/>
                  <a:pt x="1103540" y="44897"/>
                </a:cubicBezTo>
                <a:cubicBezTo>
                  <a:pt x="1099467" y="49728"/>
                  <a:pt x="1097430" y="56714"/>
                  <a:pt x="1097430" y="65856"/>
                </a:cubicBezTo>
                <a:close/>
                <a:moveTo>
                  <a:pt x="1166765" y="14776"/>
                </a:moveTo>
                <a:lnTo>
                  <a:pt x="1166765" y="0"/>
                </a:lnTo>
                <a:lnTo>
                  <a:pt x="1179552" y="0"/>
                </a:lnTo>
                <a:lnTo>
                  <a:pt x="1179552" y="14776"/>
                </a:lnTo>
                <a:lnTo>
                  <a:pt x="1166765" y="14776"/>
                </a:lnTo>
                <a:moveTo>
                  <a:pt x="1166765" y="104145"/>
                </a:moveTo>
                <a:lnTo>
                  <a:pt x="1166765" y="28700"/>
                </a:lnTo>
                <a:lnTo>
                  <a:pt x="1179552" y="28700"/>
                </a:lnTo>
                <a:lnTo>
                  <a:pt x="1179552" y="104145"/>
                </a:lnTo>
                <a:lnTo>
                  <a:pt x="1166765" y="104145"/>
                </a:lnTo>
                <a:close/>
                <a:moveTo>
                  <a:pt x="1198733" y="104145"/>
                </a:moveTo>
                <a:lnTo>
                  <a:pt x="1198733" y="0"/>
                </a:lnTo>
                <a:lnTo>
                  <a:pt x="1211520" y="0"/>
                </a:lnTo>
                <a:lnTo>
                  <a:pt x="1211520" y="104145"/>
                </a:lnTo>
                <a:lnTo>
                  <a:pt x="1198733" y="104145"/>
                </a:lnTo>
                <a:close/>
                <a:moveTo>
                  <a:pt x="1231411" y="14776"/>
                </a:moveTo>
                <a:lnTo>
                  <a:pt x="1231411" y="0"/>
                </a:lnTo>
                <a:lnTo>
                  <a:pt x="1244198" y="0"/>
                </a:lnTo>
                <a:lnTo>
                  <a:pt x="1244198" y="14776"/>
                </a:lnTo>
                <a:lnTo>
                  <a:pt x="1231411" y="14776"/>
                </a:lnTo>
                <a:moveTo>
                  <a:pt x="1231411" y="104145"/>
                </a:moveTo>
                <a:lnTo>
                  <a:pt x="1231411" y="28700"/>
                </a:lnTo>
                <a:lnTo>
                  <a:pt x="1244198" y="28700"/>
                </a:lnTo>
                <a:lnTo>
                  <a:pt x="1244198" y="104145"/>
                </a:lnTo>
                <a:lnTo>
                  <a:pt x="1231411" y="104145"/>
                </a:lnTo>
                <a:close/>
                <a:moveTo>
                  <a:pt x="1291583" y="92849"/>
                </a:moveTo>
                <a:lnTo>
                  <a:pt x="1293430" y="104145"/>
                </a:lnTo>
                <a:cubicBezTo>
                  <a:pt x="1289830" y="104808"/>
                  <a:pt x="1286610" y="105139"/>
                  <a:pt x="1283768" y="105139"/>
                </a:cubicBezTo>
                <a:cubicBezTo>
                  <a:pt x="1279127" y="105139"/>
                  <a:pt x="1275527" y="104405"/>
                  <a:pt x="1272970" y="102937"/>
                </a:cubicBezTo>
                <a:cubicBezTo>
                  <a:pt x="1270413" y="101469"/>
                  <a:pt x="1268613" y="99539"/>
                  <a:pt x="1267571" y="97147"/>
                </a:cubicBezTo>
                <a:cubicBezTo>
                  <a:pt x="1266529" y="94756"/>
                  <a:pt x="1266008" y="89724"/>
                  <a:pt x="1266008" y="82051"/>
                </a:cubicBezTo>
                <a:lnTo>
                  <a:pt x="1266008" y="38646"/>
                </a:lnTo>
                <a:lnTo>
                  <a:pt x="1256631" y="38646"/>
                </a:lnTo>
                <a:lnTo>
                  <a:pt x="1256631" y="28700"/>
                </a:lnTo>
                <a:lnTo>
                  <a:pt x="1266008" y="28700"/>
                </a:lnTo>
                <a:lnTo>
                  <a:pt x="1266008" y="9966"/>
                </a:lnTo>
                <a:lnTo>
                  <a:pt x="1278724" y="2273"/>
                </a:lnTo>
                <a:lnTo>
                  <a:pt x="1278724" y="28700"/>
                </a:lnTo>
                <a:lnTo>
                  <a:pt x="1291583" y="28700"/>
                </a:lnTo>
                <a:lnTo>
                  <a:pt x="1291583" y="38646"/>
                </a:lnTo>
                <a:lnTo>
                  <a:pt x="1278724" y="38646"/>
                </a:lnTo>
                <a:lnTo>
                  <a:pt x="1278724" y="82762"/>
                </a:lnTo>
                <a:cubicBezTo>
                  <a:pt x="1278724" y="86408"/>
                  <a:pt x="1278949" y="88753"/>
                  <a:pt x="1279399" y="89795"/>
                </a:cubicBezTo>
                <a:cubicBezTo>
                  <a:pt x="1279849" y="90837"/>
                  <a:pt x="1280583" y="91665"/>
                  <a:pt x="1281601" y="92281"/>
                </a:cubicBezTo>
                <a:cubicBezTo>
                  <a:pt x="1282620" y="92897"/>
                  <a:pt x="1284076" y="93205"/>
                  <a:pt x="1285970" y="93205"/>
                </a:cubicBezTo>
                <a:cubicBezTo>
                  <a:pt x="1287391" y="93205"/>
                  <a:pt x="1289262" y="93086"/>
                  <a:pt x="1291583" y="92849"/>
                </a:cubicBezTo>
                <a:close/>
                <a:moveTo>
                  <a:pt x="1303516" y="133271"/>
                </a:moveTo>
                <a:lnTo>
                  <a:pt x="1302095" y="121265"/>
                </a:lnTo>
                <a:cubicBezTo>
                  <a:pt x="1304890" y="122023"/>
                  <a:pt x="1307329" y="122402"/>
                  <a:pt x="1309413" y="122402"/>
                </a:cubicBezTo>
                <a:cubicBezTo>
                  <a:pt x="1312254" y="122402"/>
                  <a:pt x="1314527" y="121923"/>
                  <a:pt x="1316232" y="120963"/>
                </a:cubicBezTo>
                <a:cubicBezTo>
                  <a:pt x="1317937" y="120006"/>
                  <a:pt x="1319334" y="118664"/>
                  <a:pt x="1320424" y="116939"/>
                </a:cubicBezTo>
                <a:cubicBezTo>
                  <a:pt x="1321229" y="115645"/>
                  <a:pt x="1322531" y="112435"/>
                  <a:pt x="1324331" y="107308"/>
                </a:cubicBezTo>
                <a:cubicBezTo>
                  <a:pt x="1324568" y="106589"/>
                  <a:pt x="1324947" y="105534"/>
                  <a:pt x="1325468" y="104145"/>
                </a:cubicBezTo>
                <a:lnTo>
                  <a:pt x="1296838" y="28700"/>
                </a:lnTo>
                <a:lnTo>
                  <a:pt x="1310620" y="28700"/>
                </a:lnTo>
                <a:lnTo>
                  <a:pt x="1326320" y="72288"/>
                </a:lnTo>
                <a:cubicBezTo>
                  <a:pt x="1328357" y="77817"/>
                  <a:pt x="1330180" y="83629"/>
                  <a:pt x="1331790" y="89724"/>
                </a:cubicBezTo>
                <a:cubicBezTo>
                  <a:pt x="1333258" y="83864"/>
                  <a:pt x="1335011" y="78147"/>
                  <a:pt x="1337047" y="72572"/>
                </a:cubicBezTo>
                <a:lnTo>
                  <a:pt x="1353173" y="28700"/>
                </a:lnTo>
                <a:lnTo>
                  <a:pt x="1365960" y="28700"/>
                </a:lnTo>
                <a:lnTo>
                  <a:pt x="1337260" y="105475"/>
                </a:lnTo>
                <a:cubicBezTo>
                  <a:pt x="1334182" y="113768"/>
                  <a:pt x="1331790" y="119479"/>
                  <a:pt x="1330085" y="122606"/>
                </a:cubicBezTo>
                <a:cubicBezTo>
                  <a:pt x="1327812" y="126824"/>
                  <a:pt x="1325207" y="129917"/>
                  <a:pt x="1322271" y="131884"/>
                </a:cubicBezTo>
                <a:cubicBezTo>
                  <a:pt x="1319334" y="133851"/>
                  <a:pt x="1315830" y="134834"/>
                  <a:pt x="1311757" y="134834"/>
                </a:cubicBezTo>
                <a:cubicBezTo>
                  <a:pt x="1309294" y="134834"/>
                  <a:pt x="1306547" y="134313"/>
                  <a:pt x="1303516" y="133271"/>
                </a:cubicBezTo>
                <a:close/>
                <a:moveTo>
                  <a:pt x="1380808" y="104145"/>
                </a:moveTo>
                <a:lnTo>
                  <a:pt x="1380808" y="0"/>
                </a:lnTo>
                <a:lnTo>
                  <a:pt x="1394590" y="0"/>
                </a:lnTo>
                <a:lnTo>
                  <a:pt x="1394590" y="104145"/>
                </a:lnTo>
                <a:lnTo>
                  <a:pt x="1380808" y="104145"/>
                </a:lnTo>
                <a:close/>
                <a:moveTo>
                  <a:pt x="1412137" y="81554"/>
                </a:moveTo>
                <a:lnTo>
                  <a:pt x="1424782" y="79565"/>
                </a:lnTo>
                <a:cubicBezTo>
                  <a:pt x="1425492" y="84610"/>
                  <a:pt x="1427470" y="88477"/>
                  <a:pt x="1430714" y="91164"/>
                </a:cubicBezTo>
                <a:cubicBezTo>
                  <a:pt x="1433958" y="93851"/>
                  <a:pt x="1438493" y="95194"/>
                  <a:pt x="1444318" y="95194"/>
                </a:cubicBezTo>
                <a:cubicBezTo>
                  <a:pt x="1450191" y="95194"/>
                  <a:pt x="1454548" y="94007"/>
                  <a:pt x="1457389" y="91635"/>
                </a:cubicBezTo>
                <a:cubicBezTo>
                  <a:pt x="1460231" y="89261"/>
                  <a:pt x="1461652" y="86477"/>
                  <a:pt x="1461652" y="83283"/>
                </a:cubicBezTo>
                <a:cubicBezTo>
                  <a:pt x="1461652" y="80417"/>
                  <a:pt x="1460397" y="78161"/>
                  <a:pt x="1457887" y="76517"/>
                </a:cubicBezTo>
                <a:cubicBezTo>
                  <a:pt x="1456134" y="75389"/>
                  <a:pt x="1451777" y="73956"/>
                  <a:pt x="1444815" y="72217"/>
                </a:cubicBezTo>
                <a:cubicBezTo>
                  <a:pt x="1435438" y="69847"/>
                  <a:pt x="1428938" y="67797"/>
                  <a:pt x="1425315" y="66067"/>
                </a:cubicBezTo>
                <a:cubicBezTo>
                  <a:pt x="1421692" y="64337"/>
                  <a:pt x="1418945" y="61943"/>
                  <a:pt x="1417074" y="58886"/>
                </a:cubicBezTo>
                <a:cubicBezTo>
                  <a:pt x="1415203" y="55828"/>
                  <a:pt x="1414268" y="52451"/>
                  <a:pt x="1414268" y="48753"/>
                </a:cubicBezTo>
                <a:cubicBezTo>
                  <a:pt x="1414268" y="45388"/>
                  <a:pt x="1415038" y="42271"/>
                  <a:pt x="1416577" y="39403"/>
                </a:cubicBezTo>
                <a:cubicBezTo>
                  <a:pt x="1418116" y="36535"/>
                  <a:pt x="1420212" y="34153"/>
                  <a:pt x="1422864" y="32257"/>
                </a:cubicBezTo>
                <a:cubicBezTo>
                  <a:pt x="1424853" y="30787"/>
                  <a:pt x="1427564" y="29543"/>
                  <a:pt x="1430998" y="28525"/>
                </a:cubicBezTo>
                <a:cubicBezTo>
                  <a:pt x="1434431" y="27505"/>
                  <a:pt x="1438114" y="26995"/>
                  <a:pt x="1442045" y="26995"/>
                </a:cubicBezTo>
                <a:cubicBezTo>
                  <a:pt x="1447965" y="26995"/>
                  <a:pt x="1453162" y="27854"/>
                  <a:pt x="1457638" y="29570"/>
                </a:cubicBezTo>
                <a:cubicBezTo>
                  <a:pt x="1462113" y="31286"/>
                  <a:pt x="1465417" y="33610"/>
                  <a:pt x="1467548" y="36543"/>
                </a:cubicBezTo>
                <a:cubicBezTo>
                  <a:pt x="1469679" y="39475"/>
                  <a:pt x="1471147" y="43397"/>
                  <a:pt x="1471952" y="48307"/>
                </a:cubicBezTo>
                <a:lnTo>
                  <a:pt x="1459449" y="50012"/>
                </a:lnTo>
                <a:cubicBezTo>
                  <a:pt x="1458881" y="46129"/>
                  <a:pt x="1457235" y="43098"/>
                  <a:pt x="1454512" y="40919"/>
                </a:cubicBezTo>
                <a:cubicBezTo>
                  <a:pt x="1451789" y="38741"/>
                  <a:pt x="1447941" y="37651"/>
                  <a:pt x="1442968" y="37651"/>
                </a:cubicBezTo>
                <a:cubicBezTo>
                  <a:pt x="1437095" y="37651"/>
                  <a:pt x="1432904" y="38618"/>
                  <a:pt x="1430394" y="40551"/>
                </a:cubicBezTo>
                <a:cubicBezTo>
                  <a:pt x="1427884" y="42482"/>
                  <a:pt x="1426629" y="44744"/>
                  <a:pt x="1426629" y="47337"/>
                </a:cubicBezTo>
                <a:cubicBezTo>
                  <a:pt x="1426629" y="48986"/>
                  <a:pt x="1427150" y="50470"/>
                  <a:pt x="1428192" y="51790"/>
                </a:cubicBezTo>
                <a:cubicBezTo>
                  <a:pt x="1429234" y="53156"/>
                  <a:pt x="1430868" y="54287"/>
                  <a:pt x="1433094" y="55183"/>
                </a:cubicBezTo>
                <a:cubicBezTo>
                  <a:pt x="1434372" y="55655"/>
                  <a:pt x="1438137" y="56739"/>
                  <a:pt x="1444389" y="58435"/>
                </a:cubicBezTo>
                <a:cubicBezTo>
                  <a:pt x="1453435" y="60849"/>
                  <a:pt x="1459745" y="62825"/>
                  <a:pt x="1463321" y="64362"/>
                </a:cubicBezTo>
                <a:cubicBezTo>
                  <a:pt x="1466897" y="65900"/>
                  <a:pt x="1469703" y="68136"/>
                  <a:pt x="1471739" y="71071"/>
                </a:cubicBezTo>
                <a:cubicBezTo>
                  <a:pt x="1473776" y="74005"/>
                  <a:pt x="1474794" y="77648"/>
                  <a:pt x="1474794" y="82000"/>
                </a:cubicBezTo>
                <a:cubicBezTo>
                  <a:pt x="1474794" y="86260"/>
                  <a:pt x="1473551" y="90270"/>
                  <a:pt x="1471064" y="94033"/>
                </a:cubicBezTo>
                <a:cubicBezTo>
                  <a:pt x="1468578" y="97793"/>
                  <a:pt x="1464991" y="100703"/>
                  <a:pt x="1460302" y="102762"/>
                </a:cubicBezTo>
                <a:cubicBezTo>
                  <a:pt x="1455613" y="104820"/>
                  <a:pt x="1450309" y="105850"/>
                  <a:pt x="1444389" y="105850"/>
                </a:cubicBezTo>
                <a:cubicBezTo>
                  <a:pt x="1434585" y="105850"/>
                  <a:pt x="1427114" y="103807"/>
                  <a:pt x="1421976" y="99723"/>
                </a:cubicBezTo>
                <a:cubicBezTo>
                  <a:pt x="1416837" y="95638"/>
                  <a:pt x="1413558" y="89582"/>
                  <a:pt x="1412137" y="81554"/>
                </a:cubicBezTo>
                <a:close/>
                <a:moveTo>
                  <a:pt x="1484882" y="81554"/>
                </a:moveTo>
                <a:lnTo>
                  <a:pt x="1497527" y="79565"/>
                </a:lnTo>
                <a:cubicBezTo>
                  <a:pt x="1498237" y="84610"/>
                  <a:pt x="1500214" y="88477"/>
                  <a:pt x="1503459" y="91164"/>
                </a:cubicBezTo>
                <a:cubicBezTo>
                  <a:pt x="1506703" y="93851"/>
                  <a:pt x="1511237" y="95194"/>
                  <a:pt x="1517063" y="95194"/>
                </a:cubicBezTo>
                <a:cubicBezTo>
                  <a:pt x="1522935" y="95194"/>
                  <a:pt x="1527292" y="94007"/>
                  <a:pt x="1530134" y="91635"/>
                </a:cubicBezTo>
                <a:cubicBezTo>
                  <a:pt x="1532976" y="89261"/>
                  <a:pt x="1534396" y="86477"/>
                  <a:pt x="1534396" y="83283"/>
                </a:cubicBezTo>
                <a:cubicBezTo>
                  <a:pt x="1534396" y="80417"/>
                  <a:pt x="1533141" y="78161"/>
                  <a:pt x="1530631" y="76517"/>
                </a:cubicBezTo>
                <a:cubicBezTo>
                  <a:pt x="1528879" y="75389"/>
                  <a:pt x="1524522" y="73956"/>
                  <a:pt x="1517560" y="72217"/>
                </a:cubicBezTo>
                <a:cubicBezTo>
                  <a:pt x="1508183" y="69847"/>
                  <a:pt x="1501683" y="67797"/>
                  <a:pt x="1498059" y="66067"/>
                </a:cubicBezTo>
                <a:cubicBezTo>
                  <a:pt x="1494436" y="64337"/>
                  <a:pt x="1491690" y="61943"/>
                  <a:pt x="1489819" y="58886"/>
                </a:cubicBezTo>
                <a:cubicBezTo>
                  <a:pt x="1487948" y="55828"/>
                  <a:pt x="1487013" y="52451"/>
                  <a:pt x="1487013" y="48753"/>
                </a:cubicBezTo>
                <a:cubicBezTo>
                  <a:pt x="1487013" y="45388"/>
                  <a:pt x="1487782" y="42271"/>
                  <a:pt x="1489322" y="39403"/>
                </a:cubicBezTo>
                <a:cubicBezTo>
                  <a:pt x="1490861" y="36535"/>
                  <a:pt x="1492956" y="34153"/>
                  <a:pt x="1495609" y="32257"/>
                </a:cubicBezTo>
                <a:cubicBezTo>
                  <a:pt x="1497598" y="30787"/>
                  <a:pt x="1500309" y="29543"/>
                  <a:pt x="1503743" y="28525"/>
                </a:cubicBezTo>
                <a:cubicBezTo>
                  <a:pt x="1507176" y="27505"/>
                  <a:pt x="1510859" y="26995"/>
                  <a:pt x="1514789" y="26995"/>
                </a:cubicBezTo>
                <a:cubicBezTo>
                  <a:pt x="1520709" y="26995"/>
                  <a:pt x="1525907" y="27854"/>
                  <a:pt x="1530383" y="29570"/>
                </a:cubicBezTo>
                <a:cubicBezTo>
                  <a:pt x="1534858" y="31286"/>
                  <a:pt x="1538162" y="33610"/>
                  <a:pt x="1540293" y="36543"/>
                </a:cubicBezTo>
                <a:cubicBezTo>
                  <a:pt x="1542424" y="39475"/>
                  <a:pt x="1543892" y="43397"/>
                  <a:pt x="1544697" y="48307"/>
                </a:cubicBezTo>
                <a:lnTo>
                  <a:pt x="1532194" y="50012"/>
                </a:lnTo>
                <a:cubicBezTo>
                  <a:pt x="1531626" y="46129"/>
                  <a:pt x="1529980" y="43098"/>
                  <a:pt x="1527257" y="40919"/>
                </a:cubicBezTo>
                <a:cubicBezTo>
                  <a:pt x="1524534" y="38741"/>
                  <a:pt x="1520686" y="37651"/>
                  <a:pt x="1515713" y="37651"/>
                </a:cubicBezTo>
                <a:cubicBezTo>
                  <a:pt x="1509840" y="37651"/>
                  <a:pt x="1505649" y="38618"/>
                  <a:pt x="1503139" y="40551"/>
                </a:cubicBezTo>
                <a:cubicBezTo>
                  <a:pt x="1500629" y="42482"/>
                  <a:pt x="1499374" y="44744"/>
                  <a:pt x="1499374" y="47337"/>
                </a:cubicBezTo>
                <a:cubicBezTo>
                  <a:pt x="1499374" y="48986"/>
                  <a:pt x="1499895" y="50470"/>
                  <a:pt x="1500937" y="51790"/>
                </a:cubicBezTo>
                <a:cubicBezTo>
                  <a:pt x="1501979" y="53156"/>
                  <a:pt x="1503612" y="54287"/>
                  <a:pt x="1505838" y="55183"/>
                </a:cubicBezTo>
                <a:cubicBezTo>
                  <a:pt x="1507117" y="55655"/>
                  <a:pt x="1510882" y="56739"/>
                  <a:pt x="1517134" y="58435"/>
                </a:cubicBezTo>
                <a:cubicBezTo>
                  <a:pt x="1526179" y="60849"/>
                  <a:pt x="1532490" y="62825"/>
                  <a:pt x="1536066" y="64362"/>
                </a:cubicBezTo>
                <a:cubicBezTo>
                  <a:pt x="1539642" y="65900"/>
                  <a:pt x="1542448" y="68136"/>
                  <a:pt x="1544484" y="71071"/>
                </a:cubicBezTo>
                <a:cubicBezTo>
                  <a:pt x="1546521" y="74005"/>
                  <a:pt x="1547539" y="77648"/>
                  <a:pt x="1547539" y="82000"/>
                </a:cubicBezTo>
                <a:cubicBezTo>
                  <a:pt x="1547539" y="86260"/>
                  <a:pt x="1546296" y="90270"/>
                  <a:pt x="1543809" y="94033"/>
                </a:cubicBezTo>
                <a:cubicBezTo>
                  <a:pt x="1541323" y="97793"/>
                  <a:pt x="1537735" y="100703"/>
                  <a:pt x="1533047" y="102762"/>
                </a:cubicBezTo>
                <a:cubicBezTo>
                  <a:pt x="1528358" y="104820"/>
                  <a:pt x="1523054" y="105850"/>
                  <a:pt x="1517134" y="105850"/>
                </a:cubicBezTo>
                <a:cubicBezTo>
                  <a:pt x="1507330" y="105850"/>
                  <a:pt x="1499859" y="103807"/>
                  <a:pt x="1494721" y="99723"/>
                </a:cubicBezTo>
                <a:cubicBezTo>
                  <a:pt x="1489582" y="95638"/>
                  <a:pt x="1486302" y="89582"/>
                  <a:pt x="1484882" y="81554"/>
                </a:cubicBezTo>
                <a:close/>
                <a:moveTo>
                  <a:pt x="1612186" y="104145"/>
                </a:moveTo>
                <a:lnTo>
                  <a:pt x="1612186" y="93063"/>
                </a:lnTo>
                <a:cubicBezTo>
                  <a:pt x="1606313" y="101587"/>
                  <a:pt x="1598333" y="105850"/>
                  <a:pt x="1588245" y="105850"/>
                </a:cubicBezTo>
                <a:cubicBezTo>
                  <a:pt x="1583794" y="105850"/>
                  <a:pt x="1579638" y="104997"/>
                  <a:pt x="1575778" y="103292"/>
                </a:cubicBezTo>
                <a:cubicBezTo>
                  <a:pt x="1571918" y="101587"/>
                  <a:pt x="1569053" y="99444"/>
                  <a:pt x="1567182" y="96863"/>
                </a:cubicBezTo>
                <a:cubicBezTo>
                  <a:pt x="1565311" y="94282"/>
                  <a:pt x="1563997" y="91121"/>
                  <a:pt x="1563239" y="87379"/>
                </a:cubicBezTo>
                <a:cubicBezTo>
                  <a:pt x="1562718" y="84869"/>
                  <a:pt x="1562458" y="80891"/>
                  <a:pt x="1562458" y="75445"/>
                </a:cubicBezTo>
                <a:lnTo>
                  <a:pt x="1562458" y="28700"/>
                </a:lnTo>
                <a:lnTo>
                  <a:pt x="1575245" y="28700"/>
                </a:lnTo>
                <a:lnTo>
                  <a:pt x="1575245" y="70543"/>
                </a:lnTo>
                <a:cubicBezTo>
                  <a:pt x="1575245" y="77221"/>
                  <a:pt x="1575506" y="81720"/>
                  <a:pt x="1576027" y="84040"/>
                </a:cubicBezTo>
                <a:cubicBezTo>
                  <a:pt x="1576832" y="87403"/>
                  <a:pt x="1578537" y="90043"/>
                  <a:pt x="1581141" y="91961"/>
                </a:cubicBezTo>
                <a:cubicBezTo>
                  <a:pt x="1583746" y="93879"/>
                  <a:pt x="1586967" y="94839"/>
                  <a:pt x="1590803" y="94839"/>
                </a:cubicBezTo>
                <a:cubicBezTo>
                  <a:pt x="1594639" y="94839"/>
                  <a:pt x="1598238" y="93856"/>
                  <a:pt x="1601601" y="91890"/>
                </a:cubicBezTo>
                <a:cubicBezTo>
                  <a:pt x="1604964" y="89925"/>
                  <a:pt x="1607343" y="87249"/>
                  <a:pt x="1608741" y="83863"/>
                </a:cubicBezTo>
                <a:cubicBezTo>
                  <a:pt x="1610138" y="80477"/>
                  <a:pt x="1610836" y="75563"/>
                  <a:pt x="1610836" y="69122"/>
                </a:cubicBezTo>
                <a:lnTo>
                  <a:pt x="1610836" y="28700"/>
                </a:lnTo>
                <a:lnTo>
                  <a:pt x="1623623" y="28700"/>
                </a:lnTo>
                <a:lnTo>
                  <a:pt x="1623623" y="104145"/>
                </a:lnTo>
                <a:lnTo>
                  <a:pt x="1612186" y="104145"/>
                </a:lnTo>
                <a:close/>
                <a:moveTo>
                  <a:pt x="1695302" y="79849"/>
                </a:moveTo>
                <a:lnTo>
                  <a:pt x="1708516" y="81483"/>
                </a:lnTo>
                <a:cubicBezTo>
                  <a:pt x="1706432" y="89203"/>
                  <a:pt x="1702572" y="95194"/>
                  <a:pt x="1696936" y="99456"/>
                </a:cubicBezTo>
                <a:cubicBezTo>
                  <a:pt x="1691300" y="103719"/>
                  <a:pt x="1684101" y="105850"/>
                  <a:pt x="1675340" y="105850"/>
                </a:cubicBezTo>
                <a:cubicBezTo>
                  <a:pt x="1664305" y="105850"/>
                  <a:pt x="1655555" y="102452"/>
                  <a:pt x="1649090" y="95655"/>
                </a:cubicBezTo>
                <a:cubicBezTo>
                  <a:pt x="1642626" y="88859"/>
                  <a:pt x="1639393" y="79328"/>
                  <a:pt x="1639393" y="67062"/>
                </a:cubicBezTo>
                <a:cubicBezTo>
                  <a:pt x="1639393" y="54369"/>
                  <a:pt x="1642661" y="44518"/>
                  <a:pt x="1649197" y="37509"/>
                </a:cubicBezTo>
                <a:cubicBezTo>
                  <a:pt x="1655733" y="30500"/>
                  <a:pt x="1664210" y="26995"/>
                  <a:pt x="1674629" y="26995"/>
                </a:cubicBezTo>
                <a:cubicBezTo>
                  <a:pt x="1684717" y="26995"/>
                  <a:pt x="1692958" y="30424"/>
                  <a:pt x="1699351" y="37280"/>
                </a:cubicBezTo>
                <a:cubicBezTo>
                  <a:pt x="1705745" y="44136"/>
                  <a:pt x="1708942" y="53781"/>
                  <a:pt x="1708942" y="66216"/>
                </a:cubicBezTo>
                <a:cubicBezTo>
                  <a:pt x="1708942" y="66972"/>
                  <a:pt x="1708918" y="68107"/>
                  <a:pt x="1708871" y="69619"/>
                </a:cubicBezTo>
                <a:lnTo>
                  <a:pt x="1652607" y="69619"/>
                </a:lnTo>
                <a:cubicBezTo>
                  <a:pt x="1653081" y="77884"/>
                  <a:pt x="1655425" y="84212"/>
                  <a:pt x="1659640" y="88605"/>
                </a:cubicBezTo>
                <a:cubicBezTo>
                  <a:pt x="1663855" y="92997"/>
                  <a:pt x="1669112" y="95194"/>
                  <a:pt x="1675411" y="95194"/>
                </a:cubicBezTo>
                <a:cubicBezTo>
                  <a:pt x="1680099" y="95194"/>
                  <a:pt x="1684101" y="93974"/>
                  <a:pt x="1687417" y="91535"/>
                </a:cubicBezTo>
                <a:cubicBezTo>
                  <a:pt x="1690732" y="89095"/>
                  <a:pt x="1693360" y="85199"/>
                  <a:pt x="1695302" y="79849"/>
                </a:cubicBezTo>
                <a:moveTo>
                  <a:pt x="1653317" y="58963"/>
                </a:moveTo>
                <a:lnTo>
                  <a:pt x="1695444" y="58963"/>
                </a:lnTo>
                <a:cubicBezTo>
                  <a:pt x="1694876" y="52721"/>
                  <a:pt x="1693266" y="48039"/>
                  <a:pt x="1690613" y="44917"/>
                </a:cubicBezTo>
                <a:cubicBezTo>
                  <a:pt x="1686540" y="40073"/>
                  <a:pt x="1681260" y="37651"/>
                  <a:pt x="1674771" y="37651"/>
                </a:cubicBezTo>
                <a:cubicBezTo>
                  <a:pt x="1668899" y="37651"/>
                  <a:pt x="1663962" y="39585"/>
                  <a:pt x="1659960" y="43452"/>
                </a:cubicBezTo>
                <a:cubicBezTo>
                  <a:pt x="1655958" y="47318"/>
                  <a:pt x="1653744" y="52488"/>
                  <a:pt x="1653317" y="58963"/>
                </a:cubicBezTo>
                <a:close/>
                <a:moveTo>
                  <a:pt x="1726205" y="104145"/>
                </a:moveTo>
                <a:lnTo>
                  <a:pt x="1726205" y="0"/>
                </a:lnTo>
                <a:lnTo>
                  <a:pt x="1765490" y="0"/>
                </a:lnTo>
                <a:cubicBezTo>
                  <a:pt x="1772404" y="0"/>
                  <a:pt x="1777685" y="331"/>
                  <a:pt x="1781332" y="992"/>
                </a:cubicBezTo>
                <a:cubicBezTo>
                  <a:pt x="1786447" y="1845"/>
                  <a:pt x="1790733" y="3465"/>
                  <a:pt x="1794190" y="5854"/>
                </a:cubicBezTo>
                <a:cubicBezTo>
                  <a:pt x="1797647" y="8243"/>
                  <a:pt x="1800430" y="11590"/>
                  <a:pt x="1802537" y="15895"/>
                </a:cubicBezTo>
                <a:cubicBezTo>
                  <a:pt x="1804645" y="20199"/>
                  <a:pt x="1805699" y="24929"/>
                  <a:pt x="1805699" y="30085"/>
                </a:cubicBezTo>
                <a:cubicBezTo>
                  <a:pt x="1805699" y="38933"/>
                  <a:pt x="1802881" y="46420"/>
                  <a:pt x="1797245" y="52545"/>
                </a:cubicBezTo>
                <a:cubicBezTo>
                  <a:pt x="1791609" y="58671"/>
                  <a:pt x="1781427" y="61734"/>
                  <a:pt x="1766698" y="61734"/>
                </a:cubicBezTo>
                <a:lnTo>
                  <a:pt x="1739987" y="61734"/>
                </a:lnTo>
                <a:lnTo>
                  <a:pt x="1739987" y="104145"/>
                </a:lnTo>
                <a:lnTo>
                  <a:pt x="1726205" y="104145"/>
                </a:lnTo>
                <a:moveTo>
                  <a:pt x="1739987" y="49444"/>
                </a:moveTo>
                <a:lnTo>
                  <a:pt x="1766911" y="49444"/>
                </a:lnTo>
                <a:cubicBezTo>
                  <a:pt x="1775814" y="49444"/>
                  <a:pt x="1782137" y="47790"/>
                  <a:pt x="1785878" y="44482"/>
                </a:cubicBezTo>
                <a:cubicBezTo>
                  <a:pt x="1789620" y="41173"/>
                  <a:pt x="1791491" y="36516"/>
                  <a:pt x="1791491" y="30512"/>
                </a:cubicBezTo>
                <a:cubicBezTo>
                  <a:pt x="1791491" y="26163"/>
                  <a:pt x="1790389" y="22441"/>
                  <a:pt x="1788187" y="19345"/>
                </a:cubicBezTo>
                <a:cubicBezTo>
                  <a:pt x="1785985" y="16249"/>
                  <a:pt x="1783084" y="14204"/>
                  <a:pt x="1779485" y="13211"/>
                </a:cubicBezTo>
                <a:cubicBezTo>
                  <a:pt x="1777164" y="12597"/>
                  <a:pt x="1772878" y="12290"/>
                  <a:pt x="1766627" y="12290"/>
                </a:cubicBezTo>
                <a:lnTo>
                  <a:pt x="1739987" y="12290"/>
                </a:lnTo>
                <a:lnTo>
                  <a:pt x="1739987" y="49444"/>
                </a:lnTo>
                <a:close/>
                <a:moveTo>
                  <a:pt x="1821469" y="104145"/>
                </a:moveTo>
                <a:lnTo>
                  <a:pt x="1821469" y="28700"/>
                </a:lnTo>
                <a:lnTo>
                  <a:pt x="1832978" y="28700"/>
                </a:lnTo>
                <a:lnTo>
                  <a:pt x="1832978" y="40067"/>
                </a:lnTo>
                <a:cubicBezTo>
                  <a:pt x="1835914" y="34745"/>
                  <a:pt x="1838625" y="31235"/>
                  <a:pt x="1841112" y="29539"/>
                </a:cubicBezTo>
                <a:cubicBezTo>
                  <a:pt x="1843598" y="27843"/>
                  <a:pt x="1846333" y="26995"/>
                  <a:pt x="1849317" y="26995"/>
                </a:cubicBezTo>
                <a:cubicBezTo>
                  <a:pt x="1853627" y="26995"/>
                  <a:pt x="1858007" y="28363"/>
                  <a:pt x="1862459" y="31098"/>
                </a:cubicBezTo>
                <a:lnTo>
                  <a:pt x="1858055" y="42908"/>
                </a:lnTo>
                <a:cubicBezTo>
                  <a:pt x="1854929" y="41061"/>
                  <a:pt x="1851803" y="40138"/>
                  <a:pt x="1848678" y="40138"/>
                </a:cubicBezTo>
                <a:cubicBezTo>
                  <a:pt x="1845883" y="40138"/>
                  <a:pt x="1843373" y="40980"/>
                  <a:pt x="1841147" y="42664"/>
                </a:cubicBezTo>
                <a:cubicBezTo>
                  <a:pt x="1838921" y="44347"/>
                  <a:pt x="1837335" y="46681"/>
                  <a:pt x="1836388" y="49668"/>
                </a:cubicBezTo>
                <a:cubicBezTo>
                  <a:pt x="1834967" y="54219"/>
                  <a:pt x="1834256" y="59197"/>
                  <a:pt x="1834256" y="64602"/>
                </a:cubicBezTo>
                <a:lnTo>
                  <a:pt x="1834256" y="104145"/>
                </a:lnTo>
                <a:lnTo>
                  <a:pt x="1821469" y="104145"/>
                </a:lnTo>
                <a:close/>
                <a:moveTo>
                  <a:pt x="1921705" y="79849"/>
                </a:moveTo>
                <a:lnTo>
                  <a:pt x="1934919" y="81483"/>
                </a:lnTo>
                <a:cubicBezTo>
                  <a:pt x="1932835" y="89203"/>
                  <a:pt x="1928975" y="95194"/>
                  <a:pt x="1923339" y="99456"/>
                </a:cubicBezTo>
                <a:cubicBezTo>
                  <a:pt x="1917704" y="103719"/>
                  <a:pt x="1910505" y="105850"/>
                  <a:pt x="1901743" y="105850"/>
                </a:cubicBezTo>
                <a:cubicBezTo>
                  <a:pt x="1890708" y="105850"/>
                  <a:pt x="1881959" y="102452"/>
                  <a:pt x="1875494" y="95655"/>
                </a:cubicBezTo>
                <a:cubicBezTo>
                  <a:pt x="1869029" y="88859"/>
                  <a:pt x="1865797" y="79328"/>
                  <a:pt x="1865797" y="67062"/>
                </a:cubicBezTo>
                <a:cubicBezTo>
                  <a:pt x="1865797" y="54369"/>
                  <a:pt x="1869065" y="44518"/>
                  <a:pt x="1875600" y="37509"/>
                </a:cubicBezTo>
                <a:cubicBezTo>
                  <a:pt x="1882136" y="30500"/>
                  <a:pt x="1890614" y="26995"/>
                  <a:pt x="1901033" y="26995"/>
                </a:cubicBezTo>
                <a:cubicBezTo>
                  <a:pt x="1911121" y="26995"/>
                  <a:pt x="1919361" y="30424"/>
                  <a:pt x="1925755" y="37280"/>
                </a:cubicBezTo>
                <a:cubicBezTo>
                  <a:pt x="1932148" y="44136"/>
                  <a:pt x="1935345" y="53781"/>
                  <a:pt x="1935345" y="66216"/>
                </a:cubicBezTo>
                <a:cubicBezTo>
                  <a:pt x="1935345" y="66972"/>
                  <a:pt x="1935321" y="68107"/>
                  <a:pt x="1935274" y="69619"/>
                </a:cubicBezTo>
                <a:lnTo>
                  <a:pt x="1879010" y="69619"/>
                </a:lnTo>
                <a:cubicBezTo>
                  <a:pt x="1879484" y="77884"/>
                  <a:pt x="1881828" y="84212"/>
                  <a:pt x="1886043" y="88605"/>
                </a:cubicBezTo>
                <a:cubicBezTo>
                  <a:pt x="1890258" y="92997"/>
                  <a:pt x="1895515" y="95194"/>
                  <a:pt x="1901814" y="95194"/>
                </a:cubicBezTo>
                <a:cubicBezTo>
                  <a:pt x="1906503" y="95194"/>
                  <a:pt x="1910505" y="93974"/>
                  <a:pt x="1913820" y="91535"/>
                </a:cubicBezTo>
                <a:cubicBezTo>
                  <a:pt x="1917135" y="89095"/>
                  <a:pt x="1919764" y="85199"/>
                  <a:pt x="1921705" y="79849"/>
                </a:cubicBezTo>
                <a:moveTo>
                  <a:pt x="1879721" y="58963"/>
                </a:moveTo>
                <a:lnTo>
                  <a:pt x="1921848" y="58963"/>
                </a:lnTo>
                <a:cubicBezTo>
                  <a:pt x="1921279" y="52721"/>
                  <a:pt x="1919669" y="48039"/>
                  <a:pt x="1917017" y="44917"/>
                </a:cubicBezTo>
                <a:cubicBezTo>
                  <a:pt x="1912944" y="40073"/>
                  <a:pt x="1907663" y="37651"/>
                  <a:pt x="1901175" y="37651"/>
                </a:cubicBezTo>
                <a:cubicBezTo>
                  <a:pt x="1895302" y="37651"/>
                  <a:pt x="1890365" y="39585"/>
                  <a:pt x="1886363" y="43452"/>
                </a:cubicBezTo>
                <a:cubicBezTo>
                  <a:pt x="1882361" y="47318"/>
                  <a:pt x="1880147" y="52488"/>
                  <a:pt x="1879721" y="58963"/>
                </a:cubicBezTo>
                <a:close/>
                <a:moveTo>
                  <a:pt x="1945861" y="81554"/>
                </a:moveTo>
                <a:lnTo>
                  <a:pt x="1958506" y="79565"/>
                </a:lnTo>
                <a:cubicBezTo>
                  <a:pt x="1959216" y="84610"/>
                  <a:pt x="1961194" y="88477"/>
                  <a:pt x="1964438" y="91164"/>
                </a:cubicBezTo>
                <a:cubicBezTo>
                  <a:pt x="1967682" y="93851"/>
                  <a:pt x="1972217" y="95194"/>
                  <a:pt x="1978042" y="95194"/>
                </a:cubicBezTo>
                <a:cubicBezTo>
                  <a:pt x="1983915" y="95194"/>
                  <a:pt x="1988272" y="94007"/>
                  <a:pt x="1991113" y="91635"/>
                </a:cubicBezTo>
                <a:cubicBezTo>
                  <a:pt x="1993955" y="89261"/>
                  <a:pt x="1995376" y="86477"/>
                  <a:pt x="1995376" y="83283"/>
                </a:cubicBezTo>
                <a:cubicBezTo>
                  <a:pt x="1995376" y="80417"/>
                  <a:pt x="1994121" y="78161"/>
                  <a:pt x="1991611" y="76517"/>
                </a:cubicBezTo>
                <a:cubicBezTo>
                  <a:pt x="1989858" y="75389"/>
                  <a:pt x="1985501" y="73956"/>
                  <a:pt x="1978539" y="72217"/>
                </a:cubicBezTo>
                <a:cubicBezTo>
                  <a:pt x="1969162" y="69847"/>
                  <a:pt x="1962662" y="67797"/>
                  <a:pt x="1959039" y="66067"/>
                </a:cubicBezTo>
                <a:cubicBezTo>
                  <a:pt x="1955416" y="64337"/>
                  <a:pt x="1952669" y="61943"/>
                  <a:pt x="1950798" y="58886"/>
                </a:cubicBezTo>
                <a:cubicBezTo>
                  <a:pt x="1948927" y="55828"/>
                  <a:pt x="1947992" y="52451"/>
                  <a:pt x="1947992" y="48753"/>
                </a:cubicBezTo>
                <a:cubicBezTo>
                  <a:pt x="1947992" y="45388"/>
                  <a:pt x="1948762" y="42271"/>
                  <a:pt x="1950301" y="39403"/>
                </a:cubicBezTo>
                <a:cubicBezTo>
                  <a:pt x="1951840" y="36535"/>
                  <a:pt x="1953936" y="34153"/>
                  <a:pt x="1956588" y="32257"/>
                </a:cubicBezTo>
                <a:cubicBezTo>
                  <a:pt x="1958577" y="30787"/>
                  <a:pt x="1961288" y="29543"/>
                  <a:pt x="1964722" y="28525"/>
                </a:cubicBezTo>
                <a:cubicBezTo>
                  <a:pt x="1968156" y="27505"/>
                  <a:pt x="1971838" y="26995"/>
                  <a:pt x="1975769" y="26995"/>
                </a:cubicBezTo>
                <a:cubicBezTo>
                  <a:pt x="1981689" y="26995"/>
                  <a:pt x="1986887" y="27854"/>
                  <a:pt x="1991362" y="29570"/>
                </a:cubicBezTo>
                <a:cubicBezTo>
                  <a:pt x="1995838" y="31286"/>
                  <a:pt x="1999141" y="33610"/>
                  <a:pt x="2001272" y="36543"/>
                </a:cubicBezTo>
                <a:cubicBezTo>
                  <a:pt x="2003403" y="39475"/>
                  <a:pt x="2004871" y="43397"/>
                  <a:pt x="2005677" y="48307"/>
                </a:cubicBezTo>
                <a:lnTo>
                  <a:pt x="1993174" y="50012"/>
                </a:lnTo>
                <a:cubicBezTo>
                  <a:pt x="1992605" y="46129"/>
                  <a:pt x="1990959" y="43098"/>
                  <a:pt x="1988236" y="40919"/>
                </a:cubicBezTo>
                <a:cubicBezTo>
                  <a:pt x="1985513" y="38741"/>
                  <a:pt x="1981665" y="37651"/>
                  <a:pt x="1976692" y="37651"/>
                </a:cubicBezTo>
                <a:cubicBezTo>
                  <a:pt x="1970820" y="37651"/>
                  <a:pt x="1966628" y="38618"/>
                  <a:pt x="1964118" y="40551"/>
                </a:cubicBezTo>
                <a:cubicBezTo>
                  <a:pt x="1961608" y="42482"/>
                  <a:pt x="1960353" y="44744"/>
                  <a:pt x="1960353" y="47337"/>
                </a:cubicBezTo>
                <a:cubicBezTo>
                  <a:pt x="1960353" y="48986"/>
                  <a:pt x="1960874" y="50470"/>
                  <a:pt x="1961916" y="51790"/>
                </a:cubicBezTo>
                <a:cubicBezTo>
                  <a:pt x="1962958" y="53156"/>
                  <a:pt x="1964592" y="54287"/>
                  <a:pt x="1966818" y="55183"/>
                </a:cubicBezTo>
                <a:cubicBezTo>
                  <a:pt x="1968096" y="55655"/>
                  <a:pt x="1971862" y="56739"/>
                  <a:pt x="1978113" y="58435"/>
                </a:cubicBezTo>
                <a:cubicBezTo>
                  <a:pt x="1987159" y="60849"/>
                  <a:pt x="1993470" y="62825"/>
                  <a:pt x="1997045" y="64362"/>
                </a:cubicBezTo>
                <a:cubicBezTo>
                  <a:pt x="2000621" y="65900"/>
                  <a:pt x="2003427" y="68136"/>
                  <a:pt x="2005463" y="71071"/>
                </a:cubicBezTo>
                <a:cubicBezTo>
                  <a:pt x="2007500" y="74005"/>
                  <a:pt x="2008518" y="77648"/>
                  <a:pt x="2008518" y="82000"/>
                </a:cubicBezTo>
                <a:cubicBezTo>
                  <a:pt x="2008518" y="86260"/>
                  <a:pt x="2007275" y="90270"/>
                  <a:pt x="2004789" y="94033"/>
                </a:cubicBezTo>
                <a:cubicBezTo>
                  <a:pt x="2002302" y="97793"/>
                  <a:pt x="1998715" y="100703"/>
                  <a:pt x="1994026" y="102762"/>
                </a:cubicBezTo>
                <a:cubicBezTo>
                  <a:pt x="1989337" y="104820"/>
                  <a:pt x="1984033" y="105850"/>
                  <a:pt x="1978113" y="105850"/>
                </a:cubicBezTo>
                <a:cubicBezTo>
                  <a:pt x="1968310" y="105850"/>
                  <a:pt x="1960838" y="103807"/>
                  <a:pt x="1955700" y="99723"/>
                </a:cubicBezTo>
                <a:cubicBezTo>
                  <a:pt x="1950561" y="95638"/>
                  <a:pt x="1947282" y="89582"/>
                  <a:pt x="1945861" y="81554"/>
                </a:cubicBezTo>
                <a:close/>
                <a:moveTo>
                  <a:pt x="2075365" y="79849"/>
                </a:moveTo>
                <a:lnTo>
                  <a:pt x="2088578" y="81483"/>
                </a:lnTo>
                <a:cubicBezTo>
                  <a:pt x="2086495" y="89203"/>
                  <a:pt x="2082635" y="95194"/>
                  <a:pt x="2076999" y="99456"/>
                </a:cubicBezTo>
                <a:cubicBezTo>
                  <a:pt x="2071363" y="103719"/>
                  <a:pt x="2064164" y="105850"/>
                  <a:pt x="2055403" y="105850"/>
                </a:cubicBezTo>
                <a:cubicBezTo>
                  <a:pt x="2044368" y="105850"/>
                  <a:pt x="2035618" y="102452"/>
                  <a:pt x="2029153" y="95655"/>
                </a:cubicBezTo>
                <a:cubicBezTo>
                  <a:pt x="2022689" y="88859"/>
                  <a:pt x="2019456" y="79328"/>
                  <a:pt x="2019456" y="67062"/>
                </a:cubicBezTo>
                <a:cubicBezTo>
                  <a:pt x="2019456" y="54369"/>
                  <a:pt x="2022724" y="44518"/>
                  <a:pt x="2029260" y="37509"/>
                </a:cubicBezTo>
                <a:cubicBezTo>
                  <a:pt x="2035796" y="30500"/>
                  <a:pt x="2044273" y="26995"/>
                  <a:pt x="2054692" y="26995"/>
                </a:cubicBezTo>
                <a:cubicBezTo>
                  <a:pt x="2064780" y="26995"/>
                  <a:pt x="2073021" y="30424"/>
                  <a:pt x="2079414" y="37280"/>
                </a:cubicBezTo>
                <a:cubicBezTo>
                  <a:pt x="2085808" y="44136"/>
                  <a:pt x="2089005" y="53781"/>
                  <a:pt x="2089005" y="66216"/>
                </a:cubicBezTo>
                <a:cubicBezTo>
                  <a:pt x="2089005" y="66972"/>
                  <a:pt x="2088981" y="68107"/>
                  <a:pt x="2088934" y="69619"/>
                </a:cubicBezTo>
                <a:lnTo>
                  <a:pt x="2032670" y="69619"/>
                </a:lnTo>
                <a:cubicBezTo>
                  <a:pt x="2033143" y="77884"/>
                  <a:pt x="2035488" y="84212"/>
                  <a:pt x="2039703" y="88605"/>
                </a:cubicBezTo>
                <a:cubicBezTo>
                  <a:pt x="2043918" y="92997"/>
                  <a:pt x="2049175" y="95194"/>
                  <a:pt x="2055474" y="95194"/>
                </a:cubicBezTo>
                <a:cubicBezTo>
                  <a:pt x="2060162" y="95194"/>
                  <a:pt x="2064164" y="93974"/>
                  <a:pt x="2067480" y="91535"/>
                </a:cubicBezTo>
                <a:cubicBezTo>
                  <a:pt x="2070795" y="89095"/>
                  <a:pt x="2073423" y="85199"/>
                  <a:pt x="2075365" y="79849"/>
                </a:cubicBezTo>
                <a:moveTo>
                  <a:pt x="2033380" y="58963"/>
                </a:moveTo>
                <a:lnTo>
                  <a:pt x="2075507" y="58963"/>
                </a:lnTo>
                <a:cubicBezTo>
                  <a:pt x="2074939" y="52721"/>
                  <a:pt x="2073328" y="48039"/>
                  <a:pt x="2070676" y="44917"/>
                </a:cubicBezTo>
                <a:cubicBezTo>
                  <a:pt x="2066603" y="40073"/>
                  <a:pt x="2061323" y="37651"/>
                  <a:pt x="2054834" y="37651"/>
                </a:cubicBezTo>
                <a:cubicBezTo>
                  <a:pt x="2048962" y="37651"/>
                  <a:pt x="2044024" y="39585"/>
                  <a:pt x="2040023" y="43452"/>
                </a:cubicBezTo>
                <a:cubicBezTo>
                  <a:pt x="2036021" y="47318"/>
                  <a:pt x="2033807" y="52488"/>
                  <a:pt x="2033380" y="58963"/>
                </a:cubicBezTo>
                <a:close/>
                <a:moveTo>
                  <a:pt x="2104634" y="104145"/>
                </a:moveTo>
                <a:lnTo>
                  <a:pt x="2104634" y="28700"/>
                </a:lnTo>
                <a:lnTo>
                  <a:pt x="2116142" y="28700"/>
                </a:lnTo>
                <a:lnTo>
                  <a:pt x="2116142" y="39356"/>
                </a:lnTo>
                <a:cubicBezTo>
                  <a:pt x="2121683" y="31116"/>
                  <a:pt x="2129687" y="26995"/>
                  <a:pt x="2140154" y="26995"/>
                </a:cubicBezTo>
                <a:cubicBezTo>
                  <a:pt x="2144700" y="26995"/>
                  <a:pt x="2148880" y="27812"/>
                  <a:pt x="2152692" y="29446"/>
                </a:cubicBezTo>
                <a:cubicBezTo>
                  <a:pt x="2156505" y="31080"/>
                  <a:pt x="2159358" y="33223"/>
                  <a:pt x="2161252" y="35875"/>
                </a:cubicBezTo>
                <a:cubicBezTo>
                  <a:pt x="2163147" y="38527"/>
                  <a:pt x="2164473" y="41677"/>
                  <a:pt x="2165231" y="45324"/>
                </a:cubicBezTo>
                <a:cubicBezTo>
                  <a:pt x="2165704" y="47692"/>
                  <a:pt x="2165941" y="51836"/>
                  <a:pt x="2165941" y="57756"/>
                </a:cubicBezTo>
                <a:lnTo>
                  <a:pt x="2165941" y="104145"/>
                </a:lnTo>
                <a:lnTo>
                  <a:pt x="2153154" y="104145"/>
                </a:lnTo>
                <a:lnTo>
                  <a:pt x="2153154" y="58204"/>
                </a:lnTo>
                <a:cubicBezTo>
                  <a:pt x="2153154" y="52988"/>
                  <a:pt x="2152657" y="49089"/>
                  <a:pt x="2151662" y="46505"/>
                </a:cubicBezTo>
                <a:cubicBezTo>
                  <a:pt x="2150667" y="43921"/>
                  <a:pt x="2148903" y="41858"/>
                  <a:pt x="2146370" y="40317"/>
                </a:cubicBezTo>
                <a:cubicBezTo>
                  <a:pt x="2143836" y="38777"/>
                  <a:pt x="2140864" y="38006"/>
                  <a:pt x="2137454" y="38006"/>
                </a:cubicBezTo>
                <a:cubicBezTo>
                  <a:pt x="2132008" y="38006"/>
                  <a:pt x="2127307" y="39737"/>
                  <a:pt x="2123353" y="43199"/>
                </a:cubicBezTo>
                <a:cubicBezTo>
                  <a:pt x="2119398" y="46659"/>
                  <a:pt x="2117421" y="53225"/>
                  <a:pt x="2117421" y="62897"/>
                </a:cubicBezTo>
                <a:lnTo>
                  <a:pt x="2117421" y="104145"/>
                </a:lnTo>
                <a:lnTo>
                  <a:pt x="2104634" y="104145"/>
                </a:lnTo>
                <a:close/>
                <a:moveTo>
                  <a:pt x="2213468" y="92849"/>
                </a:moveTo>
                <a:lnTo>
                  <a:pt x="2215315" y="104145"/>
                </a:lnTo>
                <a:cubicBezTo>
                  <a:pt x="2211716" y="104808"/>
                  <a:pt x="2208495" y="105139"/>
                  <a:pt x="2205654" y="105139"/>
                </a:cubicBezTo>
                <a:cubicBezTo>
                  <a:pt x="2201012" y="105139"/>
                  <a:pt x="2197413" y="104405"/>
                  <a:pt x="2194856" y="102937"/>
                </a:cubicBezTo>
                <a:cubicBezTo>
                  <a:pt x="2192298" y="101469"/>
                  <a:pt x="2190498" y="99539"/>
                  <a:pt x="2189457" y="97147"/>
                </a:cubicBezTo>
                <a:cubicBezTo>
                  <a:pt x="2188415" y="94756"/>
                  <a:pt x="2187894" y="89724"/>
                  <a:pt x="2187894" y="82051"/>
                </a:cubicBezTo>
                <a:lnTo>
                  <a:pt x="2187894" y="38646"/>
                </a:lnTo>
                <a:lnTo>
                  <a:pt x="2178516" y="38646"/>
                </a:lnTo>
                <a:lnTo>
                  <a:pt x="2178516" y="28700"/>
                </a:lnTo>
                <a:lnTo>
                  <a:pt x="2187894" y="28700"/>
                </a:lnTo>
                <a:lnTo>
                  <a:pt x="2187894" y="9966"/>
                </a:lnTo>
                <a:lnTo>
                  <a:pt x="2200610" y="2273"/>
                </a:lnTo>
                <a:lnTo>
                  <a:pt x="2200610" y="28700"/>
                </a:lnTo>
                <a:lnTo>
                  <a:pt x="2213468" y="28700"/>
                </a:lnTo>
                <a:lnTo>
                  <a:pt x="2213468" y="38646"/>
                </a:lnTo>
                <a:lnTo>
                  <a:pt x="2200610" y="38646"/>
                </a:lnTo>
                <a:lnTo>
                  <a:pt x="2200610" y="82762"/>
                </a:lnTo>
                <a:cubicBezTo>
                  <a:pt x="2200610" y="86408"/>
                  <a:pt x="2200835" y="88753"/>
                  <a:pt x="2201285" y="89795"/>
                </a:cubicBezTo>
                <a:cubicBezTo>
                  <a:pt x="2201735" y="90837"/>
                  <a:pt x="2202469" y="91665"/>
                  <a:pt x="2203487" y="92281"/>
                </a:cubicBezTo>
                <a:cubicBezTo>
                  <a:pt x="2204505" y="92897"/>
                  <a:pt x="2205962" y="93205"/>
                  <a:pt x="2207856" y="93205"/>
                </a:cubicBezTo>
                <a:cubicBezTo>
                  <a:pt x="2209277" y="93205"/>
                  <a:pt x="2211147" y="93086"/>
                  <a:pt x="2213468" y="92849"/>
                </a:cubicBezTo>
                <a:close/>
                <a:moveTo>
                  <a:pt x="2275202" y="94830"/>
                </a:moveTo>
                <a:cubicBezTo>
                  <a:pt x="2270466" y="98858"/>
                  <a:pt x="2265907" y="101702"/>
                  <a:pt x="2261527" y="103361"/>
                </a:cubicBezTo>
                <a:cubicBezTo>
                  <a:pt x="2257146" y="105020"/>
                  <a:pt x="2252445" y="105850"/>
                  <a:pt x="2247425" y="105850"/>
                </a:cubicBezTo>
                <a:cubicBezTo>
                  <a:pt x="2239137" y="105850"/>
                  <a:pt x="2232767" y="103824"/>
                  <a:pt x="2228315" y="99771"/>
                </a:cubicBezTo>
                <a:cubicBezTo>
                  <a:pt x="2223863" y="95719"/>
                  <a:pt x="2221638" y="90541"/>
                  <a:pt x="2221638" y="84238"/>
                </a:cubicBezTo>
                <a:cubicBezTo>
                  <a:pt x="2221638" y="80542"/>
                  <a:pt x="2222478" y="77167"/>
                  <a:pt x="2224159" y="74110"/>
                </a:cubicBezTo>
                <a:cubicBezTo>
                  <a:pt x="2225841" y="71053"/>
                  <a:pt x="2228043" y="68600"/>
                  <a:pt x="2230766" y="66751"/>
                </a:cubicBezTo>
                <a:cubicBezTo>
                  <a:pt x="2233489" y="64903"/>
                  <a:pt x="2236556" y="63505"/>
                  <a:pt x="2239966" y="62557"/>
                </a:cubicBezTo>
                <a:cubicBezTo>
                  <a:pt x="2242476" y="61893"/>
                  <a:pt x="2246265" y="61253"/>
                  <a:pt x="2251332" y="60637"/>
                </a:cubicBezTo>
                <a:cubicBezTo>
                  <a:pt x="2261657" y="59415"/>
                  <a:pt x="2269258" y="57957"/>
                  <a:pt x="2274136" y="56264"/>
                </a:cubicBezTo>
                <a:cubicBezTo>
                  <a:pt x="2274184" y="54519"/>
                  <a:pt x="2274207" y="53410"/>
                  <a:pt x="2274207" y="52938"/>
                </a:cubicBezTo>
                <a:cubicBezTo>
                  <a:pt x="2274207" y="47748"/>
                  <a:pt x="2273000" y="44091"/>
                  <a:pt x="2270584" y="41969"/>
                </a:cubicBezTo>
                <a:cubicBezTo>
                  <a:pt x="2267316" y="39091"/>
                  <a:pt x="2262462" y="37651"/>
                  <a:pt x="2256021" y="37651"/>
                </a:cubicBezTo>
                <a:cubicBezTo>
                  <a:pt x="2250006" y="37651"/>
                  <a:pt x="2245566" y="38705"/>
                  <a:pt x="2242701" y="40813"/>
                </a:cubicBezTo>
                <a:cubicBezTo>
                  <a:pt x="2239836" y="42920"/>
                  <a:pt x="2237716" y="46650"/>
                  <a:pt x="2236343" y="52001"/>
                </a:cubicBezTo>
                <a:lnTo>
                  <a:pt x="2223840" y="50296"/>
                </a:lnTo>
                <a:cubicBezTo>
                  <a:pt x="2224976" y="44928"/>
                  <a:pt x="2226847" y="40593"/>
                  <a:pt x="2229452" y="37292"/>
                </a:cubicBezTo>
                <a:cubicBezTo>
                  <a:pt x="2232057" y="33990"/>
                  <a:pt x="2235822" y="31449"/>
                  <a:pt x="2240747" y="29668"/>
                </a:cubicBezTo>
                <a:cubicBezTo>
                  <a:pt x="2245673" y="27886"/>
                  <a:pt x="2251380" y="26995"/>
                  <a:pt x="2257868" y="26995"/>
                </a:cubicBezTo>
                <a:cubicBezTo>
                  <a:pt x="2264309" y="26995"/>
                  <a:pt x="2269542" y="27753"/>
                  <a:pt x="2273568" y="29269"/>
                </a:cubicBezTo>
                <a:cubicBezTo>
                  <a:pt x="2277593" y="30784"/>
                  <a:pt x="2280553" y="32690"/>
                  <a:pt x="2282448" y="34987"/>
                </a:cubicBezTo>
                <a:cubicBezTo>
                  <a:pt x="2284342" y="37284"/>
                  <a:pt x="2285668" y="40185"/>
                  <a:pt x="2286426" y="43690"/>
                </a:cubicBezTo>
                <a:cubicBezTo>
                  <a:pt x="2286852" y="45868"/>
                  <a:pt x="2287065" y="49799"/>
                  <a:pt x="2287065" y="55482"/>
                </a:cubicBezTo>
                <a:lnTo>
                  <a:pt x="2287065" y="72532"/>
                </a:lnTo>
                <a:cubicBezTo>
                  <a:pt x="2287065" y="84419"/>
                  <a:pt x="2287338" y="91938"/>
                  <a:pt x="2287882" y="95087"/>
                </a:cubicBezTo>
                <a:cubicBezTo>
                  <a:pt x="2288427" y="98237"/>
                  <a:pt x="2289504" y="101256"/>
                  <a:pt x="2291115" y="104145"/>
                </a:cubicBezTo>
                <a:lnTo>
                  <a:pt x="2277759" y="104145"/>
                </a:lnTo>
                <a:cubicBezTo>
                  <a:pt x="2276433" y="101490"/>
                  <a:pt x="2275581" y="98385"/>
                  <a:pt x="2275202" y="94830"/>
                </a:cubicBezTo>
                <a:moveTo>
                  <a:pt x="2274136" y="66209"/>
                </a:moveTo>
                <a:cubicBezTo>
                  <a:pt x="2269495" y="68120"/>
                  <a:pt x="2262533" y="69744"/>
                  <a:pt x="2253250" y="71080"/>
                </a:cubicBezTo>
                <a:cubicBezTo>
                  <a:pt x="2247993" y="71841"/>
                  <a:pt x="2244276" y="72697"/>
                  <a:pt x="2242097" y="73649"/>
                </a:cubicBezTo>
                <a:cubicBezTo>
                  <a:pt x="2239919" y="74599"/>
                  <a:pt x="2238237" y="75990"/>
                  <a:pt x="2237053" y="77822"/>
                </a:cubicBezTo>
                <a:cubicBezTo>
                  <a:pt x="2235869" y="79653"/>
                  <a:pt x="2235277" y="81686"/>
                  <a:pt x="2235277" y="83921"/>
                </a:cubicBezTo>
                <a:cubicBezTo>
                  <a:pt x="2235277" y="87344"/>
                  <a:pt x="2236568" y="90197"/>
                  <a:pt x="2239149" y="92481"/>
                </a:cubicBezTo>
                <a:cubicBezTo>
                  <a:pt x="2241730" y="94763"/>
                  <a:pt x="2245507" y="95904"/>
                  <a:pt x="2250480" y="95904"/>
                </a:cubicBezTo>
                <a:cubicBezTo>
                  <a:pt x="2255405" y="95904"/>
                  <a:pt x="2259786" y="94821"/>
                  <a:pt x="2263622" y="92656"/>
                </a:cubicBezTo>
                <a:cubicBezTo>
                  <a:pt x="2267458" y="90491"/>
                  <a:pt x="2270276" y="87529"/>
                  <a:pt x="2272076" y="83770"/>
                </a:cubicBezTo>
                <a:cubicBezTo>
                  <a:pt x="2273449" y="80866"/>
                  <a:pt x="2274136" y="76583"/>
                  <a:pt x="2274136" y="70920"/>
                </a:cubicBezTo>
                <a:lnTo>
                  <a:pt x="2274136" y="66209"/>
                </a:lnTo>
                <a:close/>
                <a:moveTo>
                  <a:pt x="2334805" y="92849"/>
                </a:moveTo>
                <a:lnTo>
                  <a:pt x="2336652" y="104145"/>
                </a:lnTo>
                <a:cubicBezTo>
                  <a:pt x="2333052" y="104808"/>
                  <a:pt x="2329832" y="105139"/>
                  <a:pt x="2326990" y="105139"/>
                </a:cubicBezTo>
                <a:cubicBezTo>
                  <a:pt x="2322349" y="105139"/>
                  <a:pt x="2318750" y="104405"/>
                  <a:pt x="2316192" y="102937"/>
                </a:cubicBezTo>
                <a:cubicBezTo>
                  <a:pt x="2313635" y="101469"/>
                  <a:pt x="2311835" y="99539"/>
                  <a:pt x="2310793" y="97147"/>
                </a:cubicBezTo>
                <a:cubicBezTo>
                  <a:pt x="2309751" y="94756"/>
                  <a:pt x="2309230" y="89724"/>
                  <a:pt x="2309230" y="82051"/>
                </a:cubicBezTo>
                <a:lnTo>
                  <a:pt x="2309230" y="38646"/>
                </a:lnTo>
                <a:lnTo>
                  <a:pt x="2299853" y="38646"/>
                </a:lnTo>
                <a:lnTo>
                  <a:pt x="2299853" y="28700"/>
                </a:lnTo>
                <a:lnTo>
                  <a:pt x="2309230" y="28700"/>
                </a:lnTo>
                <a:lnTo>
                  <a:pt x="2309230" y="9966"/>
                </a:lnTo>
                <a:lnTo>
                  <a:pt x="2321946" y="2273"/>
                </a:lnTo>
                <a:lnTo>
                  <a:pt x="2321946" y="28700"/>
                </a:lnTo>
                <a:lnTo>
                  <a:pt x="2334805" y="28700"/>
                </a:lnTo>
                <a:lnTo>
                  <a:pt x="2334805" y="38646"/>
                </a:lnTo>
                <a:lnTo>
                  <a:pt x="2321946" y="38646"/>
                </a:lnTo>
                <a:lnTo>
                  <a:pt x="2321946" y="82762"/>
                </a:lnTo>
                <a:cubicBezTo>
                  <a:pt x="2321946" y="86408"/>
                  <a:pt x="2322171" y="88753"/>
                  <a:pt x="2322621" y="89795"/>
                </a:cubicBezTo>
                <a:cubicBezTo>
                  <a:pt x="2323071" y="90837"/>
                  <a:pt x="2323805" y="91665"/>
                  <a:pt x="2324824" y="92281"/>
                </a:cubicBezTo>
                <a:cubicBezTo>
                  <a:pt x="2325842" y="92897"/>
                  <a:pt x="2327298" y="93205"/>
                  <a:pt x="2329192" y="93205"/>
                </a:cubicBezTo>
                <a:cubicBezTo>
                  <a:pt x="2330613" y="93205"/>
                  <a:pt x="2332484" y="93086"/>
                  <a:pt x="2334805" y="92849"/>
                </a:cubicBezTo>
                <a:close/>
                <a:moveTo>
                  <a:pt x="2347379" y="14776"/>
                </a:moveTo>
                <a:lnTo>
                  <a:pt x="2347379" y="0"/>
                </a:lnTo>
                <a:lnTo>
                  <a:pt x="2360166" y="0"/>
                </a:lnTo>
                <a:lnTo>
                  <a:pt x="2360166" y="14776"/>
                </a:lnTo>
                <a:lnTo>
                  <a:pt x="2347379" y="14776"/>
                </a:lnTo>
                <a:moveTo>
                  <a:pt x="2347379" y="104145"/>
                </a:moveTo>
                <a:lnTo>
                  <a:pt x="2347379" y="28700"/>
                </a:lnTo>
                <a:lnTo>
                  <a:pt x="2360166" y="28700"/>
                </a:lnTo>
                <a:lnTo>
                  <a:pt x="2360166" y="104145"/>
                </a:lnTo>
                <a:lnTo>
                  <a:pt x="2347379" y="104145"/>
                </a:lnTo>
                <a:close/>
                <a:moveTo>
                  <a:pt x="2374871" y="66422"/>
                </a:moveTo>
                <a:cubicBezTo>
                  <a:pt x="2374871" y="52451"/>
                  <a:pt x="2378754" y="42103"/>
                  <a:pt x="2386521" y="35378"/>
                </a:cubicBezTo>
                <a:cubicBezTo>
                  <a:pt x="2393010" y="29789"/>
                  <a:pt x="2400919" y="26995"/>
                  <a:pt x="2410249" y="26995"/>
                </a:cubicBezTo>
                <a:cubicBezTo>
                  <a:pt x="2420621" y="26995"/>
                  <a:pt x="2429098" y="30393"/>
                  <a:pt x="2435681" y="37189"/>
                </a:cubicBezTo>
                <a:cubicBezTo>
                  <a:pt x="2442264" y="43986"/>
                  <a:pt x="2445556" y="53375"/>
                  <a:pt x="2445556" y="65357"/>
                </a:cubicBezTo>
                <a:cubicBezTo>
                  <a:pt x="2445556" y="75066"/>
                  <a:pt x="2444099" y="82702"/>
                  <a:pt x="2441187" y="88267"/>
                </a:cubicBezTo>
                <a:cubicBezTo>
                  <a:pt x="2438274" y="93832"/>
                  <a:pt x="2434035" y="98154"/>
                  <a:pt x="2428471" y="101232"/>
                </a:cubicBezTo>
                <a:cubicBezTo>
                  <a:pt x="2422906" y="104311"/>
                  <a:pt x="2416832" y="105850"/>
                  <a:pt x="2410249" y="105850"/>
                </a:cubicBezTo>
                <a:cubicBezTo>
                  <a:pt x="2399687" y="105850"/>
                  <a:pt x="2391151" y="102463"/>
                  <a:pt x="2384639" y="95691"/>
                </a:cubicBezTo>
                <a:cubicBezTo>
                  <a:pt x="2378127" y="88919"/>
                  <a:pt x="2374871" y="79162"/>
                  <a:pt x="2374871" y="66422"/>
                </a:cubicBezTo>
                <a:moveTo>
                  <a:pt x="2388013" y="66387"/>
                </a:moveTo>
                <a:cubicBezTo>
                  <a:pt x="2388013" y="76013"/>
                  <a:pt x="2390121" y="83220"/>
                  <a:pt x="2394336" y="88010"/>
                </a:cubicBezTo>
                <a:cubicBezTo>
                  <a:pt x="2398551" y="92799"/>
                  <a:pt x="2403855" y="95194"/>
                  <a:pt x="2410249" y="95194"/>
                </a:cubicBezTo>
                <a:cubicBezTo>
                  <a:pt x="2416595" y="95194"/>
                  <a:pt x="2421876" y="92787"/>
                  <a:pt x="2426091" y="87974"/>
                </a:cubicBezTo>
                <a:cubicBezTo>
                  <a:pt x="2430306" y="83161"/>
                  <a:pt x="2432413" y="75824"/>
                  <a:pt x="2432413" y="65963"/>
                </a:cubicBezTo>
                <a:cubicBezTo>
                  <a:pt x="2432413" y="56667"/>
                  <a:pt x="2430294" y="49624"/>
                  <a:pt x="2426055" y="44835"/>
                </a:cubicBezTo>
                <a:cubicBezTo>
                  <a:pt x="2421816" y="40046"/>
                  <a:pt x="2416548" y="37651"/>
                  <a:pt x="2410249" y="37651"/>
                </a:cubicBezTo>
                <a:cubicBezTo>
                  <a:pt x="2403855" y="37651"/>
                  <a:pt x="2398551" y="40034"/>
                  <a:pt x="2394336" y="44800"/>
                </a:cubicBezTo>
                <a:cubicBezTo>
                  <a:pt x="2390121" y="49565"/>
                  <a:pt x="2388013" y="56761"/>
                  <a:pt x="2388013" y="66387"/>
                </a:cubicBezTo>
                <a:close/>
                <a:moveTo>
                  <a:pt x="2460545" y="104145"/>
                </a:moveTo>
                <a:lnTo>
                  <a:pt x="2460545" y="28700"/>
                </a:lnTo>
                <a:lnTo>
                  <a:pt x="2472054" y="28700"/>
                </a:lnTo>
                <a:lnTo>
                  <a:pt x="2472054" y="39356"/>
                </a:lnTo>
                <a:cubicBezTo>
                  <a:pt x="2477595" y="31116"/>
                  <a:pt x="2485599" y="26995"/>
                  <a:pt x="2496065" y="26995"/>
                </a:cubicBezTo>
                <a:cubicBezTo>
                  <a:pt x="2500612" y="26995"/>
                  <a:pt x="2504792" y="27812"/>
                  <a:pt x="2508604" y="29446"/>
                </a:cubicBezTo>
                <a:cubicBezTo>
                  <a:pt x="2512417" y="31080"/>
                  <a:pt x="2515270" y="33223"/>
                  <a:pt x="2517164" y="35875"/>
                </a:cubicBezTo>
                <a:cubicBezTo>
                  <a:pt x="2519059" y="38527"/>
                  <a:pt x="2520385" y="41677"/>
                  <a:pt x="2521143" y="45324"/>
                </a:cubicBezTo>
                <a:cubicBezTo>
                  <a:pt x="2521616" y="47692"/>
                  <a:pt x="2521853" y="51836"/>
                  <a:pt x="2521853" y="57756"/>
                </a:cubicBezTo>
                <a:lnTo>
                  <a:pt x="2521853" y="104145"/>
                </a:lnTo>
                <a:lnTo>
                  <a:pt x="2509066" y="104145"/>
                </a:lnTo>
                <a:lnTo>
                  <a:pt x="2509066" y="58204"/>
                </a:lnTo>
                <a:cubicBezTo>
                  <a:pt x="2509066" y="52988"/>
                  <a:pt x="2508568" y="49089"/>
                  <a:pt x="2507574" y="46505"/>
                </a:cubicBezTo>
                <a:cubicBezTo>
                  <a:pt x="2506579" y="43921"/>
                  <a:pt x="2504815" y="41858"/>
                  <a:pt x="2502281" y="40317"/>
                </a:cubicBezTo>
                <a:cubicBezTo>
                  <a:pt x="2499748" y="38777"/>
                  <a:pt x="2496776" y="38006"/>
                  <a:pt x="2493366" y="38006"/>
                </a:cubicBezTo>
                <a:cubicBezTo>
                  <a:pt x="2487920" y="38006"/>
                  <a:pt x="2483219" y="39737"/>
                  <a:pt x="2479264" y="43199"/>
                </a:cubicBezTo>
                <a:cubicBezTo>
                  <a:pt x="2475310" y="46659"/>
                  <a:pt x="2473333" y="53225"/>
                  <a:pt x="2473333" y="62897"/>
                </a:cubicBezTo>
                <a:lnTo>
                  <a:pt x="2473333" y="104145"/>
                </a:lnTo>
                <a:lnTo>
                  <a:pt x="2460545" y="104145"/>
                </a:lnTo>
                <a:close/>
                <a:moveTo>
                  <a:pt x="2572859" y="104145"/>
                </a:moveTo>
                <a:lnTo>
                  <a:pt x="2532508" y="0"/>
                </a:lnTo>
                <a:lnTo>
                  <a:pt x="2547427" y="0"/>
                </a:lnTo>
                <a:lnTo>
                  <a:pt x="2574493" y="75658"/>
                </a:lnTo>
                <a:cubicBezTo>
                  <a:pt x="2576671" y="81720"/>
                  <a:pt x="2578495" y="87403"/>
                  <a:pt x="2579963" y="92707"/>
                </a:cubicBezTo>
                <a:cubicBezTo>
                  <a:pt x="2581573" y="87024"/>
                  <a:pt x="2583444" y="81341"/>
                  <a:pt x="2585575" y="75658"/>
                </a:cubicBezTo>
                <a:lnTo>
                  <a:pt x="2613707" y="0"/>
                </a:lnTo>
                <a:lnTo>
                  <a:pt x="2627773" y="0"/>
                </a:lnTo>
                <a:lnTo>
                  <a:pt x="2586996" y="104145"/>
                </a:lnTo>
                <a:lnTo>
                  <a:pt x="2572859" y="104145"/>
                </a:lnTo>
                <a:close/>
                <a:moveTo>
                  <a:pt x="2635943" y="14776"/>
                </a:moveTo>
                <a:lnTo>
                  <a:pt x="2635943" y="0"/>
                </a:lnTo>
                <a:lnTo>
                  <a:pt x="2648730" y="0"/>
                </a:lnTo>
                <a:lnTo>
                  <a:pt x="2648730" y="14776"/>
                </a:lnTo>
                <a:lnTo>
                  <a:pt x="2635943" y="14776"/>
                </a:lnTo>
                <a:moveTo>
                  <a:pt x="2635943" y="104145"/>
                </a:moveTo>
                <a:lnTo>
                  <a:pt x="2635943" y="28700"/>
                </a:lnTo>
                <a:lnTo>
                  <a:pt x="2648730" y="28700"/>
                </a:lnTo>
                <a:lnTo>
                  <a:pt x="2648730" y="104145"/>
                </a:lnTo>
                <a:lnTo>
                  <a:pt x="2635943" y="104145"/>
                </a:lnTo>
                <a:close/>
                <a:moveTo>
                  <a:pt x="2719842" y="79849"/>
                </a:moveTo>
                <a:lnTo>
                  <a:pt x="2733055" y="81483"/>
                </a:lnTo>
                <a:cubicBezTo>
                  <a:pt x="2730971" y="89203"/>
                  <a:pt x="2727111" y="95194"/>
                  <a:pt x="2721475" y="99456"/>
                </a:cubicBezTo>
                <a:cubicBezTo>
                  <a:pt x="2715840" y="103719"/>
                  <a:pt x="2708641" y="105850"/>
                  <a:pt x="2699879" y="105850"/>
                </a:cubicBezTo>
                <a:cubicBezTo>
                  <a:pt x="2688844" y="105850"/>
                  <a:pt x="2680095" y="102452"/>
                  <a:pt x="2673630" y="95655"/>
                </a:cubicBezTo>
                <a:cubicBezTo>
                  <a:pt x="2667165" y="88859"/>
                  <a:pt x="2663933" y="79328"/>
                  <a:pt x="2663933" y="67062"/>
                </a:cubicBezTo>
                <a:cubicBezTo>
                  <a:pt x="2663933" y="54369"/>
                  <a:pt x="2667201" y="44518"/>
                  <a:pt x="2673737" y="37509"/>
                </a:cubicBezTo>
                <a:cubicBezTo>
                  <a:pt x="2680272" y="30500"/>
                  <a:pt x="2688750" y="26995"/>
                  <a:pt x="2699169" y="26995"/>
                </a:cubicBezTo>
                <a:cubicBezTo>
                  <a:pt x="2709257" y="26995"/>
                  <a:pt x="2717497" y="30424"/>
                  <a:pt x="2723891" y="37280"/>
                </a:cubicBezTo>
                <a:cubicBezTo>
                  <a:pt x="2730284" y="44136"/>
                  <a:pt x="2733481" y="53781"/>
                  <a:pt x="2733481" y="66216"/>
                </a:cubicBezTo>
                <a:cubicBezTo>
                  <a:pt x="2733481" y="66972"/>
                  <a:pt x="2733458" y="68107"/>
                  <a:pt x="2733410" y="69619"/>
                </a:cubicBezTo>
                <a:lnTo>
                  <a:pt x="2677146" y="69619"/>
                </a:lnTo>
                <a:cubicBezTo>
                  <a:pt x="2677620" y="77884"/>
                  <a:pt x="2679964" y="84212"/>
                  <a:pt x="2684179" y="88605"/>
                </a:cubicBezTo>
                <a:cubicBezTo>
                  <a:pt x="2688394" y="92997"/>
                  <a:pt x="2693651" y="95194"/>
                  <a:pt x="2699950" y="95194"/>
                </a:cubicBezTo>
                <a:cubicBezTo>
                  <a:pt x="2704639" y="95194"/>
                  <a:pt x="2708641" y="93974"/>
                  <a:pt x="2711956" y="91535"/>
                </a:cubicBezTo>
                <a:cubicBezTo>
                  <a:pt x="2715271" y="89095"/>
                  <a:pt x="2717900" y="85199"/>
                  <a:pt x="2719842" y="79849"/>
                </a:cubicBezTo>
                <a:moveTo>
                  <a:pt x="2677857" y="58963"/>
                </a:moveTo>
                <a:lnTo>
                  <a:pt x="2719984" y="58963"/>
                </a:lnTo>
                <a:cubicBezTo>
                  <a:pt x="2719415" y="52721"/>
                  <a:pt x="2717805" y="48039"/>
                  <a:pt x="2715153" y="44917"/>
                </a:cubicBezTo>
                <a:cubicBezTo>
                  <a:pt x="2711080" y="40073"/>
                  <a:pt x="2705799" y="37651"/>
                  <a:pt x="2699311" y="37651"/>
                </a:cubicBezTo>
                <a:cubicBezTo>
                  <a:pt x="2693438" y="37651"/>
                  <a:pt x="2688501" y="39585"/>
                  <a:pt x="2684499" y="43452"/>
                </a:cubicBezTo>
                <a:cubicBezTo>
                  <a:pt x="2680497" y="47318"/>
                  <a:pt x="2678283" y="52488"/>
                  <a:pt x="2677857" y="58963"/>
                </a:cubicBezTo>
                <a:close/>
                <a:moveTo>
                  <a:pt x="2763033" y="104145"/>
                </a:moveTo>
                <a:lnTo>
                  <a:pt x="2739945" y="28700"/>
                </a:lnTo>
                <a:lnTo>
                  <a:pt x="2753159" y="28700"/>
                </a:lnTo>
                <a:lnTo>
                  <a:pt x="2765165" y="72241"/>
                </a:lnTo>
                <a:lnTo>
                  <a:pt x="2769640" y="88445"/>
                </a:lnTo>
                <a:cubicBezTo>
                  <a:pt x="2769829" y="87641"/>
                  <a:pt x="2771132" y="82461"/>
                  <a:pt x="2773547" y="72903"/>
                </a:cubicBezTo>
                <a:lnTo>
                  <a:pt x="2785553" y="28700"/>
                </a:lnTo>
                <a:lnTo>
                  <a:pt x="2798695" y="28700"/>
                </a:lnTo>
                <a:lnTo>
                  <a:pt x="2809991" y="72452"/>
                </a:lnTo>
                <a:lnTo>
                  <a:pt x="2813756" y="86882"/>
                </a:lnTo>
                <a:lnTo>
                  <a:pt x="2818089" y="72317"/>
                </a:lnTo>
                <a:lnTo>
                  <a:pt x="2831019" y="28700"/>
                </a:lnTo>
                <a:lnTo>
                  <a:pt x="2843451" y="28700"/>
                </a:lnTo>
                <a:lnTo>
                  <a:pt x="2819865" y="104145"/>
                </a:lnTo>
                <a:lnTo>
                  <a:pt x="2806581" y="104145"/>
                </a:lnTo>
                <a:lnTo>
                  <a:pt x="2794575" y="58939"/>
                </a:lnTo>
                <a:lnTo>
                  <a:pt x="2791662" y="46105"/>
                </a:lnTo>
                <a:lnTo>
                  <a:pt x="2776389" y="104145"/>
                </a:lnTo>
                <a:lnTo>
                  <a:pt x="2763033" y="10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-background:BackgroundView">
            <a:extLst xmlns:a="http://schemas.openxmlformats.org/drawingml/2006/main">
              <a:ext uri="{FF2B5EF4-FFF2-40B4-BE49-F238E27FC236}">
                <a16:creationId xmlns:a16="http://schemas.microsoft.com/office/drawing/2014/main" id="{09BAC513-1FC3-41AA-BDBD-710F4E5F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50" y="1872039"/>
            <a:ext cx="2013490" cy="134834"/>
          </a:xfrm>
          <a:custGeom xmlns:a="http://schemas.openxmlformats.org/drawingml/2006/main">
            <a:pathLst>
              <a:path w="2013490" h="134834">
                <a:moveTo>
                  <a:pt x="0" y="72887"/>
                </a:moveTo>
                <a:lnTo>
                  <a:pt x="0" y="59958"/>
                </a:lnTo>
                <a:lnTo>
                  <a:pt x="39285" y="59958"/>
                </a:lnTo>
                <a:lnTo>
                  <a:pt x="39285" y="72887"/>
                </a:lnTo>
                <a:lnTo>
                  <a:pt x="0" y="72887"/>
                </a:lnTo>
                <a:close/>
                <a:moveTo>
                  <a:pt x="105640" y="104145"/>
                </a:moveTo>
                <a:lnTo>
                  <a:pt x="93777" y="104145"/>
                </a:lnTo>
                <a:lnTo>
                  <a:pt x="93777" y="0"/>
                </a:lnTo>
                <a:lnTo>
                  <a:pt x="106564" y="0"/>
                </a:lnTo>
                <a:lnTo>
                  <a:pt x="106564" y="37292"/>
                </a:lnTo>
                <a:cubicBezTo>
                  <a:pt x="111963" y="30427"/>
                  <a:pt x="118854" y="26995"/>
                  <a:pt x="127236" y="26995"/>
                </a:cubicBezTo>
                <a:cubicBezTo>
                  <a:pt x="131878" y="26995"/>
                  <a:pt x="136270" y="27931"/>
                  <a:pt x="140414" y="29801"/>
                </a:cubicBezTo>
                <a:cubicBezTo>
                  <a:pt x="144558" y="31672"/>
                  <a:pt x="147968" y="34301"/>
                  <a:pt x="150644" y="37687"/>
                </a:cubicBezTo>
                <a:cubicBezTo>
                  <a:pt x="153320" y="41073"/>
                  <a:pt x="155416" y="45158"/>
                  <a:pt x="156931" y="49941"/>
                </a:cubicBezTo>
                <a:cubicBezTo>
                  <a:pt x="158447" y="54725"/>
                  <a:pt x="159205" y="59839"/>
                  <a:pt x="159205" y="65286"/>
                </a:cubicBezTo>
                <a:cubicBezTo>
                  <a:pt x="159205" y="78215"/>
                  <a:pt x="156008" y="88208"/>
                  <a:pt x="149614" y="95265"/>
                </a:cubicBezTo>
                <a:cubicBezTo>
                  <a:pt x="143220" y="102321"/>
                  <a:pt x="135548" y="105850"/>
                  <a:pt x="126597" y="105850"/>
                </a:cubicBezTo>
                <a:cubicBezTo>
                  <a:pt x="117693" y="105850"/>
                  <a:pt x="110708" y="102085"/>
                  <a:pt x="105640" y="94554"/>
                </a:cubicBezTo>
                <a:lnTo>
                  <a:pt x="105640" y="104145"/>
                </a:lnTo>
                <a:moveTo>
                  <a:pt x="105498" y="65856"/>
                </a:moveTo>
                <a:cubicBezTo>
                  <a:pt x="105498" y="74858"/>
                  <a:pt x="106730" y="81362"/>
                  <a:pt x="109192" y="85368"/>
                </a:cubicBezTo>
                <a:cubicBezTo>
                  <a:pt x="113218" y="91918"/>
                  <a:pt x="118664" y="95194"/>
                  <a:pt x="125532" y="95194"/>
                </a:cubicBezTo>
                <a:cubicBezTo>
                  <a:pt x="131120" y="95194"/>
                  <a:pt x="135951" y="92778"/>
                  <a:pt x="140024" y="87948"/>
                </a:cubicBezTo>
                <a:cubicBezTo>
                  <a:pt x="144097" y="83117"/>
                  <a:pt x="146133" y="75918"/>
                  <a:pt x="146133" y="66351"/>
                </a:cubicBezTo>
                <a:cubicBezTo>
                  <a:pt x="146133" y="56549"/>
                  <a:pt x="144180" y="49316"/>
                  <a:pt x="140272" y="44651"/>
                </a:cubicBezTo>
                <a:cubicBezTo>
                  <a:pt x="136365" y="39984"/>
                  <a:pt x="131641" y="37651"/>
                  <a:pt x="126100" y="37651"/>
                </a:cubicBezTo>
                <a:cubicBezTo>
                  <a:pt x="120511" y="37651"/>
                  <a:pt x="115681" y="40067"/>
                  <a:pt x="111608" y="44897"/>
                </a:cubicBezTo>
                <a:cubicBezTo>
                  <a:pt x="107535" y="49728"/>
                  <a:pt x="105498" y="56714"/>
                  <a:pt x="105498" y="65856"/>
                </a:cubicBezTo>
                <a:close/>
                <a:moveTo>
                  <a:pt x="223995" y="94830"/>
                </a:moveTo>
                <a:cubicBezTo>
                  <a:pt x="219259" y="98858"/>
                  <a:pt x="214701" y="101702"/>
                  <a:pt x="210320" y="103361"/>
                </a:cubicBezTo>
                <a:cubicBezTo>
                  <a:pt x="205939" y="105020"/>
                  <a:pt x="201238" y="105850"/>
                  <a:pt x="196218" y="105850"/>
                </a:cubicBezTo>
                <a:cubicBezTo>
                  <a:pt x="187930" y="105850"/>
                  <a:pt x="181560" y="103824"/>
                  <a:pt x="177109" y="99771"/>
                </a:cubicBezTo>
                <a:cubicBezTo>
                  <a:pt x="172657" y="95719"/>
                  <a:pt x="170431" y="90541"/>
                  <a:pt x="170431" y="84238"/>
                </a:cubicBezTo>
                <a:cubicBezTo>
                  <a:pt x="170431" y="80542"/>
                  <a:pt x="171271" y="77167"/>
                  <a:pt x="172953" y="74110"/>
                </a:cubicBezTo>
                <a:cubicBezTo>
                  <a:pt x="174634" y="71053"/>
                  <a:pt x="176836" y="68600"/>
                  <a:pt x="179559" y="66751"/>
                </a:cubicBezTo>
                <a:cubicBezTo>
                  <a:pt x="182283" y="64903"/>
                  <a:pt x="185349" y="63505"/>
                  <a:pt x="188759" y="62557"/>
                </a:cubicBezTo>
                <a:cubicBezTo>
                  <a:pt x="191269" y="61893"/>
                  <a:pt x="195058" y="61253"/>
                  <a:pt x="200126" y="60637"/>
                </a:cubicBezTo>
                <a:cubicBezTo>
                  <a:pt x="210450" y="59415"/>
                  <a:pt x="218051" y="57957"/>
                  <a:pt x="222929" y="56264"/>
                </a:cubicBezTo>
                <a:cubicBezTo>
                  <a:pt x="222977" y="54519"/>
                  <a:pt x="223000" y="53410"/>
                  <a:pt x="223000" y="52938"/>
                </a:cubicBezTo>
                <a:cubicBezTo>
                  <a:pt x="223000" y="47748"/>
                  <a:pt x="221793" y="44091"/>
                  <a:pt x="219377" y="41969"/>
                </a:cubicBezTo>
                <a:cubicBezTo>
                  <a:pt x="216110" y="39091"/>
                  <a:pt x="211255" y="37651"/>
                  <a:pt x="204814" y="37651"/>
                </a:cubicBezTo>
                <a:cubicBezTo>
                  <a:pt x="198799" y="37651"/>
                  <a:pt x="194359" y="38705"/>
                  <a:pt x="191494" y="40813"/>
                </a:cubicBezTo>
                <a:cubicBezTo>
                  <a:pt x="188629" y="42920"/>
                  <a:pt x="186509" y="46650"/>
                  <a:pt x="185136" y="52001"/>
                </a:cubicBezTo>
                <a:lnTo>
                  <a:pt x="172633" y="50296"/>
                </a:lnTo>
                <a:cubicBezTo>
                  <a:pt x="173770" y="44928"/>
                  <a:pt x="175640" y="40593"/>
                  <a:pt x="178245" y="37292"/>
                </a:cubicBezTo>
                <a:cubicBezTo>
                  <a:pt x="180850" y="33990"/>
                  <a:pt x="184615" y="31449"/>
                  <a:pt x="189541" y="29668"/>
                </a:cubicBezTo>
                <a:cubicBezTo>
                  <a:pt x="194466" y="27886"/>
                  <a:pt x="200173" y="26995"/>
                  <a:pt x="206661" y="26995"/>
                </a:cubicBezTo>
                <a:cubicBezTo>
                  <a:pt x="213102" y="26995"/>
                  <a:pt x="218335" y="27753"/>
                  <a:pt x="222361" y="29269"/>
                </a:cubicBezTo>
                <a:cubicBezTo>
                  <a:pt x="226387" y="30784"/>
                  <a:pt x="229347" y="32690"/>
                  <a:pt x="231241" y="34987"/>
                </a:cubicBezTo>
                <a:cubicBezTo>
                  <a:pt x="233135" y="37284"/>
                  <a:pt x="234462" y="40185"/>
                  <a:pt x="235219" y="43690"/>
                </a:cubicBezTo>
                <a:cubicBezTo>
                  <a:pt x="235646" y="45868"/>
                  <a:pt x="235859" y="49799"/>
                  <a:pt x="235859" y="55482"/>
                </a:cubicBezTo>
                <a:lnTo>
                  <a:pt x="235859" y="72532"/>
                </a:lnTo>
                <a:cubicBezTo>
                  <a:pt x="235859" y="84419"/>
                  <a:pt x="236131" y="91938"/>
                  <a:pt x="236676" y="95087"/>
                </a:cubicBezTo>
                <a:cubicBezTo>
                  <a:pt x="237220" y="98237"/>
                  <a:pt x="238298" y="101256"/>
                  <a:pt x="239908" y="104145"/>
                </a:cubicBezTo>
                <a:lnTo>
                  <a:pt x="226552" y="104145"/>
                </a:lnTo>
                <a:cubicBezTo>
                  <a:pt x="225226" y="101490"/>
                  <a:pt x="224374" y="98385"/>
                  <a:pt x="223995" y="94830"/>
                </a:cubicBezTo>
                <a:moveTo>
                  <a:pt x="222929" y="66209"/>
                </a:moveTo>
                <a:cubicBezTo>
                  <a:pt x="218288" y="68120"/>
                  <a:pt x="211326" y="69744"/>
                  <a:pt x="202044" y="71080"/>
                </a:cubicBezTo>
                <a:cubicBezTo>
                  <a:pt x="196787" y="71841"/>
                  <a:pt x="193069" y="72697"/>
                  <a:pt x="190890" y="73649"/>
                </a:cubicBezTo>
                <a:cubicBezTo>
                  <a:pt x="188712" y="74599"/>
                  <a:pt x="187030" y="75990"/>
                  <a:pt x="185846" y="77822"/>
                </a:cubicBezTo>
                <a:cubicBezTo>
                  <a:pt x="184662" y="79653"/>
                  <a:pt x="184070" y="81686"/>
                  <a:pt x="184070" y="83921"/>
                </a:cubicBezTo>
                <a:cubicBezTo>
                  <a:pt x="184070" y="87344"/>
                  <a:pt x="185361" y="90197"/>
                  <a:pt x="187942" y="92481"/>
                </a:cubicBezTo>
                <a:cubicBezTo>
                  <a:pt x="190523" y="94763"/>
                  <a:pt x="194300" y="95904"/>
                  <a:pt x="199273" y="95904"/>
                </a:cubicBezTo>
                <a:cubicBezTo>
                  <a:pt x="204198" y="95904"/>
                  <a:pt x="208579" y="94821"/>
                  <a:pt x="212415" y="92656"/>
                </a:cubicBezTo>
                <a:cubicBezTo>
                  <a:pt x="216252" y="90491"/>
                  <a:pt x="219070" y="87529"/>
                  <a:pt x="220869" y="83770"/>
                </a:cubicBezTo>
                <a:cubicBezTo>
                  <a:pt x="222243" y="80866"/>
                  <a:pt x="222929" y="76583"/>
                  <a:pt x="222929" y="70920"/>
                </a:cubicBezTo>
                <a:lnTo>
                  <a:pt x="222929" y="66209"/>
                </a:lnTo>
                <a:close/>
                <a:moveTo>
                  <a:pt x="304909" y="76439"/>
                </a:moveTo>
                <a:lnTo>
                  <a:pt x="317483" y="78073"/>
                </a:lnTo>
                <a:cubicBezTo>
                  <a:pt x="316110" y="86762"/>
                  <a:pt x="312593" y="93564"/>
                  <a:pt x="306934" y="98479"/>
                </a:cubicBezTo>
                <a:cubicBezTo>
                  <a:pt x="301274" y="103393"/>
                  <a:pt x="294324" y="105850"/>
                  <a:pt x="286083" y="105850"/>
                </a:cubicBezTo>
                <a:cubicBezTo>
                  <a:pt x="275759" y="105850"/>
                  <a:pt x="267459" y="102475"/>
                  <a:pt x="261184" y="95727"/>
                </a:cubicBezTo>
                <a:cubicBezTo>
                  <a:pt x="254909" y="88978"/>
                  <a:pt x="251771" y="79304"/>
                  <a:pt x="251771" y="66707"/>
                </a:cubicBezTo>
                <a:cubicBezTo>
                  <a:pt x="251771" y="58561"/>
                  <a:pt x="253121" y="51433"/>
                  <a:pt x="255820" y="45324"/>
                </a:cubicBezTo>
                <a:cubicBezTo>
                  <a:pt x="258520" y="39214"/>
                  <a:pt x="262628" y="34632"/>
                  <a:pt x="268146" y="31577"/>
                </a:cubicBezTo>
                <a:cubicBezTo>
                  <a:pt x="273663" y="28523"/>
                  <a:pt x="279666" y="26995"/>
                  <a:pt x="286154" y="26995"/>
                </a:cubicBezTo>
                <a:cubicBezTo>
                  <a:pt x="294348" y="26995"/>
                  <a:pt x="301049" y="29074"/>
                  <a:pt x="306259" y="33231"/>
                </a:cubicBezTo>
                <a:cubicBezTo>
                  <a:pt x="311468" y="37387"/>
                  <a:pt x="314807" y="43289"/>
                  <a:pt x="316275" y="50936"/>
                </a:cubicBezTo>
                <a:lnTo>
                  <a:pt x="303843" y="52854"/>
                </a:lnTo>
                <a:cubicBezTo>
                  <a:pt x="302659" y="47810"/>
                  <a:pt x="300564" y="44015"/>
                  <a:pt x="297556" y="41470"/>
                </a:cubicBezTo>
                <a:cubicBezTo>
                  <a:pt x="294549" y="38924"/>
                  <a:pt x="290914" y="37651"/>
                  <a:pt x="286652" y="37651"/>
                </a:cubicBezTo>
                <a:cubicBezTo>
                  <a:pt x="280211" y="37651"/>
                  <a:pt x="274977" y="39949"/>
                  <a:pt x="270952" y="44544"/>
                </a:cubicBezTo>
                <a:cubicBezTo>
                  <a:pt x="266926" y="49138"/>
                  <a:pt x="264913" y="56407"/>
                  <a:pt x="264913" y="66351"/>
                </a:cubicBezTo>
                <a:cubicBezTo>
                  <a:pt x="264913" y="76438"/>
                  <a:pt x="266855" y="83767"/>
                  <a:pt x="270739" y="88338"/>
                </a:cubicBezTo>
                <a:cubicBezTo>
                  <a:pt x="274622" y="92909"/>
                  <a:pt x="279690" y="95194"/>
                  <a:pt x="285941" y="95194"/>
                </a:cubicBezTo>
                <a:cubicBezTo>
                  <a:pt x="290961" y="95194"/>
                  <a:pt x="295153" y="93660"/>
                  <a:pt x="298515" y="90594"/>
                </a:cubicBezTo>
                <a:cubicBezTo>
                  <a:pt x="301878" y="87527"/>
                  <a:pt x="304009" y="82809"/>
                  <a:pt x="304909" y="76439"/>
                </a:cubicBezTo>
                <a:close/>
                <a:moveTo>
                  <a:pt x="328495" y="104145"/>
                </a:moveTo>
                <a:lnTo>
                  <a:pt x="328495" y="0"/>
                </a:lnTo>
                <a:lnTo>
                  <a:pt x="341282" y="0"/>
                </a:lnTo>
                <a:lnTo>
                  <a:pt x="341282" y="59390"/>
                </a:lnTo>
                <a:lnTo>
                  <a:pt x="371545" y="28700"/>
                </a:lnTo>
                <a:lnTo>
                  <a:pt x="388097" y="28700"/>
                </a:lnTo>
                <a:lnTo>
                  <a:pt x="359255" y="56690"/>
                </a:lnTo>
                <a:lnTo>
                  <a:pt x="391010" y="104145"/>
                </a:lnTo>
                <a:lnTo>
                  <a:pt x="375239" y="104145"/>
                </a:lnTo>
                <a:lnTo>
                  <a:pt x="350304" y="65570"/>
                </a:lnTo>
                <a:lnTo>
                  <a:pt x="341282" y="74237"/>
                </a:lnTo>
                <a:lnTo>
                  <a:pt x="341282" y="104145"/>
                </a:lnTo>
                <a:lnTo>
                  <a:pt x="328495" y="104145"/>
                </a:lnTo>
                <a:close/>
                <a:moveTo>
                  <a:pt x="398825" y="110396"/>
                </a:moveTo>
                <a:lnTo>
                  <a:pt x="411257" y="112243"/>
                </a:lnTo>
                <a:cubicBezTo>
                  <a:pt x="411778" y="116079"/>
                  <a:pt x="413222" y="118874"/>
                  <a:pt x="415590" y="120626"/>
                </a:cubicBezTo>
                <a:cubicBezTo>
                  <a:pt x="418764" y="122994"/>
                  <a:pt x="423097" y="124178"/>
                  <a:pt x="428591" y="124178"/>
                </a:cubicBezTo>
                <a:cubicBezTo>
                  <a:pt x="434511" y="124178"/>
                  <a:pt x="439081" y="122991"/>
                  <a:pt x="442302" y="120617"/>
                </a:cubicBezTo>
                <a:cubicBezTo>
                  <a:pt x="445522" y="118245"/>
                  <a:pt x="447701" y="114922"/>
                  <a:pt x="448837" y="110649"/>
                </a:cubicBezTo>
                <a:cubicBezTo>
                  <a:pt x="449500" y="108040"/>
                  <a:pt x="449808" y="102558"/>
                  <a:pt x="449761" y="94204"/>
                </a:cubicBezTo>
                <a:cubicBezTo>
                  <a:pt x="444172" y="100831"/>
                  <a:pt x="437210" y="104145"/>
                  <a:pt x="428875" y="104145"/>
                </a:cubicBezTo>
                <a:cubicBezTo>
                  <a:pt x="418503" y="104145"/>
                  <a:pt x="410476" y="100403"/>
                  <a:pt x="404792" y="92920"/>
                </a:cubicBezTo>
                <a:cubicBezTo>
                  <a:pt x="399109" y="85438"/>
                  <a:pt x="396268" y="76463"/>
                  <a:pt x="396268" y="65996"/>
                </a:cubicBezTo>
                <a:cubicBezTo>
                  <a:pt x="396268" y="58798"/>
                  <a:pt x="397570" y="52155"/>
                  <a:pt x="400175" y="46069"/>
                </a:cubicBezTo>
                <a:cubicBezTo>
                  <a:pt x="402780" y="39984"/>
                  <a:pt x="406557" y="35283"/>
                  <a:pt x="411506" y="31968"/>
                </a:cubicBezTo>
                <a:cubicBezTo>
                  <a:pt x="416455" y="28653"/>
                  <a:pt x="422268" y="26995"/>
                  <a:pt x="428946" y="26995"/>
                </a:cubicBezTo>
                <a:cubicBezTo>
                  <a:pt x="437850" y="26995"/>
                  <a:pt x="445190" y="30618"/>
                  <a:pt x="450968" y="37864"/>
                </a:cubicBezTo>
                <a:lnTo>
                  <a:pt x="450968" y="28700"/>
                </a:lnTo>
                <a:lnTo>
                  <a:pt x="462761" y="28700"/>
                </a:lnTo>
                <a:lnTo>
                  <a:pt x="462761" y="93959"/>
                </a:lnTo>
                <a:cubicBezTo>
                  <a:pt x="462761" y="105712"/>
                  <a:pt x="461565" y="114041"/>
                  <a:pt x="459174" y="118946"/>
                </a:cubicBezTo>
                <a:cubicBezTo>
                  <a:pt x="456782" y="123850"/>
                  <a:pt x="452993" y="127724"/>
                  <a:pt x="447807" y="130567"/>
                </a:cubicBezTo>
                <a:cubicBezTo>
                  <a:pt x="442621" y="133412"/>
                  <a:pt x="436239" y="134834"/>
                  <a:pt x="428662" y="134834"/>
                </a:cubicBezTo>
                <a:cubicBezTo>
                  <a:pt x="419663" y="134834"/>
                  <a:pt x="412394" y="132804"/>
                  <a:pt x="406853" y="128742"/>
                </a:cubicBezTo>
                <a:cubicBezTo>
                  <a:pt x="401311" y="124681"/>
                  <a:pt x="398636" y="118566"/>
                  <a:pt x="398825" y="110396"/>
                </a:cubicBezTo>
                <a:moveTo>
                  <a:pt x="409410" y="65075"/>
                </a:moveTo>
                <a:cubicBezTo>
                  <a:pt x="409410" y="74948"/>
                  <a:pt x="411375" y="82152"/>
                  <a:pt x="415306" y="86687"/>
                </a:cubicBezTo>
                <a:cubicBezTo>
                  <a:pt x="419237" y="91221"/>
                  <a:pt x="424163" y="93489"/>
                  <a:pt x="430083" y="93489"/>
                </a:cubicBezTo>
                <a:cubicBezTo>
                  <a:pt x="435955" y="93489"/>
                  <a:pt x="440881" y="91233"/>
                  <a:pt x="444859" y="86722"/>
                </a:cubicBezTo>
                <a:cubicBezTo>
                  <a:pt x="448837" y="82211"/>
                  <a:pt x="450826" y="75137"/>
                  <a:pt x="450826" y="65499"/>
                </a:cubicBezTo>
                <a:cubicBezTo>
                  <a:pt x="450826" y="56287"/>
                  <a:pt x="448778" y="49343"/>
                  <a:pt x="444681" y="44666"/>
                </a:cubicBezTo>
                <a:cubicBezTo>
                  <a:pt x="440585" y="39990"/>
                  <a:pt x="435647" y="37651"/>
                  <a:pt x="429869" y="37651"/>
                </a:cubicBezTo>
                <a:cubicBezTo>
                  <a:pt x="424186" y="37651"/>
                  <a:pt x="419356" y="39954"/>
                  <a:pt x="415377" y="44560"/>
                </a:cubicBezTo>
                <a:cubicBezTo>
                  <a:pt x="411399" y="49166"/>
                  <a:pt x="409410" y="56004"/>
                  <a:pt x="409410" y="65075"/>
                </a:cubicBezTo>
                <a:close/>
                <a:moveTo>
                  <a:pt x="481942" y="104145"/>
                </a:moveTo>
                <a:lnTo>
                  <a:pt x="481942" y="28700"/>
                </a:lnTo>
                <a:lnTo>
                  <a:pt x="493451" y="28700"/>
                </a:lnTo>
                <a:lnTo>
                  <a:pt x="493451" y="40067"/>
                </a:lnTo>
                <a:cubicBezTo>
                  <a:pt x="496387" y="34745"/>
                  <a:pt x="499098" y="31235"/>
                  <a:pt x="501585" y="29539"/>
                </a:cubicBezTo>
                <a:cubicBezTo>
                  <a:pt x="504071" y="27843"/>
                  <a:pt x="506806" y="26995"/>
                  <a:pt x="509790" y="26995"/>
                </a:cubicBezTo>
                <a:cubicBezTo>
                  <a:pt x="514100" y="26995"/>
                  <a:pt x="518480" y="28363"/>
                  <a:pt x="522932" y="31098"/>
                </a:cubicBezTo>
                <a:lnTo>
                  <a:pt x="518528" y="42908"/>
                </a:lnTo>
                <a:cubicBezTo>
                  <a:pt x="515402" y="41061"/>
                  <a:pt x="512276" y="40138"/>
                  <a:pt x="509150" y="40138"/>
                </a:cubicBezTo>
                <a:cubicBezTo>
                  <a:pt x="506356" y="40138"/>
                  <a:pt x="503846" y="40980"/>
                  <a:pt x="501620" y="42664"/>
                </a:cubicBezTo>
                <a:cubicBezTo>
                  <a:pt x="499394" y="44347"/>
                  <a:pt x="497808" y="46681"/>
                  <a:pt x="496860" y="49668"/>
                </a:cubicBezTo>
                <a:cubicBezTo>
                  <a:pt x="495440" y="54219"/>
                  <a:pt x="494729" y="59197"/>
                  <a:pt x="494729" y="64602"/>
                </a:cubicBezTo>
                <a:lnTo>
                  <a:pt x="494729" y="104145"/>
                </a:lnTo>
                <a:lnTo>
                  <a:pt x="481942" y="104145"/>
                </a:lnTo>
                <a:close/>
                <a:moveTo>
                  <a:pt x="525770" y="66422"/>
                </a:moveTo>
                <a:cubicBezTo>
                  <a:pt x="525770" y="52451"/>
                  <a:pt x="529653" y="42103"/>
                  <a:pt x="537420" y="35378"/>
                </a:cubicBezTo>
                <a:cubicBezTo>
                  <a:pt x="543909" y="29789"/>
                  <a:pt x="551818" y="26995"/>
                  <a:pt x="561148" y="26995"/>
                </a:cubicBezTo>
                <a:cubicBezTo>
                  <a:pt x="571519" y="26995"/>
                  <a:pt x="579997" y="30393"/>
                  <a:pt x="586580" y="37189"/>
                </a:cubicBezTo>
                <a:cubicBezTo>
                  <a:pt x="593163" y="43986"/>
                  <a:pt x="596455" y="53375"/>
                  <a:pt x="596455" y="65357"/>
                </a:cubicBezTo>
                <a:cubicBezTo>
                  <a:pt x="596455" y="75066"/>
                  <a:pt x="594998" y="82702"/>
                  <a:pt x="592086" y="88267"/>
                </a:cubicBezTo>
                <a:cubicBezTo>
                  <a:pt x="589173" y="93832"/>
                  <a:pt x="584934" y="98154"/>
                  <a:pt x="579369" y="101232"/>
                </a:cubicBezTo>
                <a:cubicBezTo>
                  <a:pt x="573805" y="104311"/>
                  <a:pt x="567731" y="105850"/>
                  <a:pt x="561148" y="105850"/>
                </a:cubicBezTo>
                <a:cubicBezTo>
                  <a:pt x="550586" y="105850"/>
                  <a:pt x="542050" y="102463"/>
                  <a:pt x="535538" y="95691"/>
                </a:cubicBezTo>
                <a:cubicBezTo>
                  <a:pt x="529026" y="88919"/>
                  <a:pt x="525770" y="79162"/>
                  <a:pt x="525770" y="66422"/>
                </a:cubicBezTo>
                <a:moveTo>
                  <a:pt x="538912" y="66387"/>
                </a:moveTo>
                <a:cubicBezTo>
                  <a:pt x="538912" y="76013"/>
                  <a:pt x="541020" y="83220"/>
                  <a:pt x="545235" y="88010"/>
                </a:cubicBezTo>
                <a:cubicBezTo>
                  <a:pt x="549450" y="92799"/>
                  <a:pt x="554754" y="95194"/>
                  <a:pt x="561148" y="95194"/>
                </a:cubicBezTo>
                <a:cubicBezTo>
                  <a:pt x="567494" y="95194"/>
                  <a:pt x="572775" y="92787"/>
                  <a:pt x="576990" y="87974"/>
                </a:cubicBezTo>
                <a:cubicBezTo>
                  <a:pt x="581205" y="83161"/>
                  <a:pt x="583312" y="75824"/>
                  <a:pt x="583312" y="65963"/>
                </a:cubicBezTo>
                <a:cubicBezTo>
                  <a:pt x="583312" y="56667"/>
                  <a:pt x="581193" y="49624"/>
                  <a:pt x="576954" y="44835"/>
                </a:cubicBezTo>
                <a:cubicBezTo>
                  <a:pt x="572715" y="40046"/>
                  <a:pt x="567447" y="37651"/>
                  <a:pt x="561148" y="37651"/>
                </a:cubicBezTo>
                <a:cubicBezTo>
                  <a:pt x="554754" y="37651"/>
                  <a:pt x="549450" y="40034"/>
                  <a:pt x="545235" y="44800"/>
                </a:cubicBezTo>
                <a:cubicBezTo>
                  <a:pt x="541020" y="49565"/>
                  <a:pt x="538912" y="56761"/>
                  <a:pt x="538912" y="66387"/>
                </a:cubicBezTo>
                <a:close/>
                <a:moveTo>
                  <a:pt x="660888" y="104145"/>
                </a:moveTo>
                <a:lnTo>
                  <a:pt x="660888" y="93063"/>
                </a:lnTo>
                <a:cubicBezTo>
                  <a:pt x="655015" y="101587"/>
                  <a:pt x="647035" y="105850"/>
                  <a:pt x="636948" y="105850"/>
                </a:cubicBezTo>
                <a:cubicBezTo>
                  <a:pt x="632496" y="105850"/>
                  <a:pt x="628340" y="104997"/>
                  <a:pt x="624480" y="103292"/>
                </a:cubicBezTo>
                <a:cubicBezTo>
                  <a:pt x="620620" y="101587"/>
                  <a:pt x="617755" y="99444"/>
                  <a:pt x="615884" y="96863"/>
                </a:cubicBezTo>
                <a:cubicBezTo>
                  <a:pt x="614014" y="94282"/>
                  <a:pt x="612699" y="91121"/>
                  <a:pt x="611942" y="87379"/>
                </a:cubicBezTo>
                <a:cubicBezTo>
                  <a:pt x="611421" y="84869"/>
                  <a:pt x="611160" y="80891"/>
                  <a:pt x="611160" y="75445"/>
                </a:cubicBezTo>
                <a:lnTo>
                  <a:pt x="611160" y="28700"/>
                </a:lnTo>
                <a:lnTo>
                  <a:pt x="623947" y="28700"/>
                </a:lnTo>
                <a:lnTo>
                  <a:pt x="623947" y="70543"/>
                </a:lnTo>
                <a:cubicBezTo>
                  <a:pt x="623947" y="77221"/>
                  <a:pt x="624208" y="81720"/>
                  <a:pt x="624729" y="84040"/>
                </a:cubicBezTo>
                <a:cubicBezTo>
                  <a:pt x="625534" y="87403"/>
                  <a:pt x="627239" y="90043"/>
                  <a:pt x="629844" y="91961"/>
                </a:cubicBezTo>
                <a:cubicBezTo>
                  <a:pt x="632448" y="93879"/>
                  <a:pt x="635669" y="94839"/>
                  <a:pt x="639505" y="94839"/>
                </a:cubicBezTo>
                <a:cubicBezTo>
                  <a:pt x="643341" y="94839"/>
                  <a:pt x="646941" y="93856"/>
                  <a:pt x="650303" y="91890"/>
                </a:cubicBezTo>
                <a:cubicBezTo>
                  <a:pt x="653666" y="89925"/>
                  <a:pt x="656046" y="87249"/>
                  <a:pt x="657443" y="83863"/>
                </a:cubicBezTo>
                <a:cubicBezTo>
                  <a:pt x="658840" y="80477"/>
                  <a:pt x="659538" y="75563"/>
                  <a:pt x="659538" y="69122"/>
                </a:cubicBezTo>
                <a:lnTo>
                  <a:pt x="659538" y="28700"/>
                </a:lnTo>
                <a:lnTo>
                  <a:pt x="672326" y="28700"/>
                </a:lnTo>
                <a:lnTo>
                  <a:pt x="672326" y="104145"/>
                </a:lnTo>
                <a:lnTo>
                  <a:pt x="660888" y="104145"/>
                </a:lnTo>
                <a:close/>
                <a:moveTo>
                  <a:pt x="692361" y="104145"/>
                </a:moveTo>
                <a:lnTo>
                  <a:pt x="692361" y="28700"/>
                </a:lnTo>
                <a:lnTo>
                  <a:pt x="703869" y="28700"/>
                </a:lnTo>
                <a:lnTo>
                  <a:pt x="703869" y="39356"/>
                </a:lnTo>
                <a:cubicBezTo>
                  <a:pt x="709410" y="31116"/>
                  <a:pt x="717414" y="26995"/>
                  <a:pt x="727881" y="26995"/>
                </a:cubicBezTo>
                <a:cubicBezTo>
                  <a:pt x="732427" y="26995"/>
                  <a:pt x="736607" y="27812"/>
                  <a:pt x="740419" y="29446"/>
                </a:cubicBezTo>
                <a:cubicBezTo>
                  <a:pt x="744232" y="31080"/>
                  <a:pt x="747085" y="33223"/>
                  <a:pt x="748980" y="35875"/>
                </a:cubicBezTo>
                <a:cubicBezTo>
                  <a:pt x="750874" y="38527"/>
                  <a:pt x="752200" y="41677"/>
                  <a:pt x="752958" y="45324"/>
                </a:cubicBezTo>
                <a:cubicBezTo>
                  <a:pt x="753432" y="47692"/>
                  <a:pt x="753668" y="51836"/>
                  <a:pt x="753668" y="57756"/>
                </a:cubicBezTo>
                <a:lnTo>
                  <a:pt x="753668" y="104145"/>
                </a:lnTo>
                <a:lnTo>
                  <a:pt x="740881" y="104145"/>
                </a:lnTo>
                <a:lnTo>
                  <a:pt x="740881" y="58204"/>
                </a:lnTo>
                <a:cubicBezTo>
                  <a:pt x="740881" y="52988"/>
                  <a:pt x="740384" y="49089"/>
                  <a:pt x="739389" y="46505"/>
                </a:cubicBezTo>
                <a:cubicBezTo>
                  <a:pt x="738395" y="43921"/>
                  <a:pt x="736631" y="41858"/>
                  <a:pt x="734097" y="40317"/>
                </a:cubicBezTo>
                <a:cubicBezTo>
                  <a:pt x="731563" y="38777"/>
                  <a:pt x="728591" y="38006"/>
                  <a:pt x="725181" y="38006"/>
                </a:cubicBezTo>
                <a:cubicBezTo>
                  <a:pt x="719735" y="38006"/>
                  <a:pt x="715034" y="39737"/>
                  <a:pt x="711080" y="43199"/>
                </a:cubicBezTo>
                <a:cubicBezTo>
                  <a:pt x="707125" y="46659"/>
                  <a:pt x="705148" y="53225"/>
                  <a:pt x="705148" y="62897"/>
                </a:cubicBezTo>
                <a:lnTo>
                  <a:pt x="705148" y="104145"/>
                </a:lnTo>
                <a:lnTo>
                  <a:pt x="692361" y="104145"/>
                </a:lnTo>
                <a:close/>
                <a:moveTo>
                  <a:pt x="822223" y="104145"/>
                </a:moveTo>
                <a:lnTo>
                  <a:pt x="822223" y="94625"/>
                </a:lnTo>
                <a:cubicBezTo>
                  <a:pt x="817440" y="102108"/>
                  <a:pt x="810407" y="105850"/>
                  <a:pt x="801124" y="105850"/>
                </a:cubicBezTo>
                <a:cubicBezTo>
                  <a:pt x="795110" y="105850"/>
                  <a:pt x="789580" y="104192"/>
                  <a:pt x="784536" y="100877"/>
                </a:cubicBezTo>
                <a:cubicBezTo>
                  <a:pt x="779493" y="97562"/>
                  <a:pt x="775585" y="92932"/>
                  <a:pt x="772815" y="86989"/>
                </a:cubicBezTo>
                <a:cubicBezTo>
                  <a:pt x="770044" y="81045"/>
                  <a:pt x="768659" y="74213"/>
                  <a:pt x="768659" y="66494"/>
                </a:cubicBezTo>
                <a:cubicBezTo>
                  <a:pt x="768659" y="58963"/>
                  <a:pt x="769914" y="52132"/>
                  <a:pt x="772424" y="45998"/>
                </a:cubicBezTo>
                <a:cubicBezTo>
                  <a:pt x="774934" y="39865"/>
                  <a:pt x="778699" y="35165"/>
                  <a:pt x="783719" y="31897"/>
                </a:cubicBezTo>
                <a:cubicBezTo>
                  <a:pt x="788740" y="28629"/>
                  <a:pt x="794352" y="26995"/>
                  <a:pt x="800556" y="26995"/>
                </a:cubicBezTo>
                <a:cubicBezTo>
                  <a:pt x="805102" y="26995"/>
                  <a:pt x="809152" y="27954"/>
                  <a:pt x="812704" y="29872"/>
                </a:cubicBezTo>
                <a:cubicBezTo>
                  <a:pt x="816256" y="31790"/>
                  <a:pt x="819145" y="34289"/>
                  <a:pt x="821371" y="37367"/>
                </a:cubicBezTo>
                <a:lnTo>
                  <a:pt x="821371" y="0"/>
                </a:lnTo>
                <a:lnTo>
                  <a:pt x="834087" y="0"/>
                </a:lnTo>
                <a:lnTo>
                  <a:pt x="834087" y="104145"/>
                </a:lnTo>
                <a:lnTo>
                  <a:pt x="822223" y="104145"/>
                </a:lnTo>
                <a:moveTo>
                  <a:pt x="781801" y="66458"/>
                </a:moveTo>
                <a:cubicBezTo>
                  <a:pt x="781801" y="76084"/>
                  <a:pt x="783838" y="83280"/>
                  <a:pt x="787911" y="88045"/>
                </a:cubicBezTo>
                <a:cubicBezTo>
                  <a:pt x="791984" y="92811"/>
                  <a:pt x="796791" y="95194"/>
                  <a:pt x="802332" y="95194"/>
                </a:cubicBezTo>
                <a:cubicBezTo>
                  <a:pt x="807920" y="95194"/>
                  <a:pt x="812668" y="92917"/>
                  <a:pt x="816575" y="88365"/>
                </a:cubicBezTo>
                <a:cubicBezTo>
                  <a:pt x="820483" y="83811"/>
                  <a:pt x="822436" y="76862"/>
                  <a:pt x="822436" y="67519"/>
                </a:cubicBezTo>
                <a:cubicBezTo>
                  <a:pt x="822436" y="57233"/>
                  <a:pt x="820447" y="49684"/>
                  <a:pt x="816469" y="44871"/>
                </a:cubicBezTo>
                <a:cubicBezTo>
                  <a:pt x="812491" y="40058"/>
                  <a:pt x="807589" y="37651"/>
                  <a:pt x="801764" y="37651"/>
                </a:cubicBezTo>
                <a:cubicBezTo>
                  <a:pt x="796080" y="37651"/>
                  <a:pt x="791333" y="39964"/>
                  <a:pt x="787520" y="44589"/>
                </a:cubicBezTo>
                <a:cubicBezTo>
                  <a:pt x="783708" y="49212"/>
                  <a:pt x="781801" y="56502"/>
                  <a:pt x="781801" y="66458"/>
                </a:cubicBezTo>
                <a:close/>
                <a:moveTo>
                  <a:pt x="857744" y="43334"/>
                </a:moveTo>
                <a:lnTo>
                  <a:pt x="857744" y="28700"/>
                </a:lnTo>
                <a:lnTo>
                  <a:pt x="872307" y="28700"/>
                </a:lnTo>
                <a:lnTo>
                  <a:pt x="872307" y="43334"/>
                </a:lnTo>
                <a:lnTo>
                  <a:pt x="857744" y="43334"/>
                </a:lnTo>
                <a:moveTo>
                  <a:pt x="857744" y="104145"/>
                </a:moveTo>
                <a:lnTo>
                  <a:pt x="857744" y="89511"/>
                </a:lnTo>
                <a:lnTo>
                  <a:pt x="872307" y="89511"/>
                </a:lnTo>
                <a:lnTo>
                  <a:pt x="872307" y="104145"/>
                </a:lnTo>
                <a:lnTo>
                  <a:pt x="857744" y="104145"/>
                </a:lnTo>
                <a:close/>
                <a:moveTo>
                  <a:pt x="936095" y="104145"/>
                </a:moveTo>
                <a:lnTo>
                  <a:pt x="936095" y="0"/>
                </a:lnTo>
                <a:lnTo>
                  <a:pt x="975167" y="0"/>
                </a:lnTo>
                <a:cubicBezTo>
                  <a:pt x="983124" y="0"/>
                  <a:pt x="989505" y="1054"/>
                  <a:pt x="994312" y="3161"/>
                </a:cubicBezTo>
                <a:cubicBezTo>
                  <a:pt x="999119" y="5269"/>
                  <a:pt x="1002885" y="8513"/>
                  <a:pt x="1005608" y="12894"/>
                </a:cubicBezTo>
                <a:cubicBezTo>
                  <a:pt x="1008331" y="17275"/>
                  <a:pt x="1009693" y="21857"/>
                  <a:pt x="1009693" y="26640"/>
                </a:cubicBezTo>
                <a:cubicBezTo>
                  <a:pt x="1009693" y="31092"/>
                  <a:pt x="1008485" y="35283"/>
                  <a:pt x="1006070" y="39214"/>
                </a:cubicBezTo>
                <a:cubicBezTo>
                  <a:pt x="1003654" y="43145"/>
                  <a:pt x="1000007" y="46318"/>
                  <a:pt x="995129" y="48733"/>
                </a:cubicBezTo>
                <a:cubicBezTo>
                  <a:pt x="1001428" y="50581"/>
                  <a:pt x="1006271" y="53730"/>
                  <a:pt x="1009657" y="58182"/>
                </a:cubicBezTo>
                <a:cubicBezTo>
                  <a:pt x="1013043" y="62634"/>
                  <a:pt x="1014736" y="67891"/>
                  <a:pt x="1014736" y="73953"/>
                </a:cubicBezTo>
                <a:cubicBezTo>
                  <a:pt x="1014736" y="78831"/>
                  <a:pt x="1013706" y="83366"/>
                  <a:pt x="1011646" y="87557"/>
                </a:cubicBezTo>
                <a:cubicBezTo>
                  <a:pt x="1009586" y="91748"/>
                  <a:pt x="1007040" y="94981"/>
                  <a:pt x="1004009" y="97254"/>
                </a:cubicBezTo>
                <a:cubicBezTo>
                  <a:pt x="1000978" y="99527"/>
                  <a:pt x="997178" y="101244"/>
                  <a:pt x="992607" y="102404"/>
                </a:cubicBezTo>
                <a:cubicBezTo>
                  <a:pt x="988037" y="103565"/>
                  <a:pt x="982437" y="104145"/>
                  <a:pt x="975806" y="104145"/>
                </a:cubicBezTo>
                <a:lnTo>
                  <a:pt x="936095" y="104145"/>
                </a:lnTo>
                <a:moveTo>
                  <a:pt x="949877" y="43761"/>
                </a:moveTo>
                <a:lnTo>
                  <a:pt x="972397" y="43761"/>
                </a:lnTo>
                <a:cubicBezTo>
                  <a:pt x="978506" y="43761"/>
                  <a:pt x="982887" y="43358"/>
                  <a:pt x="985539" y="42553"/>
                </a:cubicBezTo>
                <a:cubicBezTo>
                  <a:pt x="989044" y="41511"/>
                  <a:pt x="991684" y="39782"/>
                  <a:pt x="993460" y="37367"/>
                </a:cubicBezTo>
                <a:cubicBezTo>
                  <a:pt x="995236" y="34952"/>
                  <a:pt x="996124" y="31921"/>
                  <a:pt x="996124" y="28274"/>
                </a:cubicBezTo>
                <a:cubicBezTo>
                  <a:pt x="996124" y="24817"/>
                  <a:pt x="995295" y="21774"/>
                  <a:pt x="993638" y="19145"/>
                </a:cubicBezTo>
                <a:cubicBezTo>
                  <a:pt x="991980" y="16517"/>
                  <a:pt x="989612" y="14717"/>
                  <a:pt x="986534" y="13746"/>
                </a:cubicBezTo>
                <a:cubicBezTo>
                  <a:pt x="983455" y="12775"/>
                  <a:pt x="978174" y="12290"/>
                  <a:pt x="970692" y="12290"/>
                </a:cubicBezTo>
                <a:lnTo>
                  <a:pt x="949877" y="12290"/>
                </a:lnTo>
                <a:lnTo>
                  <a:pt x="949877" y="43761"/>
                </a:lnTo>
                <a:moveTo>
                  <a:pt x="949877" y="91855"/>
                </a:moveTo>
                <a:lnTo>
                  <a:pt x="975806" y="91855"/>
                </a:lnTo>
                <a:cubicBezTo>
                  <a:pt x="980258" y="91855"/>
                  <a:pt x="983384" y="91689"/>
                  <a:pt x="985184" y="91358"/>
                </a:cubicBezTo>
                <a:cubicBezTo>
                  <a:pt x="988357" y="90789"/>
                  <a:pt x="991009" y="89842"/>
                  <a:pt x="993140" y="88516"/>
                </a:cubicBezTo>
                <a:cubicBezTo>
                  <a:pt x="995271" y="87190"/>
                  <a:pt x="997024" y="85260"/>
                  <a:pt x="998397" y="82726"/>
                </a:cubicBezTo>
                <a:cubicBezTo>
                  <a:pt x="999771" y="80192"/>
                  <a:pt x="1000457" y="77268"/>
                  <a:pt x="1000457" y="73953"/>
                </a:cubicBezTo>
                <a:cubicBezTo>
                  <a:pt x="1000457" y="70069"/>
                  <a:pt x="999463" y="66695"/>
                  <a:pt x="997474" y="63830"/>
                </a:cubicBezTo>
                <a:cubicBezTo>
                  <a:pt x="995485" y="60964"/>
                  <a:pt x="992726" y="58951"/>
                  <a:pt x="989198" y="57791"/>
                </a:cubicBezTo>
                <a:cubicBezTo>
                  <a:pt x="985669" y="56631"/>
                  <a:pt x="980590" y="56051"/>
                  <a:pt x="973959" y="56051"/>
                </a:cubicBezTo>
                <a:lnTo>
                  <a:pt x="949877" y="56051"/>
                </a:lnTo>
                <a:lnTo>
                  <a:pt x="949877" y="91855"/>
                </a:lnTo>
                <a:close/>
                <a:moveTo>
                  <a:pt x="1081305" y="94830"/>
                </a:moveTo>
                <a:cubicBezTo>
                  <a:pt x="1076569" y="98858"/>
                  <a:pt x="1072011" y="101702"/>
                  <a:pt x="1067630" y="103361"/>
                </a:cubicBezTo>
                <a:cubicBezTo>
                  <a:pt x="1063249" y="105020"/>
                  <a:pt x="1058549" y="105850"/>
                  <a:pt x="1053528" y="105850"/>
                </a:cubicBezTo>
                <a:cubicBezTo>
                  <a:pt x="1045240" y="105850"/>
                  <a:pt x="1038870" y="103824"/>
                  <a:pt x="1034419" y="99771"/>
                </a:cubicBezTo>
                <a:cubicBezTo>
                  <a:pt x="1029967" y="95719"/>
                  <a:pt x="1027741" y="90541"/>
                  <a:pt x="1027741" y="84238"/>
                </a:cubicBezTo>
                <a:cubicBezTo>
                  <a:pt x="1027741" y="80542"/>
                  <a:pt x="1028582" y="77167"/>
                  <a:pt x="1030263" y="74110"/>
                </a:cubicBezTo>
                <a:cubicBezTo>
                  <a:pt x="1031944" y="71053"/>
                  <a:pt x="1034146" y="68600"/>
                  <a:pt x="1036870" y="66751"/>
                </a:cubicBezTo>
                <a:cubicBezTo>
                  <a:pt x="1039593" y="64903"/>
                  <a:pt x="1042659" y="63505"/>
                  <a:pt x="1046069" y="62557"/>
                </a:cubicBezTo>
                <a:cubicBezTo>
                  <a:pt x="1048579" y="61893"/>
                  <a:pt x="1052368" y="61253"/>
                  <a:pt x="1057436" y="60637"/>
                </a:cubicBezTo>
                <a:cubicBezTo>
                  <a:pt x="1067760" y="59415"/>
                  <a:pt x="1075361" y="57957"/>
                  <a:pt x="1080239" y="56264"/>
                </a:cubicBezTo>
                <a:cubicBezTo>
                  <a:pt x="1080287" y="54519"/>
                  <a:pt x="1080311" y="53410"/>
                  <a:pt x="1080311" y="52938"/>
                </a:cubicBezTo>
                <a:cubicBezTo>
                  <a:pt x="1080311" y="47748"/>
                  <a:pt x="1079103" y="44091"/>
                  <a:pt x="1076687" y="41969"/>
                </a:cubicBezTo>
                <a:cubicBezTo>
                  <a:pt x="1073420" y="39091"/>
                  <a:pt x="1068565" y="37651"/>
                  <a:pt x="1062124" y="37651"/>
                </a:cubicBezTo>
                <a:cubicBezTo>
                  <a:pt x="1056110" y="37651"/>
                  <a:pt x="1051670" y="38705"/>
                  <a:pt x="1048804" y="40813"/>
                </a:cubicBezTo>
                <a:cubicBezTo>
                  <a:pt x="1045939" y="42920"/>
                  <a:pt x="1043820" y="46650"/>
                  <a:pt x="1042446" y="52001"/>
                </a:cubicBezTo>
                <a:lnTo>
                  <a:pt x="1029943" y="50296"/>
                </a:lnTo>
                <a:cubicBezTo>
                  <a:pt x="1031080" y="44928"/>
                  <a:pt x="1032950" y="40593"/>
                  <a:pt x="1035555" y="37292"/>
                </a:cubicBezTo>
                <a:cubicBezTo>
                  <a:pt x="1038160" y="33990"/>
                  <a:pt x="1041925" y="31449"/>
                  <a:pt x="1046851" y="29668"/>
                </a:cubicBezTo>
                <a:cubicBezTo>
                  <a:pt x="1051776" y="27886"/>
                  <a:pt x="1057483" y="26995"/>
                  <a:pt x="1063971" y="26995"/>
                </a:cubicBezTo>
                <a:cubicBezTo>
                  <a:pt x="1070412" y="26995"/>
                  <a:pt x="1075646" y="27753"/>
                  <a:pt x="1079671" y="29269"/>
                </a:cubicBezTo>
                <a:cubicBezTo>
                  <a:pt x="1083697" y="30784"/>
                  <a:pt x="1086657" y="32690"/>
                  <a:pt x="1088551" y="34987"/>
                </a:cubicBezTo>
                <a:cubicBezTo>
                  <a:pt x="1090446" y="37284"/>
                  <a:pt x="1091772" y="40185"/>
                  <a:pt x="1092529" y="43690"/>
                </a:cubicBezTo>
                <a:cubicBezTo>
                  <a:pt x="1092956" y="45868"/>
                  <a:pt x="1093169" y="49799"/>
                  <a:pt x="1093169" y="55482"/>
                </a:cubicBezTo>
                <a:lnTo>
                  <a:pt x="1093169" y="72532"/>
                </a:lnTo>
                <a:cubicBezTo>
                  <a:pt x="1093169" y="84419"/>
                  <a:pt x="1093441" y="91938"/>
                  <a:pt x="1093986" y="95087"/>
                </a:cubicBezTo>
                <a:cubicBezTo>
                  <a:pt x="1094530" y="98237"/>
                  <a:pt x="1095608" y="101256"/>
                  <a:pt x="1097218" y="104145"/>
                </a:cubicBezTo>
                <a:lnTo>
                  <a:pt x="1083863" y="104145"/>
                </a:lnTo>
                <a:cubicBezTo>
                  <a:pt x="1082536" y="101490"/>
                  <a:pt x="1081684" y="98385"/>
                  <a:pt x="1081305" y="94830"/>
                </a:cubicBezTo>
                <a:moveTo>
                  <a:pt x="1080239" y="66209"/>
                </a:moveTo>
                <a:cubicBezTo>
                  <a:pt x="1075598" y="68120"/>
                  <a:pt x="1068636" y="69744"/>
                  <a:pt x="1059354" y="71080"/>
                </a:cubicBezTo>
                <a:cubicBezTo>
                  <a:pt x="1054097" y="71841"/>
                  <a:pt x="1050379" y="72697"/>
                  <a:pt x="1048200" y="73649"/>
                </a:cubicBezTo>
                <a:cubicBezTo>
                  <a:pt x="1046022" y="74599"/>
                  <a:pt x="1044341" y="75990"/>
                  <a:pt x="1043157" y="77822"/>
                </a:cubicBezTo>
                <a:cubicBezTo>
                  <a:pt x="1041973" y="79653"/>
                  <a:pt x="1041381" y="81686"/>
                  <a:pt x="1041381" y="83921"/>
                </a:cubicBezTo>
                <a:cubicBezTo>
                  <a:pt x="1041381" y="87344"/>
                  <a:pt x="1042671" y="90197"/>
                  <a:pt x="1045252" y="92481"/>
                </a:cubicBezTo>
                <a:cubicBezTo>
                  <a:pt x="1047833" y="94763"/>
                  <a:pt x="1051610" y="95904"/>
                  <a:pt x="1056583" y="95904"/>
                </a:cubicBezTo>
                <a:cubicBezTo>
                  <a:pt x="1061509" y="95904"/>
                  <a:pt x="1065889" y="94821"/>
                  <a:pt x="1069726" y="92656"/>
                </a:cubicBezTo>
                <a:cubicBezTo>
                  <a:pt x="1073562" y="90491"/>
                  <a:pt x="1076380" y="87529"/>
                  <a:pt x="1078179" y="83770"/>
                </a:cubicBezTo>
                <a:cubicBezTo>
                  <a:pt x="1079553" y="80866"/>
                  <a:pt x="1080239" y="76583"/>
                  <a:pt x="1080239" y="70920"/>
                </a:cubicBezTo>
                <a:lnTo>
                  <a:pt x="1080239" y="66209"/>
                </a:lnTo>
                <a:close/>
                <a:moveTo>
                  <a:pt x="1162218" y="76439"/>
                </a:moveTo>
                <a:lnTo>
                  <a:pt x="1174792" y="78073"/>
                </a:lnTo>
                <a:cubicBezTo>
                  <a:pt x="1173419" y="86762"/>
                  <a:pt x="1169902" y="93564"/>
                  <a:pt x="1164243" y="98479"/>
                </a:cubicBezTo>
                <a:cubicBezTo>
                  <a:pt x="1158583" y="103393"/>
                  <a:pt x="1151633" y="105850"/>
                  <a:pt x="1143393" y="105850"/>
                </a:cubicBezTo>
                <a:cubicBezTo>
                  <a:pt x="1133068" y="105850"/>
                  <a:pt x="1124768" y="102475"/>
                  <a:pt x="1118493" y="95727"/>
                </a:cubicBezTo>
                <a:cubicBezTo>
                  <a:pt x="1112218" y="88978"/>
                  <a:pt x="1109080" y="79304"/>
                  <a:pt x="1109080" y="66707"/>
                </a:cubicBezTo>
                <a:cubicBezTo>
                  <a:pt x="1109080" y="58561"/>
                  <a:pt x="1110430" y="51433"/>
                  <a:pt x="1113130" y="45324"/>
                </a:cubicBezTo>
                <a:cubicBezTo>
                  <a:pt x="1115829" y="39214"/>
                  <a:pt x="1119938" y="34632"/>
                  <a:pt x="1125455" y="31577"/>
                </a:cubicBezTo>
                <a:cubicBezTo>
                  <a:pt x="1130972" y="28523"/>
                  <a:pt x="1136975" y="26995"/>
                  <a:pt x="1143464" y="26995"/>
                </a:cubicBezTo>
                <a:cubicBezTo>
                  <a:pt x="1151657" y="26995"/>
                  <a:pt x="1158358" y="29074"/>
                  <a:pt x="1163568" y="33231"/>
                </a:cubicBezTo>
                <a:cubicBezTo>
                  <a:pt x="1168778" y="37387"/>
                  <a:pt x="1172116" y="43289"/>
                  <a:pt x="1173585" y="50936"/>
                </a:cubicBezTo>
                <a:lnTo>
                  <a:pt x="1161153" y="52854"/>
                </a:lnTo>
                <a:cubicBezTo>
                  <a:pt x="1159969" y="47810"/>
                  <a:pt x="1157873" y="44015"/>
                  <a:pt x="1154866" y="41470"/>
                </a:cubicBezTo>
                <a:cubicBezTo>
                  <a:pt x="1151858" y="38924"/>
                  <a:pt x="1148223" y="37651"/>
                  <a:pt x="1143961" y="37651"/>
                </a:cubicBezTo>
                <a:cubicBezTo>
                  <a:pt x="1137520" y="37651"/>
                  <a:pt x="1132287" y="39949"/>
                  <a:pt x="1128261" y="44544"/>
                </a:cubicBezTo>
                <a:cubicBezTo>
                  <a:pt x="1124235" y="49138"/>
                  <a:pt x="1122223" y="56407"/>
                  <a:pt x="1122223" y="66351"/>
                </a:cubicBezTo>
                <a:cubicBezTo>
                  <a:pt x="1122223" y="76438"/>
                  <a:pt x="1124164" y="83767"/>
                  <a:pt x="1128048" y="88338"/>
                </a:cubicBezTo>
                <a:cubicBezTo>
                  <a:pt x="1131931" y="92909"/>
                  <a:pt x="1136999" y="95194"/>
                  <a:pt x="1143251" y="95194"/>
                </a:cubicBezTo>
                <a:cubicBezTo>
                  <a:pt x="1148271" y="95194"/>
                  <a:pt x="1152462" y="93660"/>
                  <a:pt x="1155825" y="90594"/>
                </a:cubicBezTo>
                <a:cubicBezTo>
                  <a:pt x="1159187" y="87527"/>
                  <a:pt x="1161318" y="82809"/>
                  <a:pt x="1162218" y="76439"/>
                </a:cubicBezTo>
                <a:close/>
                <a:moveTo>
                  <a:pt x="1185803" y="104145"/>
                </a:moveTo>
                <a:lnTo>
                  <a:pt x="1185803" y="0"/>
                </a:lnTo>
                <a:lnTo>
                  <a:pt x="1198590" y="0"/>
                </a:lnTo>
                <a:lnTo>
                  <a:pt x="1198590" y="59390"/>
                </a:lnTo>
                <a:lnTo>
                  <a:pt x="1228853" y="28700"/>
                </a:lnTo>
                <a:lnTo>
                  <a:pt x="1245406" y="28700"/>
                </a:lnTo>
                <a:lnTo>
                  <a:pt x="1216563" y="56690"/>
                </a:lnTo>
                <a:lnTo>
                  <a:pt x="1248318" y="104145"/>
                </a:lnTo>
                <a:lnTo>
                  <a:pt x="1232548" y="104145"/>
                </a:lnTo>
                <a:lnTo>
                  <a:pt x="1207612" y="65570"/>
                </a:lnTo>
                <a:lnTo>
                  <a:pt x="1198590" y="74237"/>
                </a:lnTo>
                <a:lnTo>
                  <a:pt x="1198590" y="104145"/>
                </a:lnTo>
                <a:lnTo>
                  <a:pt x="1185803" y="104145"/>
                </a:lnTo>
                <a:close/>
                <a:moveTo>
                  <a:pt x="1256133" y="110396"/>
                </a:moveTo>
                <a:lnTo>
                  <a:pt x="1268565" y="112243"/>
                </a:lnTo>
                <a:cubicBezTo>
                  <a:pt x="1269085" y="116079"/>
                  <a:pt x="1270530" y="118874"/>
                  <a:pt x="1272898" y="120626"/>
                </a:cubicBezTo>
                <a:cubicBezTo>
                  <a:pt x="1276071" y="122994"/>
                  <a:pt x="1280405" y="124178"/>
                  <a:pt x="1285898" y="124178"/>
                </a:cubicBezTo>
                <a:cubicBezTo>
                  <a:pt x="1291818" y="124178"/>
                  <a:pt x="1296389" y="122991"/>
                  <a:pt x="1299609" y="120617"/>
                </a:cubicBezTo>
                <a:cubicBezTo>
                  <a:pt x="1302830" y="118245"/>
                  <a:pt x="1305008" y="114922"/>
                  <a:pt x="1306145" y="110649"/>
                </a:cubicBezTo>
                <a:cubicBezTo>
                  <a:pt x="1306808" y="108040"/>
                  <a:pt x="1307116" y="102558"/>
                  <a:pt x="1307068" y="94204"/>
                </a:cubicBezTo>
                <a:cubicBezTo>
                  <a:pt x="1301480" y="100831"/>
                  <a:pt x="1294518" y="104145"/>
                  <a:pt x="1286182" y="104145"/>
                </a:cubicBezTo>
                <a:cubicBezTo>
                  <a:pt x="1275811" y="104145"/>
                  <a:pt x="1267783" y="100403"/>
                  <a:pt x="1262100" y="92920"/>
                </a:cubicBezTo>
                <a:cubicBezTo>
                  <a:pt x="1256417" y="85438"/>
                  <a:pt x="1253575" y="76463"/>
                  <a:pt x="1253575" y="65996"/>
                </a:cubicBezTo>
                <a:cubicBezTo>
                  <a:pt x="1253575" y="58798"/>
                  <a:pt x="1254877" y="52155"/>
                  <a:pt x="1257482" y="46069"/>
                </a:cubicBezTo>
                <a:cubicBezTo>
                  <a:pt x="1260087" y="39984"/>
                  <a:pt x="1263864" y="35283"/>
                  <a:pt x="1268813" y="31968"/>
                </a:cubicBezTo>
                <a:cubicBezTo>
                  <a:pt x="1273762" y="28653"/>
                  <a:pt x="1279576" y="26995"/>
                  <a:pt x="1286254" y="26995"/>
                </a:cubicBezTo>
                <a:cubicBezTo>
                  <a:pt x="1295157" y="26995"/>
                  <a:pt x="1302498" y="30618"/>
                  <a:pt x="1308276" y="37864"/>
                </a:cubicBezTo>
                <a:lnTo>
                  <a:pt x="1308276" y="28700"/>
                </a:lnTo>
                <a:lnTo>
                  <a:pt x="1320069" y="28700"/>
                </a:lnTo>
                <a:lnTo>
                  <a:pt x="1320069" y="93959"/>
                </a:lnTo>
                <a:cubicBezTo>
                  <a:pt x="1320069" y="105712"/>
                  <a:pt x="1318873" y="114041"/>
                  <a:pt x="1316481" y="118946"/>
                </a:cubicBezTo>
                <a:cubicBezTo>
                  <a:pt x="1314089" y="123850"/>
                  <a:pt x="1310301" y="127724"/>
                  <a:pt x="1305115" y="130567"/>
                </a:cubicBezTo>
                <a:cubicBezTo>
                  <a:pt x="1299929" y="133412"/>
                  <a:pt x="1293547" y="134834"/>
                  <a:pt x="1285969" y="134834"/>
                </a:cubicBezTo>
                <a:cubicBezTo>
                  <a:pt x="1276971" y="134834"/>
                  <a:pt x="1269701" y="132804"/>
                  <a:pt x="1264160" y="128742"/>
                </a:cubicBezTo>
                <a:cubicBezTo>
                  <a:pt x="1258619" y="124681"/>
                  <a:pt x="1255943" y="118566"/>
                  <a:pt x="1256133" y="110396"/>
                </a:cubicBezTo>
                <a:moveTo>
                  <a:pt x="1266717" y="65075"/>
                </a:moveTo>
                <a:cubicBezTo>
                  <a:pt x="1266717" y="74948"/>
                  <a:pt x="1268683" y="82152"/>
                  <a:pt x="1272614" y="86687"/>
                </a:cubicBezTo>
                <a:cubicBezTo>
                  <a:pt x="1276545" y="91221"/>
                  <a:pt x="1281470" y="93489"/>
                  <a:pt x="1287390" y="93489"/>
                </a:cubicBezTo>
                <a:cubicBezTo>
                  <a:pt x="1293263" y="93489"/>
                  <a:pt x="1298188" y="91233"/>
                  <a:pt x="1302166" y="86722"/>
                </a:cubicBezTo>
                <a:cubicBezTo>
                  <a:pt x="1306145" y="82211"/>
                  <a:pt x="1308134" y="75137"/>
                  <a:pt x="1308134" y="65499"/>
                </a:cubicBezTo>
                <a:cubicBezTo>
                  <a:pt x="1308134" y="56287"/>
                  <a:pt x="1306086" y="49343"/>
                  <a:pt x="1301989" y="44666"/>
                </a:cubicBezTo>
                <a:cubicBezTo>
                  <a:pt x="1297892" y="39990"/>
                  <a:pt x="1292955" y="37651"/>
                  <a:pt x="1287177" y="37651"/>
                </a:cubicBezTo>
                <a:cubicBezTo>
                  <a:pt x="1281494" y="37651"/>
                  <a:pt x="1276663" y="39954"/>
                  <a:pt x="1272685" y="44560"/>
                </a:cubicBezTo>
                <a:cubicBezTo>
                  <a:pt x="1268707" y="49166"/>
                  <a:pt x="1266717" y="56004"/>
                  <a:pt x="1266717" y="65075"/>
                </a:cubicBezTo>
                <a:close/>
                <a:moveTo>
                  <a:pt x="1339250" y="104145"/>
                </a:moveTo>
                <a:lnTo>
                  <a:pt x="1339250" y="28700"/>
                </a:lnTo>
                <a:lnTo>
                  <a:pt x="1350758" y="28700"/>
                </a:lnTo>
                <a:lnTo>
                  <a:pt x="1350758" y="40067"/>
                </a:lnTo>
                <a:cubicBezTo>
                  <a:pt x="1353694" y="34745"/>
                  <a:pt x="1356406" y="31235"/>
                  <a:pt x="1358892" y="29539"/>
                </a:cubicBezTo>
                <a:cubicBezTo>
                  <a:pt x="1361378" y="27843"/>
                  <a:pt x="1364114" y="26995"/>
                  <a:pt x="1367097" y="26995"/>
                </a:cubicBezTo>
                <a:cubicBezTo>
                  <a:pt x="1371407" y="26995"/>
                  <a:pt x="1375788" y="28363"/>
                  <a:pt x="1380240" y="31098"/>
                </a:cubicBezTo>
                <a:lnTo>
                  <a:pt x="1375835" y="42908"/>
                </a:lnTo>
                <a:cubicBezTo>
                  <a:pt x="1372709" y="41061"/>
                  <a:pt x="1369584" y="40138"/>
                  <a:pt x="1366458" y="40138"/>
                </a:cubicBezTo>
                <a:cubicBezTo>
                  <a:pt x="1363664" y="40138"/>
                  <a:pt x="1361154" y="40980"/>
                  <a:pt x="1358928" y="42664"/>
                </a:cubicBezTo>
                <a:cubicBezTo>
                  <a:pt x="1356702" y="44347"/>
                  <a:pt x="1355115" y="46681"/>
                  <a:pt x="1354168" y="49668"/>
                </a:cubicBezTo>
                <a:cubicBezTo>
                  <a:pt x="1352747" y="54219"/>
                  <a:pt x="1352037" y="59197"/>
                  <a:pt x="1352037" y="64602"/>
                </a:cubicBezTo>
                <a:lnTo>
                  <a:pt x="1352037" y="104145"/>
                </a:lnTo>
                <a:lnTo>
                  <a:pt x="1339250" y="104145"/>
                </a:lnTo>
                <a:close/>
                <a:moveTo>
                  <a:pt x="1383082" y="66422"/>
                </a:moveTo>
                <a:cubicBezTo>
                  <a:pt x="1383082" y="52451"/>
                  <a:pt x="1386965" y="42103"/>
                  <a:pt x="1394732" y="35378"/>
                </a:cubicBezTo>
                <a:cubicBezTo>
                  <a:pt x="1401221" y="29789"/>
                  <a:pt x="1409130" y="26995"/>
                  <a:pt x="1418460" y="26995"/>
                </a:cubicBezTo>
                <a:cubicBezTo>
                  <a:pt x="1428831" y="26995"/>
                  <a:pt x="1437309" y="30393"/>
                  <a:pt x="1443892" y="37189"/>
                </a:cubicBezTo>
                <a:cubicBezTo>
                  <a:pt x="1450475" y="43986"/>
                  <a:pt x="1453767" y="53375"/>
                  <a:pt x="1453767" y="65357"/>
                </a:cubicBezTo>
                <a:cubicBezTo>
                  <a:pt x="1453767" y="75066"/>
                  <a:pt x="1452310" y="82702"/>
                  <a:pt x="1449398" y="88267"/>
                </a:cubicBezTo>
                <a:cubicBezTo>
                  <a:pt x="1446485" y="93832"/>
                  <a:pt x="1442246" y="98154"/>
                  <a:pt x="1436681" y="101232"/>
                </a:cubicBezTo>
                <a:cubicBezTo>
                  <a:pt x="1431117" y="104311"/>
                  <a:pt x="1425043" y="105850"/>
                  <a:pt x="1418460" y="105850"/>
                </a:cubicBezTo>
                <a:cubicBezTo>
                  <a:pt x="1407898" y="105850"/>
                  <a:pt x="1399362" y="102463"/>
                  <a:pt x="1392850" y="95691"/>
                </a:cubicBezTo>
                <a:cubicBezTo>
                  <a:pt x="1386338" y="88919"/>
                  <a:pt x="1383082" y="79162"/>
                  <a:pt x="1383082" y="66422"/>
                </a:cubicBezTo>
                <a:moveTo>
                  <a:pt x="1396224" y="66387"/>
                </a:moveTo>
                <a:cubicBezTo>
                  <a:pt x="1396224" y="76013"/>
                  <a:pt x="1398332" y="83220"/>
                  <a:pt x="1402547" y="88010"/>
                </a:cubicBezTo>
                <a:cubicBezTo>
                  <a:pt x="1406762" y="92799"/>
                  <a:pt x="1412066" y="95194"/>
                  <a:pt x="1418460" y="95194"/>
                </a:cubicBezTo>
                <a:cubicBezTo>
                  <a:pt x="1424806" y="95194"/>
                  <a:pt x="1430087" y="92787"/>
                  <a:pt x="1434302" y="87974"/>
                </a:cubicBezTo>
                <a:cubicBezTo>
                  <a:pt x="1438517" y="83161"/>
                  <a:pt x="1440624" y="75824"/>
                  <a:pt x="1440624" y="65963"/>
                </a:cubicBezTo>
                <a:cubicBezTo>
                  <a:pt x="1440624" y="56667"/>
                  <a:pt x="1438505" y="49624"/>
                  <a:pt x="1434266" y="44835"/>
                </a:cubicBezTo>
                <a:cubicBezTo>
                  <a:pt x="1430027" y="40046"/>
                  <a:pt x="1424759" y="37651"/>
                  <a:pt x="1418460" y="37651"/>
                </a:cubicBezTo>
                <a:cubicBezTo>
                  <a:pt x="1412066" y="37651"/>
                  <a:pt x="1406762" y="40034"/>
                  <a:pt x="1402547" y="44800"/>
                </a:cubicBezTo>
                <a:cubicBezTo>
                  <a:pt x="1398332" y="49565"/>
                  <a:pt x="1396224" y="56761"/>
                  <a:pt x="1396224" y="66387"/>
                </a:cubicBezTo>
                <a:close/>
                <a:moveTo>
                  <a:pt x="1518199" y="104145"/>
                </a:moveTo>
                <a:lnTo>
                  <a:pt x="1518199" y="93063"/>
                </a:lnTo>
                <a:cubicBezTo>
                  <a:pt x="1512326" y="101587"/>
                  <a:pt x="1504346" y="105850"/>
                  <a:pt x="1494259" y="105850"/>
                </a:cubicBezTo>
                <a:cubicBezTo>
                  <a:pt x="1489807" y="105850"/>
                  <a:pt x="1485651" y="104997"/>
                  <a:pt x="1481791" y="103292"/>
                </a:cubicBezTo>
                <a:cubicBezTo>
                  <a:pt x="1477931" y="101587"/>
                  <a:pt x="1475066" y="99444"/>
                  <a:pt x="1473195" y="96863"/>
                </a:cubicBezTo>
                <a:cubicBezTo>
                  <a:pt x="1471324" y="94282"/>
                  <a:pt x="1470010" y="91121"/>
                  <a:pt x="1469252" y="87379"/>
                </a:cubicBezTo>
                <a:cubicBezTo>
                  <a:pt x="1468732" y="84869"/>
                  <a:pt x="1468471" y="80891"/>
                  <a:pt x="1468471" y="75445"/>
                </a:cubicBezTo>
                <a:lnTo>
                  <a:pt x="1468471" y="28700"/>
                </a:lnTo>
                <a:lnTo>
                  <a:pt x="1481258" y="28700"/>
                </a:lnTo>
                <a:lnTo>
                  <a:pt x="1481258" y="70543"/>
                </a:lnTo>
                <a:cubicBezTo>
                  <a:pt x="1481258" y="77221"/>
                  <a:pt x="1481519" y="81720"/>
                  <a:pt x="1482040" y="84040"/>
                </a:cubicBezTo>
                <a:cubicBezTo>
                  <a:pt x="1482845" y="87403"/>
                  <a:pt x="1484550" y="90043"/>
                  <a:pt x="1487155" y="91961"/>
                </a:cubicBezTo>
                <a:cubicBezTo>
                  <a:pt x="1489759" y="93879"/>
                  <a:pt x="1492980" y="94839"/>
                  <a:pt x="1496816" y="94839"/>
                </a:cubicBezTo>
                <a:cubicBezTo>
                  <a:pt x="1500652" y="94839"/>
                  <a:pt x="1504252" y="93856"/>
                  <a:pt x="1507614" y="91890"/>
                </a:cubicBezTo>
                <a:cubicBezTo>
                  <a:pt x="1510977" y="89925"/>
                  <a:pt x="1513357" y="87249"/>
                  <a:pt x="1514754" y="83863"/>
                </a:cubicBezTo>
                <a:cubicBezTo>
                  <a:pt x="1516151" y="80477"/>
                  <a:pt x="1516849" y="75563"/>
                  <a:pt x="1516849" y="69122"/>
                </a:cubicBezTo>
                <a:lnTo>
                  <a:pt x="1516849" y="28700"/>
                </a:lnTo>
                <a:lnTo>
                  <a:pt x="1529637" y="28700"/>
                </a:lnTo>
                <a:lnTo>
                  <a:pt x="1529637" y="104145"/>
                </a:lnTo>
                <a:lnTo>
                  <a:pt x="1518199" y="104145"/>
                </a:lnTo>
                <a:close/>
                <a:moveTo>
                  <a:pt x="1549670" y="104145"/>
                </a:moveTo>
                <a:lnTo>
                  <a:pt x="1549670" y="28700"/>
                </a:lnTo>
                <a:lnTo>
                  <a:pt x="1561179" y="28700"/>
                </a:lnTo>
                <a:lnTo>
                  <a:pt x="1561179" y="39356"/>
                </a:lnTo>
                <a:cubicBezTo>
                  <a:pt x="1566720" y="31116"/>
                  <a:pt x="1574724" y="26995"/>
                  <a:pt x="1585190" y="26995"/>
                </a:cubicBezTo>
                <a:cubicBezTo>
                  <a:pt x="1589737" y="26995"/>
                  <a:pt x="1593916" y="27812"/>
                  <a:pt x="1597729" y="29446"/>
                </a:cubicBezTo>
                <a:cubicBezTo>
                  <a:pt x="1601541" y="31080"/>
                  <a:pt x="1604395" y="33223"/>
                  <a:pt x="1606289" y="35875"/>
                </a:cubicBezTo>
                <a:cubicBezTo>
                  <a:pt x="1608184" y="38527"/>
                  <a:pt x="1609510" y="41677"/>
                  <a:pt x="1610267" y="45324"/>
                </a:cubicBezTo>
                <a:cubicBezTo>
                  <a:pt x="1610741" y="47692"/>
                  <a:pt x="1610978" y="51836"/>
                  <a:pt x="1610978" y="57756"/>
                </a:cubicBezTo>
                <a:lnTo>
                  <a:pt x="1610978" y="104145"/>
                </a:lnTo>
                <a:lnTo>
                  <a:pt x="1598191" y="104145"/>
                </a:lnTo>
                <a:lnTo>
                  <a:pt x="1598191" y="58204"/>
                </a:lnTo>
                <a:cubicBezTo>
                  <a:pt x="1598191" y="52988"/>
                  <a:pt x="1597693" y="49089"/>
                  <a:pt x="1596699" y="46505"/>
                </a:cubicBezTo>
                <a:cubicBezTo>
                  <a:pt x="1595704" y="43921"/>
                  <a:pt x="1593940" y="41858"/>
                  <a:pt x="1591406" y="40317"/>
                </a:cubicBezTo>
                <a:cubicBezTo>
                  <a:pt x="1588872" y="38777"/>
                  <a:pt x="1585901" y="38006"/>
                  <a:pt x="1582491" y="38006"/>
                </a:cubicBezTo>
                <a:cubicBezTo>
                  <a:pt x="1577044" y="38006"/>
                  <a:pt x="1572344" y="39737"/>
                  <a:pt x="1568389" y="43199"/>
                </a:cubicBezTo>
                <a:cubicBezTo>
                  <a:pt x="1564435" y="46659"/>
                  <a:pt x="1562457" y="53225"/>
                  <a:pt x="1562457" y="62897"/>
                </a:cubicBezTo>
                <a:lnTo>
                  <a:pt x="1562457" y="104145"/>
                </a:lnTo>
                <a:lnTo>
                  <a:pt x="1549670" y="104145"/>
                </a:lnTo>
                <a:close/>
                <a:moveTo>
                  <a:pt x="1679531" y="104145"/>
                </a:moveTo>
                <a:lnTo>
                  <a:pt x="1679531" y="94625"/>
                </a:lnTo>
                <a:cubicBezTo>
                  <a:pt x="1674748" y="102108"/>
                  <a:pt x="1667715" y="105850"/>
                  <a:pt x="1658433" y="105850"/>
                </a:cubicBezTo>
                <a:cubicBezTo>
                  <a:pt x="1652418" y="105850"/>
                  <a:pt x="1646889" y="104192"/>
                  <a:pt x="1641845" y="100877"/>
                </a:cubicBezTo>
                <a:cubicBezTo>
                  <a:pt x="1636801" y="97562"/>
                  <a:pt x="1632894" y="92932"/>
                  <a:pt x="1630123" y="86989"/>
                </a:cubicBezTo>
                <a:cubicBezTo>
                  <a:pt x="1627353" y="81045"/>
                  <a:pt x="1625967" y="74213"/>
                  <a:pt x="1625967" y="66494"/>
                </a:cubicBezTo>
                <a:cubicBezTo>
                  <a:pt x="1625967" y="58963"/>
                  <a:pt x="1627222" y="52132"/>
                  <a:pt x="1629732" y="45998"/>
                </a:cubicBezTo>
                <a:cubicBezTo>
                  <a:pt x="1632242" y="39865"/>
                  <a:pt x="1636008" y="35165"/>
                  <a:pt x="1641028" y="31897"/>
                </a:cubicBezTo>
                <a:cubicBezTo>
                  <a:pt x="1646048" y="28629"/>
                  <a:pt x="1651660" y="26995"/>
                  <a:pt x="1657864" y="26995"/>
                </a:cubicBezTo>
                <a:cubicBezTo>
                  <a:pt x="1662411" y="26995"/>
                  <a:pt x="1666460" y="27954"/>
                  <a:pt x="1670012" y="29872"/>
                </a:cubicBezTo>
                <a:cubicBezTo>
                  <a:pt x="1673564" y="31790"/>
                  <a:pt x="1676453" y="34289"/>
                  <a:pt x="1678679" y="37367"/>
                </a:cubicBezTo>
                <a:lnTo>
                  <a:pt x="1678679" y="0"/>
                </a:lnTo>
                <a:lnTo>
                  <a:pt x="1691395" y="0"/>
                </a:lnTo>
                <a:lnTo>
                  <a:pt x="1691395" y="104145"/>
                </a:lnTo>
                <a:lnTo>
                  <a:pt x="1679531" y="104145"/>
                </a:lnTo>
                <a:moveTo>
                  <a:pt x="1639110" y="66458"/>
                </a:moveTo>
                <a:cubicBezTo>
                  <a:pt x="1639110" y="76084"/>
                  <a:pt x="1641146" y="83280"/>
                  <a:pt x="1645219" y="88045"/>
                </a:cubicBezTo>
                <a:cubicBezTo>
                  <a:pt x="1649292" y="92811"/>
                  <a:pt x="1654099" y="95194"/>
                  <a:pt x="1659640" y="95194"/>
                </a:cubicBezTo>
                <a:cubicBezTo>
                  <a:pt x="1665229" y="95194"/>
                  <a:pt x="1669977" y="92917"/>
                  <a:pt x="1673884" y="88365"/>
                </a:cubicBezTo>
                <a:cubicBezTo>
                  <a:pt x="1677791" y="83811"/>
                  <a:pt x="1679745" y="76862"/>
                  <a:pt x="1679745" y="67519"/>
                </a:cubicBezTo>
                <a:cubicBezTo>
                  <a:pt x="1679745" y="57233"/>
                  <a:pt x="1677755" y="49684"/>
                  <a:pt x="1673777" y="44871"/>
                </a:cubicBezTo>
                <a:cubicBezTo>
                  <a:pt x="1669799" y="40058"/>
                  <a:pt x="1664897" y="37651"/>
                  <a:pt x="1659072" y="37651"/>
                </a:cubicBezTo>
                <a:cubicBezTo>
                  <a:pt x="1653389" y="37651"/>
                  <a:pt x="1648641" y="39964"/>
                  <a:pt x="1644828" y="44589"/>
                </a:cubicBezTo>
                <a:cubicBezTo>
                  <a:pt x="1641016" y="49212"/>
                  <a:pt x="1639110" y="56502"/>
                  <a:pt x="1639110" y="66458"/>
                </a:cubicBezTo>
                <a:close/>
                <a:moveTo>
                  <a:pt x="1742899" y="104145"/>
                </a:moveTo>
                <a:lnTo>
                  <a:pt x="1702548" y="0"/>
                </a:lnTo>
                <a:lnTo>
                  <a:pt x="1717466" y="0"/>
                </a:lnTo>
                <a:lnTo>
                  <a:pt x="1744533" y="75658"/>
                </a:lnTo>
                <a:cubicBezTo>
                  <a:pt x="1746711" y="81720"/>
                  <a:pt x="1748535" y="87403"/>
                  <a:pt x="1750003" y="92707"/>
                </a:cubicBezTo>
                <a:cubicBezTo>
                  <a:pt x="1751613" y="87024"/>
                  <a:pt x="1753484" y="81341"/>
                  <a:pt x="1755615" y="75658"/>
                </a:cubicBezTo>
                <a:lnTo>
                  <a:pt x="1783747" y="0"/>
                </a:lnTo>
                <a:lnTo>
                  <a:pt x="1797813" y="0"/>
                </a:lnTo>
                <a:lnTo>
                  <a:pt x="1757036" y="104145"/>
                </a:lnTo>
                <a:lnTo>
                  <a:pt x="1742899" y="104145"/>
                </a:lnTo>
                <a:close/>
                <a:moveTo>
                  <a:pt x="1805983" y="14776"/>
                </a:moveTo>
                <a:lnTo>
                  <a:pt x="1805983" y="0"/>
                </a:lnTo>
                <a:lnTo>
                  <a:pt x="1818770" y="0"/>
                </a:lnTo>
                <a:lnTo>
                  <a:pt x="1818770" y="14776"/>
                </a:lnTo>
                <a:lnTo>
                  <a:pt x="1805983" y="14776"/>
                </a:lnTo>
                <a:moveTo>
                  <a:pt x="1805983" y="104145"/>
                </a:moveTo>
                <a:lnTo>
                  <a:pt x="1805983" y="28700"/>
                </a:lnTo>
                <a:lnTo>
                  <a:pt x="1818770" y="28700"/>
                </a:lnTo>
                <a:lnTo>
                  <a:pt x="1818770" y="104145"/>
                </a:lnTo>
                <a:lnTo>
                  <a:pt x="1805983" y="104145"/>
                </a:lnTo>
                <a:close/>
                <a:moveTo>
                  <a:pt x="1889881" y="79849"/>
                </a:moveTo>
                <a:lnTo>
                  <a:pt x="1903095" y="81483"/>
                </a:lnTo>
                <a:cubicBezTo>
                  <a:pt x="1901011" y="89203"/>
                  <a:pt x="1897151" y="95194"/>
                  <a:pt x="1891515" y="99456"/>
                </a:cubicBezTo>
                <a:cubicBezTo>
                  <a:pt x="1885879" y="103719"/>
                  <a:pt x="1878681" y="105850"/>
                  <a:pt x="1869919" y="105850"/>
                </a:cubicBezTo>
                <a:cubicBezTo>
                  <a:pt x="1858884" y="105850"/>
                  <a:pt x="1850134" y="102452"/>
                  <a:pt x="1843670" y="95655"/>
                </a:cubicBezTo>
                <a:cubicBezTo>
                  <a:pt x="1837205" y="88859"/>
                  <a:pt x="1833973" y="79328"/>
                  <a:pt x="1833973" y="67062"/>
                </a:cubicBezTo>
                <a:cubicBezTo>
                  <a:pt x="1833973" y="54369"/>
                  <a:pt x="1837241" y="44518"/>
                  <a:pt x="1843776" y="37509"/>
                </a:cubicBezTo>
                <a:cubicBezTo>
                  <a:pt x="1850312" y="30500"/>
                  <a:pt x="1858789" y="26995"/>
                  <a:pt x="1869209" y="26995"/>
                </a:cubicBezTo>
                <a:cubicBezTo>
                  <a:pt x="1879296" y="26995"/>
                  <a:pt x="1887537" y="30424"/>
                  <a:pt x="1893931" y="37280"/>
                </a:cubicBezTo>
                <a:cubicBezTo>
                  <a:pt x="1900324" y="44136"/>
                  <a:pt x="1903521" y="53781"/>
                  <a:pt x="1903521" y="66216"/>
                </a:cubicBezTo>
                <a:cubicBezTo>
                  <a:pt x="1903521" y="66972"/>
                  <a:pt x="1903497" y="68107"/>
                  <a:pt x="1903450" y="69619"/>
                </a:cubicBezTo>
                <a:lnTo>
                  <a:pt x="1847186" y="69619"/>
                </a:lnTo>
                <a:cubicBezTo>
                  <a:pt x="1847660" y="77884"/>
                  <a:pt x="1850004" y="84212"/>
                  <a:pt x="1854219" y="88605"/>
                </a:cubicBezTo>
                <a:cubicBezTo>
                  <a:pt x="1858434" y="92997"/>
                  <a:pt x="1863691" y="95194"/>
                  <a:pt x="1869990" y="95194"/>
                </a:cubicBezTo>
                <a:cubicBezTo>
                  <a:pt x="1874679" y="95194"/>
                  <a:pt x="1878681" y="93974"/>
                  <a:pt x="1881996" y="91535"/>
                </a:cubicBezTo>
                <a:cubicBezTo>
                  <a:pt x="1885311" y="89095"/>
                  <a:pt x="1887939" y="85199"/>
                  <a:pt x="1889881" y="79849"/>
                </a:cubicBezTo>
                <a:moveTo>
                  <a:pt x="1847897" y="58963"/>
                </a:moveTo>
                <a:lnTo>
                  <a:pt x="1890023" y="58963"/>
                </a:lnTo>
                <a:cubicBezTo>
                  <a:pt x="1889455" y="52721"/>
                  <a:pt x="1887845" y="48039"/>
                  <a:pt x="1885193" y="44917"/>
                </a:cubicBezTo>
                <a:cubicBezTo>
                  <a:pt x="1881120" y="40073"/>
                  <a:pt x="1875839" y="37651"/>
                  <a:pt x="1869351" y="37651"/>
                </a:cubicBezTo>
                <a:cubicBezTo>
                  <a:pt x="1863478" y="37651"/>
                  <a:pt x="1858541" y="39585"/>
                  <a:pt x="1854539" y="43452"/>
                </a:cubicBezTo>
                <a:cubicBezTo>
                  <a:pt x="1850537" y="47318"/>
                  <a:pt x="1848323" y="52488"/>
                  <a:pt x="1847897" y="58963"/>
                </a:cubicBezTo>
                <a:close/>
                <a:moveTo>
                  <a:pt x="1933073" y="104145"/>
                </a:moveTo>
                <a:lnTo>
                  <a:pt x="1909985" y="28700"/>
                </a:lnTo>
                <a:lnTo>
                  <a:pt x="1923198" y="28700"/>
                </a:lnTo>
                <a:lnTo>
                  <a:pt x="1935204" y="72241"/>
                </a:lnTo>
                <a:lnTo>
                  <a:pt x="1939679" y="88445"/>
                </a:lnTo>
                <a:cubicBezTo>
                  <a:pt x="1939869" y="87641"/>
                  <a:pt x="1941171" y="82461"/>
                  <a:pt x="1943587" y="72903"/>
                </a:cubicBezTo>
                <a:lnTo>
                  <a:pt x="1955592" y="28700"/>
                </a:lnTo>
                <a:lnTo>
                  <a:pt x="1968735" y="28700"/>
                </a:lnTo>
                <a:lnTo>
                  <a:pt x="1980030" y="72452"/>
                </a:lnTo>
                <a:lnTo>
                  <a:pt x="1983795" y="86882"/>
                </a:lnTo>
                <a:lnTo>
                  <a:pt x="1988129" y="72317"/>
                </a:lnTo>
                <a:lnTo>
                  <a:pt x="2001058" y="28700"/>
                </a:lnTo>
                <a:lnTo>
                  <a:pt x="2013490" y="28700"/>
                </a:lnTo>
                <a:lnTo>
                  <a:pt x="1989905" y="104145"/>
                </a:lnTo>
                <a:lnTo>
                  <a:pt x="1976620" y="104145"/>
                </a:lnTo>
                <a:lnTo>
                  <a:pt x="1964615" y="58939"/>
                </a:lnTo>
                <a:lnTo>
                  <a:pt x="1961702" y="46105"/>
                </a:lnTo>
                <a:lnTo>
                  <a:pt x="1946428" y="104145"/>
                </a:lnTo>
                <a:lnTo>
                  <a:pt x="1933073" y="10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0465B-A925-42B8-B82B-BC247CE1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5" y="2085456"/>
            <a:ext cx="3327974" cy="10"/>
          </a:xfrm>
          <a:custGeom xmlns:a="http://schemas.openxmlformats.org/drawingml/2006/main">
            <a:pathLst>
              <a:path w="3327974" h="1" fill="none">
                <a:moveTo>
                  <a:pt x="0" y="0"/>
                </a:moveTo>
                <a:lnTo>
                  <a:pt x="33279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F8B06-97FF-4B4C-B180-E7B39373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30" y="1201465"/>
            <a:ext cx="207999" cy="207998"/>
          </a:xfrm>
          <a:custGeom xmlns:a="http://schemas.openxmlformats.org/drawingml/2006/main">
            <a:pathLst>
              <a:path w="207999" h="207998">
                <a:moveTo>
                  <a:pt x="0" y="0"/>
                </a:moveTo>
                <a:lnTo>
                  <a:pt x="207999" y="0"/>
                </a:lnTo>
                <a:lnTo>
                  <a:pt x="207999" y="207998"/>
                </a:lnTo>
                <a:lnTo>
                  <a:pt x="0" y="2079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97C58-805D-482F-A7AF-633D56DB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827" y="1295063"/>
            <a:ext cx="103999" cy="10400"/>
          </a:xfrm>
          <a:custGeom xmlns:a="http://schemas.openxmlformats.org/drawingml/2006/main">
            <a:pathLst>
              <a:path w="103999" h="10400" fill="none">
                <a:moveTo>
                  <a:pt x="103999" y="0"/>
                </a:moveTo>
                <a:lnTo>
                  <a:pt x="0" y="0"/>
                </a:lnTo>
                <a:lnTo>
                  <a:pt x="0" y="10400"/>
                </a:lnTo>
                <a:lnTo>
                  <a:pt x="10296" y="1040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D53A9-D2F1-467A-99EF-F5BD0297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525" y="1247327"/>
            <a:ext cx="197598" cy="116271"/>
          </a:xfrm>
          <a:custGeom xmlns:a="http://schemas.openxmlformats.org/drawingml/2006/main">
            <a:pathLst>
              <a:path w="197598" h="116271" fill="none">
                <a:moveTo>
                  <a:pt x="0" y="58136"/>
                </a:moveTo>
                <a:lnTo>
                  <a:pt x="98799" y="0"/>
                </a:lnTo>
                <a:lnTo>
                  <a:pt x="197598" y="58136"/>
                </a:lnTo>
                <a:lnTo>
                  <a:pt x="98799" y="116271"/>
                </a:lnTo>
                <a:lnTo>
                  <a:pt x="0" y="581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2E97D-B422-49F5-84D8-76003C1A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181" y="2074953"/>
            <a:ext cx="832" cy="696899"/>
          </a:xfrm>
          <a:custGeom xmlns:a="http://schemas.openxmlformats.org/drawingml/2006/main">
            <a:pathLst>
              <a:path w="832" h="696899" fill="none">
                <a:moveTo>
                  <a:pt x="312" y="592899"/>
                </a:moveTo>
                <a:lnTo>
                  <a:pt x="0" y="696899"/>
                </a:lnTo>
                <a:lnTo>
                  <a:pt x="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BE23A-B423-42F5-83A6-CE00EB96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982" y="1877354"/>
            <a:ext cx="116271" cy="197598"/>
          </a:xfrm>
          <a:custGeom xmlns:a="http://schemas.openxmlformats.org/drawingml/2006/main">
            <a:pathLst>
              <a:path w="116271" h="197598" fill="none">
                <a:moveTo>
                  <a:pt x="58240" y="0"/>
                </a:moveTo>
                <a:lnTo>
                  <a:pt x="116271" y="98799"/>
                </a:lnTo>
                <a:lnTo>
                  <a:pt x="58032" y="197598"/>
                </a:lnTo>
                <a:lnTo>
                  <a:pt x="0" y="98695"/>
                </a:lnTo>
                <a:lnTo>
                  <a:pt x="582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7C3B2-6076-4FD0-A587-E276F39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114" y="4026172"/>
            <a:ext cx="10919" cy="191283"/>
          </a:xfrm>
          <a:custGeom xmlns:a="http://schemas.openxmlformats.org/drawingml/2006/main">
            <a:pathLst>
              <a:path w="10919" h="191283">
                <a:moveTo>
                  <a:pt x="519" y="191283"/>
                </a:moveTo>
                <a:lnTo>
                  <a:pt x="435" y="160083"/>
                </a:lnTo>
                <a:lnTo>
                  <a:pt x="10835" y="160055"/>
                </a:lnTo>
                <a:lnTo>
                  <a:pt x="10919" y="191254"/>
                </a:lnTo>
                <a:moveTo>
                  <a:pt x="350" y="128883"/>
                </a:moveTo>
                <a:lnTo>
                  <a:pt x="266" y="97684"/>
                </a:lnTo>
                <a:lnTo>
                  <a:pt x="10666" y="97655"/>
                </a:lnTo>
                <a:lnTo>
                  <a:pt x="10750" y="128855"/>
                </a:lnTo>
                <a:moveTo>
                  <a:pt x="181" y="66484"/>
                </a:moveTo>
                <a:lnTo>
                  <a:pt x="96" y="35284"/>
                </a:lnTo>
                <a:lnTo>
                  <a:pt x="10496" y="35256"/>
                </a:lnTo>
                <a:lnTo>
                  <a:pt x="10581" y="66456"/>
                </a:lnTo>
                <a:moveTo>
                  <a:pt x="10" y="4085"/>
                </a:moveTo>
                <a:lnTo>
                  <a:pt x="0" y="28"/>
                </a:lnTo>
                <a:lnTo>
                  <a:pt x="10400" y="0"/>
                </a:lnTo>
                <a:lnTo>
                  <a:pt x="10410" y="40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ACE89-C5E6-43FD-8A25-7886EA24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512" y="3828587"/>
            <a:ext cx="197598" cy="197910"/>
          </a:xfrm>
          <a:custGeom xmlns:a="http://schemas.openxmlformats.org/drawingml/2006/main">
            <a:pathLst>
              <a:path w="197598" h="197910" fill="none">
                <a:moveTo>
                  <a:pt x="98279" y="0"/>
                </a:moveTo>
                <a:lnTo>
                  <a:pt x="197598" y="197390"/>
                </a:lnTo>
                <a:lnTo>
                  <a:pt x="0" y="197910"/>
                </a:lnTo>
                <a:lnTo>
                  <a:pt x="9827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B38F0-7B34-434E-9B4B-D5FE6299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690" y="5820275"/>
            <a:ext cx="10400" cy="196351"/>
          </a:xfrm>
          <a:custGeom xmlns:a="http://schemas.openxmlformats.org/drawingml/2006/main">
            <a:pathLst>
              <a:path w="10400" h="196351">
                <a:moveTo>
                  <a:pt x="0" y="196351"/>
                </a:moveTo>
                <a:lnTo>
                  <a:pt x="0" y="165151"/>
                </a:lnTo>
                <a:lnTo>
                  <a:pt x="10400" y="165151"/>
                </a:lnTo>
                <a:lnTo>
                  <a:pt x="10400" y="196351"/>
                </a:lnTo>
                <a:moveTo>
                  <a:pt x="0" y="133952"/>
                </a:moveTo>
                <a:lnTo>
                  <a:pt x="0" y="102752"/>
                </a:lnTo>
                <a:lnTo>
                  <a:pt x="10400" y="102752"/>
                </a:lnTo>
                <a:lnTo>
                  <a:pt x="10400" y="133952"/>
                </a:lnTo>
                <a:moveTo>
                  <a:pt x="0" y="71552"/>
                </a:moveTo>
                <a:lnTo>
                  <a:pt x="0" y="40351"/>
                </a:lnTo>
                <a:lnTo>
                  <a:pt x="10400" y="40351"/>
                </a:lnTo>
                <a:lnTo>
                  <a:pt x="10400" y="71552"/>
                </a:lnTo>
                <a:moveTo>
                  <a:pt x="0" y="9152"/>
                </a:moveTo>
                <a:lnTo>
                  <a:pt x="0" y="0"/>
                </a:lnTo>
                <a:lnTo>
                  <a:pt x="10400" y="0"/>
                </a:lnTo>
                <a:lnTo>
                  <a:pt x="10400" y="91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A1457-C2C6-4FD5-BC76-CF476F5E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088" y="5622677"/>
            <a:ext cx="197598" cy="197598"/>
          </a:xfrm>
          <a:custGeom xmlns:a="http://schemas.openxmlformats.org/drawingml/2006/main">
            <a:pathLst>
              <a:path w="197598" h="197598" fill="none">
                <a:moveTo>
                  <a:pt x="98799" y="0"/>
                </a:moveTo>
                <a:lnTo>
                  <a:pt x="197598" y="197598"/>
                </a:lnTo>
                <a:lnTo>
                  <a:pt x="0" y="197598"/>
                </a:lnTo>
                <a:lnTo>
                  <a:pt x="987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EB836-F372-41FC-9D92-B8D3CDC8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197" y="7661061"/>
            <a:ext cx="23813" cy="23813"/>
          </a:xfrm>
          <a:custGeom xmlns:a="http://schemas.openxmlformats.org/drawingml/2006/main">
            <a:pathLst>
              <a:path w="23813" h="23813" fill="none">
                <a:moveTo>
                  <a:pt x="11907" y="0"/>
                </a:moveTo>
                <a:lnTo>
                  <a:pt x="23813" y="23813"/>
                </a:lnTo>
                <a:moveTo>
                  <a:pt x="0" y="23813"/>
                </a:moveTo>
                <a:lnTo>
                  <a:pt x="119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0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089863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2026-09-05T14:47:25.3030000Z</dcterms:created>
  <dcterms:modified xsi:type="dcterms:W3CDTF">2026-09-05T14:47:25.3030000Z</dcterms:modified>
</coreProperties>
</file>